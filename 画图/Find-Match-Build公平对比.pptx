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7D757BF2.xml" ContentType="application/vnd.ms-powerpoint.comments+xml"/>
  <Override PartName="/ppt/notesSlides/notesSlide2.xml" ContentType="application/vnd.openxmlformats-officedocument.presentationml.notesSlide+xml"/>
  <Override PartName="/ppt/comments/modernComment_101_75DC4BFE.xml" ContentType="application/vnd.ms-powerpoint.comments+xml"/>
  <Override PartName="/ppt/notesSlides/notesSlide3.xml" ContentType="application/vnd.openxmlformats-officedocument.presentationml.notesSlide+xml"/>
  <Override PartName="/ppt/comments/modernComment_102_7298ACF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ns0:presentation xmlns:ns0="http://schemas.openxmlformats.org/presentationml/2006/main" xmlns:ns1="http://schemas.openxmlformats.org/officeDocument/2006/relationships" xmlns:ns2="http://schemas.openxmlformats.org/drawingml/2006/main">
  <ns0:sldMasterIdLst>
    <ns0:sldMasterId id="2147483648" ns1:id="rId1"/>
  </ns0:sldMasterIdLst>
  <ns0:notesMasterIdLst>
    <ns0:notesMasterId ns1:id="rId5"/>
  </ns0:notesMasterIdLst>
  <ns0:sldIdLst>
    <ns0:sldId id="256" ns1:id="rId2"/>
    <ns0:sldId id="257" ns1:id="rId3"/>
    <ns0:sldId id="258" ns1:id="rId4"/>
  </ns0:sldIdLst>
  <ns0:sldSz cx="6480000" cy="8640000"/>
  <ns0:notesSz cx="6858000" cy="9144000"/>
  <ns0:defaultTextStyle>
    <ns2:defPPr>
      <ns2:defRPr lang="zh-CN"/>
    </ns2:defPPr>
    <ns2:lvl1pPr marL="0" algn="l" defTabSz="914400" rtl="0" eaLnBrk="1" latinLnBrk="0" hangingPunct="1">
      <ns2:defRPr sz="1800" kern="1200">
        <ns2:solidFill>
          <ns2:schemeClr val="tx1"/>
        </ns2:solidFill>
        <ns2:latin typeface="+mn-lt"/>
        <ns2:ea typeface="+mn-ea"/>
        <ns2:cs typeface="+mn-cs"/>
      </ns2:defRPr>
    </ns2:lvl1pPr>
    <ns2:lvl2pPr marL="457200" algn="l" defTabSz="914400" rtl="0" eaLnBrk="1" latinLnBrk="0" hangingPunct="1">
      <ns2:defRPr sz="1800" kern="1200">
        <ns2:solidFill>
          <ns2:schemeClr val="tx1"/>
        </ns2:solidFill>
        <ns2:latin typeface="+mn-lt"/>
        <ns2:ea typeface="+mn-ea"/>
        <ns2:cs typeface="+mn-cs"/>
      </ns2:defRPr>
    </ns2:lvl2pPr>
    <ns2:lvl3pPr marL="914400" algn="l" defTabSz="914400" rtl="0" eaLnBrk="1" latinLnBrk="0" hangingPunct="1">
      <ns2:defRPr sz="1800" kern="1200">
        <ns2:solidFill>
          <ns2:schemeClr val="tx1"/>
        </ns2:solidFill>
        <ns2:latin typeface="+mn-lt"/>
        <ns2:ea typeface="+mn-ea"/>
        <ns2:cs typeface="+mn-cs"/>
      </ns2:defRPr>
    </ns2:lvl3pPr>
    <ns2:lvl4pPr marL="1371600" algn="l" defTabSz="914400" rtl="0" eaLnBrk="1" latinLnBrk="0" hangingPunct="1">
      <ns2:defRPr sz="1800" kern="1200">
        <ns2:solidFill>
          <ns2:schemeClr val="tx1"/>
        </ns2:solidFill>
        <ns2:latin typeface="+mn-lt"/>
        <ns2:ea typeface="+mn-ea"/>
        <ns2:cs typeface="+mn-cs"/>
      </ns2:defRPr>
    </ns2:lvl4pPr>
    <ns2:lvl5pPr marL="1828800" algn="l" defTabSz="914400" rtl="0" eaLnBrk="1" latinLnBrk="0" hangingPunct="1">
      <ns2:defRPr sz="1800" kern="1200">
        <ns2:solidFill>
          <ns2:schemeClr val="tx1"/>
        </ns2:solidFill>
        <ns2:latin typeface="+mn-lt"/>
        <ns2:ea typeface="+mn-ea"/>
        <ns2:cs typeface="+mn-cs"/>
      </ns2:defRPr>
    </ns2:lvl5pPr>
    <ns2:lvl6pPr marL="2286000" algn="l" defTabSz="914400" rtl="0" eaLnBrk="1" latinLnBrk="0" hangingPunct="1">
      <ns2:defRPr sz="1800" kern="1200">
        <ns2:solidFill>
          <ns2:schemeClr val="tx1"/>
        </ns2:solidFill>
        <ns2:latin typeface="+mn-lt"/>
        <ns2:ea typeface="+mn-ea"/>
        <ns2:cs typeface="+mn-cs"/>
      </ns2:defRPr>
    </ns2:lvl6pPr>
    <ns2:lvl7pPr marL="2743200" algn="l" defTabSz="914400" rtl="0" eaLnBrk="1" latinLnBrk="0" hangingPunct="1">
      <ns2:defRPr sz="1800" kern="1200">
        <ns2:solidFill>
          <ns2:schemeClr val="tx1"/>
        </ns2:solidFill>
        <ns2:latin typeface="+mn-lt"/>
        <ns2:ea typeface="+mn-ea"/>
        <ns2:cs typeface="+mn-cs"/>
      </ns2:defRPr>
    </ns2:lvl7pPr>
    <ns2:lvl8pPr marL="3200400" algn="l" defTabSz="914400" rtl="0" eaLnBrk="1" latinLnBrk="0" hangingPunct="1">
      <ns2:defRPr sz="1800" kern="1200">
        <ns2:solidFill>
          <ns2:schemeClr val="tx1"/>
        </ns2:solidFill>
        <ns2:latin typeface="+mn-lt"/>
        <ns2:ea typeface="+mn-ea"/>
        <ns2:cs typeface="+mn-cs"/>
      </ns2:defRPr>
    </ns2:lvl8pPr>
    <ns2:lvl9pPr marL="3657600" algn="l" defTabSz="914400" rtl="0" eaLnBrk="1" latinLnBrk="0" hangingPunct="1">
      <ns2:defRPr sz="1800" kern="1200">
        <ns2:solidFill>
          <ns2:schemeClr val="tx1"/>
        </ns2:solidFill>
        <ns2:latin typeface="+mn-lt"/>
        <ns2:ea typeface="+mn-ea"/>
        <ns2:cs typeface="+mn-cs"/>
      </ns2:defRPr>
    </ns2:lvl9pPr>
  </ns0:defaultTextStyle>
</ns0: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0_7D757BF2.xml><?xml version="1.0" encoding="utf-8"?>
<p188:cmLst xmlns:a="http://schemas.openxmlformats.org/drawingml/2006/main" xmlns:r="http://schemas.openxmlformats.org/officeDocument/2006/relationships" xmlns:p188="http://schemas.microsoft.com/office/powerpoint/2018/8/main">
  <p188:cm id="{109BE661-C5A8-4446-9A86-45B47181B9AB}" authorId="{D3F71A66-0C34-DF1A-5236-FECDBC820DCB}" created="2026-10-16T07:02:36.846">
    <pc:sldMkLst xmlns:pc="http://schemas.microsoft.com/office/powerpoint/2013/main/command">
      <pc:docMk/>
      <pc:sldMk cId="2104851442" sldId="256"/>
    </pc:sldMkLst>
    <p188:pos x="0" y="0"/>
    <p188:txBody>
      <a:bodyPr/>
      <a:lstStyle/>
      <a:p>
        <a:r>
          <a:rPr lang="zh-CN" altLang="en-US"/>
          <a:t>@@find-only-instance-completion</a:t>
        </a:r>
      </a:p>
    </p188:txBody>
  </p188:cm>
</p188:cmLst>
</file>

<file path=ppt/comments/modernComment_101_75DC4BFE.xml><?xml version="1.0" encoding="utf-8"?>
<p188:cmLst xmlns:a="http://schemas.openxmlformats.org/drawingml/2006/main" xmlns:r="http://schemas.openxmlformats.org/officeDocument/2006/relationships" xmlns:p188="http://schemas.microsoft.com/office/powerpoint/2018/8/main">
  <p188:cm id="{F00393BA-1B18-4F46-822F-FB33C4209C32}" authorId="{D3F71A66-0C34-DF1A-5236-FECDBC820DCB}" created="2026-10-16T07:02:37.193">
    <pc:sldMkLst xmlns:pc="http://schemas.microsoft.com/office/powerpoint/2013/main/command">
      <pc:docMk/>
      <pc:sldMk cId="1977371646" sldId="257"/>
    </pc:sldMkLst>
    <p188:pos x="0" y="0"/>
    <p188:txBody>
      <a:bodyPr/>
      <a:lstStyle/>
      <a:p>
        <a:r>
          <a:rPr lang="zh-CN" altLang="en-US"/>
          <a:t>@@stage3-predicted-region-head-to-head</a:t>
        </a:r>
      </a:p>
    </p188:txBody>
  </p188:cm>
</p188:cmLst>
</file>

<file path=ppt/comments/modernComment_102_7298ACF3.xml><?xml version="1.0" encoding="utf-8"?>
<p188:cmLst xmlns:a="http://schemas.openxmlformats.org/drawingml/2006/main" xmlns:r="http://schemas.openxmlformats.org/officeDocument/2006/relationships" xmlns:p188="http://schemas.microsoft.com/office/powerpoint/2018/8/main">
  <p188:cm id="{E5EF96C9-39C2-4903-9BF2-CD88F9D683E0}" authorId="{D3F71A66-0C34-DF1A-5236-FECDBC820DCB}" created="2026-10-16T07:02:37.389">
    <pc:sldMkLst xmlns:pc="http://schemas.microsoft.com/office/powerpoint/2013/main/command">
      <pc:docMk/>
      <pc:sldMk cId="1922608371" sldId="258"/>
    </pc:sldMkLst>
    <p188:pos x="0" y="0"/>
    <p188:txBody>
      <a:bodyPr/>
      <a:lstStyle/>
      <a:p>
        <a:r>
          <a:rPr lang="zh-CN" altLang="en-US"/>
          <a:t>@@supp-find-correct-match-build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LigandSeek2-Find</a:t>
            </a:r>
            <a:r>
              <a:rPr lang="zh-CN" altLang="en-US"/>
              <a:t>与</a:t>
            </a:r>
            <a:r>
              <a:rPr lang="en-US"/>
              <a:t>Emap2lig-Find</a:t>
            </a:r>
            <a:r>
              <a:rPr lang="zh-CN" altLang="en-US"/>
              <a:t>的配体实例检出比较。</a:t>
            </a:r>
            <a:r>
              <a:rPr lang="en-US"/>
              <a:t>a–c，</a:t>
            </a:r>
            <a:r>
              <a:rPr lang="zh-CN" altLang="en-US"/>
              <a:t>全配体，</a:t>
            </a:r>
            <a:r>
              <a:rPr lang="en-US" altLang="zh-CN"/>
              <a:t>179</a:t>
            </a:r>
            <a:r>
              <a:rPr lang="zh-CN" altLang="en-US"/>
              <a:t>个</a:t>
            </a:r>
            <a:r>
              <a:rPr lang="en-US"/>
              <a:t>PDB、2,502</a:t>
            </a:r>
            <a:r>
              <a:rPr lang="zh-CN" altLang="en-US"/>
              <a:t>个实例；</a:t>
            </a:r>
            <a:r>
              <a:rPr lang="en-US"/>
              <a:t>d–f，</a:t>
            </a:r>
            <a:r>
              <a:rPr lang="zh-CN" altLang="en-US"/>
              <a:t>单残基无缺失原子的有机小分子，</a:t>
            </a:r>
            <a:r>
              <a:rPr lang="en-US" altLang="zh-CN"/>
              <a:t>77</a:t>
            </a:r>
            <a:r>
              <a:rPr lang="zh-CN" altLang="en-US"/>
              <a:t>个</a:t>
            </a:r>
            <a:r>
              <a:rPr lang="en-US"/>
              <a:t>PDB、446</a:t>
            </a:r>
            <a:r>
              <a:rPr lang="zh-CN" altLang="en-US"/>
              <a:t>个实例。左、中列分别为</a:t>
            </a:r>
            <a:r>
              <a:rPr lang="en-US"/>
              <a:t>LigandSeek2-Find</a:t>
            </a:r>
            <a:r>
              <a:rPr lang="zh-CN" altLang="en-US"/>
              <a:t>使用沉积受体</a:t>
            </a:r>
            <a:r>
              <a:rPr lang="en-US" altLang="zh-CN"/>
              <a:t>(</a:t>
            </a:r>
            <a:r>
              <a:rPr lang="en-US"/>
              <a:t>GT)</a:t>
            </a:r>
            <a:r>
              <a:rPr lang="zh-CN" altLang="en-US"/>
              <a:t>和</a:t>
            </a:r>
            <a:r>
              <a:rPr lang="en-US"/>
              <a:t>CryoAtom2</a:t>
            </a:r>
            <a:r>
              <a:rPr lang="zh-CN" altLang="en-US"/>
              <a:t>重建受体</a:t>
            </a:r>
            <a:r>
              <a:rPr lang="en-US" altLang="zh-CN"/>
              <a:t>(</a:t>
            </a:r>
            <a:r>
              <a:rPr lang="en-US"/>
              <a:t>CA2)，</a:t>
            </a:r>
            <a:r>
              <a:rPr lang="zh-CN" altLang="en-US"/>
              <a:t>右列为</a:t>
            </a:r>
            <a:r>
              <a:rPr lang="en-US"/>
              <a:t>Emap2lig-Find。</a:t>
            </a:r>
            <a:r>
              <a:rPr lang="zh-CN" altLang="en-US"/>
              <a:t>候选与真实实例的双向覆盖均不低于</a:t>
            </a:r>
            <a:r>
              <a:rPr lang="en-US" altLang="zh-CN"/>
              <a:t>$0.3$</a:t>
            </a:r>
            <a:r>
              <a:rPr lang="zh-CN" altLang="en-US"/>
              <a:t>，并取几何平均最大的对应。横轴为依序考察的候选数相对于该</a:t>
            </a:r>
            <a:r>
              <a:rPr lang="en-US"/>
              <a:t>PDB</a:t>
            </a:r>
            <a:r>
              <a:rPr lang="zh-CN" altLang="en-US"/>
              <a:t>真实实例数的比例；</a:t>
            </a:r>
            <a:r>
              <a:rPr lang="en-US" altLang="zh-CN"/>
              <a:t>$100\%$</a:t>
            </a:r>
            <a:r>
              <a:rPr lang="zh-CN" altLang="en-US"/>
              <a:t>表示两者数量相同。全配体考察全部候选；小分子仅排除对应范围外真实配体的候选，保留背景候选。纵轴为检出的不同实例比例。绿线与圆点、蓝线与菱形分别表示</a:t>
            </a:r>
            <a:r>
              <a:rPr lang="en-US"/>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候选数量下的</a:t>
            </a:r>
            <a:r>
              <a:rPr lang="en-US"/>
              <a:t>PDB</a:t>
            </a:r>
            <a:r>
              <a:rPr lang="zh-CN" altLang="en-US"/>
              <a:t>分布。
</a:t>
            </a:r>
            <a:r>
              <a:rPr lang="en-US"/>
              <a:t>ENGLISH:
Ligand-instance detection by LigandSeek2-Find and Emap2lig-Find. a–c, All ligands, comprising 179 PDBs and 2,502 instances. d–f, Single-residue organic small molecules with no missing atoms, comprising 77 PDBs and 446 instances. Left and middle, LigandSeek2-Find with deposited receptors (GT) and CryoAtom2-reconstructed receptors (CA2), respectively. Right, Emap2lig-Find. Each candidate is assigned to the instance with maximal geometric-mean coverage among pairs with bidirectional coverage of at least $0.3$. The x-axis shows the number of candidates examined relative to the reference instance count per PDB; $100\%$ denotes equal counts. All candidates are examined for all ligands. For small molecules, candidates corresponding to out-of-scope ligands are omitted, while background candidates remain. The y-axis shows the fraction of distinct instances detected. Green lines and circles show the PDB-equal mean, and blue lines and diamonds show the median. Grey points and violins show PDB distributions at relative candidate counts of $50\%$, $100\%$, $200\%$ and $300\%$.</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预测配体区域引导下的</a:t>
            </a:r>
            <a:r>
              <a:rPr lang="en-US" altLang="zh-CN"/>
              <a:t>PocketXMol-tuned</a:t>
            </a:r>
            <a:r>
              <a:rPr lang="zh-CN" altLang="en-US"/>
              <a:t>与</a:t>
            </a:r>
            <a:r>
              <a:rPr lang="en-US" altLang="zh-CN"/>
              <a:t>Emap2lig-Build</a:t>
            </a:r>
            <a:r>
              <a:rPr lang="zh-CN" altLang="en-US"/>
              <a:t>对接比较。</a:t>
            </a:r>
            <a:r>
              <a:rPr lang="en-US" altLang="zh-CN"/>
              <a:t>a,b</a:t>
            </a:r>
            <a:r>
              <a:rPr lang="zh-CN" altLang="en-US"/>
              <a:t>，沉积受体</a:t>
            </a:r>
            <a:r>
              <a:rPr lang="en-US" altLang="zh-CN"/>
              <a:t>(GT)</a:t>
            </a:r>
            <a:r>
              <a:rPr lang="zh-CN" altLang="en-US"/>
              <a:t>条件下</a:t>
            </a:r>
            <a:r>
              <a:rPr lang="en-US" altLang="zh-CN"/>
              <a:t>LigandSeek2-Find</a:t>
            </a:r>
            <a:r>
              <a:rPr lang="zh-CN" altLang="en-US"/>
              <a:t>与</a:t>
            </a:r>
            <a:r>
              <a:rPr lang="en-US" altLang="zh-CN"/>
              <a:t>Emap2lig-Find</a:t>
            </a:r>
            <a:r>
              <a:rPr lang="zh-CN" altLang="en-US"/>
              <a:t>共同命中的</a:t>
            </a:r>
            <a:r>
              <a:rPr lang="en-US" altLang="zh-CN"/>
              <a:t>235</a:t>
            </a:r>
            <a:r>
              <a:rPr lang="zh-CN" altLang="en-US"/>
              <a:t>个实例；</a:t>
            </a:r>
            <a:r>
              <a:rPr lang="en-US" altLang="zh-CN"/>
              <a:t>c,d</a:t>
            </a:r>
            <a:r>
              <a:rPr lang="zh-CN" altLang="en-US"/>
              <a:t>，</a:t>
            </a:r>
            <a:r>
              <a:rPr lang="en-US" altLang="zh-CN"/>
              <a:t>CryoAtom2</a:t>
            </a:r>
            <a:r>
              <a:rPr lang="zh-CN" altLang="en-US"/>
              <a:t>重建受体</a:t>
            </a:r>
            <a:r>
              <a:rPr lang="en-US" altLang="zh-CN"/>
              <a:t>(CA2)</a:t>
            </a:r>
            <a:r>
              <a:rPr lang="zh-CN" altLang="en-US"/>
              <a:t>条件下共同命中的</a:t>
            </a:r>
            <a:r>
              <a:rPr lang="en-US" altLang="zh-CN"/>
              <a:t>230</a:t>
            </a:r>
            <a:r>
              <a:rPr lang="zh-CN" altLang="en-US"/>
              <a:t>个实例。</a:t>
            </a:r>
            <a:r>
              <a:rPr lang="en-US" altLang="zh-CN"/>
              <a:t>RMSD</a:t>
            </a:r>
            <a:r>
              <a:rPr lang="zh-CN" altLang="en-US"/>
              <a:t>分布分别包含</a:t>
            </a:r>
            <a:r>
              <a:rPr lang="en-US" altLang="zh-CN"/>
              <a:t>231</a:t>
            </a:r>
            <a:r>
              <a:rPr lang="zh-CN" altLang="en-US"/>
              <a:t>和</a:t>
            </a:r>
            <a:r>
              <a:rPr lang="en-US" altLang="zh-CN"/>
              <a:t>228</a:t>
            </a:r>
            <a:r>
              <a:rPr lang="zh-CN" altLang="en-US"/>
              <a:t>个配对实例。</a:t>
            </a:r>
            <a:r>
              <a:rPr lang="en-US" altLang="zh-CN"/>
              <a:t>PocketXMol-tuned</a:t>
            </a:r>
            <a:r>
              <a:rPr lang="zh-CN" altLang="en-US"/>
              <a:t>以</a:t>
            </a:r>
            <a:r>
              <a:rPr lang="en-US" altLang="zh-CN"/>
              <a:t>LigandSeek2-Find</a:t>
            </a:r>
            <a:r>
              <a:rPr lang="zh-CN" altLang="en-US"/>
              <a:t>完整</a:t>
            </a:r>
            <a:r>
              <a:rPr lang="en-US" altLang="zh-CN"/>
              <a:t>blob</a:t>
            </a:r>
            <a:r>
              <a:rPr lang="zh-CN" altLang="en-US"/>
              <a:t>的质心选取</a:t>
            </a:r>
            <a:r>
              <a:rPr lang="en-US" altLang="zh-CN"/>
              <a:t>$15\,\mathrm{Å}$</a:t>
            </a:r>
            <a:r>
              <a:rPr lang="zh-CN" altLang="en-US"/>
              <a:t>中心口袋；</a:t>
            </a:r>
            <a:r>
              <a:rPr lang="en-US" altLang="zh-CN"/>
              <a:t>Emap2lig-Build</a:t>
            </a:r>
            <a:r>
              <a:rPr lang="zh-CN" altLang="en-US"/>
              <a:t>使用其</a:t>
            </a:r>
            <a:r>
              <a:rPr lang="en-US" altLang="zh-CN"/>
              <a:t>Find</a:t>
            </a:r>
            <a:r>
              <a:rPr lang="zh-CN" altLang="en-US"/>
              <a:t>产生的原生三维</a:t>
            </a:r>
            <a:r>
              <a:rPr lang="en-US" altLang="zh-CN"/>
              <a:t>blob</a:t>
            </a:r>
            <a:r>
              <a:rPr lang="zh-CN" altLang="en-US"/>
              <a:t>。两者均给定正确</a:t>
            </a:r>
            <a:r>
              <a:rPr lang="en-US" altLang="zh-CN"/>
              <a:t>SMILES</a:t>
            </a:r>
            <a:r>
              <a:rPr lang="zh-CN" altLang="en-US"/>
              <a:t>，以</a:t>
            </a:r>
            <a:r>
              <a:rPr lang="en-US" altLang="zh-CN"/>
              <a:t>100</a:t>
            </a:r>
            <a:r>
              <a:rPr lang="zh-CN" altLang="en-US"/>
              <a:t>步生成</a:t>
            </a:r>
            <a:r>
              <a:rPr lang="en-US" altLang="zh-CN"/>
              <a:t>50</a:t>
            </a:r>
            <a:r>
              <a:rPr lang="zh-CN" altLang="en-US"/>
              <a:t>个候选。左列为模型评分首选构象，右列为</a:t>
            </a:r>
            <a:r>
              <a:rPr lang="en-US" altLang="zh-CN"/>
              <a:t>50</a:t>
            </a:r>
            <a:r>
              <a:rPr lang="zh-CN" altLang="en-US"/>
              <a:t>个候选中的最低重原子</a:t>
            </a:r>
            <a:r>
              <a:rPr lang="en-US" altLang="zh-CN"/>
              <a:t>RMSD</a:t>
            </a:r>
            <a:r>
              <a:rPr lang="zh-CN" altLang="en-US"/>
              <a:t>。散点表示实例，箱体为</a:t>
            </a:r>
            <a:r>
              <a:rPr lang="en-US" altLang="zh-CN"/>
              <a:t>25–75</a:t>
            </a:r>
            <a:r>
              <a:rPr lang="zh-CN" altLang="en-US"/>
              <a:t>百分位，中线为中位数，须为</a:t>
            </a:r>
            <a:r>
              <a:rPr lang="en-US" altLang="zh-CN"/>
              <a:t>5–95</a:t>
            </a:r>
            <a:r>
              <a:rPr lang="zh-CN" altLang="en-US"/>
              <a:t>百分位。纵轴为对数刻度；细虚线表示</a:t>
            </a:r>
            <a:r>
              <a:rPr lang="en-US" altLang="zh-CN"/>
              <a:t>$2\,\mathrm{Å}$</a:t>
            </a:r>
            <a:r>
              <a:rPr lang="zh-CN" altLang="en-US"/>
              <a:t>和</a:t>
            </a:r>
            <a:r>
              <a:rPr lang="en-US" altLang="zh-CN"/>
              <a:t>$3\,\mathrm{Å}$</a:t>
            </a:r>
            <a:r>
              <a:rPr lang="zh-CN" altLang="en-US"/>
              <a:t>。
</a:t>
            </a:r>
            <a:r>
              <a:rPr lang="en-US" altLang="zh-CN"/>
              <a:t>ENGLISH:
Docking performance of PocketXMol-tuned and Emap2lig-Build using predicted ligand regions. a,b, Deposited receptor (GT) comparison, comprising 235 instances detected by both LigandSeek2-Find and Emap2lig-Find. c,d, CryoAtom2-reconstructed receptor (CA2) comparison, comprising 230 instances detected by both methods. The RMSD distributions contain 231 and 228 paired instances, respectively. PocketXMol-tuned uses the full LigandSeek2-Find blob centroid to define a $15\,\mathrm{Å}$ centre pocket; Emap2lig-Build uses its native predicted three-dimensional blob. Both receive the correct SMILES and generate 50 candidates over 100 sampling steps. Left, model-ranked top-1 poses. Right, lowest heavy-atom RMSD among 50 candidates. Points represent instances, boxes span the 25th–75th percentiles, centre lines show medians and whiskers span the 5th–95th percentiles. The y-axis is logarithmic. Dashed lines mark $2\,\mathrm{Å}$ and $3\,\mathrm{Å}$.</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假定身份匹配正确时单残基无缺失原子有机小分子的定位与建模完成度。各面板包含相同的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single-residue organic small molecules with no missing atoms, assuming correct ligand identities.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B6F3C2D-2343-49FF-BF8D-1CA4C525B5DB}"/>
              </a:ext>
            </a:extLst>
          </p:cNvPr>
          <p:cNvSpPr>
            <a:spLocks noGrp="1"/>
          </p:cNvSpPr>
          <p:nvPr>
            <p:ph type="title"/>
          </p:nvPr>
        </p:nvSpPr>
        <p:spPr>
          <a:xfrm>
            <a:off x="648000" y="3264000"/>
            <a:ext cx="5184000" cy="1248000"/>
          </a:xfrm>
          <a:prstGeom prst="rect">
            <a:avLst/>
          </a:prstGeom>
          <a:noFill/>
          <a:ln>
            <a:noFill/>
            <a:prstDash val="solid"/>
          </a:ln>
        </p:spPr>
        <p:txBody>
          <a:bodyPr wrap="square" lIns="0" tIns="0" rIns="0" bIns="0" anchor="ctr">
            <a:normAutofit/>
          </a:bodyPr>
          <a:lstStyle>
            <a:defPPr algn="ctr">
              <a:defRPr sz="255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A3087D42-4147-4C36-B6A2-B71334CA42E8}"/>
              </a:ext>
            </a:extLst>
          </p:cNvPr>
          <p:cNvSpPr>
            <a:spLocks noGrp="1"/>
          </p:cNvSpPr>
          <p:nvPr>
            <p:ph type="subTitle" idx="1"/>
          </p:nvPr>
        </p:nvSpPr>
        <p:spPr>
          <a:xfrm>
            <a:off x="972000" y="4752000"/>
            <a:ext cx="4536000" cy="960000"/>
          </a:xfrm>
          <a:prstGeom prst="rect">
            <a:avLst/>
          </a:prstGeom>
          <a:noFill/>
          <a:ln>
            <a:noFill/>
            <a:prstDash val="solid"/>
          </a:ln>
        </p:spPr>
        <p:txBody>
          <a:bodyPr wrap="square" lIns="0" tIns="0" rIns="0" bIns="0" anchor="ctr">
            <a:normAutofit/>
          </a:bodyPr>
          <a:lstStyle>
            <a:defPPr algn="ctr">
              <a:defRPr sz="111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15CD2554-F3C9-4B66-9B58-AAB65D7D73E8}"/>
              </a:ext>
            </a:extLst>
          </p:cNvPr>
          <p:cNvSpPr>
            <a:spLocks noGrp="1"/>
          </p:cNvSpPr>
          <p:nvPr>
            <p:ph type="title"/>
          </p:nvPr>
        </p:nvSpPr>
        <p:spPr>
          <a:xfrm>
            <a:off x="648000" y="3600000"/>
            <a:ext cx="5184000" cy="1440000"/>
          </a:xfrm>
          <a:prstGeom prst="rect">
            <a:avLst/>
          </a:prstGeom>
          <a:noFill/>
          <a:ln>
            <a:noFill/>
            <a:prstDash val="solid"/>
          </a:ln>
        </p:spPr>
        <p:txBody>
          <a:bodyPr wrap="square" lIns="0" tIns="0" rIns="0" bIns="0" anchor="ctr">
            <a:normAutofit/>
          </a:bodyPr>
          <a:lstStyle>
            <a:defPPr algn="ctr">
              <a:defRPr sz="223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F071DAE2-7573-419A-84C2-D7820C1F0D0B}"/>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95A1E2C6-EC33-42F2-9570-49278B755EA5}"/>
              </a:ext>
            </a:extLst>
          </p:cNvPr>
          <p:cNvSpPr>
            <a:spLocks noGrp="1"/>
          </p:cNvSpPr>
          <p:nvPr>
            <p:ph type="body" idx="1"/>
          </p:nvPr>
        </p:nvSpPr>
        <p:spPr>
          <a:xfrm>
            <a:off x="364500" y="2400000"/>
            <a:ext cx="5751000" cy="5376000"/>
          </a:xfrm>
          <a:prstGeom prst="rect">
            <a:avLst/>
          </a:prstGeom>
          <a:noFill/>
          <a:ln>
            <a:noFill/>
            <a:prstDash val="solid"/>
          </a:ln>
        </p:spPr>
        <p:txBody>
          <a:bodyPr wrap="square" lIns="0" tIns="0" rIns="0" bIns="0" anchor="t">
            <a:normAutofit/>
          </a:bodyPr>
          <a:lstStyle>
            <a:defPPr algn="l">
              <a:defRPr sz="119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BF2B3296-E503-4851-9909-95A01D4CA304}"/>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6D1680B0-60CC-4ECE-8863-2E5EFF18B788}"/>
              </a:ext>
            </a:extLst>
          </p:cNvPr>
          <p:cNvSpPr>
            <a:spLocks noGrp="1"/>
          </p:cNvSpPr>
          <p:nvPr>
            <p:ph type="body" idx="1"/>
          </p:nvPr>
        </p:nvSpPr>
        <p:spPr>
          <a:xfrm>
            <a:off x="364500" y="2400000"/>
            <a:ext cx="2673000" cy="5376000"/>
          </a:xfrm>
          <a:prstGeom prst="rect">
            <a:avLst/>
          </a:prstGeom>
          <a:noFill/>
          <a:ln>
            <a:noFill/>
            <a:prstDash val="solid"/>
          </a:ln>
        </p:spPr>
        <p:txBody>
          <a:bodyPr wrap="square" lIns="0" tIns="0" rIns="0" bIns="0" anchor="t">
            <a:normAutofit/>
          </a:bodyPr>
          <a:lstStyle>
            <a:defPPr algn="l">
              <a:defRPr sz="111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
        <p:nvSpPr>
          <p:cNvPr id="3" name="Right column">
            <a:extLst>
              <a:ext uri="{FF2B5EF4-FFF2-40B4-BE49-F238E27FC236}">
                <a16:creationId xmlns:a16="http://schemas.microsoft.com/office/drawing/2014/main" id="{7A06CD4A-0085-42CC-9A98-2C85A6572ABB}"/>
              </a:ext>
            </a:extLst>
          </p:cNvPr>
          <p:cNvSpPr>
            <a:spLocks noGrp="1"/>
          </p:cNvSpPr>
          <p:nvPr>
            <p:ph type="body" idx="2"/>
          </p:nvPr>
        </p:nvSpPr>
        <p:spPr>
          <a:xfrm>
            <a:off x="3442500" y="2400000"/>
            <a:ext cx="2673000" cy="5376000"/>
          </a:xfrm>
          <a:prstGeom prst="rect">
            <a:avLst/>
          </a:prstGeom>
          <a:noFill/>
          <a:ln>
            <a:noFill/>
            <a:prstDash val="solid"/>
          </a:ln>
        </p:spPr>
        <p:txBody>
          <a:bodyPr wrap="square" lIns="0" tIns="0" rIns="0" bIns="0" anchor="t">
            <a:normAutofit/>
          </a:bodyPr>
          <a:lstStyle>
            <a:defPPr algn="l">
              <a:defRPr sz="111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36867B3-0D6F-4D69-B483-6299BEBD7C64}"/>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F6ECB335-00E2-465E-A9B7-E8E194B4A387}"/>
              </a:ext>
            </a:extLst>
          </p:cNvPr>
          <p:cNvSpPr>
            <a:spLocks noGrp="1"/>
          </p:cNvSpPr>
          <p:nvPr>
            <p:ph type="body" idx="1"/>
          </p:nvPr>
        </p:nvSpPr>
        <p:spPr>
          <a:xfrm>
            <a:off x="364500" y="2400000"/>
            <a:ext cx="2673000" cy="5376000"/>
          </a:xfrm>
          <a:prstGeom prst="rect">
            <a:avLst/>
          </a:prstGeom>
          <a:noFill/>
          <a:ln>
            <a:noFill/>
            <a:prstDash val="solid"/>
          </a:ln>
        </p:spPr>
        <p:txBody>
          <a:bodyPr wrap="square" lIns="0" tIns="0" rIns="0" bIns="0" anchor="t">
            <a:normAutofit/>
          </a:bodyPr>
          <a:lstStyle>
            <a:defPPr algn="l">
              <a:defRPr sz="119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7D757BF2.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75DC4BFE.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7298ACF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01" name="01_find_only_0">
            <a:extLst>
              <a:ext uri="{FF2B5EF4-FFF2-40B4-BE49-F238E27FC236}">
                <a16:creationId xmlns:a16="http://schemas.microsoft.com/office/drawing/2014/main" id="{6443EF82-33A2-46D0-8C72-C24518E73CCF}"/>
              </a:ext>
            </a:extLst>
          </p:cNvPr>
          <p:cNvSpPr>
            <a:spLocks noGrp="1"/>
          </p:cNvSpPr>
          <p:nvPr/>
        </p:nvSpPr>
        <p:spPr>
          <a:xfrm>
            <a:off x="0" y="1710000"/>
            <a:ext cx="6480000" cy="5220000"/>
          </a:xfrm>
          <a:custGeom>
            <a:avLst/>
            <a:gdLst/>
            <a:ahLst/>
            <a:cxnLst/>
            <a:rect l="0" t="0" r="0" b="0"/>
            <a:pathLst>
              <a:path w="6480000" h="5220000">
                <a:moveTo>
                  <a:pt x="0" y="5220000"/>
                </a:moveTo>
                <a:lnTo>
                  <a:pt x="6480000" y="5220000"/>
                </a:lnTo>
                <a:lnTo>
                  <a:pt x="6480000" y="0"/>
                </a:lnTo>
                <a:lnTo>
                  <a:pt x="0" y="0"/>
                </a:lnTo>
                <a:lnTo>
                  <a:pt x="0" y="5220000"/>
                </a:lnTo>
                <a:close/>
              </a:path>
            </a:pathLst>
          </a:custGeom>
          <a:solidFill>
            <a:srgbClr val="FFFFFF"/>
          </a:solidFill>
          <a:ln w="0">
            <a:noFill/>
            <a:prstDash val="solid"/>
          </a:ln>
        </p:spPr>
      </p:sp>
      <p:sp>
        <p:nvSpPr>
          <p:cNvPr id="2" name="01_find_only_1">
            <a:extLst>
              <a:ext uri="{FF2B5EF4-FFF2-40B4-BE49-F238E27FC236}">
                <a16:creationId xmlns:a16="http://schemas.microsoft.com/office/drawing/2014/main" id="{FB784569-B322-47C1-9C06-887DA1979C60}"/>
              </a:ext>
            </a:extLst>
          </p:cNvPr>
          <p:cNvSpPr>
            <a:spLocks noGrp="1"/>
          </p:cNvSpPr>
          <p:nvPr/>
        </p:nvSpPr>
        <p:spPr>
          <a:xfrm>
            <a:off x="550800" y="2806200"/>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3" name="01_find_only_2">
            <a:extLst>
              <a:ext uri="{FF2B5EF4-FFF2-40B4-BE49-F238E27FC236}">
                <a16:creationId xmlns:a16="http://schemas.microsoft.com/office/drawing/2014/main" id="{EDCEC4B1-3069-4B72-B5DE-DD2F5F256E94}"/>
              </a:ext>
            </a:extLst>
          </p:cNvPr>
          <p:cNvSpPr>
            <a:spLocks noGrp="1"/>
          </p:cNvSpPr>
          <p:nvPr/>
        </p:nvSpPr>
        <p:spPr>
          <a:xfrm>
            <a:off x="750800" y="2869601"/>
            <a:ext cx="130000" cy="1268016"/>
          </a:xfrm>
          <a:custGeom>
            <a:avLst/>
            <a:gdLst/>
            <a:ahLst/>
            <a:cxnLst/>
            <a:rect l="0" t="0" r="0" b="0"/>
            <a:pathLst>
              <a:path w="130000" h="1268016">
                <a:moveTo>
                  <a:pt x="130000" y="1268016"/>
                </a:moveTo>
                <a:lnTo>
                  <a:pt x="0" y="1268016"/>
                </a:lnTo>
                <a:lnTo>
                  <a:pt x="707" y="1257449"/>
                </a:lnTo>
                <a:lnTo>
                  <a:pt x="2780" y="1246883"/>
                </a:lnTo>
                <a:lnTo>
                  <a:pt x="6073" y="1236316"/>
                </a:lnTo>
                <a:lnTo>
                  <a:pt x="10367" y="1225749"/>
                </a:lnTo>
                <a:lnTo>
                  <a:pt x="15384" y="1215182"/>
                </a:lnTo>
                <a:lnTo>
                  <a:pt x="20823" y="1204615"/>
                </a:lnTo>
                <a:lnTo>
                  <a:pt x="26385" y="1194049"/>
                </a:lnTo>
                <a:lnTo>
                  <a:pt x="31798" y="1183482"/>
                </a:lnTo>
                <a:lnTo>
                  <a:pt x="36840" y="1172915"/>
                </a:lnTo>
                <a:lnTo>
                  <a:pt x="41344" y="1162348"/>
                </a:lnTo>
                <a:lnTo>
                  <a:pt x="45210" y="1151781"/>
                </a:lnTo>
                <a:lnTo>
                  <a:pt x="48393" y="1141215"/>
                </a:lnTo>
                <a:lnTo>
                  <a:pt x="50904" y="1130648"/>
                </a:lnTo>
                <a:lnTo>
                  <a:pt x="52786" y="1120081"/>
                </a:lnTo>
                <a:lnTo>
                  <a:pt x="54114" y="1109514"/>
                </a:lnTo>
                <a:lnTo>
                  <a:pt x="54970" y="1098947"/>
                </a:lnTo>
                <a:lnTo>
                  <a:pt x="55441" y="1088381"/>
                </a:lnTo>
                <a:lnTo>
                  <a:pt x="55608" y="1077814"/>
                </a:lnTo>
                <a:lnTo>
                  <a:pt x="55541" y="1067247"/>
                </a:lnTo>
                <a:lnTo>
                  <a:pt x="55295" y="1056680"/>
                </a:lnTo>
                <a:lnTo>
                  <a:pt x="54914" y="1046113"/>
                </a:lnTo>
                <a:lnTo>
                  <a:pt x="54429" y="1035547"/>
                </a:lnTo>
                <a:lnTo>
                  <a:pt x="53858" y="1024980"/>
                </a:lnTo>
                <a:lnTo>
                  <a:pt x="53213" y="1014413"/>
                </a:lnTo>
                <a:lnTo>
                  <a:pt x="52502" y="1003846"/>
                </a:lnTo>
                <a:lnTo>
                  <a:pt x="51725" y="993279"/>
                </a:lnTo>
                <a:lnTo>
                  <a:pt x="50884" y="982713"/>
                </a:lnTo>
                <a:lnTo>
                  <a:pt x="49978" y="972146"/>
                </a:lnTo>
                <a:lnTo>
                  <a:pt x="49007" y="961579"/>
                </a:lnTo>
                <a:lnTo>
                  <a:pt x="47975" y="951012"/>
                </a:lnTo>
                <a:lnTo>
                  <a:pt x="46889" y="940445"/>
                </a:lnTo>
                <a:lnTo>
                  <a:pt x="45759" y="929879"/>
                </a:lnTo>
                <a:lnTo>
                  <a:pt x="44603" y="919312"/>
                </a:lnTo>
                <a:lnTo>
                  <a:pt x="43443" y="908745"/>
                </a:lnTo>
                <a:lnTo>
                  <a:pt x="42306" y="898178"/>
                </a:lnTo>
                <a:lnTo>
                  <a:pt x="41222" y="887611"/>
                </a:lnTo>
                <a:lnTo>
                  <a:pt x="40217" y="877045"/>
                </a:lnTo>
                <a:lnTo>
                  <a:pt x="39316" y="866478"/>
                </a:lnTo>
                <a:lnTo>
                  <a:pt x="38530" y="855911"/>
                </a:lnTo>
                <a:lnTo>
                  <a:pt x="37860" y="845344"/>
                </a:lnTo>
                <a:lnTo>
                  <a:pt x="37287" y="834777"/>
                </a:lnTo>
                <a:lnTo>
                  <a:pt x="36777" y="824211"/>
                </a:lnTo>
                <a:lnTo>
                  <a:pt x="36277" y="813644"/>
                </a:lnTo>
                <a:lnTo>
                  <a:pt x="35718" y="803077"/>
                </a:lnTo>
                <a:lnTo>
                  <a:pt x="35024" y="792510"/>
                </a:lnTo>
                <a:lnTo>
                  <a:pt x="34113" y="781943"/>
                </a:lnTo>
                <a:lnTo>
                  <a:pt x="32908" y="771377"/>
                </a:lnTo>
                <a:lnTo>
                  <a:pt x="31348" y="760810"/>
                </a:lnTo>
                <a:lnTo>
                  <a:pt x="29393" y="750243"/>
                </a:lnTo>
                <a:lnTo>
                  <a:pt x="27037" y="739676"/>
                </a:lnTo>
                <a:lnTo>
                  <a:pt x="24313" y="729109"/>
                </a:lnTo>
                <a:lnTo>
                  <a:pt x="21296" y="718543"/>
                </a:lnTo>
                <a:lnTo>
                  <a:pt x="18111" y="707976"/>
                </a:lnTo>
                <a:lnTo>
                  <a:pt x="14918" y="697409"/>
                </a:lnTo>
                <a:lnTo>
                  <a:pt x="11914" y="686842"/>
                </a:lnTo>
                <a:lnTo>
                  <a:pt x="9308" y="676275"/>
                </a:lnTo>
                <a:lnTo>
                  <a:pt x="7311" y="665709"/>
                </a:lnTo>
                <a:lnTo>
                  <a:pt x="6111" y="655142"/>
                </a:lnTo>
                <a:lnTo>
                  <a:pt x="5854" y="644575"/>
                </a:lnTo>
                <a:lnTo>
                  <a:pt x="6629" y="634008"/>
                </a:lnTo>
                <a:lnTo>
                  <a:pt x="8454" y="623441"/>
                </a:lnTo>
                <a:lnTo>
                  <a:pt x="11275" y="612874"/>
                </a:lnTo>
                <a:lnTo>
                  <a:pt x="14969" y="602308"/>
                </a:lnTo>
                <a:lnTo>
                  <a:pt x="19361" y="591741"/>
                </a:lnTo>
                <a:lnTo>
                  <a:pt x="24233" y="581174"/>
                </a:lnTo>
                <a:lnTo>
                  <a:pt x="29357" y="570607"/>
                </a:lnTo>
                <a:lnTo>
                  <a:pt x="34504" y="560040"/>
                </a:lnTo>
                <a:lnTo>
                  <a:pt x="39473" y="549474"/>
                </a:lnTo>
                <a:lnTo>
                  <a:pt x="44099" y="538907"/>
                </a:lnTo>
                <a:lnTo>
                  <a:pt x="48263" y="528340"/>
                </a:lnTo>
                <a:lnTo>
                  <a:pt x="51894" y="517773"/>
                </a:lnTo>
                <a:lnTo>
                  <a:pt x="54965" y="507206"/>
                </a:lnTo>
                <a:lnTo>
                  <a:pt x="57487" y="496640"/>
                </a:lnTo>
                <a:lnTo>
                  <a:pt x="59501" y="486073"/>
                </a:lnTo>
                <a:lnTo>
                  <a:pt x="61066" y="475506"/>
                </a:lnTo>
                <a:lnTo>
                  <a:pt x="62248" y="464939"/>
                </a:lnTo>
                <a:lnTo>
                  <a:pt x="63118" y="454372"/>
                </a:lnTo>
                <a:lnTo>
                  <a:pt x="63743" y="443806"/>
                </a:lnTo>
                <a:lnTo>
                  <a:pt x="64179" y="433239"/>
                </a:lnTo>
                <a:lnTo>
                  <a:pt x="64475" y="422672"/>
                </a:lnTo>
                <a:lnTo>
                  <a:pt x="64673" y="412105"/>
                </a:lnTo>
                <a:lnTo>
                  <a:pt x="64800" y="401538"/>
                </a:lnTo>
                <a:lnTo>
                  <a:pt x="64881" y="390972"/>
                </a:lnTo>
                <a:lnTo>
                  <a:pt x="64931" y="380405"/>
                </a:lnTo>
                <a:lnTo>
                  <a:pt x="64960" y="369838"/>
                </a:lnTo>
                <a:lnTo>
                  <a:pt x="64978" y="359271"/>
                </a:lnTo>
                <a:lnTo>
                  <a:pt x="64988" y="348704"/>
                </a:lnTo>
                <a:lnTo>
                  <a:pt x="64994" y="338138"/>
                </a:lnTo>
                <a:lnTo>
                  <a:pt x="64997" y="327571"/>
                </a:lnTo>
                <a:lnTo>
                  <a:pt x="64998" y="317004"/>
                </a:lnTo>
                <a:lnTo>
                  <a:pt x="64999"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1" y="306437"/>
                </a:lnTo>
                <a:lnTo>
                  <a:pt x="65002" y="317004"/>
                </a:lnTo>
                <a:lnTo>
                  <a:pt x="65003" y="327571"/>
                </a:lnTo>
                <a:lnTo>
                  <a:pt x="65006" y="338138"/>
                </a:lnTo>
                <a:lnTo>
                  <a:pt x="65012" y="348704"/>
                </a:lnTo>
                <a:lnTo>
                  <a:pt x="65022" y="359271"/>
                </a:lnTo>
                <a:lnTo>
                  <a:pt x="65040" y="369838"/>
                </a:lnTo>
                <a:lnTo>
                  <a:pt x="65069" y="380405"/>
                </a:lnTo>
                <a:lnTo>
                  <a:pt x="65119" y="390972"/>
                </a:lnTo>
                <a:lnTo>
                  <a:pt x="65200" y="401538"/>
                </a:lnTo>
                <a:lnTo>
                  <a:pt x="65327" y="412105"/>
                </a:lnTo>
                <a:lnTo>
                  <a:pt x="65525" y="422672"/>
                </a:lnTo>
                <a:lnTo>
                  <a:pt x="65821" y="433239"/>
                </a:lnTo>
                <a:lnTo>
                  <a:pt x="66257" y="443806"/>
                </a:lnTo>
                <a:lnTo>
                  <a:pt x="66882" y="454372"/>
                </a:lnTo>
                <a:lnTo>
                  <a:pt x="67752" y="464939"/>
                </a:lnTo>
                <a:lnTo>
                  <a:pt x="68934" y="475506"/>
                </a:lnTo>
                <a:lnTo>
                  <a:pt x="70499" y="486073"/>
                </a:lnTo>
                <a:lnTo>
                  <a:pt x="72513" y="496640"/>
                </a:lnTo>
                <a:lnTo>
                  <a:pt x="75035" y="507206"/>
                </a:lnTo>
                <a:lnTo>
                  <a:pt x="78106" y="517773"/>
                </a:lnTo>
                <a:lnTo>
                  <a:pt x="81737" y="528340"/>
                </a:lnTo>
                <a:lnTo>
                  <a:pt x="85901" y="538907"/>
                </a:lnTo>
                <a:lnTo>
                  <a:pt x="90527" y="549474"/>
                </a:lnTo>
                <a:lnTo>
                  <a:pt x="95496" y="560040"/>
                </a:lnTo>
                <a:lnTo>
                  <a:pt x="100643" y="570607"/>
                </a:lnTo>
                <a:lnTo>
                  <a:pt x="105767" y="581174"/>
                </a:lnTo>
                <a:lnTo>
                  <a:pt x="110639" y="591741"/>
                </a:lnTo>
                <a:lnTo>
                  <a:pt x="115031" y="602308"/>
                </a:lnTo>
                <a:lnTo>
                  <a:pt x="118725" y="612874"/>
                </a:lnTo>
                <a:lnTo>
                  <a:pt x="121546" y="623441"/>
                </a:lnTo>
                <a:lnTo>
                  <a:pt x="123371" y="634008"/>
                </a:lnTo>
                <a:lnTo>
                  <a:pt x="124146" y="644575"/>
                </a:lnTo>
                <a:lnTo>
                  <a:pt x="123889" y="655142"/>
                </a:lnTo>
                <a:lnTo>
                  <a:pt x="122689" y="665709"/>
                </a:lnTo>
                <a:lnTo>
                  <a:pt x="120692" y="676275"/>
                </a:lnTo>
                <a:lnTo>
                  <a:pt x="118086" y="686842"/>
                </a:lnTo>
                <a:lnTo>
                  <a:pt x="115082" y="697409"/>
                </a:lnTo>
                <a:lnTo>
                  <a:pt x="111889" y="707976"/>
                </a:lnTo>
                <a:lnTo>
                  <a:pt x="108704" y="718543"/>
                </a:lnTo>
                <a:lnTo>
                  <a:pt x="105687" y="729109"/>
                </a:lnTo>
                <a:lnTo>
                  <a:pt x="102963" y="739676"/>
                </a:lnTo>
                <a:lnTo>
                  <a:pt x="100607" y="750243"/>
                </a:lnTo>
                <a:lnTo>
                  <a:pt x="98652" y="760810"/>
                </a:lnTo>
                <a:lnTo>
                  <a:pt x="97092" y="771377"/>
                </a:lnTo>
                <a:lnTo>
                  <a:pt x="95887" y="781943"/>
                </a:lnTo>
                <a:lnTo>
                  <a:pt x="94976" y="792510"/>
                </a:lnTo>
                <a:lnTo>
                  <a:pt x="94282" y="803077"/>
                </a:lnTo>
                <a:lnTo>
                  <a:pt x="93723" y="813644"/>
                </a:lnTo>
                <a:lnTo>
                  <a:pt x="93223" y="824211"/>
                </a:lnTo>
                <a:lnTo>
                  <a:pt x="92713" y="834777"/>
                </a:lnTo>
                <a:lnTo>
                  <a:pt x="92140" y="845344"/>
                </a:lnTo>
                <a:lnTo>
                  <a:pt x="91470" y="855911"/>
                </a:lnTo>
                <a:lnTo>
                  <a:pt x="90684" y="866478"/>
                </a:lnTo>
                <a:lnTo>
                  <a:pt x="89783" y="877045"/>
                </a:lnTo>
                <a:lnTo>
                  <a:pt x="88778" y="887611"/>
                </a:lnTo>
                <a:lnTo>
                  <a:pt x="87694" y="898178"/>
                </a:lnTo>
                <a:lnTo>
                  <a:pt x="86557" y="908745"/>
                </a:lnTo>
                <a:lnTo>
                  <a:pt x="85397" y="919312"/>
                </a:lnTo>
                <a:lnTo>
                  <a:pt x="84241" y="929879"/>
                </a:lnTo>
                <a:lnTo>
                  <a:pt x="83111" y="940445"/>
                </a:lnTo>
                <a:lnTo>
                  <a:pt x="82025" y="951012"/>
                </a:lnTo>
                <a:lnTo>
                  <a:pt x="80993" y="961579"/>
                </a:lnTo>
                <a:lnTo>
                  <a:pt x="80022" y="972146"/>
                </a:lnTo>
                <a:lnTo>
                  <a:pt x="79116" y="982713"/>
                </a:lnTo>
                <a:lnTo>
                  <a:pt x="78275" y="993279"/>
                </a:lnTo>
                <a:lnTo>
                  <a:pt x="77498" y="1003846"/>
                </a:lnTo>
                <a:lnTo>
                  <a:pt x="76787" y="1014413"/>
                </a:lnTo>
                <a:lnTo>
                  <a:pt x="76142" y="1024980"/>
                </a:lnTo>
                <a:lnTo>
                  <a:pt x="75571" y="1035547"/>
                </a:lnTo>
                <a:lnTo>
                  <a:pt x="75086" y="1046113"/>
                </a:lnTo>
                <a:lnTo>
                  <a:pt x="74705" y="1056680"/>
                </a:lnTo>
                <a:lnTo>
                  <a:pt x="74459" y="1067247"/>
                </a:lnTo>
                <a:lnTo>
                  <a:pt x="74392" y="1077814"/>
                </a:lnTo>
                <a:lnTo>
                  <a:pt x="74559" y="1088381"/>
                </a:lnTo>
                <a:lnTo>
                  <a:pt x="75030" y="1098947"/>
                </a:lnTo>
                <a:lnTo>
                  <a:pt x="75886" y="1109514"/>
                </a:lnTo>
                <a:lnTo>
                  <a:pt x="77214" y="1120081"/>
                </a:lnTo>
                <a:lnTo>
                  <a:pt x="79096" y="1130648"/>
                </a:lnTo>
                <a:lnTo>
                  <a:pt x="81607" y="1141215"/>
                </a:lnTo>
                <a:lnTo>
                  <a:pt x="84790" y="1151781"/>
                </a:lnTo>
                <a:lnTo>
                  <a:pt x="88656" y="1162348"/>
                </a:lnTo>
                <a:lnTo>
                  <a:pt x="93160" y="1172915"/>
                </a:lnTo>
                <a:lnTo>
                  <a:pt x="98202" y="1183482"/>
                </a:lnTo>
                <a:lnTo>
                  <a:pt x="103615" y="1194049"/>
                </a:lnTo>
                <a:lnTo>
                  <a:pt x="109177" y="1204615"/>
                </a:lnTo>
                <a:lnTo>
                  <a:pt x="114616" y="1215182"/>
                </a:lnTo>
                <a:lnTo>
                  <a:pt x="119634" y="1225749"/>
                </a:lnTo>
                <a:lnTo>
                  <a:pt x="123927" y="1236316"/>
                </a:lnTo>
                <a:lnTo>
                  <a:pt x="127220" y="1246883"/>
                </a:lnTo>
                <a:lnTo>
                  <a:pt x="129293" y="1257449"/>
                </a:lnTo>
                <a:lnTo>
                  <a:pt x="130000" y="1268016"/>
                </a:lnTo>
                <a:lnTo>
                  <a:pt x="130000" y="1268016"/>
                </a:lnTo>
                <a:close/>
              </a:path>
            </a:pathLst>
          </a:custGeom>
          <a:solidFill>
            <a:srgbClr val="00878B">
              <a:alpha val="12000"/>
            </a:srgbClr>
          </a:solidFill>
          <a:ln w="6985">
            <a:solidFill>
              <a:srgbClr val="00878B">
                <a:alpha val="12000"/>
              </a:srgbClr>
            </a:solidFill>
            <a:prstDash val="solid"/>
          </a:ln>
        </p:spPr>
      </p:sp>
      <p:sp>
        <p:nvSpPr>
          <p:cNvPr id="4" name="01_find_only_3">
            <a:extLst>
              <a:ext uri="{FF2B5EF4-FFF2-40B4-BE49-F238E27FC236}">
                <a16:creationId xmlns:a16="http://schemas.microsoft.com/office/drawing/2014/main" id="{B844BE48-45D7-4663-96B5-0A33AF2CC701}"/>
              </a:ext>
            </a:extLst>
          </p:cNvPr>
          <p:cNvSpPr>
            <a:spLocks noGrp="1"/>
          </p:cNvSpPr>
          <p:nvPr/>
        </p:nvSpPr>
        <p:spPr>
          <a:xfrm>
            <a:off x="1000800" y="2869601"/>
            <a:ext cx="130000" cy="1268016"/>
          </a:xfrm>
          <a:custGeom>
            <a:avLst/>
            <a:gdLst/>
            <a:ahLst/>
            <a:cxnLst/>
            <a:rect l="0" t="0" r="0" b="0"/>
            <a:pathLst>
              <a:path w="130000" h="1268016">
                <a:moveTo>
                  <a:pt x="80964" y="1268016"/>
                </a:moveTo>
                <a:lnTo>
                  <a:pt x="49036" y="1268016"/>
                </a:lnTo>
                <a:lnTo>
                  <a:pt x="49199" y="1257449"/>
                </a:lnTo>
                <a:lnTo>
                  <a:pt x="49676" y="1246883"/>
                </a:lnTo>
                <a:lnTo>
                  <a:pt x="50434" y="1236316"/>
                </a:lnTo>
                <a:lnTo>
                  <a:pt x="51421" y="1225749"/>
                </a:lnTo>
                <a:lnTo>
                  <a:pt x="52572" y="1215182"/>
                </a:lnTo>
                <a:lnTo>
                  <a:pt x="53818" y="1204615"/>
                </a:lnTo>
                <a:lnTo>
                  <a:pt x="55089" y="1194049"/>
                </a:lnTo>
                <a:lnTo>
                  <a:pt x="56324" y="1183482"/>
                </a:lnTo>
                <a:lnTo>
                  <a:pt x="57472" y="1172915"/>
                </a:lnTo>
                <a:lnTo>
                  <a:pt x="58498" y="1162348"/>
                </a:lnTo>
                <a:lnTo>
                  <a:pt x="59379" y="1151781"/>
                </a:lnTo>
                <a:lnTo>
                  <a:pt x="60109" y="1141215"/>
                </a:lnTo>
                <a:lnTo>
                  <a:pt x="60693" y="1130648"/>
                </a:lnTo>
                <a:lnTo>
                  <a:pt x="61141" y="1120081"/>
                </a:lnTo>
                <a:lnTo>
                  <a:pt x="61473" y="1109514"/>
                </a:lnTo>
                <a:lnTo>
                  <a:pt x="61708" y="1098947"/>
                </a:lnTo>
                <a:lnTo>
                  <a:pt x="61863" y="1088381"/>
                </a:lnTo>
                <a:lnTo>
                  <a:pt x="61955" y="1077814"/>
                </a:lnTo>
                <a:lnTo>
                  <a:pt x="61998" y="1067247"/>
                </a:lnTo>
                <a:lnTo>
                  <a:pt x="61999" y="1056680"/>
                </a:lnTo>
                <a:lnTo>
                  <a:pt x="61965" y="1046113"/>
                </a:lnTo>
                <a:lnTo>
                  <a:pt x="61899" y="1035547"/>
                </a:lnTo>
                <a:lnTo>
                  <a:pt x="61803" y="1024980"/>
                </a:lnTo>
                <a:lnTo>
                  <a:pt x="61679" y="1014413"/>
                </a:lnTo>
                <a:lnTo>
                  <a:pt x="61527" y="1003846"/>
                </a:lnTo>
                <a:lnTo>
                  <a:pt x="61349" y="993279"/>
                </a:lnTo>
                <a:lnTo>
                  <a:pt x="61149" y="982713"/>
                </a:lnTo>
                <a:lnTo>
                  <a:pt x="60929" y="972146"/>
                </a:lnTo>
                <a:lnTo>
                  <a:pt x="60695" y="961579"/>
                </a:lnTo>
                <a:lnTo>
                  <a:pt x="60453" y="951012"/>
                </a:lnTo>
                <a:lnTo>
                  <a:pt x="60207" y="940445"/>
                </a:lnTo>
                <a:lnTo>
                  <a:pt x="59967" y="929879"/>
                </a:lnTo>
                <a:lnTo>
                  <a:pt x="59739" y="919312"/>
                </a:lnTo>
                <a:lnTo>
                  <a:pt x="59531" y="908745"/>
                </a:lnTo>
                <a:lnTo>
                  <a:pt x="59350" y="898178"/>
                </a:lnTo>
                <a:lnTo>
                  <a:pt x="59202" y="887611"/>
                </a:lnTo>
                <a:lnTo>
                  <a:pt x="59093" y="877045"/>
                </a:lnTo>
                <a:lnTo>
                  <a:pt x="59023" y="866478"/>
                </a:lnTo>
                <a:lnTo>
                  <a:pt x="58991" y="855911"/>
                </a:lnTo>
                <a:lnTo>
                  <a:pt x="58991" y="845344"/>
                </a:lnTo>
                <a:lnTo>
                  <a:pt x="59014" y="834777"/>
                </a:lnTo>
                <a:lnTo>
                  <a:pt x="59045" y="824211"/>
                </a:lnTo>
                <a:lnTo>
                  <a:pt x="59065" y="813644"/>
                </a:lnTo>
                <a:lnTo>
                  <a:pt x="59051" y="803077"/>
                </a:lnTo>
                <a:lnTo>
                  <a:pt x="58978" y="792510"/>
                </a:lnTo>
                <a:lnTo>
                  <a:pt x="58820" y="781943"/>
                </a:lnTo>
                <a:lnTo>
                  <a:pt x="58554" y="771377"/>
                </a:lnTo>
                <a:lnTo>
                  <a:pt x="58159" y="760810"/>
                </a:lnTo>
                <a:lnTo>
                  <a:pt x="57620" y="750243"/>
                </a:lnTo>
                <a:lnTo>
                  <a:pt x="56932" y="739676"/>
                </a:lnTo>
                <a:lnTo>
                  <a:pt x="56102" y="729109"/>
                </a:lnTo>
                <a:lnTo>
                  <a:pt x="55148" y="718543"/>
                </a:lnTo>
                <a:lnTo>
                  <a:pt x="54103" y="707976"/>
                </a:lnTo>
                <a:lnTo>
                  <a:pt x="53012" y="697409"/>
                </a:lnTo>
                <a:lnTo>
                  <a:pt x="51929" y="686842"/>
                </a:lnTo>
                <a:lnTo>
                  <a:pt x="50914" y="676275"/>
                </a:lnTo>
                <a:lnTo>
                  <a:pt x="50029" y="665709"/>
                </a:lnTo>
                <a:lnTo>
                  <a:pt x="49327" y="655142"/>
                </a:lnTo>
                <a:lnTo>
                  <a:pt x="48853" y="644575"/>
                </a:lnTo>
                <a:lnTo>
                  <a:pt x="48633" y="634008"/>
                </a:lnTo>
                <a:lnTo>
                  <a:pt x="48673" y="623441"/>
                </a:lnTo>
                <a:lnTo>
                  <a:pt x="48959" y="612874"/>
                </a:lnTo>
                <a:lnTo>
                  <a:pt x="49458" y="602308"/>
                </a:lnTo>
                <a:lnTo>
                  <a:pt x="50118" y="591741"/>
                </a:lnTo>
                <a:lnTo>
                  <a:pt x="50879" y="581174"/>
                </a:lnTo>
                <a:lnTo>
                  <a:pt x="51675" y="570607"/>
                </a:lnTo>
                <a:lnTo>
                  <a:pt x="52443" y="560040"/>
                </a:lnTo>
                <a:lnTo>
                  <a:pt x="53127" y="549474"/>
                </a:lnTo>
                <a:lnTo>
                  <a:pt x="53685" y="538907"/>
                </a:lnTo>
                <a:lnTo>
                  <a:pt x="54088" y="528340"/>
                </a:lnTo>
                <a:lnTo>
                  <a:pt x="54326" y="517773"/>
                </a:lnTo>
                <a:lnTo>
                  <a:pt x="54404" y="507206"/>
                </a:lnTo>
                <a:lnTo>
                  <a:pt x="54339" y="496640"/>
                </a:lnTo>
                <a:lnTo>
                  <a:pt x="54161" y="486073"/>
                </a:lnTo>
                <a:lnTo>
                  <a:pt x="53904" y="475506"/>
                </a:lnTo>
                <a:lnTo>
                  <a:pt x="53609" y="464939"/>
                </a:lnTo>
                <a:lnTo>
                  <a:pt x="53311" y="454372"/>
                </a:lnTo>
                <a:lnTo>
                  <a:pt x="53044" y="443806"/>
                </a:lnTo>
                <a:lnTo>
                  <a:pt x="52834" y="433239"/>
                </a:lnTo>
                <a:lnTo>
                  <a:pt x="52697" y="422672"/>
                </a:lnTo>
                <a:lnTo>
                  <a:pt x="52642" y="412105"/>
                </a:lnTo>
                <a:lnTo>
                  <a:pt x="52669" y="401538"/>
                </a:lnTo>
                <a:lnTo>
                  <a:pt x="52771" y="390972"/>
                </a:lnTo>
                <a:lnTo>
                  <a:pt x="52937" y="380405"/>
                </a:lnTo>
                <a:lnTo>
                  <a:pt x="53153" y="369838"/>
                </a:lnTo>
                <a:lnTo>
                  <a:pt x="53405" y="359271"/>
                </a:lnTo>
                <a:lnTo>
                  <a:pt x="53683" y="348704"/>
                </a:lnTo>
                <a:lnTo>
                  <a:pt x="53978" y="338138"/>
                </a:lnTo>
                <a:lnTo>
                  <a:pt x="54285" y="327571"/>
                </a:lnTo>
                <a:lnTo>
                  <a:pt x="54606" y="317004"/>
                </a:lnTo>
                <a:lnTo>
                  <a:pt x="54941" y="306437"/>
                </a:lnTo>
                <a:lnTo>
                  <a:pt x="55293" y="295870"/>
                </a:lnTo>
                <a:lnTo>
                  <a:pt x="55667" y="285304"/>
                </a:lnTo>
                <a:lnTo>
                  <a:pt x="56061" y="274737"/>
                </a:lnTo>
                <a:lnTo>
                  <a:pt x="56475" y="264170"/>
                </a:lnTo>
                <a:lnTo>
                  <a:pt x="56900" y="253603"/>
                </a:lnTo>
                <a:lnTo>
                  <a:pt x="57325" y="243036"/>
                </a:lnTo>
                <a:lnTo>
                  <a:pt x="57730" y="232470"/>
                </a:lnTo>
                <a:lnTo>
                  <a:pt x="58087" y="221903"/>
                </a:lnTo>
                <a:lnTo>
                  <a:pt x="58362" y="211336"/>
                </a:lnTo>
                <a:lnTo>
                  <a:pt x="58508" y="200769"/>
                </a:lnTo>
                <a:lnTo>
                  <a:pt x="58469" y="190202"/>
                </a:lnTo>
                <a:lnTo>
                  <a:pt x="58179" y="179636"/>
                </a:lnTo>
                <a:lnTo>
                  <a:pt x="57561" y="169069"/>
                </a:lnTo>
                <a:lnTo>
                  <a:pt x="56531" y="158502"/>
                </a:lnTo>
                <a:lnTo>
                  <a:pt x="55004" y="147935"/>
                </a:lnTo>
                <a:lnTo>
                  <a:pt x="52900" y="137368"/>
                </a:lnTo>
                <a:lnTo>
                  <a:pt x="50154" y="126802"/>
                </a:lnTo>
                <a:lnTo>
                  <a:pt x="46727" y="116235"/>
                </a:lnTo>
                <a:lnTo>
                  <a:pt x="42620" y="105668"/>
                </a:lnTo>
                <a:lnTo>
                  <a:pt x="37884" y="95101"/>
                </a:lnTo>
                <a:lnTo>
                  <a:pt x="32626" y="84534"/>
                </a:lnTo>
                <a:lnTo>
                  <a:pt x="27018" y="73968"/>
                </a:lnTo>
                <a:lnTo>
                  <a:pt x="21286" y="63401"/>
                </a:lnTo>
                <a:lnTo>
                  <a:pt x="15703" y="52834"/>
                </a:lnTo>
                <a:lnTo>
                  <a:pt x="10569" y="42267"/>
                </a:lnTo>
                <a:lnTo>
                  <a:pt x="6186" y="31700"/>
                </a:lnTo>
                <a:lnTo>
                  <a:pt x="2830" y="21134"/>
                </a:lnTo>
                <a:lnTo>
                  <a:pt x="720" y="10567"/>
                </a:lnTo>
                <a:lnTo>
                  <a:pt x="0" y="0"/>
                </a:lnTo>
                <a:lnTo>
                  <a:pt x="130000" y="0"/>
                </a:lnTo>
                <a:lnTo>
                  <a:pt x="130000" y="0"/>
                </a:lnTo>
                <a:lnTo>
                  <a:pt x="129280" y="10567"/>
                </a:lnTo>
                <a:lnTo>
                  <a:pt x="127170" y="21134"/>
                </a:lnTo>
                <a:lnTo>
                  <a:pt x="123814" y="31700"/>
                </a:lnTo>
                <a:lnTo>
                  <a:pt x="119431" y="42267"/>
                </a:lnTo>
                <a:lnTo>
                  <a:pt x="114297" y="52834"/>
                </a:lnTo>
                <a:lnTo>
                  <a:pt x="108714" y="63401"/>
                </a:lnTo>
                <a:lnTo>
                  <a:pt x="102982" y="73968"/>
                </a:lnTo>
                <a:lnTo>
                  <a:pt x="97374" y="84534"/>
                </a:lnTo>
                <a:lnTo>
                  <a:pt x="92116" y="95101"/>
                </a:lnTo>
                <a:lnTo>
                  <a:pt x="87380" y="105668"/>
                </a:lnTo>
                <a:lnTo>
                  <a:pt x="83273" y="116235"/>
                </a:lnTo>
                <a:lnTo>
                  <a:pt x="79846" y="126802"/>
                </a:lnTo>
                <a:lnTo>
                  <a:pt x="77100" y="137368"/>
                </a:lnTo>
                <a:lnTo>
                  <a:pt x="74996" y="147935"/>
                </a:lnTo>
                <a:lnTo>
                  <a:pt x="73469" y="158502"/>
                </a:lnTo>
                <a:lnTo>
                  <a:pt x="72439" y="169069"/>
                </a:lnTo>
                <a:lnTo>
                  <a:pt x="71821" y="179636"/>
                </a:lnTo>
                <a:lnTo>
                  <a:pt x="71531" y="190202"/>
                </a:lnTo>
                <a:lnTo>
                  <a:pt x="71492" y="200769"/>
                </a:lnTo>
                <a:lnTo>
                  <a:pt x="71638" y="211336"/>
                </a:lnTo>
                <a:lnTo>
                  <a:pt x="71913" y="221903"/>
                </a:lnTo>
                <a:lnTo>
                  <a:pt x="72270" y="232470"/>
                </a:lnTo>
                <a:lnTo>
                  <a:pt x="72675" y="243036"/>
                </a:lnTo>
                <a:lnTo>
                  <a:pt x="73100" y="253603"/>
                </a:lnTo>
                <a:lnTo>
                  <a:pt x="73525" y="264170"/>
                </a:lnTo>
                <a:lnTo>
                  <a:pt x="73939" y="274737"/>
                </a:lnTo>
                <a:lnTo>
                  <a:pt x="74333" y="285304"/>
                </a:lnTo>
                <a:lnTo>
                  <a:pt x="74707" y="295870"/>
                </a:lnTo>
                <a:lnTo>
                  <a:pt x="75059" y="306437"/>
                </a:lnTo>
                <a:lnTo>
                  <a:pt x="75394" y="317004"/>
                </a:lnTo>
                <a:lnTo>
                  <a:pt x="75715" y="327571"/>
                </a:lnTo>
                <a:lnTo>
                  <a:pt x="76022" y="338138"/>
                </a:lnTo>
                <a:lnTo>
                  <a:pt x="76317" y="348704"/>
                </a:lnTo>
                <a:lnTo>
                  <a:pt x="76595" y="359271"/>
                </a:lnTo>
                <a:lnTo>
                  <a:pt x="76847" y="369838"/>
                </a:lnTo>
                <a:lnTo>
                  <a:pt x="77063" y="380405"/>
                </a:lnTo>
                <a:lnTo>
                  <a:pt x="77229" y="390972"/>
                </a:lnTo>
                <a:lnTo>
                  <a:pt x="77331" y="401538"/>
                </a:lnTo>
                <a:lnTo>
                  <a:pt x="77358" y="412105"/>
                </a:lnTo>
                <a:lnTo>
                  <a:pt x="77303" y="422672"/>
                </a:lnTo>
                <a:lnTo>
                  <a:pt x="77166" y="433239"/>
                </a:lnTo>
                <a:lnTo>
                  <a:pt x="76956" y="443806"/>
                </a:lnTo>
                <a:lnTo>
                  <a:pt x="76689" y="454372"/>
                </a:lnTo>
                <a:lnTo>
                  <a:pt x="76391" y="464939"/>
                </a:lnTo>
                <a:lnTo>
                  <a:pt x="76096" y="475506"/>
                </a:lnTo>
                <a:lnTo>
                  <a:pt x="75839" y="486073"/>
                </a:lnTo>
                <a:lnTo>
                  <a:pt x="75661" y="496640"/>
                </a:lnTo>
                <a:lnTo>
                  <a:pt x="75596" y="507206"/>
                </a:lnTo>
                <a:lnTo>
                  <a:pt x="75674" y="517773"/>
                </a:lnTo>
                <a:lnTo>
                  <a:pt x="75912" y="528340"/>
                </a:lnTo>
                <a:lnTo>
                  <a:pt x="76315" y="538907"/>
                </a:lnTo>
                <a:lnTo>
                  <a:pt x="76873" y="549474"/>
                </a:lnTo>
                <a:lnTo>
                  <a:pt x="77557" y="560040"/>
                </a:lnTo>
                <a:lnTo>
                  <a:pt x="78325" y="570607"/>
                </a:lnTo>
                <a:lnTo>
                  <a:pt x="79121" y="581174"/>
                </a:lnTo>
                <a:lnTo>
                  <a:pt x="79882" y="591741"/>
                </a:lnTo>
                <a:lnTo>
                  <a:pt x="80542" y="602308"/>
                </a:lnTo>
                <a:lnTo>
                  <a:pt x="81041" y="612874"/>
                </a:lnTo>
                <a:lnTo>
                  <a:pt x="81327" y="623441"/>
                </a:lnTo>
                <a:lnTo>
                  <a:pt x="81367" y="634008"/>
                </a:lnTo>
                <a:lnTo>
                  <a:pt x="81147" y="644575"/>
                </a:lnTo>
                <a:lnTo>
                  <a:pt x="80673" y="655142"/>
                </a:lnTo>
                <a:lnTo>
                  <a:pt x="79971" y="665709"/>
                </a:lnTo>
                <a:lnTo>
                  <a:pt x="79086" y="676275"/>
                </a:lnTo>
                <a:lnTo>
                  <a:pt x="78071" y="686842"/>
                </a:lnTo>
                <a:lnTo>
                  <a:pt x="76988" y="697409"/>
                </a:lnTo>
                <a:lnTo>
                  <a:pt x="75897" y="707976"/>
                </a:lnTo>
                <a:lnTo>
                  <a:pt x="74852" y="718543"/>
                </a:lnTo>
                <a:lnTo>
                  <a:pt x="73898" y="729109"/>
                </a:lnTo>
                <a:lnTo>
                  <a:pt x="73068" y="739676"/>
                </a:lnTo>
                <a:lnTo>
                  <a:pt x="72380" y="750243"/>
                </a:lnTo>
                <a:lnTo>
                  <a:pt x="71841" y="760810"/>
                </a:lnTo>
                <a:lnTo>
                  <a:pt x="71446" y="771377"/>
                </a:lnTo>
                <a:lnTo>
                  <a:pt x="71180" y="781943"/>
                </a:lnTo>
                <a:lnTo>
                  <a:pt x="71022" y="792510"/>
                </a:lnTo>
                <a:lnTo>
                  <a:pt x="70949" y="803077"/>
                </a:lnTo>
                <a:lnTo>
                  <a:pt x="70935" y="813644"/>
                </a:lnTo>
                <a:lnTo>
                  <a:pt x="70955" y="824211"/>
                </a:lnTo>
                <a:lnTo>
                  <a:pt x="70986" y="834777"/>
                </a:lnTo>
                <a:lnTo>
                  <a:pt x="71009" y="845344"/>
                </a:lnTo>
                <a:lnTo>
                  <a:pt x="71009" y="855911"/>
                </a:lnTo>
                <a:lnTo>
                  <a:pt x="70977" y="866478"/>
                </a:lnTo>
                <a:lnTo>
                  <a:pt x="70907" y="877045"/>
                </a:lnTo>
                <a:lnTo>
                  <a:pt x="70798" y="887611"/>
                </a:lnTo>
                <a:lnTo>
                  <a:pt x="70650" y="898178"/>
                </a:lnTo>
                <a:lnTo>
                  <a:pt x="70469" y="908745"/>
                </a:lnTo>
                <a:lnTo>
                  <a:pt x="70261" y="919312"/>
                </a:lnTo>
                <a:lnTo>
                  <a:pt x="70033" y="929879"/>
                </a:lnTo>
                <a:lnTo>
                  <a:pt x="69793" y="940445"/>
                </a:lnTo>
                <a:lnTo>
                  <a:pt x="69547" y="951012"/>
                </a:lnTo>
                <a:lnTo>
                  <a:pt x="69305" y="961579"/>
                </a:lnTo>
                <a:lnTo>
                  <a:pt x="69071" y="972146"/>
                </a:lnTo>
                <a:lnTo>
                  <a:pt x="68851" y="982713"/>
                </a:lnTo>
                <a:lnTo>
                  <a:pt x="68651" y="993279"/>
                </a:lnTo>
                <a:lnTo>
                  <a:pt x="68473" y="1003846"/>
                </a:lnTo>
                <a:lnTo>
                  <a:pt x="68321" y="1014413"/>
                </a:lnTo>
                <a:lnTo>
                  <a:pt x="68197" y="1024980"/>
                </a:lnTo>
                <a:lnTo>
                  <a:pt x="68101" y="1035547"/>
                </a:lnTo>
                <a:lnTo>
                  <a:pt x="68035" y="1046113"/>
                </a:lnTo>
                <a:lnTo>
                  <a:pt x="68001" y="1056680"/>
                </a:lnTo>
                <a:lnTo>
                  <a:pt x="68002" y="1067247"/>
                </a:lnTo>
                <a:lnTo>
                  <a:pt x="68045" y="1077814"/>
                </a:lnTo>
                <a:lnTo>
                  <a:pt x="68137" y="1088381"/>
                </a:lnTo>
                <a:lnTo>
                  <a:pt x="68292" y="1098947"/>
                </a:lnTo>
                <a:lnTo>
                  <a:pt x="68527" y="1109514"/>
                </a:lnTo>
                <a:lnTo>
                  <a:pt x="68859" y="1120081"/>
                </a:lnTo>
                <a:lnTo>
                  <a:pt x="69307" y="1130648"/>
                </a:lnTo>
                <a:lnTo>
                  <a:pt x="69891" y="1141215"/>
                </a:lnTo>
                <a:lnTo>
                  <a:pt x="70621" y="1151781"/>
                </a:lnTo>
                <a:lnTo>
                  <a:pt x="71502" y="1162348"/>
                </a:lnTo>
                <a:lnTo>
                  <a:pt x="72528" y="1172915"/>
                </a:lnTo>
                <a:lnTo>
                  <a:pt x="73676" y="1183482"/>
                </a:lnTo>
                <a:lnTo>
                  <a:pt x="74911" y="1194049"/>
                </a:lnTo>
                <a:lnTo>
                  <a:pt x="76182" y="1204615"/>
                </a:lnTo>
                <a:lnTo>
                  <a:pt x="77428" y="1215182"/>
                </a:lnTo>
                <a:lnTo>
                  <a:pt x="78579" y="1225749"/>
                </a:lnTo>
                <a:lnTo>
                  <a:pt x="79566" y="1236316"/>
                </a:lnTo>
                <a:lnTo>
                  <a:pt x="80324" y="1246883"/>
                </a:lnTo>
                <a:lnTo>
                  <a:pt x="80801" y="1257449"/>
                </a:lnTo>
                <a:lnTo>
                  <a:pt x="80964" y="1268016"/>
                </a:lnTo>
                <a:lnTo>
                  <a:pt x="80964" y="1268016"/>
                </a:lnTo>
                <a:close/>
              </a:path>
            </a:pathLst>
          </a:custGeom>
          <a:solidFill>
            <a:srgbClr val="00878B">
              <a:alpha val="12000"/>
            </a:srgbClr>
          </a:solidFill>
          <a:ln w="6985">
            <a:solidFill>
              <a:srgbClr val="00878B">
                <a:alpha val="12000"/>
              </a:srgbClr>
            </a:solidFill>
            <a:prstDash val="solid"/>
          </a:ln>
        </p:spPr>
      </p:sp>
      <p:sp>
        <p:nvSpPr>
          <p:cNvPr id="5" name="01_find_only_4">
            <a:extLst>
              <a:ext uri="{FF2B5EF4-FFF2-40B4-BE49-F238E27FC236}">
                <a16:creationId xmlns:a16="http://schemas.microsoft.com/office/drawing/2014/main" id="{380D65E4-2CAC-4ABB-969B-0268EB5FA219}"/>
              </a:ext>
            </a:extLst>
          </p:cNvPr>
          <p:cNvSpPr>
            <a:spLocks noGrp="1"/>
          </p:cNvSpPr>
          <p:nvPr/>
        </p:nvSpPr>
        <p:spPr>
          <a:xfrm>
            <a:off x="1500800" y="2869601"/>
            <a:ext cx="130000" cy="1268016"/>
          </a:xfrm>
          <a:custGeom>
            <a:avLst/>
            <a:gdLst/>
            <a:ahLst/>
            <a:cxnLst/>
            <a:rect l="0" t="0" r="0" b="0"/>
            <a:pathLst>
              <a:path w="130000" h="1268016">
                <a:moveTo>
                  <a:pt x="76990" y="1268016"/>
                </a:moveTo>
                <a:lnTo>
                  <a:pt x="53010" y="1268016"/>
                </a:lnTo>
                <a:lnTo>
                  <a:pt x="53133" y="1257449"/>
                </a:lnTo>
                <a:lnTo>
                  <a:pt x="53495" y="1246883"/>
                </a:lnTo>
                <a:lnTo>
                  <a:pt x="54070" y="1236316"/>
                </a:lnTo>
                <a:lnTo>
                  <a:pt x="54820" y="1225749"/>
                </a:lnTo>
                <a:lnTo>
                  <a:pt x="55697" y="1215182"/>
                </a:lnTo>
                <a:lnTo>
                  <a:pt x="56648" y="1204615"/>
                </a:lnTo>
                <a:lnTo>
                  <a:pt x="57622" y="1194049"/>
                </a:lnTo>
                <a:lnTo>
                  <a:pt x="58571" y="1183482"/>
                </a:lnTo>
                <a:lnTo>
                  <a:pt x="59459" y="1172915"/>
                </a:lnTo>
                <a:lnTo>
                  <a:pt x="60256" y="1162348"/>
                </a:lnTo>
                <a:lnTo>
                  <a:pt x="60946" y="1151781"/>
                </a:lnTo>
                <a:lnTo>
                  <a:pt x="61522" y="1141215"/>
                </a:lnTo>
                <a:lnTo>
                  <a:pt x="61985" y="1130648"/>
                </a:lnTo>
                <a:lnTo>
                  <a:pt x="62343" y="1120081"/>
                </a:lnTo>
                <a:lnTo>
                  <a:pt x="62608" y="1109514"/>
                </a:lnTo>
                <a:lnTo>
                  <a:pt x="62793" y="1098947"/>
                </a:lnTo>
                <a:lnTo>
                  <a:pt x="62910" y="1088381"/>
                </a:lnTo>
                <a:lnTo>
                  <a:pt x="62972" y="1077814"/>
                </a:lnTo>
                <a:lnTo>
                  <a:pt x="62987" y="1067247"/>
                </a:lnTo>
                <a:lnTo>
                  <a:pt x="62963" y="1056680"/>
                </a:lnTo>
                <a:lnTo>
                  <a:pt x="62905" y="1046113"/>
                </a:lnTo>
                <a:lnTo>
                  <a:pt x="62819" y="1035547"/>
                </a:lnTo>
                <a:lnTo>
                  <a:pt x="62705" y="1024980"/>
                </a:lnTo>
                <a:lnTo>
                  <a:pt x="62568" y="1014413"/>
                </a:lnTo>
                <a:lnTo>
                  <a:pt x="62409" y="1003846"/>
                </a:lnTo>
                <a:lnTo>
                  <a:pt x="62232" y="993279"/>
                </a:lnTo>
                <a:lnTo>
                  <a:pt x="62039" y="982713"/>
                </a:lnTo>
                <a:lnTo>
                  <a:pt x="61835" y="972146"/>
                </a:lnTo>
                <a:lnTo>
                  <a:pt x="61623" y="961579"/>
                </a:lnTo>
                <a:lnTo>
                  <a:pt x="61409" y="951012"/>
                </a:lnTo>
                <a:lnTo>
                  <a:pt x="61196" y="940445"/>
                </a:lnTo>
                <a:lnTo>
                  <a:pt x="60991" y="929879"/>
                </a:lnTo>
                <a:lnTo>
                  <a:pt x="60799" y="919312"/>
                </a:lnTo>
                <a:lnTo>
                  <a:pt x="60626" y="908745"/>
                </a:lnTo>
                <a:lnTo>
                  <a:pt x="60477" y="898178"/>
                </a:lnTo>
                <a:lnTo>
                  <a:pt x="60358" y="887611"/>
                </a:lnTo>
                <a:lnTo>
                  <a:pt x="60271" y="877045"/>
                </a:lnTo>
                <a:lnTo>
                  <a:pt x="60220" y="866478"/>
                </a:lnTo>
                <a:lnTo>
                  <a:pt x="60204" y="855911"/>
                </a:lnTo>
                <a:lnTo>
                  <a:pt x="60221" y="845344"/>
                </a:lnTo>
                <a:lnTo>
                  <a:pt x="60264" y="834777"/>
                </a:lnTo>
                <a:lnTo>
                  <a:pt x="60326" y="824211"/>
                </a:lnTo>
                <a:lnTo>
                  <a:pt x="60394" y="813644"/>
                </a:lnTo>
                <a:lnTo>
                  <a:pt x="60456" y="803077"/>
                </a:lnTo>
                <a:lnTo>
                  <a:pt x="60496" y="792510"/>
                </a:lnTo>
                <a:lnTo>
                  <a:pt x="60501" y="781943"/>
                </a:lnTo>
                <a:lnTo>
                  <a:pt x="60455" y="771377"/>
                </a:lnTo>
                <a:lnTo>
                  <a:pt x="60346" y="760810"/>
                </a:lnTo>
                <a:lnTo>
                  <a:pt x="60166" y="750243"/>
                </a:lnTo>
                <a:lnTo>
                  <a:pt x="59910" y="739676"/>
                </a:lnTo>
                <a:lnTo>
                  <a:pt x="59579" y="729109"/>
                </a:lnTo>
                <a:lnTo>
                  <a:pt x="59181" y="718543"/>
                </a:lnTo>
                <a:lnTo>
                  <a:pt x="58730" y="707976"/>
                </a:lnTo>
                <a:lnTo>
                  <a:pt x="58246" y="697409"/>
                </a:lnTo>
                <a:lnTo>
                  <a:pt x="57753" y="686842"/>
                </a:lnTo>
                <a:lnTo>
                  <a:pt x="57279" y="676275"/>
                </a:lnTo>
                <a:lnTo>
                  <a:pt x="56851" y="665709"/>
                </a:lnTo>
                <a:lnTo>
                  <a:pt x="56494" y="655142"/>
                </a:lnTo>
                <a:lnTo>
                  <a:pt x="56229" y="644575"/>
                </a:lnTo>
                <a:lnTo>
                  <a:pt x="56068" y="634008"/>
                </a:lnTo>
                <a:lnTo>
                  <a:pt x="56014" y="623441"/>
                </a:lnTo>
                <a:lnTo>
                  <a:pt x="56062" y="612874"/>
                </a:lnTo>
                <a:lnTo>
                  <a:pt x="56195" y="602308"/>
                </a:lnTo>
                <a:lnTo>
                  <a:pt x="56392" y="591741"/>
                </a:lnTo>
                <a:lnTo>
                  <a:pt x="56626" y="581174"/>
                </a:lnTo>
                <a:lnTo>
                  <a:pt x="56867" y="570607"/>
                </a:lnTo>
                <a:lnTo>
                  <a:pt x="57088" y="560040"/>
                </a:lnTo>
                <a:lnTo>
                  <a:pt x="57263" y="549474"/>
                </a:lnTo>
                <a:lnTo>
                  <a:pt x="57374" y="538907"/>
                </a:lnTo>
                <a:lnTo>
                  <a:pt x="57411" y="528340"/>
                </a:lnTo>
                <a:lnTo>
                  <a:pt x="57369" y="517773"/>
                </a:lnTo>
                <a:lnTo>
                  <a:pt x="57255" y="507206"/>
                </a:lnTo>
                <a:lnTo>
                  <a:pt x="57081" y="496640"/>
                </a:lnTo>
                <a:lnTo>
                  <a:pt x="56864" y="486073"/>
                </a:lnTo>
                <a:lnTo>
                  <a:pt x="56628" y="475506"/>
                </a:lnTo>
                <a:lnTo>
                  <a:pt x="56395" y="464939"/>
                </a:lnTo>
                <a:lnTo>
                  <a:pt x="56191" y="454372"/>
                </a:lnTo>
                <a:lnTo>
                  <a:pt x="56034" y="443806"/>
                </a:lnTo>
                <a:lnTo>
                  <a:pt x="55942" y="433239"/>
                </a:lnTo>
                <a:lnTo>
                  <a:pt x="55923" y="422672"/>
                </a:lnTo>
                <a:lnTo>
                  <a:pt x="55981" y="412105"/>
                </a:lnTo>
                <a:lnTo>
                  <a:pt x="56110" y="401538"/>
                </a:lnTo>
                <a:lnTo>
                  <a:pt x="56303" y="390972"/>
                </a:lnTo>
                <a:lnTo>
                  <a:pt x="56544" y="380405"/>
                </a:lnTo>
                <a:lnTo>
                  <a:pt x="56818" y="369838"/>
                </a:lnTo>
                <a:lnTo>
                  <a:pt x="57108" y="359271"/>
                </a:lnTo>
                <a:lnTo>
                  <a:pt x="57399" y="348704"/>
                </a:lnTo>
                <a:lnTo>
                  <a:pt x="57680" y="338138"/>
                </a:lnTo>
                <a:lnTo>
                  <a:pt x="57943" y="327571"/>
                </a:lnTo>
                <a:lnTo>
                  <a:pt x="58185" y="317004"/>
                </a:lnTo>
                <a:lnTo>
                  <a:pt x="58405" y="306437"/>
                </a:lnTo>
                <a:lnTo>
                  <a:pt x="58606" y="295870"/>
                </a:lnTo>
                <a:lnTo>
                  <a:pt x="58792" y="285304"/>
                </a:lnTo>
                <a:lnTo>
                  <a:pt x="58968" y="274737"/>
                </a:lnTo>
                <a:lnTo>
                  <a:pt x="59136" y="264170"/>
                </a:lnTo>
                <a:lnTo>
                  <a:pt x="59295" y="253603"/>
                </a:lnTo>
                <a:lnTo>
                  <a:pt x="59443" y="243036"/>
                </a:lnTo>
                <a:lnTo>
                  <a:pt x="59568" y="232470"/>
                </a:lnTo>
                <a:lnTo>
                  <a:pt x="59654" y="221903"/>
                </a:lnTo>
                <a:lnTo>
                  <a:pt x="59674" y="211336"/>
                </a:lnTo>
                <a:lnTo>
                  <a:pt x="59590" y="200769"/>
                </a:lnTo>
                <a:lnTo>
                  <a:pt x="59352" y="190202"/>
                </a:lnTo>
                <a:lnTo>
                  <a:pt x="58898" y="179636"/>
                </a:lnTo>
                <a:lnTo>
                  <a:pt x="58150" y="169069"/>
                </a:lnTo>
                <a:lnTo>
                  <a:pt x="57025" y="158502"/>
                </a:lnTo>
                <a:lnTo>
                  <a:pt x="55433" y="147935"/>
                </a:lnTo>
                <a:lnTo>
                  <a:pt x="53289" y="137368"/>
                </a:lnTo>
                <a:lnTo>
                  <a:pt x="50519" y="126802"/>
                </a:lnTo>
                <a:lnTo>
                  <a:pt x="47078" y="116235"/>
                </a:lnTo>
                <a:lnTo>
                  <a:pt x="42959" y="105668"/>
                </a:lnTo>
                <a:lnTo>
                  <a:pt x="38207" y="95101"/>
                </a:lnTo>
                <a:lnTo>
                  <a:pt x="32925" y="84534"/>
                </a:lnTo>
                <a:lnTo>
                  <a:pt x="27283" y="73968"/>
                </a:lnTo>
                <a:lnTo>
                  <a:pt x="21508" y="63401"/>
                </a:lnTo>
                <a:lnTo>
                  <a:pt x="15876" y="52834"/>
                </a:lnTo>
                <a:lnTo>
                  <a:pt x="10691" y="42267"/>
                </a:lnTo>
                <a:lnTo>
                  <a:pt x="6260" y="31700"/>
                </a:lnTo>
                <a:lnTo>
                  <a:pt x="2864" y="21134"/>
                </a:lnTo>
                <a:lnTo>
                  <a:pt x="729" y="10567"/>
                </a:lnTo>
                <a:lnTo>
                  <a:pt x="0" y="0"/>
                </a:lnTo>
                <a:lnTo>
                  <a:pt x="130000" y="0"/>
                </a:lnTo>
                <a:lnTo>
                  <a:pt x="130000" y="0"/>
                </a:lnTo>
                <a:lnTo>
                  <a:pt x="129271" y="10567"/>
                </a:lnTo>
                <a:lnTo>
                  <a:pt x="127136" y="21134"/>
                </a:lnTo>
                <a:lnTo>
                  <a:pt x="123740" y="31700"/>
                </a:lnTo>
                <a:lnTo>
                  <a:pt x="119309" y="42267"/>
                </a:lnTo>
                <a:lnTo>
                  <a:pt x="114124" y="52834"/>
                </a:lnTo>
                <a:lnTo>
                  <a:pt x="108492" y="63401"/>
                </a:lnTo>
                <a:lnTo>
                  <a:pt x="102717" y="73968"/>
                </a:lnTo>
                <a:lnTo>
                  <a:pt x="97075" y="84534"/>
                </a:lnTo>
                <a:lnTo>
                  <a:pt x="91793" y="95101"/>
                </a:lnTo>
                <a:lnTo>
                  <a:pt x="87041" y="105668"/>
                </a:lnTo>
                <a:lnTo>
                  <a:pt x="82922" y="116235"/>
                </a:lnTo>
                <a:lnTo>
                  <a:pt x="79481" y="126802"/>
                </a:lnTo>
                <a:lnTo>
                  <a:pt x="76711" y="137368"/>
                </a:lnTo>
                <a:lnTo>
                  <a:pt x="74567" y="147935"/>
                </a:lnTo>
                <a:lnTo>
                  <a:pt x="72975" y="158502"/>
                </a:lnTo>
                <a:lnTo>
                  <a:pt x="71850" y="169069"/>
                </a:lnTo>
                <a:lnTo>
                  <a:pt x="71102" y="179636"/>
                </a:lnTo>
                <a:lnTo>
                  <a:pt x="70648" y="190202"/>
                </a:lnTo>
                <a:lnTo>
                  <a:pt x="70410" y="200769"/>
                </a:lnTo>
                <a:lnTo>
                  <a:pt x="70326" y="211336"/>
                </a:lnTo>
                <a:lnTo>
                  <a:pt x="70346" y="221903"/>
                </a:lnTo>
                <a:lnTo>
                  <a:pt x="70432" y="232470"/>
                </a:lnTo>
                <a:lnTo>
                  <a:pt x="70557" y="243036"/>
                </a:lnTo>
                <a:lnTo>
                  <a:pt x="70705" y="253603"/>
                </a:lnTo>
                <a:lnTo>
                  <a:pt x="70864" y="264170"/>
                </a:lnTo>
                <a:lnTo>
                  <a:pt x="71032" y="274737"/>
                </a:lnTo>
                <a:lnTo>
                  <a:pt x="71208" y="285304"/>
                </a:lnTo>
                <a:lnTo>
                  <a:pt x="71394" y="295870"/>
                </a:lnTo>
                <a:lnTo>
                  <a:pt x="71595" y="306437"/>
                </a:lnTo>
                <a:lnTo>
                  <a:pt x="71815" y="317004"/>
                </a:lnTo>
                <a:lnTo>
                  <a:pt x="72057" y="327571"/>
                </a:lnTo>
                <a:lnTo>
                  <a:pt x="72320" y="338138"/>
                </a:lnTo>
                <a:lnTo>
                  <a:pt x="72601" y="348704"/>
                </a:lnTo>
                <a:lnTo>
                  <a:pt x="72892" y="359271"/>
                </a:lnTo>
                <a:lnTo>
                  <a:pt x="73182" y="369838"/>
                </a:lnTo>
                <a:lnTo>
                  <a:pt x="73456" y="380405"/>
                </a:lnTo>
                <a:lnTo>
                  <a:pt x="73697" y="390972"/>
                </a:lnTo>
                <a:lnTo>
                  <a:pt x="73890" y="401538"/>
                </a:lnTo>
                <a:lnTo>
                  <a:pt x="74019" y="412105"/>
                </a:lnTo>
                <a:lnTo>
                  <a:pt x="74077" y="422672"/>
                </a:lnTo>
                <a:lnTo>
                  <a:pt x="74058" y="433239"/>
                </a:lnTo>
                <a:lnTo>
                  <a:pt x="73966" y="443806"/>
                </a:lnTo>
                <a:lnTo>
                  <a:pt x="73809" y="454372"/>
                </a:lnTo>
                <a:lnTo>
                  <a:pt x="73605" y="464939"/>
                </a:lnTo>
                <a:lnTo>
                  <a:pt x="73372" y="475506"/>
                </a:lnTo>
                <a:lnTo>
                  <a:pt x="73136" y="486073"/>
                </a:lnTo>
                <a:lnTo>
                  <a:pt x="72919" y="496640"/>
                </a:lnTo>
                <a:lnTo>
                  <a:pt x="72745" y="507206"/>
                </a:lnTo>
                <a:lnTo>
                  <a:pt x="72631" y="517773"/>
                </a:lnTo>
                <a:lnTo>
                  <a:pt x="72589" y="528340"/>
                </a:lnTo>
                <a:lnTo>
                  <a:pt x="72626" y="538907"/>
                </a:lnTo>
                <a:lnTo>
                  <a:pt x="72737" y="549474"/>
                </a:lnTo>
                <a:lnTo>
                  <a:pt x="72912" y="560040"/>
                </a:lnTo>
                <a:lnTo>
                  <a:pt x="73133" y="570607"/>
                </a:lnTo>
                <a:lnTo>
                  <a:pt x="73374" y="581174"/>
                </a:lnTo>
                <a:lnTo>
                  <a:pt x="73608" y="591741"/>
                </a:lnTo>
                <a:lnTo>
                  <a:pt x="73805" y="602308"/>
                </a:lnTo>
                <a:lnTo>
                  <a:pt x="73938" y="612874"/>
                </a:lnTo>
                <a:lnTo>
                  <a:pt x="73986" y="623441"/>
                </a:lnTo>
                <a:lnTo>
                  <a:pt x="73932" y="634008"/>
                </a:lnTo>
                <a:lnTo>
                  <a:pt x="73771" y="644575"/>
                </a:lnTo>
                <a:lnTo>
                  <a:pt x="73506" y="655142"/>
                </a:lnTo>
                <a:lnTo>
                  <a:pt x="73149" y="665709"/>
                </a:lnTo>
                <a:lnTo>
                  <a:pt x="72721" y="676275"/>
                </a:lnTo>
                <a:lnTo>
                  <a:pt x="72247" y="686842"/>
                </a:lnTo>
                <a:lnTo>
                  <a:pt x="71754" y="697409"/>
                </a:lnTo>
                <a:lnTo>
                  <a:pt x="71270" y="707976"/>
                </a:lnTo>
                <a:lnTo>
                  <a:pt x="70819" y="718543"/>
                </a:lnTo>
                <a:lnTo>
                  <a:pt x="70421" y="729109"/>
                </a:lnTo>
                <a:lnTo>
                  <a:pt x="70090" y="739676"/>
                </a:lnTo>
                <a:lnTo>
                  <a:pt x="69834" y="750243"/>
                </a:lnTo>
                <a:lnTo>
                  <a:pt x="69654" y="760810"/>
                </a:lnTo>
                <a:lnTo>
                  <a:pt x="69545" y="771377"/>
                </a:lnTo>
                <a:lnTo>
                  <a:pt x="69499" y="781943"/>
                </a:lnTo>
                <a:lnTo>
                  <a:pt x="69504" y="792510"/>
                </a:lnTo>
                <a:lnTo>
                  <a:pt x="69544" y="803077"/>
                </a:lnTo>
                <a:lnTo>
                  <a:pt x="69606" y="813644"/>
                </a:lnTo>
                <a:lnTo>
                  <a:pt x="69674" y="824211"/>
                </a:lnTo>
                <a:lnTo>
                  <a:pt x="69736" y="834777"/>
                </a:lnTo>
                <a:lnTo>
                  <a:pt x="69779" y="845344"/>
                </a:lnTo>
                <a:lnTo>
                  <a:pt x="69796" y="855911"/>
                </a:lnTo>
                <a:lnTo>
                  <a:pt x="69780" y="866478"/>
                </a:lnTo>
                <a:lnTo>
                  <a:pt x="69729" y="877045"/>
                </a:lnTo>
                <a:lnTo>
                  <a:pt x="69642" y="887611"/>
                </a:lnTo>
                <a:lnTo>
                  <a:pt x="69523" y="898178"/>
                </a:lnTo>
                <a:lnTo>
                  <a:pt x="69374" y="908745"/>
                </a:lnTo>
                <a:lnTo>
                  <a:pt x="69201" y="919312"/>
                </a:lnTo>
                <a:lnTo>
                  <a:pt x="69009" y="929879"/>
                </a:lnTo>
                <a:lnTo>
                  <a:pt x="68804" y="940445"/>
                </a:lnTo>
                <a:lnTo>
                  <a:pt x="68591" y="951012"/>
                </a:lnTo>
                <a:lnTo>
                  <a:pt x="68377" y="961579"/>
                </a:lnTo>
                <a:lnTo>
                  <a:pt x="68165" y="972146"/>
                </a:lnTo>
                <a:lnTo>
                  <a:pt x="67961" y="982713"/>
                </a:lnTo>
                <a:lnTo>
                  <a:pt x="67768" y="993279"/>
                </a:lnTo>
                <a:lnTo>
                  <a:pt x="67591" y="1003846"/>
                </a:lnTo>
                <a:lnTo>
                  <a:pt x="67432" y="1014413"/>
                </a:lnTo>
                <a:lnTo>
                  <a:pt x="67295" y="1024980"/>
                </a:lnTo>
                <a:lnTo>
                  <a:pt x="67181" y="1035547"/>
                </a:lnTo>
                <a:lnTo>
                  <a:pt x="67095" y="1046113"/>
                </a:lnTo>
                <a:lnTo>
                  <a:pt x="67037" y="1056680"/>
                </a:lnTo>
                <a:lnTo>
                  <a:pt x="67013" y="1067247"/>
                </a:lnTo>
                <a:lnTo>
                  <a:pt x="67028" y="1077814"/>
                </a:lnTo>
                <a:lnTo>
                  <a:pt x="67090" y="1088381"/>
                </a:lnTo>
                <a:lnTo>
                  <a:pt x="67207" y="1098947"/>
                </a:lnTo>
                <a:lnTo>
                  <a:pt x="67392" y="1109514"/>
                </a:lnTo>
                <a:lnTo>
                  <a:pt x="67657" y="1120081"/>
                </a:lnTo>
                <a:lnTo>
                  <a:pt x="68015" y="1130648"/>
                </a:lnTo>
                <a:lnTo>
                  <a:pt x="68478" y="1141215"/>
                </a:lnTo>
                <a:lnTo>
                  <a:pt x="69054" y="1151781"/>
                </a:lnTo>
                <a:lnTo>
                  <a:pt x="69744" y="1162348"/>
                </a:lnTo>
                <a:lnTo>
                  <a:pt x="70541" y="1172915"/>
                </a:lnTo>
                <a:lnTo>
                  <a:pt x="71429" y="1183482"/>
                </a:lnTo>
                <a:lnTo>
                  <a:pt x="72378" y="1194049"/>
                </a:lnTo>
                <a:lnTo>
                  <a:pt x="73352" y="1204615"/>
                </a:lnTo>
                <a:lnTo>
                  <a:pt x="74303" y="1215182"/>
                </a:lnTo>
                <a:lnTo>
                  <a:pt x="75180" y="1225749"/>
                </a:lnTo>
                <a:lnTo>
                  <a:pt x="75930" y="1236316"/>
                </a:lnTo>
                <a:lnTo>
                  <a:pt x="76505" y="1246883"/>
                </a:lnTo>
                <a:lnTo>
                  <a:pt x="76867" y="1257449"/>
                </a:lnTo>
                <a:lnTo>
                  <a:pt x="76990" y="1268016"/>
                </a:lnTo>
                <a:lnTo>
                  <a:pt x="76990" y="1268016"/>
                </a:lnTo>
                <a:close/>
              </a:path>
            </a:pathLst>
          </a:custGeom>
          <a:solidFill>
            <a:srgbClr val="00878B">
              <a:alpha val="12000"/>
            </a:srgbClr>
          </a:solidFill>
          <a:ln w="6985">
            <a:solidFill>
              <a:srgbClr val="00878B">
                <a:alpha val="12000"/>
              </a:srgbClr>
            </a:solidFill>
            <a:prstDash val="solid"/>
          </a:ln>
        </p:spPr>
      </p:sp>
      <p:sp>
        <p:nvSpPr>
          <p:cNvPr id="6" name="01_find_only_5">
            <a:extLst>
              <a:ext uri="{FF2B5EF4-FFF2-40B4-BE49-F238E27FC236}">
                <a16:creationId xmlns:a16="http://schemas.microsoft.com/office/drawing/2014/main" id="{974D44F3-1897-46B9-8FE9-8790F7BFBC26}"/>
              </a:ext>
            </a:extLst>
          </p:cNvPr>
          <p:cNvSpPr>
            <a:spLocks noGrp="1"/>
          </p:cNvSpPr>
          <p:nvPr/>
        </p:nvSpPr>
        <p:spPr>
          <a:xfrm>
            <a:off x="2000800" y="2869601"/>
            <a:ext cx="130000" cy="1268016"/>
          </a:xfrm>
          <a:custGeom>
            <a:avLst/>
            <a:gdLst/>
            <a:ahLst/>
            <a:cxnLst/>
            <a:rect l="0" t="0" r="0" b="0"/>
            <a:pathLst>
              <a:path w="130000" h="1268016">
                <a:moveTo>
                  <a:pt x="75202" y="1268016"/>
                </a:moveTo>
                <a:lnTo>
                  <a:pt x="54798" y="1268016"/>
                </a:lnTo>
                <a:lnTo>
                  <a:pt x="54898" y="1257449"/>
                </a:lnTo>
                <a:lnTo>
                  <a:pt x="55190" y="1246883"/>
                </a:lnTo>
                <a:lnTo>
                  <a:pt x="55655" y="1236316"/>
                </a:lnTo>
                <a:lnTo>
                  <a:pt x="56259" y="1225749"/>
                </a:lnTo>
                <a:lnTo>
                  <a:pt x="56963" y="1215182"/>
                </a:lnTo>
                <a:lnTo>
                  <a:pt x="57723" y="1204615"/>
                </a:lnTo>
                <a:lnTo>
                  <a:pt x="58498" y="1194049"/>
                </a:lnTo>
                <a:lnTo>
                  <a:pt x="59250" y="1183482"/>
                </a:lnTo>
                <a:lnTo>
                  <a:pt x="59948" y="1172915"/>
                </a:lnTo>
                <a:lnTo>
                  <a:pt x="60571" y="1162348"/>
                </a:lnTo>
                <a:lnTo>
                  <a:pt x="61107" y="1151781"/>
                </a:lnTo>
                <a:lnTo>
                  <a:pt x="61551" y="1141215"/>
                </a:lnTo>
                <a:lnTo>
                  <a:pt x="61908" y="1130648"/>
                </a:lnTo>
                <a:lnTo>
                  <a:pt x="62185" y="1120081"/>
                </a:lnTo>
                <a:lnTo>
                  <a:pt x="62393" y="1109514"/>
                </a:lnTo>
                <a:lnTo>
                  <a:pt x="62542" y="1098947"/>
                </a:lnTo>
                <a:lnTo>
                  <a:pt x="62643" y="1088381"/>
                </a:lnTo>
                <a:lnTo>
                  <a:pt x="62705" y="1077814"/>
                </a:lnTo>
                <a:lnTo>
                  <a:pt x="62734" y="1067247"/>
                </a:lnTo>
                <a:lnTo>
                  <a:pt x="62734" y="1056680"/>
                </a:lnTo>
                <a:lnTo>
                  <a:pt x="62707" y="1046113"/>
                </a:lnTo>
                <a:lnTo>
                  <a:pt x="62654" y="1035547"/>
                </a:lnTo>
                <a:lnTo>
                  <a:pt x="62576" y="1024980"/>
                </a:lnTo>
                <a:lnTo>
                  <a:pt x="62473" y="1014413"/>
                </a:lnTo>
                <a:lnTo>
                  <a:pt x="62348" y="1003846"/>
                </a:lnTo>
                <a:lnTo>
                  <a:pt x="62201" y="993279"/>
                </a:lnTo>
                <a:lnTo>
                  <a:pt x="62035" y="982713"/>
                </a:lnTo>
                <a:lnTo>
                  <a:pt x="61854" y="972146"/>
                </a:lnTo>
                <a:lnTo>
                  <a:pt x="61663" y="961579"/>
                </a:lnTo>
                <a:lnTo>
                  <a:pt x="61465" y="951012"/>
                </a:lnTo>
                <a:lnTo>
                  <a:pt x="61266" y="940445"/>
                </a:lnTo>
                <a:lnTo>
                  <a:pt x="61072" y="929879"/>
                </a:lnTo>
                <a:lnTo>
                  <a:pt x="60889" y="919312"/>
                </a:lnTo>
                <a:lnTo>
                  <a:pt x="60724" y="908745"/>
                </a:lnTo>
                <a:lnTo>
                  <a:pt x="60580" y="898178"/>
                </a:lnTo>
                <a:lnTo>
                  <a:pt x="60465" y="887611"/>
                </a:lnTo>
                <a:lnTo>
                  <a:pt x="60382" y="877045"/>
                </a:lnTo>
                <a:lnTo>
                  <a:pt x="60333" y="866478"/>
                </a:lnTo>
                <a:lnTo>
                  <a:pt x="60318" y="855911"/>
                </a:lnTo>
                <a:lnTo>
                  <a:pt x="60334" y="845344"/>
                </a:lnTo>
                <a:lnTo>
                  <a:pt x="60377" y="834777"/>
                </a:lnTo>
                <a:lnTo>
                  <a:pt x="60437" y="824211"/>
                </a:lnTo>
                <a:lnTo>
                  <a:pt x="60503" y="813644"/>
                </a:lnTo>
                <a:lnTo>
                  <a:pt x="60564" y="803077"/>
                </a:lnTo>
                <a:lnTo>
                  <a:pt x="60603" y="792510"/>
                </a:lnTo>
                <a:lnTo>
                  <a:pt x="60608" y="781943"/>
                </a:lnTo>
                <a:lnTo>
                  <a:pt x="60563" y="771377"/>
                </a:lnTo>
                <a:lnTo>
                  <a:pt x="60457" y="760810"/>
                </a:lnTo>
                <a:lnTo>
                  <a:pt x="60281" y="750243"/>
                </a:lnTo>
                <a:lnTo>
                  <a:pt x="60031" y="739676"/>
                </a:lnTo>
                <a:lnTo>
                  <a:pt x="59708" y="729109"/>
                </a:lnTo>
                <a:lnTo>
                  <a:pt x="59319" y="718543"/>
                </a:lnTo>
                <a:lnTo>
                  <a:pt x="58879" y="707976"/>
                </a:lnTo>
                <a:lnTo>
                  <a:pt x="58406" y="697409"/>
                </a:lnTo>
                <a:lnTo>
                  <a:pt x="57925" y="686842"/>
                </a:lnTo>
                <a:lnTo>
                  <a:pt x="57463" y="676275"/>
                </a:lnTo>
                <a:lnTo>
                  <a:pt x="57045" y="665709"/>
                </a:lnTo>
                <a:lnTo>
                  <a:pt x="56698" y="655142"/>
                </a:lnTo>
                <a:lnTo>
                  <a:pt x="56440" y="644575"/>
                </a:lnTo>
                <a:lnTo>
                  <a:pt x="56284" y="634008"/>
                </a:lnTo>
                <a:lnTo>
                  <a:pt x="56234" y="623441"/>
                </a:lnTo>
                <a:lnTo>
                  <a:pt x="56283" y="612874"/>
                </a:lnTo>
                <a:lnTo>
                  <a:pt x="56418" y="602308"/>
                </a:lnTo>
                <a:lnTo>
                  <a:pt x="56617" y="591741"/>
                </a:lnTo>
                <a:lnTo>
                  <a:pt x="56854" y="581174"/>
                </a:lnTo>
                <a:lnTo>
                  <a:pt x="57101" y="570607"/>
                </a:lnTo>
                <a:lnTo>
                  <a:pt x="57332" y="560040"/>
                </a:lnTo>
                <a:lnTo>
                  <a:pt x="57521" y="549474"/>
                </a:lnTo>
                <a:lnTo>
                  <a:pt x="57653" y="538907"/>
                </a:lnTo>
                <a:lnTo>
                  <a:pt x="57715" y="528340"/>
                </a:lnTo>
                <a:lnTo>
                  <a:pt x="57705" y="517773"/>
                </a:lnTo>
                <a:lnTo>
                  <a:pt x="57626" y="507206"/>
                </a:lnTo>
                <a:lnTo>
                  <a:pt x="57491" y="496640"/>
                </a:lnTo>
                <a:lnTo>
                  <a:pt x="57316" y="486073"/>
                </a:lnTo>
                <a:lnTo>
                  <a:pt x="57119" y="475506"/>
                </a:lnTo>
                <a:lnTo>
                  <a:pt x="56924" y="464939"/>
                </a:lnTo>
                <a:lnTo>
                  <a:pt x="56752" y="454372"/>
                </a:lnTo>
                <a:lnTo>
                  <a:pt x="56619" y="443806"/>
                </a:lnTo>
                <a:lnTo>
                  <a:pt x="56541" y="433239"/>
                </a:lnTo>
                <a:lnTo>
                  <a:pt x="56526" y="422672"/>
                </a:lnTo>
                <a:lnTo>
                  <a:pt x="56576" y="412105"/>
                </a:lnTo>
                <a:lnTo>
                  <a:pt x="56688" y="401538"/>
                </a:lnTo>
                <a:lnTo>
                  <a:pt x="56852" y="390972"/>
                </a:lnTo>
                <a:lnTo>
                  <a:pt x="57056" y="380405"/>
                </a:lnTo>
                <a:lnTo>
                  <a:pt x="57286" y="369838"/>
                </a:lnTo>
                <a:lnTo>
                  <a:pt x="57527" y="359271"/>
                </a:lnTo>
                <a:lnTo>
                  <a:pt x="57768" y="348704"/>
                </a:lnTo>
                <a:lnTo>
                  <a:pt x="57997" y="338138"/>
                </a:lnTo>
                <a:lnTo>
                  <a:pt x="58210" y="327571"/>
                </a:lnTo>
                <a:lnTo>
                  <a:pt x="58405" y="317004"/>
                </a:lnTo>
                <a:lnTo>
                  <a:pt x="58582" y="306437"/>
                </a:lnTo>
                <a:lnTo>
                  <a:pt x="58746" y="295870"/>
                </a:lnTo>
                <a:lnTo>
                  <a:pt x="58901" y="285304"/>
                </a:lnTo>
                <a:lnTo>
                  <a:pt x="59052" y="274737"/>
                </a:lnTo>
                <a:lnTo>
                  <a:pt x="59202" y="264170"/>
                </a:lnTo>
                <a:lnTo>
                  <a:pt x="59352" y="253603"/>
                </a:lnTo>
                <a:lnTo>
                  <a:pt x="59497" y="243036"/>
                </a:lnTo>
                <a:lnTo>
                  <a:pt x="59626" y="232470"/>
                </a:lnTo>
                <a:lnTo>
                  <a:pt x="59721" y="221903"/>
                </a:lnTo>
                <a:lnTo>
                  <a:pt x="59754" y="211336"/>
                </a:lnTo>
                <a:lnTo>
                  <a:pt x="59686" y="200769"/>
                </a:lnTo>
                <a:lnTo>
                  <a:pt x="59464" y="190202"/>
                </a:lnTo>
                <a:lnTo>
                  <a:pt x="59025" y="179636"/>
                </a:lnTo>
                <a:lnTo>
                  <a:pt x="58290" y="169069"/>
                </a:lnTo>
                <a:lnTo>
                  <a:pt x="57174" y="158502"/>
                </a:lnTo>
                <a:lnTo>
                  <a:pt x="55586" y="147935"/>
                </a:lnTo>
                <a:lnTo>
                  <a:pt x="53441" y="137368"/>
                </a:lnTo>
                <a:lnTo>
                  <a:pt x="50665" y="126802"/>
                </a:lnTo>
                <a:lnTo>
                  <a:pt x="47213" y="116235"/>
                </a:lnTo>
                <a:lnTo>
                  <a:pt x="43080" y="105668"/>
                </a:lnTo>
                <a:lnTo>
                  <a:pt x="38312" y="95101"/>
                </a:lnTo>
                <a:lnTo>
                  <a:pt x="33013" y="84534"/>
                </a:lnTo>
                <a:lnTo>
                  <a:pt x="27353" y="73968"/>
                </a:lnTo>
                <a:lnTo>
                  <a:pt x="21561" y="63401"/>
                </a:lnTo>
                <a:lnTo>
                  <a:pt x="15913" y="52834"/>
                </a:lnTo>
                <a:lnTo>
                  <a:pt x="10715" y="42267"/>
                </a:lnTo>
                <a:lnTo>
                  <a:pt x="6274" y="31700"/>
                </a:lnTo>
                <a:lnTo>
                  <a:pt x="2870" y="21134"/>
                </a:lnTo>
                <a:lnTo>
                  <a:pt x="730" y="10567"/>
                </a:lnTo>
                <a:lnTo>
                  <a:pt x="0" y="0"/>
                </a:lnTo>
                <a:lnTo>
                  <a:pt x="130000" y="0"/>
                </a:lnTo>
                <a:lnTo>
                  <a:pt x="130000" y="0"/>
                </a:lnTo>
                <a:lnTo>
                  <a:pt x="129270" y="10567"/>
                </a:lnTo>
                <a:lnTo>
                  <a:pt x="127130" y="21134"/>
                </a:lnTo>
                <a:lnTo>
                  <a:pt x="123726" y="31700"/>
                </a:lnTo>
                <a:lnTo>
                  <a:pt x="119285" y="42267"/>
                </a:lnTo>
                <a:lnTo>
                  <a:pt x="114087" y="52834"/>
                </a:lnTo>
                <a:lnTo>
                  <a:pt x="108439" y="63401"/>
                </a:lnTo>
                <a:lnTo>
                  <a:pt x="102647" y="73968"/>
                </a:lnTo>
                <a:lnTo>
                  <a:pt x="96987" y="84534"/>
                </a:lnTo>
                <a:lnTo>
                  <a:pt x="91688" y="95101"/>
                </a:lnTo>
                <a:lnTo>
                  <a:pt x="86920" y="105668"/>
                </a:lnTo>
                <a:lnTo>
                  <a:pt x="82787" y="116235"/>
                </a:lnTo>
                <a:lnTo>
                  <a:pt x="79335" y="126802"/>
                </a:lnTo>
                <a:lnTo>
                  <a:pt x="76559" y="137368"/>
                </a:lnTo>
                <a:lnTo>
                  <a:pt x="74414" y="147935"/>
                </a:lnTo>
                <a:lnTo>
                  <a:pt x="72826" y="158502"/>
                </a:lnTo>
                <a:lnTo>
                  <a:pt x="71710" y="169069"/>
                </a:lnTo>
                <a:lnTo>
                  <a:pt x="70975" y="179636"/>
                </a:lnTo>
                <a:lnTo>
                  <a:pt x="70536" y="190202"/>
                </a:lnTo>
                <a:lnTo>
                  <a:pt x="70314" y="200769"/>
                </a:lnTo>
                <a:lnTo>
                  <a:pt x="70246" y="211336"/>
                </a:lnTo>
                <a:lnTo>
                  <a:pt x="70279" y="221903"/>
                </a:lnTo>
                <a:lnTo>
                  <a:pt x="70374" y="232470"/>
                </a:lnTo>
                <a:lnTo>
                  <a:pt x="70503" y="243036"/>
                </a:lnTo>
                <a:lnTo>
                  <a:pt x="70648" y="253603"/>
                </a:lnTo>
                <a:lnTo>
                  <a:pt x="70798" y="264170"/>
                </a:lnTo>
                <a:lnTo>
                  <a:pt x="70948" y="274737"/>
                </a:lnTo>
                <a:lnTo>
                  <a:pt x="71099" y="285304"/>
                </a:lnTo>
                <a:lnTo>
                  <a:pt x="71254" y="295870"/>
                </a:lnTo>
                <a:lnTo>
                  <a:pt x="71418" y="306437"/>
                </a:lnTo>
                <a:lnTo>
                  <a:pt x="71595" y="317004"/>
                </a:lnTo>
                <a:lnTo>
                  <a:pt x="71790" y="327571"/>
                </a:lnTo>
                <a:lnTo>
                  <a:pt x="72003" y="338138"/>
                </a:lnTo>
                <a:lnTo>
                  <a:pt x="72232" y="348704"/>
                </a:lnTo>
                <a:lnTo>
                  <a:pt x="72473" y="359271"/>
                </a:lnTo>
                <a:lnTo>
                  <a:pt x="72714" y="369838"/>
                </a:lnTo>
                <a:lnTo>
                  <a:pt x="72944" y="380405"/>
                </a:lnTo>
                <a:lnTo>
                  <a:pt x="73148" y="390972"/>
                </a:lnTo>
                <a:lnTo>
                  <a:pt x="73312" y="401538"/>
                </a:lnTo>
                <a:lnTo>
                  <a:pt x="73424" y="412105"/>
                </a:lnTo>
                <a:lnTo>
                  <a:pt x="73474" y="422672"/>
                </a:lnTo>
                <a:lnTo>
                  <a:pt x="73459" y="433239"/>
                </a:lnTo>
                <a:lnTo>
                  <a:pt x="73381" y="443806"/>
                </a:lnTo>
                <a:lnTo>
                  <a:pt x="73248" y="454372"/>
                </a:lnTo>
                <a:lnTo>
                  <a:pt x="73076" y="464939"/>
                </a:lnTo>
                <a:lnTo>
                  <a:pt x="72881" y="475506"/>
                </a:lnTo>
                <a:lnTo>
                  <a:pt x="72684" y="486073"/>
                </a:lnTo>
                <a:lnTo>
                  <a:pt x="72509" y="496640"/>
                </a:lnTo>
                <a:lnTo>
                  <a:pt x="72374" y="507206"/>
                </a:lnTo>
                <a:lnTo>
                  <a:pt x="72295" y="517773"/>
                </a:lnTo>
                <a:lnTo>
                  <a:pt x="72285" y="528340"/>
                </a:lnTo>
                <a:lnTo>
                  <a:pt x="72347" y="538907"/>
                </a:lnTo>
                <a:lnTo>
                  <a:pt x="72479" y="549474"/>
                </a:lnTo>
                <a:lnTo>
                  <a:pt x="72668" y="560040"/>
                </a:lnTo>
                <a:lnTo>
                  <a:pt x="72899" y="570607"/>
                </a:lnTo>
                <a:lnTo>
                  <a:pt x="73146" y="581174"/>
                </a:lnTo>
                <a:lnTo>
                  <a:pt x="73383" y="591741"/>
                </a:lnTo>
                <a:lnTo>
                  <a:pt x="73582" y="602308"/>
                </a:lnTo>
                <a:lnTo>
                  <a:pt x="73717" y="612874"/>
                </a:lnTo>
                <a:lnTo>
                  <a:pt x="73766" y="623441"/>
                </a:lnTo>
                <a:lnTo>
                  <a:pt x="73716" y="634008"/>
                </a:lnTo>
                <a:lnTo>
                  <a:pt x="73560" y="644575"/>
                </a:lnTo>
                <a:lnTo>
                  <a:pt x="73302" y="655142"/>
                </a:lnTo>
                <a:lnTo>
                  <a:pt x="72955" y="665709"/>
                </a:lnTo>
                <a:lnTo>
                  <a:pt x="72537" y="676275"/>
                </a:lnTo>
                <a:lnTo>
                  <a:pt x="72075" y="686842"/>
                </a:lnTo>
                <a:lnTo>
                  <a:pt x="71594" y="697409"/>
                </a:lnTo>
                <a:lnTo>
                  <a:pt x="71121" y="707976"/>
                </a:lnTo>
                <a:lnTo>
                  <a:pt x="70681" y="718543"/>
                </a:lnTo>
                <a:lnTo>
                  <a:pt x="70292" y="729109"/>
                </a:lnTo>
                <a:lnTo>
                  <a:pt x="69969" y="739676"/>
                </a:lnTo>
                <a:lnTo>
                  <a:pt x="69719" y="750243"/>
                </a:lnTo>
                <a:lnTo>
                  <a:pt x="69543" y="760810"/>
                </a:lnTo>
                <a:lnTo>
                  <a:pt x="69437" y="771377"/>
                </a:lnTo>
                <a:lnTo>
                  <a:pt x="69392" y="781943"/>
                </a:lnTo>
                <a:lnTo>
                  <a:pt x="69397" y="792510"/>
                </a:lnTo>
                <a:lnTo>
                  <a:pt x="69436" y="803077"/>
                </a:lnTo>
                <a:lnTo>
                  <a:pt x="69497" y="813644"/>
                </a:lnTo>
                <a:lnTo>
                  <a:pt x="69563" y="824211"/>
                </a:lnTo>
                <a:lnTo>
                  <a:pt x="69623" y="834777"/>
                </a:lnTo>
                <a:lnTo>
                  <a:pt x="69666" y="845344"/>
                </a:lnTo>
                <a:lnTo>
                  <a:pt x="69682" y="855911"/>
                </a:lnTo>
                <a:lnTo>
                  <a:pt x="69667" y="866478"/>
                </a:lnTo>
                <a:lnTo>
                  <a:pt x="69618" y="877045"/>
                </a:lnTo>
                <a:lnTo>
                  <a:pt x="69535" y="887611"/>
                </a:lnTo>
                <a:lnTo>
                  <a:pt x="69420" y="898178"/>
                </a:lnTo>
                <a:lnTo>
                  <a:pt x="69276" y="908745"/>
                </a:lnTo>
                <a:lnTo>
                  <a:pt x="69111" y="919312"/>
                </a:lnTo>
                <a:lnTo>
                  <a:pt x="68928" y="929879"/>
                </a:lnTo>
                <a:lnTo>
                  <a:pt x="68734" y="940445"/>
                </a:lnTo>
                <a:lnTo>
                  <a:pt x="68535" y="951012"/>
                </a:lnTo>
                <a:lnTo>
                  <a:pt x="68337" y="961579"/>
                </a:lnTo>
                <a:lnTo>
                  <a:pt x="68146" y="972146"/>
                </a:lnTo>
                <a:lnTo>
                  <a:pt x="67965" y="982713"/>
                </a:lnTo>
                <a:lnTo>
                  <a:pt x="67799" y="993279"/>
                </a:lnTo>
                <a:lnTo>
                  <a:pt x="67652" y="1003846"/>
                </a:lnTo>
                <a:lnTo>
                  <a:pt x="67527" y="1014413"/>
                </a:lnTo>
                <a:lnTo>
                  <a:pt x="67424" y="1024980"/>
                </a:lnTo>
                <a:lnTo>
                  <a:pt x="67346" y="1035547"/>
                </a:lnTo>
                <a:lnTo>
                  <a:pt x="67293" y="1046113"/>
                </a:lnTo>
                <a:lnTo>
                  <a:pt x="67266" y="1056680"/>
                </a:lnTo>
                <a:lnTo>
                  <a:pt x="67266" y="1067247"/>
                </a:lnTo>
                <a:lnTo>
                  <a:pt x="67295" y="1077814"/>
                </a:lnTo>
                <a:lnTo>
                  <a:pt x="67357" y="1088381"/>
                </a:lnTo>
                <a:lnTo>
                  <a:pt x="67458" y="1098947"/>
                </a:lnTo>
                <a:lnTo>
                  <a:pt x="67607" y="1109514"/>
                </a:lnTo>
                <a:lnTo>
                  <a:pt x="67815" y="1120081"/>
                </a:lnTo>
                <a:lnTo>
                  <a:pt x="68092" y="1130648"/>
                </a:lnTo>
                <a:lnTo>
                  <a:pt x="68449" y="1141215"/>
                </a:lnTo>
                <a:lnTo>
                  <a:pt x="68893" y="1151781"/>
                </a:lnTo>
                <a:lnTo>
                  <a:pt x="69429" y="1162348"/>
                </a:lnTo>
                <a:lnTo>
                  <a:pt x="70052" y="1172915"/>
                </a:lnTo>
                <a:lnTo>
                  <a:pt x="70750" y="1183482"/>
                </a:lnTo>
                <a:lnTo>
                  <a:pt x="71502" y="1194049"/>
                </a:lnTo>
                <a:lnTo>
                  <a:pt x="72277" y="1204615"/>
                </a:lnTo>
                <a:lnTo>
                  <a:pt x="73037" y="1215182"/>
                </a:lnTo>
                <a:lnTo>
                  <a:pt x="73741" y="1225749"/>
                </a:lnTo>
                <a:lnTo>
                  <a:pt x="74345" y="1236316"/>
                </a:lnTo>
                <a:lnTo>
                  <a:pt x="74810" y="1246883"/>
                </a:lnTo>
                <a:lnTo>
                  <a:pt x="75102" y="1257449"/>
                </a:lnTo>
                <a:lnTo>
                  <a:pt x="75202" y="1268016"/>
                </a:lnTo>
                <a:lnTo>
                  <a:pt x="75202" y="1268016"/>
                </a:lnTo>
                <a:close/>
              </a:path>
            </a:pathLst>
          </a:custGeom>
          <a:solidFill>
            <a:srgbClr val="00878B">
              <a:alpha val="12000"/>
            </a:srgbClr>
          </a:solidFill>
          <a:ln w="6985">
            <a:solidFill>
              <a:srgbClr val="00878B">
                <a:alpha val="12000"/>
              </a:srgbClr>
            </a:solidFill>
            <a:prstDash val="solid"/>
          </a:ln>
        </p:spPr>
      </p:sp>
      <p:sp>
        <p:nvSpPr>
          <p:cNvPr id="7" name="01_find_only_6">
            <a:extLst>
              <a:ext uri="{FF2B5EF4-FFF2-40B4-BE49-F238E27FC236}">
                <a16:creationId xmlns:a16="http://schemas.microsoft.com/office/drawing/2014/main" id="{FFAEC5FF-3EBB-4F3C-94F2-87B916EA1DB1}"/>
              </a:ext>
            </a:extLst>
          </p:cNvPr>
          <p:cNvSpPr>
            <a:spLocks noGrp="1"/>
          </p:cNvSpPr>
          <p:nvPr/>
        </p:nvSpPr>
        <p:spPr>
          <a:xfrm>
            <a:off x="5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1_find_only_7">
            <a:extLst>
              <a:ext uri="{FF2B5EF4-FFF2-40B4-BE49-F238E27FC236}">
                <a16:creationId xmlns:a16="http://schemas.microsoft.com/office/drawing/2014/main" id="{F2D0D9C1-3735-4E8C-AEB9-DE95D55CE63F}"/>
              </a:ext>
            </a:extLst>
          </p:cNvPr>
          <p:cNvSpPr>
            <a:spLocks noGrp="1"/>
          </p:cNvSpPr>
          <p:nvPr/>
        </p:nvSpPr>
        <p:spPr>
          <a:xfrm>
            <a:off x="81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1_find_only_8">
            <a:extLst>
              <a:ext uri="{FF2B5EF4-FFF2-40B4-BE49-F238E27FC236}">
                <a16:creationId xmlns:a16="http://schemas.microsoft.com/office/drawing/2014/main" id="{05CC7D94-C6BB-40F4-8BF9-A2D98872B4E2}"/>
              </a:ext>
            </a:extLst>
          </p:cNvPr>
          <p:cNvSpPr>
            <a:spLocks noGrp="1"/>
          </p:cNvSpPr>
          <p:nvPr/>
        </p:nvSpPr>
        <p:spPr>
          <a:xfrm>
            <a:off x="10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1_find_only_9">
            <a:extLst>
              <a:ext uri="{FF2B5EF4-FFF2-40B4-BE49-F238E27FC236}">
                <a16:creationId xmlns:a16="http://schemas.microsoft.com/office/drawing/2014/main" id="{1A7D3ADF-C086-48C7-B0AC-59C06F8988B8}"/>
              </a:ext>
            </a:extLst>
          </p:cNvPr>
          <p:cNvSpPr>
            <a:spLocks noGrp="1"/>
          </p:cNvSpPr>
          <p:nvPr/>
        </p:nvSpPr>
        <p:spPr>
          <a:xfrm>
            <a:off x="15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1_find_only_10">
            <a:extLst>
              <a:ext uri="{FF2B5EF4-FFF2-40B4-BE49-F238E27FC236}">
                <a16:creationId xmlns:a16="http://schemas.microsoft.com/office/drawing/2014/main" id="{284C61FB-71DD-4A5D-B041-D8305F0E8FE9}"/>
              </a:ext>
            </a:extLst>
          </p:cNvPr>
          <p:cNvSpPr>
            <a:spLocks noGrp="1"/>
          </p:cNvSpPr>
          <p:nvPr/>
        </p:nvSpPr>
        <p:spPr>
          <a:xfrm>
            <a:off x="20658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1_find_only_11">
            <a:extLst>
              <a:ext uri="{FF2B5EF4-FFF2-40B4-BE49-F238E27FC236}">
                <a16:creationId xmlns:a16="http://schemas.microsoft.com/office/drawing/2014/main" id="{35B4AB68-69B2-46D2-AB71-47EB21CC47FF}"/>
              </a:ext>
            </a:extLst>
          </p:cNvPr>
          <p:cNvSpPr>
            <a:spLocks noGrp="1"/>
          </p:cNvSpPr>
          <p:nvPr/>
        </p:nvSpPr>
        <p:spPr>
          <a:xfrm>
            <a:off x="550800" y="4137617"/>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3" name="01_find_only_12">
            <a:extLst>
              <a:ext uri="{FF2B5EF4-FFF2-40B4-BE49-F238E27FC236}">
                <a16:creationId xmlns:a16="http://schemas.microsoft.com/office/drawing/2014/main" id="{AEE1C704-8A7D-43BD-A75E-2FB19DCDB916}"/>
              </a:ext>
            </a:extLst>
          </p:cNvPr>
          <p:cNvSpPr>
            <a:spLocks noGrp="1"/>
          </p:cNvSpPr>
          <p:nvPr/>
        </p:nvSpPr>
        <p:spPr>
          <a:xfrm>
            <a:off x="512700" y="413761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13">
            <a:extLst>
              <a:ext uri="{FF2B5EF4-FFF2-40B4-BE49-F238E27FC236}">
                <a16:creationId xmlns:a16="http://schemas.microsoft.com/office/drawing/2014/main" id="{ACE0EC9B-FF73-46B1-A43F-5870FEC3A325}"/>
              </a:ext>
            </a:extLst>
          </p:cNvPr>
          <p:cNvSpPr>
            <a:spLocks noGrp="1"/>
          </p:cNvSpPr>
          <p:nvPr/>
        </p:nvSpPr>
        <p:spPr>
          <a:xfrm>
            <a:off x="423053" y="409755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 name="01_find_only_14">
            <a:extLst>
              <a:ext uri="{FF2B5EF4-FFF2-40B4-BE49-F238E27FC236}">
                <a16:creationId xmlns:a16="http://schemas.microsoft.com/office/drawing/2014/main" id="{0DB2BBDC-CE0F-4110-962A-C3D56B9A5F8F}"/>
              </a:ext>
            </a:extLst>
          </p:cNvPr>
          <p:cNvSpPr>
            <a:spLocks noGrp="1"/>
          </p:cNvSpPr>
          <p:nvPr/>
        </p:nvSpPr>
        <p:spPr>
          <a:xfrm>
            <a:off x="550800" y="350360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6" name="01_find_only_15">
            <a:extLst>
              <a:ext uri="{FF2B5EF4-FFF2-40B4-BE49-F238E27FC236}">
                <a16:creationId xmlns:a16="http://schemas.microsoft.com/office/drawing/2014/main" id="{6D817509-DA39-4170-8C36-B4742E2239EA}"/>
              </a:ext>
            </a:extLst>
          </p:cNvPr>
          <p:cNvSpPr>
            <a:spLocks noGrp="1"/>
          </p:cNvSpPr>
          <p:nvPr/>
        </p:nvSpPr>
        <p:spPr>
          <a:xfrm>
            <a:off x="512700" y="350360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16">
            <a:extLst>
              <a:ext uri="{FF2B5EF4-FFF2-40B4-BE49-F238E27FC236}">
                <a16:creationId xmlns:a16="http://schemas.microsoft.com/office/drawing/2014/main" id="{BF9E3062-608C-4814-939E-E570F77E2723}"/>
              </a:ext>
            </a:extLst>
          </p:cNvPr>
          <p:cNvSpPr>
            <a:spLocks noGrp="1"/>
          </p:cNvSpPr>
          <p:nvPr/>
        </p:nvSpPr>
        <p:spPr>
          <a:xfrm>
            <a:off x="371506" y="346354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 name="01_find_only_17">
            <a:extLst>
              <a:ext uri="{FF2B5EF4-FFF2-40B4-BE49-F238E27FC236}">
                <a16:creationId xmlns:a16="http://schemas.microsoft.com/office/drawing/2014/main" id="{4C6A703E-0F6B-4BC5-9C7C-B08EAECD8BFD}"/>
              </a:ext>
            </a:extLst>
          </p:cNvPr>
          <p:cNvSpPr>
            <a:spLocks noGrp="1"/>
          </p:cNvSpPr>
          <p:nvPr/>
        </p:nvSpPr>
        <p:spPr>
          <a:xfrm>
            <a:off x="550800" y="286960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9" name="01_find_only_18">
            <a:extLst>
              <a:ext uri="{FF2B5EF4-FFF2-40B4-BE49-F238E27FC236}">
                <a16:creationId xmlns:a16="http://schemas.microsoft.com/office/drawing/2014/main" id="{A677F391-CD7E-4424-960A-C6F17633AB2E}"/>
              </a:ext>
            </a:extLst>
          </p:cNvPr>
          <p:cNvSpPr>
            <a:spLocks noGrp="1"/>
          </p:cNvSpPr>
          <p:nvPr/>
        </p:nvSpPr>
        <p:spPr>
          <a:xfrm>
            <a:off x="512700" y="28696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19">
            <a:extLst>
              <a:ext uri="{FF2B5EF4-FFF2-40B4-BE49-F238E27FC236}">
                <a16:creationId xmlns:a16="http://schemas.microsoft.com/office/drawing/2014/main" id="{8316B473-576B-4E9E-930E-A817BB7AD6FE}"/>
              </a:ext>
            </a:extLst>
          </p:cNvPr>
          <p:cNvSpPr>
            <a:spLocks noGrp="1"/>
          </p:cNvSpPr>
          <p:nvPr/>
        </p:nvSpPr>
        <p:spPr>
          <a:xfrm>
            <a:off x="319960" y="2829540"/>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1" name="text_20">
            <a:extLst>
              <a:ext uri="{FF2B5EF4-FFF2-40B4-BE49-F238E27FC236}">
                <a16:creationId xmlns:a16="http://schemas.microsoft.com/office/drawing/2014/main" id="{5D680B97-CDEE-4D19-B8E5-A3556E477807}"/>
              </a:ext>
            </a:extLst>
          </p:cNvPr>
          <p:cNvSpPr>
            <a:spLocks noGrp="1"/>
          </p:cNvSpPr>
          <p:nvPr/>
        </p:nvSpPr>
        <p:spPr>
          <a:xfrm rot="-5400000">
            <a:off x="-294134" y="3440109"/>
            <a:ext cx="1062939"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Detected instances (%)</a:t>
            </a:r>
          </a:p>
        </p:txBody>
      </p:sp>
      <p:sp>
        <p:nvSpPr>
          <p:cNvPr id="22" name="01_find_only_21">
            <a:extLst>
              <a:ext uri="{FF2B5EF4-FFF2-40B4-BE49-F238E27FC236}">
                <a16:creationId xmlns:a16="http://schemas.microsoft.com/office/drawing/2014/main" id="{88A990FE-1E3A-4D39-9203-DAFB3E137C41}"/>
              </a:ext>
            </a:extLst>
          </p:cNvPr>
          <p:cNvSpPr>
            <a:spLocks noGrp="1"/>
          </p:cNvSpPr>
          <p:nvPr/>
        </p:nvSpPr>
        <p:spPr>
          <a:xfrm>
            <a:off x="778423" y="3806414"/>
            <a:ext cx="28398" cy="28398"/>
          </a:xfrm>
          <a:prstGeom prst="ellipse">
            <a:avLst/>
          </a:prstGeom>
          <a:solidFill>
            <a:srgbClr val="7F8C97">
              <a:alpha val="48000"/>
            </a:srgbClr>
          </a:solidFill>
          <a:ln w="0">
            <a:noFill/>
            <a:prstDash val="solid"/>
          </a:ln>
        </p:spPr>
      </p:sp>
      <p:sp>
        <p:nvSpPr>
          <p:cNvPr id="23" name="01_find_only_22">
            <a:extLst>
              <a:ext uri="{FF2B5EF4-FFF2-40B4-BE49-F238E27FC236}">
                <a16:creationId xmlns:a16="http://schemas.microsoft.com/office/drawing/2014/main" id="{50EE8FE5-5CF0-432A-A8C0-7602AA3114BE}"/>
              </a:ext>
            </a:extLst>
          </p:cNvPr>
          <p:cNvSpPr>
            <a:spLocks noGrp="1"/>
          </p:cNvSpPr>
          <p:nvPr/>
        </p:nvSpPr>
        <p:spPr>
          <a:xfrm>
            <a:off x="760110" y="3647912"/>
            <a:ext cx="28398" cy="28398"/>
          </a:xfrm>
          <a:prstGeom prst="ellipse">
            <a:avLst/>
          </a:prstGeom>
          <a:solidFill>
            <a:srgbClr val="7F8C97">
              <a:alpha val="48000"/>
            </a:srgbClr>
          </a:solidFill>
          <a:ln w="0">
            <a:noFill/>
            <a:prstDash val="solid"/>
          </a:ln>
        </p:spPr>
      </p:sp>
      <p:sp>
        <p:nvSpPr>
          <p:cNvPr id="24" name="01_find_only_23">
            <a:extLst>
              <a:ext uri="{FF2B5EF4-FFF2-40B4-BE49-F238E27FC236}">
                <a16:creationId xmlns:a16="http://schemas.microsoft.com/office/drawing/2014/main" id="{52F92D3D-F94F-4949-BA79-C9406253C704}"/>
              </a:ext>
            </a:extLst>
          </p:cNvPr>
          <p:cNvSpPr>
            <a:spLocks noGrp="1"/>
          </p:cNvSpPr>
          <p:nvPr/>
        </p:nvSpPr>
        <p:spPr>
          <a:xfrm>
            <a:off x="774990" y="3489410"/>
            <a:ext cx="28398" cy="28398"/>
          </a:xfrm>
          <a:prstGeom prst="ellipse">
            <a:avLst/>
          </a:prstGeom>
          <a:solidFill>
            <a:srgbClr val="7F8C97">
              <a:alpha val="48000"/>
            </a:srgbClr>
          </a:solidFill>
          <a:ln w="0">
            <a:noFill/>
            <a:prstDash val="solid"/>
          </a:ln>
        </p:spPr>
      </p:sp>
      <p:sp>
        <p:nvSpPr>
          <p:cNvPr id="25" name="01_find_only_24">
            <a:extLst>
              <a:ext uri="{FF2B5EF4-FFF2-40B4-BE49-F238E27FC236}">
                <a16:creationId xmlns:a16="http://schemas.microsoft.com/office/drawing/2014/main" id="{5C20C680-94AD-46A1-B454-DF1F7F473D1C}"/>
              </a:ext>
            </a:extLst>
          </p:cNvPr>
          <p:cNvSpPr>
            <a:spLocks noGrp="1"/>
          </p:cNvSpPr>
          <p:nvPr/>
        </p:nvSpPr>
        <p:spPr>
          <a:xfrm>
            <a:off x="774608" y="3489410"/>
            <a:ext cx="28398" cy="28398"/>
          </a:xfrm>
          <a:prstGeom prst="ellipse">
            <a:avLst/>
          </a:prstGeom>
          <a:solidFill>
            <a:srgbClr val="7F8C97">
              <a:alpha val="48000"/>
            </a:srgbClr>
          </a:solidFill>
          <a:ln w="0">
            <a:noFill/>
            <a:prstDash val="solid"/>
          </a:ln>
        </p:spPr>
      </p:sp>
      <p:sp>
        <p:nvSpPr>
          <p:cNvPr id="26" name="01_find_only_25">
            <a:extLst>
              <a:ext uri="{FF2B5EF4-FFF2-40B4-BE49-F238E27FC236}">
                <a16:creationId xmlns:a16="http://schemas.microsoft.com/office/drawing/2014/main" id="{DDC2E645-0270-4340-ABED-ADCE695977F1}"/>
              </a:ext>
            </a:extLst>
          </p:cNvPr>
          <p:cNvSpPr>
            <a:spLocks noGrp="1"/>
          </p:cNvSpPr>
          <p:nvPr/>
        </p:nvSpPr>
        <p:spPr>
          <a:xfrm>
            <a:off x="790823" y="3595078"/>
            <a:ext cx="28398" cy="28398"/>
          </a:xfrm>
          <a:prstGeom prst="ellipse">
            <a:avLst/>
          </a:prstGeom>
          <a:solidFill>
            <a:srgbClr val="7F8C97">
              <a:alpha val="48000"/>
            </a:srgbClr>
          </a:solidFill>
          <a:ln w="0">
            <a:noFill/>
            <a:prstDash val="solid"/>
          </a:ln>
        </p:spPr>
      </p:sp>
      <p:sp>
        <p:nvSpPr>
          <p:cNvPr id="27" name="01_find_only_26">
            <a:extLst>
              <a:ext uri="{FF2B5EF4-FFF2-40B4-BE49-F238E27FC236}">
                <a16:creationId xmlns:a16="http://schemas.microsoft.com/office/drawing/2014/main" id="{214BBD52-FC17-40DC-976C-1D620016005D}"/>
              </a:ext>
            </a:extLst>
          </p:cNvPr>
          <p:cNvSpPr>
            <a:spLocks noGrp="1"/>
          </p:cNvSpPr>
          <p:nvPr/>
        </p:nvSpPr>
        <p:spPr>
          <a:xfrm>
            <a:off x="818579" y="3700746"/>
            <a:ext cx="28398" cy="28398"/>
          </a:xfrm>
          <a:prstGeom prst="ellipse">
            <a:avLst/>
          </a:prstGeom>
          <a:solidFill>
            <a:srgbClr val="7F8C97">
              <a:alpha val="48000"/>
            </a:srgbClr>
          </a:solidFill>
          <a:ln w="0">
            <a:noFill/>
            <a:prstDash val="solid"/>
          </a:ln>
        </p:spPr>
      </p:sp>
      <p:sp>
        <p:nvSpPr>
          <p:cNvPr id="28" name="01_find_only_27">
            <a:extLst>
              <a:ext uri="{FF2B5EF4-FFF2-40B4-BE49-F238E27FC236}">
                <a16:creationId xmlns:a16="http://schemas.microsoft.com/office/drawing/2014/main" id="{116CE9A2-E8F4-4C1B-81C7-1C410886B2C2}"/>
              </a:ext>
            </a:extLst>
          </p:cNvPr>
          <p:cNvSpPr>
            <a:spLocks noGrp="1"/>
          </p:cNvSpPr>
          <p:nvPr/>
        </p:nvSpPr>
        <p:spPr>
          <a:xfrm>
            <a:off x="836034" y="3489410"/>
            <a:ext cx="28398" cy="28398"/>
          </a:xfrm>
          <a:prstGeom prst="ellipse">
            <a:avLst/>
          </a:prstGeom>
          <a:solidFill>
            <a:srgbClr val="7F8C97">
              <a:alpha val="48000"/>
            </a:srgbClr>
          </a:solidFill>
          <a:ln w="0">
            <a:noFill/>
            <a:prstDash val="solid"/>
          </a:ln>
        </p:spPr>
      </p:sp>
      <p:sp>
        <p:nvSpPr>
          <p:cNvPr id="29" name="01_find_only_28">
            <a:extLst>
              <a:ext uri="{FF2B5EF4-FFF2-40B4-BE49-F238E27FC236}">
                <a16:creationId xmlns:a16="http://schemas.microsoft.com/office/drawing/2014/main" id="{797512FF-AEC2-4F94-8CAE-856CD4C95927}"/>
              </a:ext>
            </a:extLst>
          </p:cNvPr>
          <p:cNvSpPr>
            <a:spLocks noGrp="1"/>
          </p:cNvSpPr>
          <p:nvPr/>
        </p:nvSpPr>
        <p:spPr>
          <a:xfrm>
            <a:off x="765165" y="3912082"/>
            <a:ext cx="28398" cy="28398"/>
          </a:xfrm>
          <a:prstGeom prst="ellipse">
            <a:avLst/>
          </a:prstGeom>
          <a:solidFill>
            <a:srgbClr val="7F8C97">
              <a:alpha val="48000"/>
            </a:srgbClr>
          </a:solidFill>
          <a:ln w="0">
            <a:noFill/>
            <a:prstDash val="solid"/>
          </a:ln>
        </p:spPr>
      </p:sp>
      <p:sp>
        <p:nvSpPr>
          <p:cNvPr id="30" name="01_find_only_29">
            <a:extLst>
              <a:ext uri="{FF2B5EF4-FFF2-40B4-BE49-F238E27FC236}">
                <a16:creationId xmlns:a16="http://schemas.microsoft.com/office/drawing/2014/main" id="{E74524CC-338D-41A0-94A1-095E87F5AE25}"/>
              </a:ext>
            </a:extLst>
          </p:cNvPr>
          <p:cNvSpPr>
            <a:spLocks noGrp="1"/>
          </p:cNvSpPr>
          <p:nvPr/>
        </p:nvSpPr>
        <p:spPr>
          <a:xfrm>
            <a:off x="808755" y="3489410"/>
            <a:ext cx="28398" cy="28398"/>
          </a:xfrm>
          <a:prstGeom prst="ellipse">
            <a:avLst/>
          </a:prstGeom>
          <a:solidFill>
            <a:srgbClr val="7F8C97">
              <a:alpha val="48000"/>
            </a:srgbClr>
          </a:solidFill>
          <a:ln w="0">
            <a:noFill/>
            <a:prstDash val="solid"/>
          </a:ln>
        </p:spPr>
      </p:sp>
      <p:sp>
        <p:nvSpPr>
          <p:cNvPr id="31" name="01_find_only_30">
            <a:extLst>
              <a:ext uri="{FF2B5EF4-FFF2-40B4-BE49-F238E27FC236}">
                <a16:creationId xmlns:a16="http://schemas.microsoft.com/office/drawing/2014/main" id="{27E0AE0F-0972-4BD0-8457-5B5EA5AABDF2}"/>
              </a:ext>
            </a:extLst>
          </p:cNvPr>
          <p:cNvSpPr>
            <a:spLocks noGrp="1"/>
          </p:cNvSpPr>
          <p:nvPr/>
        </p:nvSpPr>
        <p:spPr>
          <a:xfrm>
            <a:off x="765451" y="3489410"/>
            <a:ext cx="28398" cy="28398"/>
          </a:xfrm>
          <a:prstGeom prst="ellipse">
            <a:avLst/>
          </a:prstGeom>
          <a:solidFill>
            <a:srgbClr val="7F8C97">
              <a:alpha val="48000"/>
            </a:srgbClr>
          </a:solidFill>
          <a:ln w="0">
            <a:noFill/>
            <a:prstDash val="solid"/>
          </a:ln>
        </p:spPr>
      </p:sp>
      <p:sp>
        <p:nvSpPr>
          <p:cNvPr id="32" name="01_find_only_31">
            <a:extLst>
              <a:ext uri="{FF2B5EF4-FFF2-40B4-BE49-F238E27FC236}">
                <a16:creationId xmlns:a16="http://schemas.microsoft.com/office/drawing/2014/main" id="{93AB710A-7188-4334-8098-4923652142CE}"/>
              </a:ext>
            </a:extLst>
          </p:cNvPr>
          <p:cNvSpPr>
            <a:spLocks noGrp="1"/>
          </p:cNvSpPr>
          <p:nvPr/>
        </p:nvSpPr>
        <p:spPr>
          <a:xfrm>
            <a:off x="754959" y="3489410"/>
            <a:ext cx="28398" cy="28398"/>
          </a:xfrm>
          <a:prstGeom prst="ellipse">
            <a:avLst/>
          </a:prstGeom>
          <a:solidFill>
            <a:srgbClr val="7F8C97">
              <a:alpha val="48000"/>
            </a:srgbClr>
          </a:solidFill>
          <a:ln w="0">
            <a:noFill/>
            <a:prstDash val="solid"/>
          </a:ln>
        </p:spPr>
      </p:sp>
      <p:sp>
        <p:nvSpPr>
          <p:cNvPr id="33" name="01_find_only_32">
            <a:extLst>
              <a:ext uri="{FF2B5EF4-FFF2-40B4-BE49-F238E27FC236}">
                <a16:creationId xmlns:a16="http://schemas.microsoft.com/office/drawing/2014/main" id="{1686516C-0243-4605-86D1-7134A3763B97}"/>
              </a:ext>
            </a:extLst>
          </p:cNvPr>
          <p:cNvSpPr>
            <a:spLocks noGrp="1"/>
          </p:cNvSpPr>
          <p:nvPr/>
        </p:nvSpPr>
        <p:spPr>
          <a:xfrm>
            <a:off x="828403" y="3489410"/>
            <a:ext cx="28398" cy="28398"/>
          </a:xfrm>
          <a:prstGeom prst="ellipse">
            <a:avLst/>
          </a:prstGeom>
          <a:solidFill>
            <a:srgbClr val="7F8C97">
              <a:alpha val="48000"/>
            </a:srgbClr>
          </a:solidFill>
          <a:ln w="0">
            <a:noFill/>
            <a:prstDash val="solid"/>
          </a:ln>
        </p:spPr>
      </p:sp>
      <p:sp>
        <p:nvSpPr>
          <p:cNvPr id="34" name="01_find_only_33">
            <a:extLst>
              <a:ext uri="{FF2B5EF4-FFF2-40B4-BE49-F238E27FC236}">
                <a16:creationId xmlns:a16="http://schemas.microsoft.com/office/drawing/2014/main" id="{924265D0-F68A-48E6-8577-96E8B7095B2F}"/>
              </a:ext>
            </a:extLst>
          </p:cNvPr>
          <p:cNvSpPr>
            <a:spLocks noGrp="1"/>
          </p:cNvSpPr>
          <p:nvPr/>
        </p:nvSpPr>
        <p:spPr>
          <a:xfrm>
            <a:off x="847956" y="4123418"/>
            <a:ext cx="28398" cy="28398"/>
          </a:xfrm>
          <a:prstGeom prst="ellipse">
            <a:avLst/>
          </a:prstGeom>
          <a:solidFill>
            <a:srgbClr val="7F8C97">
              <a:alpha val="48000"/>
            </a:srgbClr>
          </a:solidFill>
          <a:ln w="0">
            <a:noFill/>
            <a:prstDash val="solid"/>
          </a:ln>
        </p:spPr>
      </p:sp>
      <p:sp>
        <p:nvSpPr>
          <p:cNvPr id="35" name="01_find_only_34">
            <a:extLst>
              <a:ext uri="{FF2B5EF4-FFF2-40B4-BE49-F238E27FC236}">
                <a16:creationId xmlns:a16="http://schemas.microsoft.com/office/drawing/2014/main" id="{DAB590BD-4A96-4F8B-912C-61E45159070E}"/>
              </a:ext>
            </a:extLst>
          </p:cNvPr>
          <p:cNvSpPr>
            <a:spLocks noGrp="1"/>
          </p:cNvSpPr>
          <p:nvPr/>
        </p:nvSpPr>
        <p:spPr>
          <a:xfrm>
            <a:off x="790537" y="4123418"/>
            <a:ext cx="28398" cy="28398"/>
          </a:xfrm>
          <a:prstGeom prst="ellipse">
            <a:avLst/>
          </a:prstGeom>
          <a:solidFill>
            <a:srgbClr val="7F8C97">
              <a:alpha val="48000"/>
            </a:srgbClr>
          </a:solidFill>
          <a:ln w="0">
            <a:noFill/>
            <a:prstDash val="solid"/>
          </a:ln>
        </p:spPr>
      </p:sp>
      <p:sp>
        <p:nvSpPr>
          <p:cNvPr id="36" name="01_find_only_35">
            <a:extLst>
              <a:ext uri="{FF2B5EF4-FFF2-40B4-BE49-F238E27FC236}">
                <a16:creationId xmlns:a16="http://schemas.microsoft.com/office/drawing/2014/main" id="{D01E4481-196C-4F0D-B021-3956740DCAAE}"/>
              </a:ext>
            </a:extLst>
          </p:cNvPr>
          <p:cNvSpPr>
            <a:spLocks noGrp="1"/>
          </p:cNvSpPr>
          <p:nvPr/>
        </p:nvSpPr>
        <p:spPr>
          <a:xfrm>
            <a:off x="842806" y="3489410"/>
            <a:ext cx="28398" cy="28398"/>
          </a:xfrm>
          <a:prstGeom prst="ellipse">
            <a:avLst/>
          </a:prstGeom>
          <a:solidFill>
            <a:srgbClr val="7F8C97">
              <a:alpha val="48000"/>
            </a:srgbClr>
          </a:solidFill>
          <a:ln w="0">
            <a:noFill/>
            <a:prstDash val="solid"/>
          </a:ln>
        </p:spPr>
      </p:sp>
      <p:sp>
        <p:nvSpPr>
          <p:cNvPr id="37" name="01_find_only_36">
            <a:extLst>
              <a:ext uri="{FF2B5EF4-FFF2-40B4-BE49-F238E27FC236}">
                <a16:creationId xmlns:a16="http://schemas.microsoft.com/office/drawing/2014/main" id="{C87252BB-C23D-4593-A79E-0E6523BD9F7F}"/>
              </a:ext>
            </a:extLst>
          </p:cNvPr>
          <p:cNvSpPr>
            <a:spLocks noGrp="1"/>
          </p:cNvSpPr>
          <p:nvPr/>
        </p:nvSpPr>
        <p:spPr>
          <a:xfrm>
            <a:off x="774894" y="3630301"/>
            <a:ext cx="28398" cy="28398"/>
          </a:xfrm>
          <a:prstGeom prst="ellipse">
            <a:avLst/>
          </a:prstGeom>
          <a:solidFill>
            <a:srgbClr val="7F8C97">
              <a:alpha val="48000"/>
            </a:srgbClr>
          </a:solidFill>
          <a:ln w="0">
            <a:noFill/>
            <a:prstDash val="solid"/>
          </a:ln>
        </p:spPr>
      </p:sp>
      <p:sp>
        <p:nvSpPr>
          <p:cNvPr id="38" name="01_find_only_37">
            <a:extLst>
              <a:ext uri="{FF2B5EF4-FFF2-40B4-BE49-F238E27FC236}">
                <a16:creationId xmlns:a16="http://schemas.microsoft.com/office/drawing/2014/main" id="{D4F6B0C4-FFEE-4BA7-B91E-E2410F1B3724}"/>
              </a:ext>
            </a:extLst>
          </p:cNvPr>
          <p:cNvSpPr>
            <a:spLocks noGrp="1"/>
          </p:cNvSpPr>
          <p:nvPr/>
        </p:nvSpPr>
        <p:spPr>
          <a:xfrm>
            <a:off x="793017" y="3602429"/>
            <a:ext cx="28398" cy="28398"/>
          </a:xfrm>
          <a:prstGeom prst="ellipse">
            <a:avLst/>
          </a:prstGeom>
          <a:solidFill>
            <a:srgbClr val="7F8C97">
              <a:alpha val="48000"/>
            </a:srgbClr>
          </a:solidFill>
          <a:ln w="0">
            <a:noFill/>
            <a:prstDash val="solid"/>
          </a:ln>
        </p:spPr>
      </p:sp>
      <p:sp>
        <p:nvSpPr>
          <p:cNvPr id="39" name="01_find_only_38">
            <a:extLst>
              <a:ext uri="{FF2B5EF4-FFF2-40B4-BE49-F238E27FC236}">
                <a16:creationId xmlns:a16="http://schemas.microsoft.com/office/drawing/2014/main" id="{4D2C8BCF-03A3-497D-A631-59F51CEA5455}"/>
              </a:ext>
            </a:extLst>
          </p:cNvPr>
          <p:cNvSpPr>
            <a:spLocks noGrp="1"/>
          </p:cNvSpPr>
          <p:nvPr/>
        </p:nvSpPr>
        <p:spPr>
          <a:xfrm>
            <a:off x="821440" y="3616211"/>
            <a:ext cx="28398" cy="28398"/>
          </a:xfrm>
          <a:prstGeom prst="ellipse">
            <a:avLst/>
          </a:prstGeom>
          <a:solidFill>
            <a:srgbClr val="7F8C97">
              <a:alpha val="48000"/>
            </a:srgbClr>
          </a:solidFill>
          <a:ln w="0">
            <a:noFill/>
            <a:prstDash val="solid"/>
          </a:ln>
        </p:spPr>
      </p:sp>
      <p:sp>
        <p:nvSpPr>
          <p:cNvPr id="40" name="01_find_only_39">
            <a:extLst>
              <a:ext uri="{FF2B5EF4-FFF2-40B4-BE49-F238E27FC236}">
                <a16:creationId xmlns:a16="http://schemas.microsoft.com/office/drawing/2014/main" id="{203EA0E5-5D9A-4AE7-A609-0B34C961B963}"/>
              </a:ext>
            </a:extLst>
          </p:cNvPr>
          <p:cNvSpPr>
            <a:spLocks noGrp="1"/>
          </p:cNvSpPr>
          <p:nvPr/>
        </p:nvSpPr>
        <p:spPr>
          <a:xfrm>
            <a:off x="838514" y="3489410"/>
            <a:ext cx="28398" cy="28398"/>
          </a:xfrm>
          <a:prstGeom prst="ellipse">
            <a:avLst/>
          </a:prstGeom>
          <a:solidFill>
            <a:srgbClr val="7F8C97">
              <a:alpha val="48000"/>
            </a:srgbClr>
          </a:solidFill>
          <a:ln w="0">
            <a:noFill/>
            <a:prstDash val="solid"/>
          </a:ln>
        </p:spPr>
      </p:sp>
      <p:sp>
        <p:nvSpPr>
          <p:cNvPr id="41" name="01_find_only_40">
            <a:extLst>
              <a:ext uri="{FF2B5EF4-FFF2-40B4-BE49-F238E27FC236}">
                <a16:creationId xmlns:a16="http://schemas.microsoft.com/office/drawing/2014/main" id="{4AD0C57B-02CE-4549-BAEB-DF74439F270C}"/>
              </a:ext>
            </a:extLst>
          </p:cNvPr>
          <p:cNvSpPr>
            <a:spLocks noGrp="1"/>
          </p:cNvSpPr>
          <p:nvPr/>
        </p:nvSpPr>
        <p:spPr>
          <a:xfrm>
            <a:off x="847766" y="3912082"/>
            <a:ext cx="28398" cy="28398"/>
          </a:xfrm>
          <a:prstGeom prst="ellipse">
            <a:avLst/>
          </a:prstGeom>
          <a:solidFill>
            <a:srgbClr val="7F8C97">
              <a:alpha val="48000"/>
            </a:srgbClr>
          </a:solidFill>
          <a:ln w="0">
            <a:noFill/>
            <a:prstDash val="solid"/>
          </a:ln>
        </p:spPr>
      </p:sp>
      <p:sp>
        <p:nvSpPr>
          <p:cNvPr id="42" name="01_find_only_41">
            <a:extLst>
              <a:ext uri="{FF2B5EF4-FFF2-40B4-BE49-F238E27FC236}">
                <a16:creationId xmlns:a16="http://schemas.microsoft.com/office/drawing/2014/main" id="{B5BE4ED7-E8E9-4135-8A3D-3CD514EA3344}"/>
              </a:ext>
            </a:extLst>
          </p:cNvPr>
          <p:cNvSpPr>
            <a:spLocks noGrp="1"/>
          </p:cNvSpPr>
          <p:nvPr/>
        </p:nvSpPr>
        <p:spPr>
          <a:xfrm>
            <a:off x="814859" y="3489410"/>
            <a:ext cx="28398" cy="28398"/>
          </a:xfrm>
          <a:prstGeom prst="ellipse">
            <a:avLst/>
          </a:prstGeom>
          <a:solidFill>
            <a:srgbClr val="7F8C97">
              <a:alpha val="48000"/>
            </a:srgbClr>
          </a:solidFill>
          <a:ln w="0">
            <a:noFill/>
            <a:prstDash val="solid"/>
          </a:ln>
        </p:spPr>
      </p:sp>
      <p:sp>
        <p:nvSpPr>
          <p:cNvPr id="43" name="01_find_only_42">
            <a:extLst>
              <a:ext uri="{FF2B5EF4-FFF2-40B4-BE49-F238E27FC236}">
                <a16:creationId xmlns:a16="http://schemas.microsoft.com/office/drawing/2014/main" id="{1F27B293-5B9A-4DD0-91BB-A311ECF70725}"/>
              </a:ext>
            </a:extLst>
          </p:cNvPr>
          <p:cNvSpPr>
            <a:spLocks noGrp="1"/>
          </p:cNvSpPr>
          <p:nvPr/>
        </p:nvSpPr>
        <p:spPr>
          <a:xfrm>
            <a:off x="758298" y="3522779"/>
            <a:ext cx="28398" cy="28398"/>
          </a:xfrm>
          <a:prstGeom prst="ellipse">
            <a:avLst/>
          </a:prstGeom>
          <a:solidFill>
            <a:srgbClr val="7F8C97">
              <a:alpha val="48000"/>
            </a:srgbClr>
          </a:solidFill>
          <a:ln w="0">
            <a:noFill/>
            <a:prstDash val="solid"/>
          </a:ln>
        </p:spPr>
      </p:sp>
      <p:sp>
        <p:nvSpPr>
          <p:cNvPr id="44" name="01_find_only_43">
            <a:extLst>
              <a:ext uri="{FF2B5EF4-FFF2-40B4-BE49-F238E27FC236}">
                <a16:creationId xmlns:a16="http://schemas.microsoft.com/office/drawing/2014/main" id="{431506E1-AA04-439D-BFCC-48DF75B58159}"/>
              </a:ext>
            </a:extLst>
          </p:cNvPr>
          <p:cNvSpPr>
            <a:spLocks noGrp="1"/>
          </p:cNvSpPr>
          <p:nvPr/>
        </p:nvSpPr>
        <p:spPr>
          <a:xfrm>
            <a:off x="772414" y="3489410"/>
            <a:ext cx="28398" cy="28398"/>
          </a:xfrm>
          <a:prstGeom prst="ellipse">
            <a:avLst/>
          </a:prstGeom>
          <a:solidFill>
            <a:srgbClr val="7F8C97">
              <a:alpha val="48000"/>
            </a:srgbClr>
          </a:solidFill>
          <a:ln w="0">
            <a:noFill/>
            <a:prstDash val="solid"/>
          </a:ln>
        </p:spPr>
      </p:sp>
      <p:sp>
        <p:nvSpPr>
          <p:cNvPr id="45" name="01_find_only_44">
            <a:extLst>
              <a:ext uri="{FF2B5EF4-FFF2-40B4-BE49-F238E27FC236}">
                <a16:creationId xmlns:a16="http://schemas.microsoft.com/office/drawing/2014/main" id="{52288EBD-D783-4371-9E54-A7A9D9CF97F4}"/>
              </a:ext>
            </a:extLst>
          </p:cNvPr>
          <p:cNvSpPr>
            <a:spLocks noGrp="1"/>
          </p:cNvSpPr>
          <p:nvPr/>
        </p:nvSpPr>
        <p:spPr>
          <a:xfrm>
            <a:off x="778614" y="4123418"/>
            <a:ext cx="28398" cy="28398"/>
          </a:xfrm>
          <a:prstGeom prst="ellipse">
            <a:avLst/>
          </a:prstGeom>
          <a:solidFill>
            <a:srgbClr val="7F8C97">
              <a:alpha val="48000"/>
            </a:srgbClr>
          </a:solidFill>
          <a:ln w="0">
            <a:noFill/>
            <a:prstDash val="solid"/>
          </a:ln>
        </p:spPr>
      </p:sp>
      <p:sp>
        <p:nvSpPr>
          <p:cNvPr id="46" name="01_find_only_45">
            <a:extLst>
              <a:ext uri="{FF2B5EF4-FFF2-40B4-BE49-F238E27FC236}">
                <a16:creationId xmlns:a16="http://schemas.microsoft.com/office/drawing/2014/main" id="{00170E8B-7FE4-4E10-91A3-B962FACF9F10}"/>
              </a:ext>
            </a:extLst>
          </p:cNvPr>
          <p:cNvSpPr>
            <a:spLocks noGrp="1"/>
          </p:cNvSpPr>
          <p:nvPr/>
        </p:nvSpPr>
        <p:spPr>
          <a:xfrm>
            <a:off x="758107" y="3700746"/>
            <a:ext cx="28398" cy="28398"/>
          </a:xfrm>
          <a:prstGeom prst="ellipse">
            <a:avLst/>
          </a:prstGeom>
          <a:solidFill>
            <a:srgbClr val="7F8C97">
              <a:alpha val="48000"/>
            </a:srgbClr>
          </a:solidFill>
          <a:ln w="0">
            <a:noFill/>
            <a:prstDash val="solid"/>
          </a:ln>
        </p:spPr>
      </p:sp>
      <p:sp>
        <p:nvSpPr>
          <p:cNvPr id="47" name="01_find_only_46">
            <a:extLst>
              <a:ext uri="{FF2B5EF4-FFF2-40B4-BE49-F238E27FC236}">
                <a16:creationId xmlns:a16="http://schemas.microsoft.com/office/drawing/2014/main" id="{BC8F8408-9FBD-44C4-A963-64BB4243E7C8}"/>
              </a:ext>
            </a:extLst>
          </p:cNvPr>
          <p:cNvSpPr>
            <a:spLocks noGrp="1"/>
          </p:cNvSpPr>
          <p:nvPr/>
        </p:nvSpPr>
        <p:spPr>
          <a:xfrm>
            <a:off x="757535" y="3616211"/>
            <a:ext cx="28398" cy="28398"/>
          </a:xfrm>
          <a:prstGeom prst="ellipse">
            <a:avLst/>
          </a:prstGeom>
          <a:solidFill>
            <a:srgbClr val="7F8C97">
              <a:alpha val="48000"/>
            </a:srgbClr>
          </a:solidFill>
          <a:ln w="0">
            <a:noFill/>
            <a:prstDash val="solid"/>
          </a:ln>
        </p:spPr>
      </p:sp>
      <p:sp>
        <p:nvSpPr>
          <p:cNvPr id="48" name="01_find_only_47">
            <a:extLst>
              <a:ext uri="{FF2B5EF4-FFF2-40B4-BE49-F238E27FC236}">
                <a16:creationId xmlns:a16="http://schemas.microsoft.com/office/drawing/2014/main" id="{0ED4DD51-E231-48B5-97C8-24CE669A84CF}"/>
              </a:ext>
            </a:extLst>
          </p:cNvPr>
          <p:cNvSpPr>
            <a:spLocks noGrp="1"/>
          </p:cNvSpPr>
          <p:nvPr/>
        </p:nvSpPr>
        <p:spPr>
          <a:xfrm>
            <a:off x="776039" y="4123418"/>
            <a:ext cx="28398" cy="28398"/>
          </a:xfrm>
          <a:prstGeom prst="ellipse">
            <a:avLst/>
          </a:prstGeom>
          <a:solidFill>
            <a:srgbClr val="7F8C97">
              <a:alpha val="48000"/>
            </a:srgbClr>
          </a:solidFill>
          <a:ln w="0">
            <a:noFill/>
            <a:prstDash val="solid"/>
          </a:ln>
        </p:spPr>
      </p:sp>
      <p:sp>
        <p:nvSpPr>
          <p:cNvPr id="49" name="01_find_only_48">
            <a:extLst>
              <a:ext uri="{FF2B5EF4-FFF2-40B4-BE49-F238E27FC236}">
                <a16:creationId xmlns:a16="http://schemas.microsoft.com/office/drawing/2014/main" id="{84218ACB-9095-45C9-B0A5-4FC184BDD012}"/>
              </a:ext>
            </a:extLst>
          </p:cNvPr>
          <p:cNvSpPr>
            <a:spLocks noGrp="1"/>
          </p:cNvSpPr>
          <p:nvPr/>
        </p:nvSpPr>
        <p:spPr>
          <a:xfrm>
            <a:off x="811998" y="3489410"/>
            <a:ext cx="28398" cy="28398"/>
          </a:xfrm>
          <a:prstGeom prst="ellipse">
            <a:avLst/>
          </a:prstGeom>
          <a:solidFill>
            <a:srgbClr val="7F8C97">
              <a:alpha val="48000"/>
            </a:srgbClr>
          </a:solidFill>
          <a:ln w="0">
            <a:noFill/>
            <a:prstDash val="solid"/>
          </a:ln>
        </p:spPr>
      </p:sp>
      <p:sp>
        <p:nvSpPr>
          <p:cNvPr id="50" name="01_find_only_49">
            <a:extLst>
              <a:ext uri="{FF2B5EF4-FFF2-40B4-BE49-F238E27FC236}">
                <a16:creationId xmlns:a16="http://schemas.microsoft.com/office/drawing/2014/main" id="{D258D322-CF9E-4821-8957-0896A3649EA4}"/>
              </a:ext>
            </a:extLst>
          </p:cNvPr>
          <p:cNvSpPr>
            <a:spLocks noGrp="1"/>
          </p:cNvSpPr>
          <p:nvPr/>
        </p:nvSpPr>
        <p:spPr>
          <a:xfrm>
            <a:off x="770983" y="3700746"/>
            <a:ext cx="28398" cy="28398"/>
          </a:xfrm>
          <a:prstGeom prst="ellipse">
            <a:avLst/>
          </a:prstGeom>
          <a:solidFill>
            <a:srgbClr val="7F8C97">
              <a:alpha val="48000"/>
            </a:srgbClr>
          </a:solidFill>
          <a:ln w="0">
            <a:noFill/>
            <a:prstDash val="solid"/>
          </a:ln>
        </p:spPr>
      </p:sp>
      <p:sp>
        <p:nvSpPr>
          <p:cNvPr id="51" name="01_find_only_50">
            <a:extLst>
              <a:ext uri="{FF2B5EF4-FFF2-40B4-BE49-F238E27FC236}">
                <a16:creationId xmlns:a16="http://schemas.microsoft.com/office/drawing/2014/main" id="{43304B0A-5941-46FD-9071-3A6545FB54D6}"/>
              </a:ext>
            </a:extLst>
          </p:cNvPr>
          <p:cNvSpPr>
            <a:spLocks noGrp="1"/>
          </p:cNvSpPr>
          <p:nvPr/>
        </p:nvSpPr>
        <p:spPr>
          <a:xfrm>
            <a:off x="799598" y="3489410"/>
            <a:ext cx="28398" cy="28398"/>
          </a:xfrm>
          <a:prstGeom prst="ellipse">
            <a:avLst/>
          </a:prstGeom>
          <a:solidFill>
            <a:srgbClr val="7F8C97">
              <a:alpha val="48000"/>
            </a:srgbClr>
          </a:solidFill>
          <a:ln w="0">
            <a:noFill/>
            <a:prstDash val="solid"/>
          </a:ln>
        </p:spPr>
      </p:sp>
      <p:sp>
        <p:nvSpPr>
          <p:cNvPr id="52" name="01_find_only_51">
            <a:extLst>
              <a:ext uri="{FF2B5EF4-FFF2-40B4-BE49-F238E27FC236}">
                <a16:creationId xmlns:a16="http://schemas.microsoft.com/office/drawing/2014/main" id="{781FCF94-87EF-4E20-B34C-CD64E53A158E}"/>
              </a:ext>
            </a:extLst>
          </p:cNvPr>
          <p:cNvSpPr>
            <a:spLocks noGrp="1"/>
          </p:cNvSpPr>
          <p:nvPr/>
        </p:nvSpPr>
        <p:spPr>
          <a:xfrm>
            <a:off x="789488" y="4123418"/>
            <a:ext cx="28398" cy="28398"/>
          </a:xfrm>
          <a:prstGeom prst="ellipse">
            <a:avLst/>
          </a:prstGeom>
          <a:solidFill>
            <a:srgbClr val="7F8C97">
              <a:alpha val="48000"/>
            </a:srgbClr>
          </a:solidFill>
          <a:ln w="0">
            <a:noFill/>
            <a:prstDash val="solid"/>
          </a:ln>
        </p:spPr>
      </p:sp>
      <p:sp>
        <p:nvSpPr>
          <p:cNvPr id="53" name="01_find_only_52">
            <a:extLst>
              <a:ext uri="{FF2B5EF4-FFF2-40B4-BE49-F238E27FC236}">
                <a16:creationId xmlns:a16="http://schemas.microsoft.com/office/drawing/2014/main" id="{58447AD3-6E78-4761-9481-247B3520DBD6}"/>
              </a:ext>
            </a:extLst>
          </p:cNvPr>
          <p:cNvSpPr>
            <a:spLocks noGrp="1"/>
          </p:cNvSpPr>
          <p:nvPr/>
        </p:nvSpPr>
        <p:spPr>
          <a:xfrm>
            <a:off x="836797" y="4123418"/>
            <a:ext cx="28398" cy="28398"/>
          </a:xfrm>
          <a:prstGeom prst="ellipse">
            <a:avLst/>
          </a:prstGeom>
          <a:solidFill>
            <a:srgbClr val="7F8C97">
              <a:alpha val="48000"/>
            </a:srgbClr>
          </a:solidFill>
          <a:ln w="0">
            <a:noFill/>
            <a:prstDash val="solid"/>
          </a:ln>
        </p:spPr>
      </p:sp>
      <p:sp>
        <p:nvSpPr>
          <p:cNvPr id="54" name="01_find_only_53">
            <a:extLst>
              <a:ext uri="{FF2B5EF4-FFF2-40B4-BE49-F238E27FC236}">
                <a16:creationId xmlns:a16="http://schemas.microsoft.com/office/drawing/2014/main" id="{09DCC40B-9496-43CB-B6E7-5DFEF25C3712}"/>
              </a:ext>
            </a:extLst>
          </p:cNvPr>
          <p:cNvSpPr>
            <a:spLocks noGrp="1"/>
          </p:cNvSpPr>
          <p:nvPr/>
        </p:nvSpPr>
        <p:spPr>
          <a:xfrm>
            <a:off x="780045" y="4072288"/>
            <a:ext cx="28398" cy="28398"/>
          </a:xfrm>
          <a:prstGeom prst="ellipse">
            <a:avLst/>
          </a:prstGeom>
          <a:solidFill>
            <a:srgbClr val="7F8C97">
              <a:alpha val="48000"/>
            </a:srgbClr>
          </a:solidFill>
          <a:ln w="0">
            <a:noFill/>
            <a:prstDash val="solid"/>
          </a:ln>
        </p:spPr>
      </p:sp>
      <p:sp>
        <p:nvSpPr>
          <p:cNvPr id="55" name="01_find_only_54">
            <a:extLst>
              <a:ext uri="{FF2B5EF4-FFF2-40B4-BE49-F238E27FC236}">
                <a16:creationId xmlns:a16="http://schemas.microsoft.com/office/drawing/2014/main" id="{4CD1729D-99F1-457C-8EB1-D85C5763C1E7}"/>
              </a:ext>
            </a:extLst>
          </p:cNvPr>
          <p:cNvSpPr>
            <a:spLocks noGrp="1"/>
          </p:cNvSpPr>
          <p:nvPr/>
        </p:nvSpPr>
        <p:spPr>
          <a:xfrm>
            <a:off x="819247" y="3579982"/>
            <a:ext cx="28398" cy="28398"/>
          </a:xfrm>
          <a:prstGeom prst="ellipse">
            <a:avLst/>
          </a:prstGeom>
          <a:solidFill>
            <a:srgbClr val="7F8C97">
              <a:alpha val="48000"/>
            </a:srgbClr>
          </a:solidFill>
          <a:ln w="0">
            <a:noFill/>
            <a:prstDash val="solid"/>
          </a:ln>
        </p:spPr>
      </p:sp>
      <p:sp>
        <p:nvSpPr>
          <p:cNvPr id="56" name="01_find_only_55">
            <a:extLst>
              <a:ext uri="{FF2B5EF4-FFF2-40B4-BE49-F238E27FC236}">
                <a16:creationId xmlns:a16="http://schemas.microsoft.com/office/drawing/2014/main" id="{95D4409C-789C-4B39-AE19-5E856B3631B1}"/>
              </a:ext>
            </a:extLst>
          </p:cNvPr>
          <p:cNvSpPr>
            <a:spLocks noGrp="1"/>
          </p:cNvSpPr>
          <p:nvPr/>
        </p:nvSpPr>
        <p:spPr>
          <a:xfrm>
            <a:off x="821631" y="4123418"/>
            <a:ext cx="28398" cy="28398"/>
          </a:xfrm>
          <a:prstGeom prst="ellipse">
            <a:avLst/>
          </a:prstGeom>
          <a:solidFill>
            <a:srgbClr val="7F8C97">
              <a:alpha val="48000"/>
            </a:srgbClr>
          </a:solidFill>
          <a:ln w="0">
            <a:noFill/>
            <a:prstDash val="solid"/>
          </a:ln>
        </p:spPr>
      </p:sp>
      <p:sp>
        <p:nvSpPr>
          <p:cNvPr id="57" name="01_find_only_56">
            <a:extLst>
              <a:ext uri="{FF2B5EF4-FFF2-40B4-BE49-F238E27FC236}">
                <a16:creationId xmlns:a16="http://schemas.microsoft.com/office/drawing/2014/main" id="{C94F7AB3-84DA-4139-B225-A2489DB53FD3}"/>
              </a:ext>
            </a:extLst>
          </p:cNvPr>
          <p:cNvSpPr>
            <a:spLocks noGrp="1"/>
          </p:cNvSpPr>
          <p:nvPr/>
        </p:nvSpPr>
        <p:spPr>
          <a:xfrm>
            <a:off x="757821" y="3489410"/>
            <a:ext cx="28398" cy="28398"/>
          </a:xfrm>
          <a:prstGeom prst="ellipse">
            <a:avLst/>
          </a:prstGeom>
          <a:solidFill>
            <a:srgbClr val="7F8C97">
              <a:alpha val="48000"/>
            </a:srgbClr>
          </a:solidFill>
          <a:ln w="0">
            <a:noFill/>
            <a:prstDash val="solid"/>
          </a:ln>
        </p:spPr>
      </p:sp>
      <p:sp>
        <p:nvSpPr>
          <p:cNvPr id="58" name="01_find_only_57">
            <a:extLst>
              <a:ext uri="{FF2B5EF4-FFF2-40B4-BE49-F238E27FC236}">
                <a16:creationId xmlns:a16="http://schemas.microsoft.com/office/drawing/2014/main" id="{3D86C188-89FF-4ABA-9314-59EC054F743A}"/>
              </a:ext>
            </a:extLst>
          </p:cNvPr>
          <p:cNvSpPr>
            <a:spLocks noGrp="1"/>
          </p:cNvSpPr>
          <p:nvPr/>
        </p:nvSpPr>
        <p:spPr>
          <a:xfrm>
            <a:off x="835557" y="3489410"/>
            <a:ext cx="28398" cy="28398"/>
          </a:xfrm>
          <a:prstGeom prst="ellipse">
            <a:avLst/>
          </a:prstGeom>
          <a:solidFill>
            <a:srgbClr val="7F8C97">
              <a:alpha val="48000"/>
            </a:srgbClr>
          </a:solidFill>
          <a:ln w="0">
            <a:noFill/>
            <a:prstDash val="solid"/>
          </a:ln>
        </p:spPr>
      </p:sp>
      <p:sp>
        <p:nvSpPr>
          <p:cNvPr id="59" name="01_find_only_58">
            <a:extLst>
              <a:ext uri="{FF2B5EF4-FFF2-40B4-BE49-F238E27FC236}">
                <a16:creationId xmlns:a16="http://schemas.microsoft.com/office/drawing/2014/main" id="{A63E5BC1-84A7-4634-B674-D05B095AA00F}"/>
              </a:ext>
            </a:extLst>
          </p:cNvPr>
          <p:cNvSpPr>
            <a:spLocks noGrp="1"/>
          </p:cNvSpPr>
          <p:nvPr/>
        </p:nvSpPr>
        <p:spPr>
          <a:xfrm>
            <a:off x="755532" y="4123418"/>
            <a:ext cx="28398" cy="28398"/>
          </a:xfrm>
          <a:prstGeom prst="ellipse">
            <a:avLst/>
          </a:prstGeom>
          <a:solidFill>
            <a:srgbClr val="7F8C97">
              <a:alpha val="48000"/>
            </a:srgbClr>
          </a:solidFill>
          <a:ln w="0">
            <a:noFill/>
            <a:prstDash val="solid"/>
          </a:ln>
        </p:spPr>
      </p:sp>
      <p:sp>
        <p:nvSpPr>
          <p:cNvPr id="60" name="01_find_only_59">
            <a:extLst>
              <a:ext uri="{FF2B5EF4-FFF2-40B4-BE49-F238E27FC236}">
                <a16:creationId xmlns:a16="http://schemas.microsoft.com/office/drawing/2014/main" id="{61D22DDC-7932-494D-8527-D5083337E34B}"/>
              </a:ext>
            </a:extLst>
          </p:cNvPr>
          <p:cNvSpPr>
            <a:spLocks noGrp="1"/>
          </p:cNvSpPr>
          <p:nvPr/>
        </p:nvSpPr>
        <p:spPr>
          <a:xfrm>
            <a:off x="835366" y="3489410"/>
            <a:ext cx="28398" cy="28398"/>
          </a:xfrm>
          <a:prstGeom prst="ellipse">
            <a:avLst/>
          </a:prstGeom>
          <a:solidFill>
            <a:srgbClr val="7F8C97">
              <a:alpha val="48000"/>
            </a:srgbClr>
          </a:solidFill>
          <a:ln w="0">
            <a:noFill/>
            <a:prstDash val="solid"/>
          </a:ln>
        </p:spPr>
      </p:sp>
      <p:sp>
        <p:nvSpPr>
          <p:cNvPr id="61" name="01_find_only_60">
            <a:extLst>
              <a:ext uri="{FF2B5EF4-FFF2-40B4-BE49-F238E27FC236}">
                <a16:creationId xmlns:a16="http://schemas.microsoft.com/office/drawing/2014/main" id="{AE03D94A-E9F4-4CDA-8305-504FEE8AFE00}"/>
              </a:ext>
            </a:extLst>
          </p:cNvPr>
          <p:cNvSpPr>
            <a:spLocks noGrp="1"/>
          </p:cNvSpPr>
          <p:nvPr/>
        </p:nvSpPr>
        <p:spPr>
          <a:xfrm>
            <a:off x="844618" y="4123418"/>
            <a:ext cx="28398" cy="28398"/>
          </a:xfrm>
          <a:prstGeom prst="ellipse">
            <a:avLst/>
          </a:prstGeom>
          <a:solidFill>
            <a:srgbClr val="7F8C97">
              <a:alpha val="48000"/>
            </a:srgbClr>
          </a:solidFill>
          <a:ln w="0">
            <a:noFill/>
            <a:prstDash val="solid"/>
          </a:ln>
        </p:spPr>
      </p:sp>
      <p:sp>
        <p:nvSpPr>
          <p:cNvPr id="62" name="01_find_only_61">
            <a:extLst>
              <a:ext uri="{FF2B5EF4-FFF2-40B4-BE49-F238E27FC236}">
                <a16:creationId xmlns:a16="http://schemas.microsoft.com/office/drawing/2014/main" id="{D9448A27-F4E1-46C4-BACE-669B5FCE407A}"/>
              </a:ext>
            </a:extLst>
          </p:cNvPr>
          <p:cNvSpPr>
            <a:spLocks noGrp="1"/>
          </p:cNvSpPr>
          <p:nvPr/>
        </p:nvSpPr>
        <p:spPr>
          <a:xfrm>
            <a:off x="812570" y="4123418"/>
            <a:ext cx="28398" cy="28398"/>
          </a:xfrm>
          <a:prstGeom prst="ellipse">
            <a:avLst/>
          </a:prstGeom>
          <a:solidFill>
            <a:srgbClr val="7F8C97">
              <a:alpha val="48000"/>
            </a:srgbClr>
          </a:solidFill>
          <a:ln w="0">
            <a:noFill/>
            <a:prstDash val="solid"/>
          </a:ln>
        </p:spPr>
      </p:sp>
      <p:sp>
        <p:nvSpPr>
          <p:cNvPr id="63" name="01_find_only_62">
            <a:extLst>
              <a:ext uri="{FF2B5EF4-FFF2-40B4-BE49-F238E27FC236}">
                <a16:creationId xmlns:a16="http://schemas.microsoft.com/office/drawing/2014/main" id="{8269FE46-A71B-46A3-9BC3-EDF98654939F}"/>
              </a:ext>
            </a:extLst>
          </p:cNvPr>
          <p:cNvSpPr>
            <a:spLocks noGrp="1"/>
          </p:cNvSpPr>
          <p:nvPr/>
        </p:nvSpPr>
        <p:spPr>
          <a:xfrm>
            <a:off x="783955" y="4123418"/>
            <a:ext cx="28398" cy="28398"/>
          </a:xfrm>
          <a:prstGeom prst="ellipse">
            <a:avLst/>
          </a:prstGeom>
          <a:solidFill>
            <a:srgbClr val="7F8C97">
              <a:alpha val="48000"/>
            </a:srgbClr>
          </a:solidFill>
          <a:ln w="0">
            <a:noFill/>
            <a:prstDash val="solid"/>
          </a:ln>
        </p:spPr>
      </p:sp>
      <p:sp>
        <p:nvSpPr>
          <p:cNvPr id="64" name="01_find_only_63">
            <a:extLst>
              <a:ext uri="{FF2B5EF4-FFF2-40B4-BE49-F238E27FC236}">
                <a16:creationId xmlns:a16="http://schemas.microsoft.com/office/drawing/2014/main" id="{040DB050-73D7-4D72-87CF-878AD8C6B2F3}"/>
              </a:ext>
            </a:extLst>
          </p:cNvPr>
          <p:cNvSpPr>
            <a:spLocks noGrp="1"/>
          </p:cNvSpPr>
          <p:nvPr/>
        </p:nvSpPr>
        <p:spPr>
          <a:xfrm>
            <a:off x="823920" y="4123418"/>
            <a:ext cx="28398" cy="28398"/>
          </a:xfrm>
          <a:prstGeom prst="ellipse">
            <a:avLst/>
          </a:prstGeom>
          <a:solidFill>
            <a:srgbClr val="7F8C97">
              <a:alpha val="48000"/>
            </a:srgbClr>
          </a:solidFill>
          <a:ln w="0">
            <a:noFill/>
            <a:prstDash val="solid"/>
          </a:ln>
        </p:spPr>
      </p:sp>
      <p:sp>
        <p:nvSpPr>
          <p:cNvPr id="65" name="01_find_only_64">
            <a:extLst>
              <a:ext uri="{FF2B5EF4-FFF2-40B4-BE49-F238E27FC236}">
                <a16:creationId xmlns:a16="http://schemas.microsoft.com/office/drawing/2014/main" id="{A5129913-B2C8-4DBE-950A-9F456399953B}"/>
              </a:ext>
            </a:extLst>
          </p:cNvPr>
          <p:cNvSpPr>
            <a:spLocks noGrp="1"/>
          </p:cNvSpPr>
          <p:nvPr/>
        </p:nvSpPr>
        <p:spPr>
          <a:xfrm>
            <a:off x="775371" y="4123418"/>
            <a:ext cx="28398" cy="28398"/>
          </a:xfrm>
          <a:prstGeom prst="ellipse">
            <a:avLst/>
          </a:prstGeom>
          <a:solidFill>
            <a:srgbClr val="7F8C97">
              <a:alpha val="48000"/>
            </a:srgbClr>
          </a:solidFill>
          <a:ln w="0">
            <a:noFill/>
            <a:prstDash val="solid"/>
          </a:ln>
        </p:spPr>
      </p:sp>
      <p:sp>
        <p:nvSpPr>
          <p:cNvPr id="66" name="01_find_only_65">
            <a:extLst>
              <a:ext uri="{FF2B5EF4-FFF2-40B4-BE49-F238E27FC236}">
                <a16:creationId xmlns:a16="http://schemas.microsoft.com/office/drawing/2014/main" id="{4AF64EBA-E7B3-4FB3-9A82-E6835D4A1415}"/>
              </a:ext>
            </a:extLst>
          </p:cNvPr>
          <p:cNvSpPr>
            <a:spLocks noGrp="1"/>
          </p:cNvSpPr>
          <p:nvPr/>
        </p:nvSpPr>
        <p:spPr>
          <a:xfrm>
            <a:off x="799884" y="3806414"/>
            <a:ext cx="28398" cy="28398"/>
          </a:xfrm>
          <a:prstGeom prst="ellipse">
            <a:avLst/>
          </a:prstGeom>
          <a:solidFill>
            <a:srgbClr val="7F8C97">
              <a:alpha val="48000"/>
            </a:srgbClr>
          </a:solidFill>
          <a:ln w="0">
            <a:noFill/>
            <a:prstDash val="solid"/>
          </a:ln>
        </p:spPr>
      </p:sp>
      <p:sp>
        <p:nvSpPr>
          <p:cNvPr id="67" name="01_find_only_66">
            <a:extLst>
              <a:ext uri="{FF2B5EF4-FFF2-40B4-BE49-F238E27FC236}">
                <a16:creationId xmlns:a16="http://schemas.microsoft.com/office/drawing/2014/main" id="{9915493F-A9FF-4EFC-9285-DEDE8F6E1AEA}"/>
              </a:ext>
            </a:extLst>
          </p:cNvPr>
          <p:cNvSpPr>
            <a:spLocks noGrp="1"/>
          </p:cNvSpPr>
          <p:nvPr/>
        </p:nvSpPr>
        <p:spPr>
          <a:xfrm>
            <a:off x="799884" y="3489410"/>
            <a:ext cx="28398" cy="28398"/>
          </a:xfrm>
          <a:prstGeom prst="ellipse">
            <a:avLst/>
          </a:prstGeom>
          <a:solidFill>
            <a:srgbClr val="7F8C97">
              <a:alpha val="48000"/>
            </a:srgbClr>
          </a:solidFill>
          <a:ln w="0">
            <a:noFill/>
            <a:prstDash val="solid"/>
          </a:ln>
        </p:spPr>
      </p:sp>
      <p:sp>
        <p:nvSpPr>
          <p:cNvPr id="68" name="01_find_only_67">
            <a:extLst>
              <a:ext uri="{FF2B5EF4-FFF2-40B4-BE49-F238E27FC236}">
                <a16:creationId xmlns:a16="http://schemas.microsoft.com/office/drawing/2014/main" id="{7792931C-B150-4913-8849-2CBACD0AE0BB}"/>
              </a:ext>
            </a:extLst>
          </p:cNvPr>
          <p:cNvSpPr>
            <a:spLocks noGrp="1"/>
          </p:cNvSpPr>
          <p:nvPr/>
        </p:nvSpPr>
        <p:spPr>
          <a:xfrm>
            <a:off x="771270" y="3761128"/>
            <a:ext cx="28398" cy="28398"/>
          </a:xfrm>
          <a:prstGeom prst="ellipse">
            <a:avLst/>
          </a:prstGeom>
          <a:solidFill>
            <a:srgbClr val="7F8C97">
              <a:alpha val="48000"/>
            </a:srgbClr>
          </a:solidFill>
          <a:ln w="0">
            <a:noFill/>
            <a:prstDash val="solid"/>
          </a:ln>
        </p:spPr>
      </p:sp>
      <p:sp>
        <p:nvSpPr>
          <p:cNvPr id="69" name="01_find_only_68">
            <a:extLst>
              <a:ext uri="{FF2B5EF4-FFF2-40B4-BE49-F238E27FC236}">
                <a16:creationId xmlns:a16="http://schemas.microsoft.com/office/drawing/2014/main" id="{7F7B6854-04C5-4566-BEE5-CE22F329892A}"/>
              </a:ext>
            </a:extLst>
          </p:cNvPr>
          <p:cNvSpPr>
            <a:spLocks noGrp="1"/>
          </p:cNvSpPr>
          <p:nvPr/>
        </p:nvSpPr>
        <p:spPr>
          <a:xfrm>
            <a:off x="837751" y="3616211"/>
            <a:ext cx="28398" cy="28398"/>
          </a:xfrm>
          <a:prstGeom prst="ellipse">
            <a:avLst/>
          </a:prstGeom>
          <a:solidFill>
            <a:srgbClr val="7F8C97">
              <a:alpha val="48000"/>
            </a:srgbClr>
          </a:solidFill>
          <a:ln w="0">
            <a:noFill/>
            <a:prstDash val="solid"/>
          </a:ln>
        </p:spPr>
      </p:sp>
      <p:sp>
        <p:nvSpPr>
          <p:cNvPr id="70" name="01_find_only_69">
            <a:extLst>
              <a:ext uri="{FF2B5EF4-FFF2-40B4-BE49-F238E27FC236}">
                <a16:creationId xmlns:a16="http://schemas.microsoft.com/office/drawing/2014/main" id="{076E3C11-F063-4FBE-B216-70F4757E0338}"/>
              </a:ext>
            </a:extLst>
          </p:cNvPr>
          <p:cNvSpPr>
            <a:spLocks noGrp="1"/>
          </p:cNvSpPr>
          <p:nvPr/>
        </p:nvSpPr>
        <p:spPr>
          <a:xfrm>
            <a:off x="785577" y="4123418"/>
            <a:ext cx="28398" cy="28398"/>
          </a:xfrm>
          <a:prstGeom prst="ellipse">
            <a:avLst/>
          </a:prstGeom>
          <a:solidFill>
            <a:srgbClr val="7F8C97">
              <a:alpha val="48000"/>
            </a:srgbClr>
          </a:solidFill>
          <a:ln w="0">
            <a:noFill/>
            <a:prstDash val="solid"/>
          </a:ln>
        </p:spPr>
      </p:sp>
      <p:sp>
        <p:nvSpPr>
          <p:cNvPr id="71" name="01_find_only_70">
            <a:extLst>
              <a:ext uri="{FF2B5EF4-FFF2-40B4-BE49-F238E27FC236}">
                <a16:creationId xmlns:a16="http://schemas.microsoft.com/office/drawing/2014/main" id="{D25B33AB-6327-496D-B0EA-2AA59311D2CE}"/>
              </a:ext>
            </a:extLst>
          </p:cNvPr>
          <p:cNvSpPr>
            <a:spLocks noGrp="1"/>
          </p:cNvSpPr>
          <p:nvPr/>
        </p:nvSpPr>
        <p:spPr>
          <a:xfrm>
            <a:off x="794829" y="3700746"/>
            <a:ext cx="28398" cy="28398"/>
          </a:xfrm>
          <a:prstGeom prst="ellipse">
            <a:avLst/>
          </a:prstGeom>
          <a:solidFill>
            <a:srgbClr val="7F8C97">
              <a:alpha val="48000"/>
            </a:srgbClr>
          </a:solidFill>
          <a:ln w="0">
            <a:noFill/>
            <a:prstDash val="solid"/>
          </a:ln>
        </p:spPr>
      </p:sp>
      <p:sp>
        <p:nvSpPr>
          <p:cNvPr id="72" name="01_find_only_71">
            <a:extLst>
              <a:ext uri="{FF2B5EF4-FFF2-40B4-BE49-F238E27FC236}">
                <a16:creationId xmlns:a16="http://schemas.microsoft.com/office/drawing/2014/main" id="{013214D1-A01C-4B4D-95E0-C168F8943E53}"/>
              </a:ext>
            </a:extLst>
          </p:cNvPr>
          <p:cNvSpPr>
            <a:spLocks noGrp="1"/>
          </p:cNvSpPr>
          <p:nvPr/>
        </p:nvSpPr>
        <p:spPr>
          <a:xfrm>
            <a:off x="846907" y="3489410"/>
            <a:ext cx="28398" cy="28398"/>
          </a:xfrm>
          <a:prstGeom prst="ellipse">
            <a:avLst/>
          </a:prstGeom>
          <a:solidFill>
            <a:srgbClr val="7F8C97">
              <a:alpha val="48000"/>
            </a:srgbClr>
          </a:solidFill>
          <a:ln w="0">
            <a:noFill/>
            <a:prstDash val="solid"/>
          </a:ln>
        </p:spPr>
      </p:sp>
      <p:sp>
        <p:nvSpPr>
          <p:cNvPr id="73" name="01_find_only_72">
            <a:extLst>
              <a:ext uri="{FF2B5EF4-FFF2-40B4-BE49-F238E27FC236}">
                <a16:creationId xmlns:a16="http://schemas.microsoft.com/office/drawing/2014/main" id="{C426685A-DB7D-4E54-991B-14AF0D02DAC3}"/>
              </a:ext>
            </a:extLst>
          </p:cNvPr>
          <p:cNvSpPr>
            <a:spLocks noGrp="1"/>
          </p:cNvSpPr>
          <p:nvPr/>
        </p:nvSpPr>
        <p:spPr>
          <a:xfrm>
            <a:off x="818293" y="4123418"/>
            <a:ext cx="28398" cy="28398"/>
          </a:xfrm>
          <a:prstGeom prst="ellipse">
            <a:avLst/>
          </a:prstGeom>
          <a:solidFill>
            <a:srgbClr val="7F8C97">
              <a:alpha val="48000"/>
            </a:srgbClr>
          </a:solidFill>
          <a:ln w="0">
            <a:noFill/>
            <a:prstDash val="solid"/>
          </a:ln>
        </p:spPr>
      </p:sp>
      <p:sp>
        <p:nvSpPr>
          <p:cNvPr id="74" name="01_find_only_73">
            <a:extLst>
              <a:ext uri="{FF2B5EF4-FFF2-40B4-BE49-F238E27FC236}">
                <a16:creationId xmlns:a16="http://schemas.microsoft.com/office/drawing/2014/main" id="{31673F1F-F3AE-48E9-A0E4-DCDE40D437BB}"/>
              </a:ext>
            </a:extLst>
          </p:cNvPr>
          <p:cNvSpPr>
            <a:spLocks noGrp="1"/>
          </p:cNvSpPr>
          <p:nvPr/>
        </p:nvSpPr>
        <p:spPr>
          <a:xfrm>
            <a:off x="843473" y="3942273"/>
            <a:ext cx="28398" cy="28398"/>
          </a:xfrm>
          <a:prstGeom prst="ellipse">
            <a:avLst/>
          </a:prstGeom>
          <a:solidFill>
            <a:srgbClr val="7F8C97">
              <a:alpha val="48000"/>
            </a:srgbClr>
          </a:solidFill>
          <a:ln w="0">
            <a:noFill/>
            <a:prstDash val="solid"/>
          </a:ln>
        </p:spPr>
      </p:sp>
      <p:sp>
        <p:nvSpPr>
          <p:cNvPr id="75" name="01_find_only_74">
            <a:extLst>
              <a:ext uri="{FF2B5EF4-FFF2-40B4-BE49-F238E27FC236}">
                <a16:creationId xmlns:a16="http://schemas.microsoft.com/office/drawing/2014/main" id="{E42C0C45-A1FA-4C6C-86A5-E194A1E242EE}"/>
              </a:ext>
            </a:extLst>
          </p:cNvPr>
          <p:cNvSpPr>
            <a:spLocks noGrp="1"/>
          </p:cNvSpPr>
          <p:nvPr/>
        </p:nvSpPr>
        <p:spPr>
          <a:xfrm>
            <a:off x="759156" y="4123418"/>
            <a:ext cx="28398" cy="28398"/>
          </a:xfrm>
          <a:prstGeom prst="ellipse">
            <a:avLst/>
          </a:prstGeom>
          <a:solidFill>
            <a:srgbClr val="7F8C97">
              <a:alpha val="48000"/>
            </a:srgbClr>
          </a:solidFill>
          <a:ln w="0">
            <a:noFill/>
            <a:prstDash val="solid"/>
          </a:ln>
        </p:spPr>
      </p:sp>
      <p:sp>
        <p:nvSpPr>
          <p:cNvPr id="76" name="01_find_only_75">
            <a:extLst>
              <a:ext uri="{FF2B5EF4-FFF2-40B4-BE49-F238E27FC236}">
                <a16:creationId xmlns:a16="http://schemas.microsoft.com/office/drawing/2014/main" id="{FD0559A2-BFE6-4724-A8AA-94D911EA4B9F}"/>
              </a:ext>
            </a:extLst>
          </p:cNvPr>
          <p:cNvSpPr>
            <a:spLocks noGrp="1"/>
          </p:cNvSpPr>
          <p:nvPr/>
        </p:nvSpPr>
        <p:spPr>
          <a:xfrm>
            <a:off x="836415" y="4123418"/>
            <a:ext cx="28398" cy="28398"/>
          </a:xfrm>
          <a:prstGeom prst="ellipse">
            <a:avLst/>
          </a:prstGeom>
          <a:solidFill>
            <a:srgbClr val="7F8C97">
              <a:alpha val="48000"/>
            </a:srgbClr>
          </a:solidFill>
          <a:ln w="0">
            <a:noFill/>
            <a:prstDash val="solid"/>
          </a:ln>
        </p:spPr>
      </p:sp>
      <p:sp>
        <p:nvSpPr>
          <p:cNvPr id="77" name="01_find_only_76">
            <a:extLst>
              <a:ext uri="{FF2B5EF4-FFF2-40B4-BE49-F238E27FC236}">
                <a16:creationId xmlns:a16="http://schemas.microsoft.com/office/drawing/2014/main" id="{70544887-174E-46DC-8E38-F9CA6F4CEDE4}"/>
              </a:ext>
            </a:extLst>
          </p:cNvPr>
          <p:cNvSpPr>
            <a:spLocks noGrp="1"/>
          </p:cNvSpPr>
          <p:nvPr/>
        </p:nvSpPr>
        <p:spPr>
          <a:xfrm>
            <a:off x="823825" y="3700746"/>
            <a:ext cx="28398" cy="28398"/>
          </a:xfrm>
          <a:prstGeom prst="ellipse">
            <a:avLst/>
          </a:prstGeom>
          <a:solidFill>
            <a:srgbClr val="7F8C97">
              <a:alpha val="48000"/>
            </a:srgbClr>
          </a:solidFill>
          <a:ln w="0">
            <a:noFill/>
            <a:prstDash val="solid"/>
          </a:ln>
        </p:spPr>
      </p:sp>
      <p:sp>
        <p:nvSpPr>
          <p:cNvPr id="78" name="01_find_only_77">
            <a:extLst>
              <a:ext uri="{FF2B5EF4-FFF2-40B4-BE49-F238E27FC236}">
                <a16:creationId xmlns:a16="http://schemas.microsoft.com/office/drawing/2014/main" id="{A468639D-EB93-49C2-9A40-8335D60B5594}"/>
              </a:ext>
            </a:extLst>
          </p:cNvPr>
          <p:cNvSpPr>
            <a:spLocks noGrp="1"/>
          </p:cNvSpPr>
          <p:nvPr/>
        </p:nvSpPr>
        <p:spPr>
          <a:xfrm>
            <a:off x="790918" y="4123418"/>
            <a:ext cx="28398" cy="28398"/>
          </a:xfrm>
          <a:prstGeom prst="ellipse">
            <a:avLst/>
          </a:prstGeom>
          <a:solidFill>
            <a:srgbClr val="7F8C97">
              <a:alpha val="48000"/>
            </a:srgbClr>
          </a:solidFill>
          <a:ln w="0">
            <a:noFill/>
            <a:prstDash val="solid"/>
          </a:ln>
        </p:spPr>
      </p:sp>
      <p:sp>
        <p:nvSpPr>
          <p:cNvPr id="79" name="01_find_only_78">
            <a:extLst>
              <a:ext uri="{FF2B5EF4-FFF2-40B4-BE49-F238E27FC236}">
                <a16:creationId xmlns:a16="http://schemas.microsoft.com/office/drawing/2014/main" id="{5CA29419-6BFF-4D94-AD11-2B78EABE9627}"/>
              </a:ext>
            </a:extLst>
          </p:cNvPr>
          <p:cNvSpPr>
            <a:spLocks noGrp="1"/>
          </p:cNvSpPr>
          <p:nvPr/>
        </p:nvSpPr>
        <p:spPr>
          <a:xfrm>
            <a:off x="827545" y="3806414"/>
            <a:ext cx="28398" cy="28398"/>
          </a:xfrm>
          <a:prstGeom prst="ellipse">
            <a:avLst/>
          </a:prstGeom>
          <a:solidFill>
            <a:srgbClr val="7F8C97">
              <a:alpha val="48000"/>
            </a:srgbClr>
          </a:solidFill>
          <a:ln w="0">
            <a:noFill/>
            <a:prstDash val="solid"/>
          </a:ln>
        </p:spPr>
      </p:sp>
      <p:sp>
        <p:nvSpPr>
          <p:cNvPr id="80" name="01_find_only_79">
            <a:extLst>
              <a:ext uri="{FF2B5EF4-FFF2-40B4-BE49-F238E27FC236}">
                <a16:creationId xmlns:a16="http://schemas.microsoft.com/office/drawing/2014/main" id="{DA01CA38-F199-499A-A6F8-4A18970A20D1}"/>
              </a:ext>
            </a:extLst>
          </p:cNvPr>
          <p:cNvSpPr>
            <a:spLocks noGrp="1"/>
          </p:cNvSpPr>
          <p:nvPr/>
        </p:nvSpPr>
        <p:spPr>
          <a:xfrm>
            <a:off x="847384" y="3489410"/>
            <a:ext cx="28398" cy="28398"/>
          </a:xfrm>
          <a:prstGeom prst="ellipse">
            <a:avLst/>
          </a:prstGeom>
          <a:solidFill>
            <a:srgbClr val="7F8C97">
              <a:alpha val="48000"/>
            </a:srgbClr>
          </a:solidFill>
          <a:ln w="0">
            <a:noFill/>
            <a:prstDash val="solid"/>
          </a:ln>
        </p:spPr>
      </p:sp>
      <p:sp>
        <p:nvSpPr>
          <p:cNvPr id="81" name="01_find_only_80">
            <a:extLst>
              <a:ext uri="{FF2B5EF4-FFF2-40B4-BE49-F238E27FC236}">
                <a16:creationId xmlns:a16="http://schemas.microsoft.com/office/drawing/2014/main" id="{464FBB2A-4490-4841-A1EC-B63058E43ACB}"/>
              </a:ext>
            </a:extLst>
          </p:cNvPr>
          <p:cNvSpPr>
            <a:spLocks noGrp="1"/>
          </p:cNvSpPr>
          <p:nvPr/>
        </p:nvSpPr>
        <p:spPr>
          <a:xfrm>
            <a:off x="817530" y="3559855"/>
            <a:ext cx="28398" cy="28398"/>
          </a:xfrm>
          <a:prstGeom prst="ellipse">
            <a:avLst/>
          </a:prstGeom>
          <a:solidFill>
            <a:srgbClr val="7F8C97">
              <a:alpha val="48000"/>
            </a:srgbClr>
          </a:solidFill>
          <a:ln w="0">
            <a:noFill/>
            <a:prstDash val="solid"/>
          </a:ln>
        </p:spPr>
      </p:sp>
      <p:sp>
        <p:nvSpPr>
          <p:cNvPr id="82" name="01_find_only_81">
            <a:extLst>
              <a:ext uri="{FF2B5EF4-FFF2-40B4-BE49-F238E27FC236}">
                <a16:creationId xmlns:a16="http://schemas.microsoft.com/office/drawing/2014/main" id="{ED513B8E-B308-4541-A815-118728F4C766}"/>
              </a:ext>
            </a:extLst>
          </p:cNvPr>
          <p:cNvSpPr>
            <a:spLocks noGrp="1"/>
          </p:cNvSpPr>
          <p:nvPr/>
        </p:nvSpPr>
        <p:spPr>
          <a:xfrm>
            <a:off x="824874" y="3700746"/>
            <a:ext cx="28398" cy="28398"/>
          </a:xfrm>
          <a:prstGeom prst="ellipse">
            <a:avLst/>
          </a:prstGeom>
          <a:solidFill>
            <a:srgbClr val="7F8C97">
              <a:alpha val="48000"/>
            </a:srgbClr>
          </a:solidFill>
          <a:ln w="0">
            <a:noFill/>
            <a:prstDash val="solid"/>
          </a:ln>
        </p:spPr>
      </p:sp>
      <p:sp>
        <p:nvSpPr>
          <p:cNvPr id="83" name="01_find_only_82">
            <a:extLst>
              <a:ext uri="{FF2B5EF4-FFF2-40B4-BE49-F238E27FC236}">
                <a16:creationId xmlns:a16="http://schemas.microsoft.com/office/drawing/2014/main" id="{A81CF5AA-D6A9-4BCA-BA42-46B9760B75EE}"/>
              </a:ext>
            </a:extLst>
          </p:cNvPr>
          <p:cNvSpPr>
            <a:spLocks noGrp="1"/>
          </p:cNvSpPr>
          <p:nvPr/>
        </p:nvSpPr>
        <p:spPr>
          <a:xfrm>
            <a:off x="824016" y="3841637"/>
            <a:ext cx="28398" cy="28398"/>
          </a:xfrm>
          <a:prstGeom prst="ellipse">
            <a:avLst/>
          </a:prstGeom>
          <a:solidFill>
            <a:srgbClr val="7F8C97">
              <a:alpha val="48000"/>
            </a:srgbClr>
          </a:solidFill>
          <a:ln w="0">
            <a:noFill/>
            <a:prstDash val="solid"/>
          </a:ln>
        </p:spPr>
      </p:sp>
      <p:sp>
        <p:nvSpPr>
          <p:cNvPr id="84" name="01_find_only_83">
            <a:extLst>
              <a:ext uri="{FF2B5EF4-FFF2-40B4-BE49-F238E27FC236}">
                <a16:creationId xmlns:a16="http://schemas.microsoft.com/office/drawing/2014/main" id="{C6714F55-BFD6-46A6-82AD-3F14F6508F8D}"/>
              </a:ext>
            </a:extLst>
          </p:cNvPr>
          <p:cNvSpPr>
            <a:spLocks noGrp="1"/>
          </p:cNvSpPr>
          <p:nvPr/>
        </p:nvSpPr>
        <p:spPr>
          <a:xfrm>
            <a:off x="808755" y="3489410"/>
            <a:ext cx="28398" cy="28398"/>
          </a:xfrm>
          <a:prstGeom prst="ellipse">
            <a:avLst/>
          </a:prstGeom>
          <a:solidFill>
            <a:srgbClr val="7F8C97">
              <a:alpha val="48000"/>
            </a:srgbClr>
          </a:solidFill>
          <a:ln w="0">
            <a:noFill/>
            <a:prstDash val="solid"/>
          </a:ln>
        </p:spPr>
      </p:sp>
      <p:sp>
        <p:nvSpPr>
          <p:cNvPr id="85" name="01_find_only_84">
            <a:extLst>
              <a:ext uri="{FF2B5EF4-FFF2-40B4-BE49-F238E27FC236}">
                <a16:creationId xmlns:a16="http://schemas.microsoft.com/office/drawing/2014/main" id="{9300699B-4561-4D77-9C49-ADB4A4830D00}"/>
              </a:ext>
            </a:extLst>
          </p:cNvPr>
          <p:cNvSpPr>
            <a:spLocks noGrp="1"/>
          </p:cNvSpPr>
          <p:nvPr/>
        </p:nvSpPr>
        <p:spPr>
          <a:xfrm>
            <a:off x="782143" y="3679612"/>
            <a:ext cx="28398" cy="28398"/>
          </a:xfrm>
          <a:prstGeom prst="ellipse">
            <a:avLst/>
          </a:prstGeom>
          <a:solidFill>
            <a:srgbClr val="7F8C97">
              <a:alpha val="48000"/>
            </a:srgbClr>
          </a:solidFill>
          <a:ln w="0">
            <a:noFill/>
            <a:prstDash val="solid"/>
          </a:ln>
        </p:spPr>
      </p:sp>
      <p:sp>
        <p:nvSpPr>
          <p:cNvPr id="86" name="01_find_only_85">
            <a:extLst>
              <a:ext uri="{FF2B5EF4-FFF2-40B4-BE49-F238E27FC236}">
                <a16:creationId xmlns:a16="http://schemas.microsoft.com/office/drawing/2014/main" id="{CA478607-E501-443B-B5D2-67162FE18F71}"/>
              </a:ext>
            </a:extLst>
          </p:cNvPr>
          <p:cNvSpPr>
            <a:spLocks noGrp="1"/>
          </p:cNvSpPr>
          <p:nvPr/>
        </p:nvSpPr>
        <p:spPr>
          <a:xfrm>
            <a:off x="840707" y="3700746"/>
            <a:ext cx="28398" cy="28398"/>
          </a:xfrm>
          <a:prstGeom prst="ellipse">
            <a:avLst/>
          </a:prstGeom>
          <a:solidFill>
            <a:srgbClr val="7F8C97">
              <a:alpha val="48000"/>
            </a:srgbClr>
          </a:solidFill>
          <a:ln w="0">
            <a:noFill/>
            <a:prstDash val="solid"/>
          </a:ln>
        </p:spPr>
      </p:sp>
      <p:sp>
        <p:nvSpPr>
          <p:cNvPr id="87" name="01_find_only_86">
            <a:extLst>
              <a:ext uri="{FF2B5EF4-FFF2-40B4-BE49-F238E27FC236}">
                <a16:creationId xmlns:a16="http://schemas.microsoft.com/office/drawing/2014/main" id="{CF11F43A-EE40-43D9-B003-799BD8D2BE20}"/>
              </a:ext>
            </a:extLst>
          </p:cNvPr>
          <p:cNvSpPr>
            <a:spLocks noGrp="1"/>
          </p:cNvSpPr>
          <p:nvPr/>
        </p:nvSpPr>
        <p:spPr>
          <a:xfrm>
            <a:off x="772033" y="3912082"/>
            <a:ext cx="28398" cy="28398"/>
          </a:xfrm>
          <a:prstGeom prst="ellipse">
            <a:avLst/>
          </a:prstGeom>
          <a:solidFill>
            <a:srgbClr val="7F8C97">
              <a:alpha val="48000"/>
            </a:srgbClr>
          </a:solidFill>
          <a:ln w="0">
            <a:noFill/>
            <a:prstDash val="solid"/>
          </a:ln>
        </p:spPr>
      </p:sp>
      <p:sp>
        <p:nvSpPr>
          <p:cNvPr id="88" name="01_find_only_87">
            <a:extLst>
              <a:ext uri="{FF2B5EF4-FFF2-40B4-BE49-F238E27FC236}">
                <a16:creationId xmlns:a16="http://schemas.microsoft.com/office/drawing/2014/main" id="{1AF538FE-0736-4C3C-9E17-9FCC0FEA00F3}"/>
              </a:ext>
            </a:extLst>
          </p:cNvPr>
          <p:cNvSpPr>
            <a:spLocks noGrp="1"/>
          </p:cNvSpPr>
          <p:nvPr/>
        </p:nvSpPr>
        <p:spPr>
          <a:xfrm>
            <a:off x="771270" y="3700746"/>
            <a:ext cx="28398" cy="28398"/>
          </a:xfrm>
          <a:prstGeom prst="ellipse">
            <a:avLst/>
          </a:prstGeom>
          <a:solidFill>
            <a:srgbClr val="7F8C97">
              <a:alpha val="48000"/>
            </a:srgbClr>
          </a:solidFill>
          <a:ln w="0">
            <a:noFill/>
            <a:prstDash val="solid"/>
          </a:ln>
        </p:spPr>
      </p:sp>
      <p:sp>
        <p:nvSpPr>
          <p:cNvPr id="89" name="01_find_only_88">
            <a:extLst>
              <a:ext uri="{FF2B5EF4-FFF2-40B4-BE49-F238E27FC236}">
                <a16:creationId xmlns:a16="http://schemas.microsoft.com/office/drawing/2014/main" id="{7FED0C6D-11BA-4C75-96FA-2C0D6FF2A30E}"/>
              </a:ext>
            </a:extLst>
          </p:cNvPr>
          <p:cNvSpPr>
            <a:spLocks noGrp="1"/>
          </p:cNvSpPr>
          <p:nvPr/>
        </p:nvSpPr>
        <p:spPr>
          <a:xfrm>
            <a:off x="775562" y="3806414"/>
            <a:ext cx="28398" cy="28398"/>
          </a:xfrm>
          <a:prstGeom prst="ellipse">
            <a:avLst/>
          </a:prstGeom>
          <a:solidFill>
            <a:srgbClr val="7F8C97">
              <a:alpha val="48000"/>
            </a:srgbClr>
          </a:solidFill>
          <a:ln w="0">
            <a:noFill/>
            <a:prstDash val="solid"/>
          </a:ln>
        </p:spPr>
      </p:sp>
      <p:sp>
        <p:nvSpPr>
          <p:cNvPr id="90" name="01_find_only_89">
            <a:extLst>
              <a:ext uri="{FF2B5EF4-FFF2-40B4-BE49-F238E27FC236}">
                <a16:creationId xmlns:a16="http://schemas.microsoft.com/office/drawing/2014/main" id="{456D489A-68E6-49E9-AFC2-36C07496F30A}"/>
              </a:ext>
            </a:extLst>
          </p:cNvPr>
          <p:cNvSpPr>
            <a:spLocks noGrp="1"/>
          </p:cNvSpPr>
          <p:nvPr/>
        </p:nvSpPr>
        <p:spPr>
          <a:xfrm>
            <a:off x="842043" y="3700746"/>
            <a:ext cx="28398" cy="28398"/>
          </a:xfrm>
          <a:prstGeom prst="ellipse">
            <a:avLst/>
          </a:prstGeom>
          <a:solidFill>
            <a:srgbClr val="7F8C97">
              <a:alpha val="48000"/>
            </a:srgbClr>
          </a:solidFill>
          <a:ln w="0">
            <a:noFill/>
            <a:prstDash val="solid"/>
          </a:ln>
        </p:spPr>
      </p:sp>
      <p:sp>
        <p:nvSpPr>
          <p:cNvPr id="91" name="01_find_only_90">
            <a:extLst>
              <a:ext uri="{FF2B5EF4-FFF2-40B4-BE49-F238E27FC236}">
                <a16:creationId xmlns:a16="http://schemas.microsoft.com/office/drawing/2014/main" id="{22CB05DE-B31A-4590-A35F-C9D78DCF6D9D}"/>
              </a:ext>
            </a:extLst>
          </p:cNvPr>
          <p:cNvSpPr>
            <a:spLocks noGrp="1"/>
          </p:cNvSpPr>
          <p:nvPr/>
        </p:nvSpPr>
        <p:spPr>
          <a:xfrm>
            <a:off x="831932" y="3684489"/>
            <a:ext cx="28398" cy="28398"/>
          </a:xfrm>
          <a:prstGeom prst="ellipse">
            <a:avLst/>
          </a:prstGeom>
          <a:solidFill>
            <a:srgbClr val="7F8C97">
              <a:alpha val="48000"/>
            </a:srgbClr>
          </a:solidFill>
          <a:ln w="0">
            <a:noFill/>
            <a:prstDash val="solid"/>
          </a:ln>
        </p:spPr>
      </p:sp>
      <p:sp>
        <p:nvSpPr>
          <p:cNvPr id="92" name="01_find_only_91">
            <a:extLst>
              <a:ext uri="{FF2B5EF4-FFF2-40B4-BE49-F238E27FC236}">
                <a16:creationId xmlns:a16="http://schemas.microsoft.com/office/drawing/2014/main" id="{75364D8D-4CD4-4B91-B6D8-7EAC93B981B0}"/>
              </a:ext>
            </a:extLst>
          </p:cNvPr>
          <p:cNvSpPr>
            <a:spLocks noGrp="1"/>
          </p:cNvSpPr>
          <p:nvPr/>
        </p:nvSpPr>
        <p:spPr>
          <a:xfrm>
            <a:off x="836034" y="3489410"/>
            <a:ext cx="28398" cy="28398"/>
          </a:xfrm>
          <a:prstGeom prst="ellipse">
            <a:avLst/>
          </a:prstGeom>
          <a:solidFill>
            <a:srgbClr val="7F8C97">
              <a:alpha val="48000"/>
            </a:srgbClr>
          </a:solidFill>
          <a:ln w="0">
            <a:noFill/>
            <a:prstDash val="solid"/>
          </a:ln>
        </p:spPr>
      </p:sp>
      <p:sp>
        <p:nvSpPr>
          <p:cNvPr id="93" name="01_find_only_92">
            <a:extLst>
              <a:ext uri="{FF2B5EF4-FFF2-40B4-BE49-F238E27FC236}">
                <a16:creationId xmlns:a16="http://schemas.microsoft.com/office/drawing/2014/main" id="{AD6899BF-1625-424E-9FFD-0495A38926FF}"/>
              </a:ext>
            </a:extLst>
          </p:cNvPr>
          <p:cNvSpPr>
            <a:spLocks noGrp="1"/>
          </p:cNvSpPr>
          <p:nvPr/>
        </p:nvSpPr>
        <p:spPr>
          <a:xfrm>
            <a:off x="824206" y="3547047"/>
            <a:ext cx="28398" cy="28398"/>
          </a:xfrm>
          <a:prstGeom prst="ellipse">
            <a:avLst/>
          </a:prstGeom>
          <a:solidFill>
            <a:srgbClr val="7F8C97">
              <a:alpha val="48000"/>
            </a:srgbClr>
          </a:solidFill>
          <a:ln w="0">
            <a:noFill/>
            <a:prstDash val="solid"/>
          </a:ln>
        </p:spPr>
      </p:sp>
      <p:sp>
        <p:nvSpPr>
          <p:cNvPr id="94" name="01_find_only_93">
            <a:extLst>
              <a:ext uri="{FF2B5EF4-FFF2-40B4-BE49-F238E27FC236}">
                <a16:creationId xmlns:a16="http://schemas.microsoft.com/office/drawing/2014/main" id="{6DBCB866-8BFC-4160-A4A6-67F38F53B340}"/>
              </a:ext>
            </a:extLst>
          </p:cNvPr>
          <p:cNvSpPr>
            <a:spLocks noGrp="1"/>
          </p:cNvSpPr>
          <p:nvPr/>
        </p:nvSpPr>
        <p:spPr>
          <a:xfrm>
            <a:off x="831551" y="4123418"/>
            <a:ext cx="28398" cy="28398"/>
          </a:xfrm>
          <a:prstGeom prst="ellipse">
            <a:avLst/>
          </a:prstGeom>
          <a:solidFill>
            <a:srgbClr val="7F8C97">
              <a:alpha val="48000"/>
            </a:srgbClr>
          </a:solidFill>
          <a:ln w="0">
            <a:noFill/>
            <a:prstDash val="solid"/>
          </a:ln>
        </p:spPr>
      </p:sp>
      <p:sp>
        <p:nvSpPr>
          <p:cNvPr id="95" name="01_find_only_94">
            <a:extLst>
              <a:ext uri="{FF2B5EF4-FFF2-40B4-BE49-F238E27FC236}">
                <a16:creationId xmlns:a16="http://schemas.microsoft.com/office/drawing/2014/main" id="{B1974F0C-9CFC-4C34-B41A-B19DFF1CB8C2}"/>
              </a:ext>
            </a:extLst>
          </p:cNvPr>
          <p:cNvSpPr>
            <a:spLocks noGrp="1"/>
          </p:cNvSpPr>
          <p:nvPr/>
        </p:nvSpPr>
        <p:spPr>
          <a:xfrm>
            <a:off x="839754" y="4123418"/>
            <a:ext cx="28398" cy="28398"/>
          </a:xfrm>
          <a:prstGeom prst="ellipse">
            <a:avLst/>
          </a:prstGeom>
          <a:solidFill>
            <a:srgbClr val="7F8C97">
              <a:alpha val="48000"/>
            </a:srgbClr>
          </a:solidFill>
          <a:ln w="0">
            <a:noFill/>
            <a:prstDash val="solid"/>
          </a:ln>
        </p:spPr>
      </p:sp>
      <p:sp>
        <p:nvSpPr>
          <p:cNvPr id="96" name="01_find_only_95">
            <a:extLst>
              <a:ext uri="{FF2B5EF4-FFF2-40B4-BE49-F238E27FC236}">
                <a16:creationId xmlns:a16="http://schemas.microsoft.com/office/drawing/2014/main" id="{CEB725B5-0569-44E7-BC71-69E9FE5F64A0}"/>
              </a:ext>
            </a:extLst>
          </p:cNvPr>
          <p:cNvSpPr>
            <a:spLocks noGrp="1"/>
          </p:cNvSpPr>
          <p:nvPr/>
        </p:nvSpPr>
        <p:spPr>
          <a:xfrm>
            <a:off x="769744" y="4123418"/>
            <a:ext cx="28398" cy="28398"/>
          </a:xfrm>
          <a:prstGeom prst="ellipse">
            <a:avLst/>
          </a:prstGeom>
          <a:solidFill>
            <a:srgbClr val="7F8C97">
              <a:alpha val="48000"/>
            </a:srgbClr>
          </a:solidFill>
          <a:ln w="0">
            <a:noFill/>
            <a:prstDash val="solid"/>
          </a:ln>
        </p:spPr>
      </p:sp>
      <p:sp>
        <p:nvSpPr>
          <p:cNvPr id="97" name="01_find_only_96">
            <a:extLst>
              <a:ext uri="{FF2B5EF4-FFF2-40B4-BE49-F238E27FC236}">
                <a16:creationId xmlns:a16="http://schemas.microsoft.com/office/drawing/2014/main" id="{96A7561E-CA8F-49BE-A981-3006F7A0DB8F}"/>
              </a:ext>
            </a:extLst>
          </p:cNvPr>
          <p:cNvSpPr>
            <a:spLocks noGrp="1"/>
          </p:cNvSpPr>
          <p:nvPr/>
        </p:nvSpPr>
        <p:spPr>
          <a:xfrm>
            <a:off x="777279" y="3489410"/>
            <a:ext cx="28398" cy="28398"/>
          </a:xfrm>
          <a:prstGeom prst="ellipse">
            <a:avLst/>
          </a:prstGeom>
          <a:solidFill>
            <a:srgbClr val="7F8C97">
              <a:alpha val="48000"/>
            </a:srgbClr>
          </a:solidFill>
          <a:ln w="0">
            <a:noFill/>
            <a:prstDash val="solid"/>
          </a:ln>
        </p:spPr>
      </p:sp>
      <p:sp>
        <p:nvSpPr>
          <p:cNvPr id="98" name="01_find_only_97">
            <a:extLst>
              <a:ext uri="{FF2B5EF4-FFF2-40B4-BE49-F238E27FC236}">
                <a16:creationId xmlns:a16="http://schemas.microsoft.com/office/drawing/2014/main" id="{1C3FF4F3-42D2-4DDD-B30C-7922777A9A93}"/>
              </a:ext>
            </a:extLst>
          </p:cNvPr>
          <p:cNvSpPr>
            <a:spLocks noGrp="1"/>
          </p:cNvSpPr>
          <p:nvPr/>
        </p:nvSpPr>
        <p:spPr>
          <a:xfrm>
            <a:off x="822585" y="3586950"/>
            <a:ext cx="28398" cy="28398"/>
          </a:xfrm>
          <a:prstGeom prst="ellipse">
            <a:avLst/>
          </a:prstGeom>
          <a:solidFill>
            <a:srgbClr val="7F8C97">
              <a:alpha val="48000"/>
            </a:srgbClr>
          </a:solidFill>
          <a:ln w="0">
            <a:noFill/>
            <a:prstDash val="solid"/>
          </a:ln>
        </p:spPr>
      </p:sp>
      <p:sp>
        <p:nvSpPr>
          <p:cNvPr id="99" name="01_find_only_98">
            <a:extLst>
              <a:ext uri="{FF2B5EF4-FFF2-40B4-BE49-F238E27FC236}">
                <a16:creationId xmlns:a16="http://schemas.microsoft.com/office/drawing/2014/main" id="{764AEE4E-446F-4A4F-948E-B2158ECA8AA4}"/>
              </a:ext>
            </a:extLst>
          </p:cNvPr>
          <p:cNvSpPr>
            <a:spLocks noGrp="1"/>
          </p:cNvSpPr>
          <p:nvPr/>
        </p:nvSpPr>
        <p:spPr>
          <a:xfrm>
            <a:off x="774608" y="3616211"/>
            <a:ext cx="28398" cy="28398"/>
          </a:xfrm>
          <a:prstGeom prst="ellipse">
            <a:avLst/>
          </a:prstGeom>
          <a:solidFill>
            <a:srgbClr val="7F8C97">
              <a:alpha val="48000"/>
            </a:srgbClr>
          </a:solidFill>
          <a:ln w="0">
            <a:noFill/>
            <a:prstDash val="solid"/>
          </a:ln>
        </p:spPr>
      </p:sp>
      <p:sp>
        <p:nvSpPr>
          <p:cNvPr id="100" name="01_find_only_99">
            <a:extLst>
              <a:ext uri="{FF2B5EF4-FFF2-40B4-BE49-F238E27FC236}">
                <a16:creationId xmlns:a16="http://schemas.microsoft.com/office/drawing/2014/main" id="{3B2790E8-E508-4E1A-9A1C-E2431E61D67A}"/>
              </a:ext>
            </a:extLst>
          </p:cNvPr>
          <p:cNvSpPr>
            <a:spLocks noGrp="1"/>
          </p:cNvSpPr>
          <p:nvPr/>
        </p:nvSpPr>
        <p:spPr>
          <a:xfrm>
            <a:off x="783860" y="3553730"/>
            <a:ext cx="28398" cy="28398"/>
          </a:xfrm>
          <a:prstGeom prst="ellipse">
            <a:avLst/>
          </a:prstGeom>
          <a:solidFill>
            <a:srgbClr val="7F8C97">
              <a:alpha val="48000"/>
            </a:srgbClr>
          </a:solidFill>
          <a:ln w="0">
            <a:noFill/>
            <a:prstDash val="solid"/>
          </a:ln>
        </p:spPr>
      </p:sp>
      <p:sp>
        <p:nvSpPr>
          <p:cNvPr id="101" name="01_find_only_100">
            <a:extLst>
              <a:ext uri="{FF2B5EF4-FFF2-40B4-BE49-F238E27FC236}">
                <a16:creationId xmlns:a16="http://schemas.microsoft.com/office/drawing/2014/main" id="{8EAA6C88-77F2-4693-9954-97279CD58C7D}"/>
              </a:ext>
            </a:extLst>
          </p:cNvPr>
          <p:cNvSpPr>
            <a:spLocks noGrp="1"/>
          </p:cNvSpPr>
          <p:nvPr/>
        </p:nvSpPr>
        <p:spPr>
          <a:xfrm>
            <a:off x="768217" y="4123418"/>
            <a:ext cx="28398" cy="28398"/>
          </a:xfrm>
          <a:prstGeom prst="ellipse">
            <a:avLst/>
          </a:prstGeom>
          <a:solidFill>
            <a:srgbClr val="7F8C97">
              <a:alpha val="48000"/>
            </a:srgbClr>
          </a:solidFill>
          <a:ln w="0">
            <a:noFill/>
            <a:prstDash val="solid"/>
          </a:ln>
        </p:spPr>
      </p:sp>
      <p:sp>
        <p:nvSpPr>
          <p:cNvPr id="102" name="01_find_only_101">
            <a:extLst>
              <a:ext uri="{FF2B5EF4-FFF2-40B4-BE49-F238E27FC236}">
                <a16:creationId xmlns:a16="http://schemas.microsoft.com/office/drawing/2014/main" id="{1CD25AAF-5F97-403C-A848-267A402865FD}"/>
              </a:ext>
            </a:extLst>
          </p:cNvPr>
          <p:cNvSpPr>
            <a:spLocks noGrp="1"/>
          </p:cNvSpPr>
          <p:nvPr/>
        </p:nvSpPr>
        <p:spPr>
          <a:xfrm>
            <a:off x="778328" y="3489410"/>
            <a:ext cx="28398" cy="28398"/>
          </a:xfrm>
          <a:prstGeom prst="ellipse">
            <a:avLst/>
          </a:prstGeom>
          <a:solidFill>
            <a:srgbClr val="7F8C97">
              <a:alpha val="48000"/>
            </a:srgbClr>
          </a:solidFill>
          <a:ln w="0">
            <a:noFill/>
            <a:prstDash val="solid"/>
          </a:ln>
        </p:spPr>
      </p:sp>
      <p:sp>
        <p:nvSpPr>
          <p:cNvPr id="103" name="01_find_only_102">
            <a:extLst>
              <a:ext uri="{FF2B5EF4-FFF2-40B4-BE49-F238E27FC236}">
                <a16:creationId xmlns:a16="http://schemas.microsoft.com/office/drawing/2014/main" id="{8DE76F28-2AB4-41F8-B8C1-5C135717FA38}"/>
              </a:ext>
            </a:extLst>
          </p:cNvPr>
          <p:cNvSpPr>
            <a:spLocks noGrp="1"/>
          </p:cNvSpPr>
          <p:nvPr/>
        </p:nvSpPr>
        <p:spPr>
          <a:xfrm>
            <a:off x="782048" y="3761128"/>
            <a:ext cx="28398" cy="28398"/>
          </a:xfrm>
          <a:prstGeom prst="ellipse">
            <a:avLst/>
          </a:prstGeom>
          <a:solidFill>
            <a:srgbClr val="7F8C97">
              <a:alpha val="48000"/>
            </a:srgbClr>
          </a:solidFill>
          <a:ln w="0">
            <a:noFill/>
            <a:prstDash val="solid"/>
          </a:ln>
        </p:spPr>
      </p:sp>
      <p:sp>
        <p:nvSpPr>
          <p:cNvPr id="104" name="01_find_only_103">
            <a:extLst>
              <a:ext uri="{FF2B5EF4-FFF2-40B4-BE49-F238E27FC236}">
                <a16:creationId xmlns:a16="http://schemas.microsoft.com/office/drawing/2014/main" id="{3607EE8F-0DAE-4DE8-BD35-14CFD41C3742}"/>
              </a:ext>
            </a:extLst>
          </p:cNvPr>
          <p:cNvSpPr>
            <a:spLocks noGrp="1"/>
          </p:cNvSpPr>
          <p:nvPr/>
        </p:nvSpPr>
        <p:spPr>
          <a:xfrm>
            <a:off x="841280" y="3700746"/>
            <a:ext cx="28398" cy="28398"/>
          </a:xfrm>
          <a:prstGeom prst="ellipse">
            <a:avLst/>
          </a:prstGeom>
          <a:solidFill>
            <a:srgbClr val="7F8C97">
              <a:alpha val="48000"/>
            </a:srgbClr>
          </a:solidFill>
          <a:ln w="0">
            <a:noFill/>
            <a:prstDash val="solid"/>
          </a:ln>
        </p:spPr>
      </p:sp>
      <p:sp>
        <p:nvSpPr>
          <p:cNvPr id="105" name="01_find_only_104">
            <a:extLst>
              <a:ext uri="{FF2B5EF4-FFF2-40B4-BE49-F238E27FC236}">
                <a16:creationId xmlns:a16="http://schemas.microsoft.com/office/drawing/2014/main" id="{1B564B0F-922E-4C81-8F23-164306AEE8CB}"/>
              </a:ext>
            </a:extLst>
          </p:cNvPr>
          <p:cNvSpPr>
            <a:spLocks noGrp="1"/>
          </p:cNvSpPr>
          <p:nvPr/>
        </p:nvSpPr>
        <p:spPr>
          <a:xfrm>
            <a:off x="800838" y="3489410"/>
            <a:ext cx="28398" cy="28398"/>
          </a:xfrm>
          <a:prstGeom prst="ellipse">
            <a:avLst/>
          </a:prstGeom>
          <a:solidFill>
            <a:srgbClr val="7F8C97">
              <a:alpha val="48000"/>
            </a:srgbClr>
          </a:solidFill>
          <a:ln w="0">
            <a:noFill/>
            <a:prstDash val="solid"/>
          </a:ln>
        </p:spPr>
      </p:sp>
      <p:sp>
        <p:nvSpPr>
          <p:cNvPr id="106" name="01_find_only_105">
            <a:extLst>
              <a:ext uri="{FF2B5EF4-FFF2-40B4-BE49-F238E27FC236}">
                <a16:creationId xmlns:a16="http://schemas.microsoft.com/office/drawing/2014/main" id="{C8DD0CB0-CEC2-4F10-B75E-1E1031AC84CF}"/>
              </a:ext>
            </a:extLst>
          </p:cNvPr>
          <p:cNvSpPr>
            <a:spLocks noGrp="1"/>
          </p:cNvSpPr>
          <p:nvPr/>
        </p:nvSpPr>
        <p:spPr>
          <a:xfrm>
            <a:off x="769744" y="3489410"/>
            <a:ext cx="28398" cy="28398"/>
          </a:xfrm>
          <a:prstGeom prst="ellipse">
            <a:avLst/>
          </a:prstGeom>
          <a:solidFill>
            <a:srgbClr val="7F8C97">
              <a:alpha val="48000"/>
            </a:srgbClr>
          </a:solidFill>
          <a:ln w="0">
            <a:noFill/>
            <a:prstDash val="solid"/>
          </a:ln>
        </p:spPr>
      </p:sp>
      <p:sp>
        <p:nvSpPr>
          <p:cNvPr id="107" name="01_find_only_106">
            <a:extLst>
              <a:ext uri="{FF2B5EF4-FFF2-40B4-BE49-F238E27FC236}">
                <a16:creationId xmlns:a16="http://schemas.microsoft.com/office/drawing/2014/main" id="{B0EB8FA6-D77B-49C4-8B4F-7BD052340840}"/>
              </a:ext>
            </a:extLst>
          </p:cNvPr>
          <p:cNvSpPr>
            <a:spLocks noGrp="1"/>
          </p:cNvSpPr>
          <p:nvPr/>
        </p:nvSpPr>
        <p:spPr>
          <a:xfrm>
            <a:off x="783574" y="3489410"/>
            <a:ext cx="28398" cy="28398"/>
          </a:xfrm>
          <a:prstGeom prst="ellipse">
            <a:avLst/>
          </a:prstGeom>
          <a:solidFill>
            <a:srgbClr val="7F8C97">
              <a:alpha val="48000"/>
            </a:srgbClr>
          </a:solidFill>
          <a:ln w="0">
            <a:noFill/>
            <a:prstDash val="solid"/>
          </a:ln>
        </p:spPr>
      </p:sp>
      <p:sp>
        <p:nvSpPr>
          <p:cNvPr id="108" name="01_find_only_107">
            <a:extLst>
              <a:ext uri="{FF2B5EF4-FFF2-40B4-BE49-F238E27FC236}">
                <a16:creationId xmlns:a16="http://schemas.microsoft.com/office/drawing/2014/main" id="{9BA9A28E-CDF5-4CBD-B2F1-BF468C9ED4C2}"/>
              </a:ext>
            </a:extLst>
          </p:cNvPr>
          <p:cNvSpPr>
            <a:spLocks noGrp="1"/>
          </p:cNvSpPr>
          <p:nvPr/>
        </p:nvSpPr>
        <p:spPr>
          <a:xfrm>
            <a:off x="836320" y="3743013"/>
            <a:ext cx="28398" cy="28398"/>
          </a:xfrm>
          <a:prstGeom prst="ellipse">
            <a:avLst/>
          </a:prstGeom>
          <a:solidFill>
            <a:srgbClr val="7F8C97">
              <a:alpha val="48000"/>
            </a:srgbClr>
          </a:solidFill>
          <a:ln w="0">
            <a:noFill/>
            <a:prstDash val="solid"/>
          </a:ln>
        </p:spPr>
      </p:sp>
      <p:sp>
        <p:nvSpPr>
          <p:cNvPr id="109" name="01_find_only_108">
            <a:extLst>
              <a:ext uri="{FF2B5EF4-FFF2-40B4-BE49-F238E27FC236}">
                <a16:creationId xmlns:a16="http://schemas.microsoft.com/office/drawing/2014/main" id="{51375841-FE71-4886-A6AF-77130E88CCE8}"/>
              </a:ext>
            </a:extLst>
          </p:cNvPr>
          <p:cNvSpPr>
            <a:spLocks noGrp="1"/>
          </p:cNvSpPr>
          <p:nvPr/>
        </p:nvSpPr>
        <p:spPr>
          <a:xfrm>
            <a:off x="818293" y="3489410"/>
            <a:ext cx="28398" cy="28398"/>
          </a:xfrm>
          <a:prstGeom prst="ellipse">
            <a:avLst/>
          </a:prstGeom>
          <a:solidFill>
            <a:srgbClr val="7F8C97">
              <a:alpha val="48000"/>
            </a:srgbClr>
          </a:solidFill>
          <a:ln w="0">
            <a:noFill/>
            <a:prstDash val="solid"/>
          </a:ln>
        </p:spPr>
      </p:sp>
      <p:sp>
        <p:nvSpPr>
          <p:cNvPr id="110" name="01_find_only_109">
            <a:extLst>
              <a:ext uri="{FF2B5EF4-FFF2-40B4-BE49-F238E27FC236}">
                <a16:creationId xmlns:a16="http://schemas.microsoft.com/office/drawing/2014/main" id="{B129890B-42C5-4056-AF60-F054979E55F0}"/>
              </a:ext>
            </a:extLst>
          </p:cNvPr>
          <p:cNvSpPr>
            <a:spLocks noGrp="1"/>
          </p:cNvSpPr>
          <p:nvPr/>
        </p:nvSpPr>
        <p:spPr>
          <a:xfrm>
            <a:off x="835938" y="3841637"/>
            <a:ext cx="28398" cy="28398"/>
          </a:xfrm>
          <a:prstGeom prst="ellipse">
            <a:avLst/>
          </a:prstGeom>
          <a:solidFill>
            <a:srgbClr val="7F8C97">
              <a:alpha val="48000"/>
            </a:srgbClr>
          </a:solidFill>
          <a:ln w="0">
            <a:noFill/>
            <a:prstDash val="solid"/>
          </a:ln>
        </p:spPr>
      </p:sp>
      <p:sp>
        <p:nvSpPr>
          <p:cNvPr id="111" name="01_find_only_110">
            <a:extLst>
              <a:ext uri="{FF2B5EF4-FFF2-40B4-BE49-F238E27FC236}">
                <a16:creationId xmlns:a16="http://schemas.microsoft.com/office/drawing/2014/main" id="{6ACA093C-FAF6-4FE8-98ED-898D3894128B}"/>
              </a:ext>
            </a:extLst>
          </p:cNvPr>
          <p:cNvSpPr>
            <a:spLocks noGrp="1"/>
          </p:cNvSpPr>
          <p:nvPr/>
        </p:nvSpPr>
        <p:spPr>
          <a:xfrm>
            <a:off x="775562" y="3489410"/>
            <a:ext cx="28398" cy="28398"/>
          </a:xfrm>
          <a:prstGeom prst="ellipse">
            <a:avLst/>
          </a:prstGeom>
          <a:solidFill>
            <a:srgbClr val="7F8C97">
              <a:alpha val="48000"/>
            </a:srgbClr>
          </a:solidFill>
          <a:ln w="0">
            <a:noFill/>
            <a:prstDash val="solid"/>
          </a:ln>
        </p:spPr>
      </p:sp>
      <p:sp>
        <p:nvSpPr>
          <p:cNvPr id="112" name="01_find_only_111">
            <a:extLst>
              <a:ext uri="{FF2B5EF4-FFF2-40B4-BE49-F238E27FC236}">
                <a16:creationId xmlns:a16="http://schemas.microsoft.com/office/drawing/2014/main" id="{D4D59802-785E-47EE-83EB-930B0BE6C97C}"/>
              </a:ext>
            </a:extLst>
          </p:cNvPr>
          <p:cNvSpPr>
            <a:spLocks noGrp="1"/>
          </p:cNvSpPr>
          <p:nvPr/>
        </p:nvSpPr>
        <p:spPr>
          <a:xfrm>
            <a:off x="793494" y="3598722"/>
            <a:ext cx="28398" cy="28398"/>
          </a:xfrm>
          <a:prstGeom prst="ellipse">
            <a:avLst/>
          </a:prstGeom>
          <a:solidFill>
            <a:srgbClr val="7F8C97">
              <a:alpha val="48000"/>
            </a:srgbClr>
          </a:solidFill>
          <a:ln w="0">
            <a:noFill/>
            <a:prstDash val="solid"/>
          </a:ln>
        </p:spPr>
      </p:sp>
      <p:sp>
        <p:nvSpPr>
          <p:cNvPr id="113" name="01_find_only_112">
            <a:extLst>
              <a:ext uri="{FF2B5EF4-FFF2-40B4-BE49-F238E27FC236}">
                <a16:creationId xmlns:a16="http://schemas.microsoft.com/office/drawing/2014/main" id="{AD96FEB9-3CE9-4B90-91A1-5FC82345A845}"/>
              </a:ext>
            </a:extLst>
          </p:cNvPr>
          <p:cNvSpPr>
            <a:spLocks noGrp="1"/>
          </p:cNvSpPr>
          <p:nvPr/>
        </p:nvSpPr>
        <p:spPr>
          <a:xfrm>
            <a:off x="836606" y="3853185"/>
            <a:ext cx="28398" cy="28398"/>
          </a:xfrm>
          <a:prstGeom prst="ellipse">
            <a:avLst/>
          </a:prstGeom>
          <a:solidFill>
            <a:srgbClr val="7F8C97">
              <a:alpha val="48000"/>
            </a:srgbClr>
          </a:solidFill>
          <a:ln w="0">
            <a:noFill/>
            <a:prstDash val="solid"/>
          </a:ln>
        </p:spPr>
      </p:sp>
      <p:sp>
        <p:nvSpPr>
          <p:cNvPr id="114" name="01_find_only_113">
            <a:extLst>
              <a:ext uri="{FF2B5EF4-FFF2-40B4-BE49-F238E27FC236}">
                <a16:creationId xmlns:a16="http://schemas.microsoft.com/office/drawing/2014/main" id="{5FABB5F5-3CC8-4F7D-AB73-74D06E74BC60}"/>
              </a:ext>
            </a:extLst>
          </p:cNvPr>
          <p:cNvSpPr>
            <a:spLocks noGrp="1"/>
          </p:cNvSpPr>
          <p:nvPr/>
        </p:nvSpPr>
        <p:spPr>
          <a:xfrm>
            <a:off x="836701" y="3489410"/>
            <a:ext cx="28398" cy="28398"/>
          </a:xfrm>
          <a:prstGeom prst="ellipse">
            <a:avLst/>
          </a:prstGeom>
          <a:solidFill>
            <a:srgbClr val="7F8C97">
              <a:alpha val="48000"/>
            </a:srgbClr>
          </a:solidFill>
          <a:ln w="0">
            <a:noFill/>
            <a:prstDash val="solid"/>
          </a:ln>
        </p:spPr>
      </p:sp>
      <p:sp>
        <p:nvSpPr>
          <p:cNvPr id="115" name="01_find_only_114">
            <a:extLst>
              <a:ext uri="{FF2B5EF4-FFF2-40B4-BE49-F238E27FC236}">
                <a16:creationId xmlns:a16="http://schemas.microsoft.com/office/drawing/2014/main" id="{6AA4012F-9ADD-49DA-9BFA-986E2FC16676}"/>
              </a:ext>
            </a:extLst>
          </p:cNvPr>
          <p:cNvSpPr>
            <a:spLocks noGrp="1"/>
          </p:cNvSpPr>
          <p:nvPr/>
        </p:nvSpPr>
        <p:spPr>
          <a:xfrm>
            <a:off x="830788" y="4123418"/>
            <a:ext cx="28398" cy="28398"/>
          </a:xfrm>
          <a:prstGeom prst="ellipse">
            <a:avLst/>
          </a:prstGeom>
          <a:solidFill>
            <a:srgbClr val="7F8C97">
              <a:alpha val="48000"/>
            </a:srgbClr>
          </a:solidFill>
          <a:ln w="0">
            <a:noFill/>
            <a:prstDash val="solid"/>
          </a:ln>
        </p:spPr>
      </p:sp>
      <p:sp>
        <p:nvSpPr>
          <p:cNvPr id="116" name="01_find_only_115">
            <a:extLst>
              <a:ext uri="{FF2B5EF4-FFF2-40B4-BE49-F238E27FC236}">
                <a16:creationId xmlns:a16="http://schemas.microsoft.com/office/drawing/2014/main" id="{9964A6F9-4AD2-4F0D-BC78-044B4A033833}"/>
              </a:ext>
            </a:extLst>
          </p:cNvPr>
          <p:cNvSpPr>
            <a:spLocks noGrp="1"/>
          </p:cNvSpPr>
          <p:nvPr/>
        </p:nvSpPr>
        <p:spPr>
          <a:xfrm>
            <a:off x="839181" y="3489410"/>
            <a:ext cx="28398" cy="28398"/>
          </a:xfrm>
          <a:prstGeom prst="ellipse">
            <a:avLst/>
          </a:prstGeom>
          <a:solidFill>
            <a:srgbClr val="7F8C97">
              <a:alpha val="48000"/>
            </a:srgbClr>
          </a:solidFill>
          <a:ln w="0">
            <a:noFill/>
            <a:prstDash val="solid"/>
          </a:ln>
        </p:spPr>
      </p:sp>
      <p:sp>
        <p:nvSpPr>
          <p:cNvPr id="117" name="01_find_only_116">
            <a:extLst>
              <a:ext uri="{FF2B5EF4-FFF2-40B4-BE49-F238E27FC236}">
                <a16:creationId xmlns:a16="http://schemas.microsoft.com/office/drawing/2014/main" id="{44468EE4-73FB-45AE-BA94-8886B09EA580}"/>
              </a:ext>
            </a:extLst>
          </p:cNvPr>
          <p:cNvSpPr>
            <a:spLocks noGrp="1"/>
          </p:cNvSpPr>
          <p:nvPr/>
        </p:nvSpPr>
        <p:spPr>
          <a:xfrm>
            <a:off x="784337" y="3869815"/>
            <a:ext cx="28398" cy="28398"/>
          </a:xfrm>
          <a:prstGeom prst="ellipse">
            <a:avLst/>
          </a:prstGeom>
          <a:solidFill>
            <a:srgbClr val="7F8C97">
              <a:alpha val="48000"/>
            </a:srgbClr>
          </a:solidFill>
          <a:ln w="0">
            <a:noFill/>
            <a:prstDash val="solid"/>
          </a:ln>
        </p:spPr>
      </p:sp>
      <p:sp>
        <p:nvSpPr>
          <p:cNvPr id="118" name="01_find_only_117">
            <a:extLst>
              <a:ext uri="{FF2B5EF4-FFF2-40B4-BE49-F238E27FC236}">
                <a16:creationId xmlns:a16="http://schemas.microsoft.com/office/drawing/2014/main" id="{9835E1E2-6ABB-449F-A35B-D03161D7BAAF}"/>
              </a:ext>
            </a:extLst>
          </p:cNvPr>
          <p:cNvSpPr>
            <a:spLocks noGrp="1"/>
          </p:cNvSpPr>
          <p:nvPr/>
        </p:nvSpPr>
        <p:spPr>
          <a:xfrm>
            <a:off x="769934" y="3489410"/>
            <a:ext cx="28398" cy="28398"/>
          </a:xfrm>
          <a:prstGeom prst="ellipse">
            <a:avLst/>
          </a:prstGeom>
          <a:solidFill>
            <a:srgbClr val="7F8C97">
              <a:alpha val="48000"/>
            </a:srgbClr>
          </a:solidFill>
          <a:ln w="0">
            <a:noFill/>
            <a:prstDash val="solid"/>
          </a:ln>
        </p:spPr>
      </p:sp>
      <p:sp>
        <p:nvSpPr>
          <p:cNvPr id="119" name="01_find_only_118">
            <a:extLst>
              <a:ext uri="{FF2B5EF4-FFF2-40B4-BE49-F238E27FC236}">
                <a16:creationId xmlns:a16="http://schemas.microsoft.com/office/drawing/2014/main" id="{99744EA1-ADC8-407C-8B33-4E631233EB51}"/>
              </a:ext>
            </a:extLst>
          </p:cNvPr>
          <p:cNvSpPr>
            <a:spLocks noGrp="1"/>
          </p:cNvSpPr>
          <p:nvPr/>
        </p:nvSpPr>
        <p:spPr>
          <a:xfrm>
            <a:off x="825446" y="4123418"/>
            <a:ext cx="28398" cy="28398"/>
          </a:xfrm>
          <a:prstGeom prst="ellipse">
            <a:avLst/>
          </a:prstGeom>
          <a:solidFill>
            <a:srgbClr val="7F8C97">
              <a:alpha val="48000"/>
            </a:srgbClr>
          </a:solidFill>
          <a:ln w="0">
            <a:noFill/>
            <a:prstDash val="solid"/>
          </a:ln>
        </p:spPr>
      </p:sp>
      <p:sp>
        <p:nvSpPr>
          <p:cNvPr id="120" name="01_find_only_119">
            <a:extLst>
              <a:ext uri="{FF2B5EF4-FFF2-40B4-BE49-F238E27FC236}">
                <a16:creationId xmlns:a16="http://schemas.microsoft.com/office/drawing/2014/main" id="{B3DB101D-94C6-4608-B3F0-A0FFA7F75965}"/>
              </a:ext>
            </a:extLst>
          </p:cNvPr>
          <p:cNvSpPr>
            <a:spLocks noGrp="1"/>
          </p:cNvSpPr>
          <p:nvPr/>
        </p:nvSpPr>
        <p:spPr>
          <a:xfrm>
            <a:off x="765451" y="3489410"/>
            <a:ext cx="28398" cy="28398"/>
          </a:xfrm>
          <a:prstGeom prst="ellipse">
            <a:avLst/>
          </a:prstGeom>
          <a:solidFill>
            <a:srgbClr val="7F8C97">
              <a:alpha val="48000"/>
            </a:srgbClr>
          </a:solidFill>
          <a:ln w="0">
            <a:noFill/>
            <a:prstDash val="solid"/>
          </a:ln>
        </p:spPr>
      </p:sp>
      <p:sp>
        <p:nvSpPr>
          <p:cNvPr id="121" name="01_find_only_120">
            <a:extLst>
              <a:ext uri="{FF2B5EF4-FFF2-40B4-BE49-F238E27FC236}">
                <a16:creationId xmlns:a16="http://schemas.microsoft.com/office/drawing/2014/main" id="{5F5EADC9-F542-4AAF-9990-07362846B900}"/>
              </a:ext>
            </a:extLst>
          </p:cNvPr>
          <p:cNvSpPr>
            <a:spLocks noGrp="1"/>
          </p:cNvSpPr>
          <p:nvPr/>
        </p:nvSpPr>
        <p:spPr>
          <a:xfrm>
            <a:off x="771460" y="4123418"/>
            <a:ext cx="28398" cy="28398"/>
          </a:xfrm>
          <a:prstGeom prst="ellipse">
            <a:avLst/>
          </a:prstGeom>
          <a:solidFill>
            <a:srgbClr val="7F8C97">
              <a:alpha val="48000"/>
            </a:srgbClr>
          </a:solidFill>
          <a:ln w="0">
            <a:noFill/>
            <a:prstDash val="solid"/>
          </a:ln>
        </p:spPr>
      </p:sp>
      <p:sp>
        <p:nvSpPr>
          <p:cNvPr id="122" name="01_find_only_121">
            <a:extLst>
              <a:ext uri="{FF2B5EF4-FFF2-40B4-BE49-F238E27FC236}">
                <a16:creationId xmlns:a16="http://schemas.microsoft.com/office/drawing/2014/main" id="{06CBC1C1-5E64-4042-B402-FA3A982AD3C4}"/>
              </a:ext>
            </a:extLst>
          </p:cNvPr>
          <p:cNvSpPr>
            <a:spLocks noGrp="1"/>
          </p:cNvSpPr>
          <p:nvPr/>
        </p:nvSpPr>
        <p:spPr>
          <a:xfrm>
            <a:off x="827831" y="3489410"/>
            <a:ext cx="28398" cy="28398"/>
          </a:xfrm>
          <a:prstGeom prst="ellipse">
            <a:avLst/>
          </a:prstGeom>
          <a:solidFill>
            <a:srgbClr val="7F8C97">
              <a:alpha val="48000"/>
            </a:srgbClr>
          </a:solidFill>
          <a:ln w="0">
            <a:noFill/>
            <a:prstDash val="solid"/>
          </a:ln>
        </p:spPr>
      </p:sp>
      <p:sp>
        <p:nvSpPr>
          <p:cNvPr id="123" name="01_find_only_122">
            <a:extLst>
              <a:ext uri="{FF2B5EF4-FFF2-40B4-BE49-F238E27FC236}">
                <a16:creationId xmlns:a16="http://schemas.microsoft.com/office/drawing/2014/main" id="{62782F61-3C85-4B7F-BD76-7EB6DB16DA20}"/>
              </a:ext>
            </a:extLst>
          </p:cNvPr>
          <p:cNvSpPr>
            <a:spLocks noGrp="1"/>
          </p:cNvSpPr>
          <p:nvPr/>
        </p:nvSpPr>
        <p:spPr>
          <a:xfrm>
            <a:off x="766310" y="3489410"/>
            <a:ext cx="28398" cy="28398"/>
          </a:xfrm>
          <a:prstGeom prst="ellipse">
            <a:avLst/>
          </a:prstGeom>
          <a:solidFill>
            <a:srgbClr val="7F8C97">
              <a:alpha val="48000"/>
            </a:srgbClr>
          </a:solidFill>
          <a:ln w="0">
            <a:noFill/>
            <a:prstDash val="solid"/>
          </a:ln>
        </p:spPr>
      </p:sp>
      <p:sp>
        <p:nvSpPr>
          <p:cNvPr id="124" name="01_find_only_123">
            <a:extLst>
              <a:ext uri="{FF2B5EF4-FFF2-40B4-BE49-F238E27FC236}">
                <a16:creationId xmlns:a16="http://schemas.microsoft.com/office/drawing/2014/main" id="{CCDEDF97-14A6-4535-ADA1-11D961CB1BA8}"/>
              </a:ext>
            </a:extLst>
          </p:cNvPr>
          <p:cNvSpPr>
            <a:spLocks noGrp="1"/>
          </p:cNvSpPr>
          <p:nvPr/>
        </p:nvSpPr>
        <p:spPr>
          <a:xfrm>
            <a:off x="846144" y="3489410"/>
            <a:ext cx="28398" cy="28398"/>
          </a:xfrm>
          <a:prstGeom prst="ellipse">
            <a:avLst/>
          </a:prstGeom>
          <a:solidFill>
            <a:srgbClr val="7F8C97">
              <a:alpha val="48000"/>
            </a:srgbClr>
          </a:solidFill>
          <a:ln w="0">
            <a:noFill/>
            <a:prstDash val="solid"/>
          </a:ln>
        </p:spPr>
      </p:sp>
      <p:sp>
        <p:nvSpPr>
          <p:cNvPr id="125" name="01_find_only_124">
            <a:extLst>
              <a:ext uri="{FF2B5EF4-FFF2-40B4-BE49-F238E27FC236}">
                <a16:creationId xmlns:a16="http://schemas.microsoft.com/office/drawing/2014/main" id="{9E891919-2FE4-40B2-B8E1-B698215B4B56}"/>
              </a:ext>
            </a:extLst>
          </p:cNvPr>
          <p:cNvSpPr>
            <a:spLocks noGrp="1"/>
          </p:cNvSpPr>
          <p:nvPr/>
        </p:nvSpPr>
        <p:spPr>
          <a:xfrm>
            <a:off x="831551" y="3700746"/>
            <a:ext cx="28398" cy="28398"/>
          </a:xfrm>
          <a:prstGeom prst="ellipse">
            <a:avLst/>
          </a:prstGeom>
          <a:solidFill>
            <a:srgbClr val="7F8C97">
              <a:alpha val="48000"/>
            </a:srgbClr>
          </a:solidFill>
          <a:ln w="0">
            <a:noFill/>
            <a:prstDash val="solid"/>
          </a:ln>
        </p:spPr>
      </p:sp>
      <p:sp>
        <p:nvSpPr>
          <p:cNvPr id="126" name="01_find_only_125">
            <a:extLst>
              <a:ext uri="{FF2B5EF4-FFF2-40B4-BE49-F238E27FC236}">
                <a16:creationId xmlns:a16="http://schemas.microsoft.com/office/drawing/2014/main" id="{2D055C1C-72EB-45FB-93A1-23821244A58E}"/>
              </a:ext>
            </a:extLst>
          </p:cNvPr>
          <p:cNvSpPr>
            <a:spLocks noGrp="1"/>
          </p:cNvSpPr>
          <p:nvPr/>
        </p:nvSpPr>
        <p:spPr>
          <a:xfrm>
            <a:off x="797023" y="3489410"/>
            <a:ext cx="28398" cy="28398"/>
          </a:xfrm>
          <a:prstGeom prst="ellipse">
            <a:avLst/>
          </a:prstGeom>
          <a:solidFill>
            <a:srgbClr val="7F8C97">
              <a:alpha val="48000"/>
            </a:srgbClr>
          </a:solidFill>
          <a:ln w="0">
            <a:noFill/>
            <a:prstDash val="solid"/>
          </a:ln>
        </p:spPr>
      </p:sp>
      <p:sp>
        <p:nvSpPr>
          <p:cNvPr id="127" name="01_find_only_126">
            <a:extLst>
              <a:ext uri="{FF2B5EF4-FFF2-40B4-BE49-F238E27FC236}">
                <a16:creationId xmlns:a16="http://schemas.microsoft.com/office/drawing/2014/main" id="{4BCACC0D-1A19-4F77-AC8D-351DE06C112F}"/>
              </a:ext>
            </a:extLst>
          </p:cNvPr>
          <p:cNvSpPr>
            <a:spLocks noGrp="1"/>
          </p:cNvSpPr>
          <p:nvPr/>
        </p:nvSpPr>
        <p:spPr>
          <a:xfrm>
            <a:off x="780903" y="4123418"/>
            <a:ext cx="28398" cy="28398"/>
          </a:xfrm>
          <a:prstGeom prst="ellipse">
            <a:avLst/>
          </a:prstGeom>
          <a:solidFill>
            <a:srgbClr val="7F8C97">
              <a:alpha val="48000"/>
            </a:srgbClr>
          </a:solidFill>
          <a:ln w="0">
            <a:noFill/>
            <a:prstDash val="solid"/>
          </a:ln>
        </p:spPr>
      </p:sp>
      <p:sp>
        <p:nvSpPr>
          <p:cNvPr id="128" name="01_find_only_127">
            <a:extLst>
              <a:ext uri="{FF2B5EF4-FFF2-40B4-BE49-F238E27FC236}">
                <a16:creationId xmlns:a16="http://schemas.microsoft.com/office/drawing/2014/main" id="{DC1C9A2E-E524-458A-A1A7-C35264CEBDF8}"/>
              </a:ext>
            </a:extLst>
          </p:cNvPr>
          <p:cNvSpPr>
            <a:spLocks noGrp="1"/>
          </p:cNvSpPr>
          <p:nvPr/>
        </p:nvSpPr>
        <p:spPr>
          <a:xfrm>
            <a:off x="844713" y="3537131"/>
            <a:ext cx="28398" cy="28398"/>
          </a:xfrm>
          <a:prstGeom prst="ellipse">
            <a:avLst/>
          </a:prstGeom>
          <a:solidFill>
            <a:srgbClr val="7F8C97">
              <a:alpha val="48000"/>
            </a:srgbClr>
          </a:solidFill>
          <a:ln w="0">
            <a:noFill/>
            <a:prstDash val="solid"/>
          </a:ln>
        </p:spPr>
      </p:sp>
      <p:sp>
        <p:nvSpPr>
          <p:cNvPr id="129" name="01_find_only_128">
            <a:extLst>
              <a:ext uri="{FF2B5EF4-FFF2-40B4-BE49-F238E27FC236}">
                <a16:creationId xmlns:a16="http://schemas.microsoft.com/office/drawing/2014/main" id="{D2EDCC9B-49C6-4F95-9DAB-60A97160057B}"/>
              </a:ext>
            </a:extLst>
          </p:cNvPr>
          <p:cNvSpPr>
            <a:spLocks noGrp="1"/>
          </p:cNvSpPr>
          <p:nvPr/>
        </p:nvSpPr>
        <p:spPr>
          <a:xfrm>
            <a:off x="848815" y="3579982"/>
            <a:ext cx="28398" cy="28398"/>
          </a:xfrm>
          <a:prstGeom prst="ellipse">
            <a:avLst/>
          </a:prstGeom>
          <a:solidFill>
            <a:srgbClr val="7F8C97">
              <a:alpha val="48000"/>
            </a:srgbClr>
          </a:solidFill>
          <a:ln w="0">
            <a:noFill/>
            <a:prstDash val="solid"/>
          </a:ln>
        </p:spPr>
      </p:sp>
      <p:sp>
        <p:nvSpPr>
          <p:cNvPr id="130" name="01_find_only_129">
            <a:extLst>
              <a:ext uri="{FF2B5EF4-FFF2-40B4-BE49-F238E27FC236}">
                <a16:creationId xmlns:a16="http://schemas.microsoft.com/office/drawing/2014/main" id="{AD8E4028-D5C7-44E5-8407-E77475BB5F53}"/>
              </a:ext>
            </a:extLst>
          </p:cNvPr>
          <p:cNvSpPr>
            <a:spLocks noGrp="1"/>
          </p:cNvSpPr>
          <p:nvPr/>
        </p:nvSpPr>
        <p:spPr>
          <a:xfrm>
            <a:off x="814191" y="4123418"/>
            <a:ext cx="28398" cy="28398"/>
          </a:xfrm>
          <a:prstGeom prst="ellipse">
            <a:avLst/>
          </a:prstGeom>
          <a:solidFill>
            <a:srgbClr val="7F8C97">
              <a:alpha val="48000"/>
            </a:srgbClr>
          </a:solidFill>
          <a:ln w="0">
            <a:noFill/>
            <a:prstDash val="solid"/>
          </a:ln>
        </p:spPr>
      </p:sp>
      <p:sp>
        <p:nvSpPr>
          <p:cNvPr id="131" name="01_find_only_130">
            <a:extLst>
              <a:ext uri="{FF2B5EF4-FFF2-40B4-BE49-F238E27FC236}">
                <a16:creationId xmlns:a16="http://schemas.microsoft.com/office/drawing/2014/main" id="{0631CDBC-EE76-4836-9DF2-D0DFF0BF9144}"/>
              </a:ext>
            </a:extLst>
          </p:cNvPr>
          <p:cNvSpPr>
            <a:spLocks noGrp="1"/>
          </p:cNvSpPr>
          <p:nvPr/>
        </p:nvSpPr>
        <p:spPr>
          <a:xfrm>
            <a:off x="835938" y="3489410"/>
            <a:ext cx="28398" cy="28398"/>
          </a:xfrm>
          <a:prstGeom prst="ellipse">
            <a:avLst/>
          </a:prstGeom>
          <a:solidFill>
            <a:srgbClr val="7F8C97">
              <a:alpha val="48000"/>
            </a:srgbClr>
          </a:solidFill>
          <a:ln w="0">
            <a:noFill/>
            <a:prstDash val="solid"/>
          </a:ln>
        </p:spPr>
      </p:sp>
      <p:sp>
        <p:nvSpPr>
          <p:cNvPr id="132" name="01_find_only_131">
            <a:extLst>
              <a:ext uri="{FF2B5EF4-FFF2-40B4-BE49-F238E27FC236}">
                <a16:creationId xmlns:a16="http://schemas.microsoft.com/office/drawing/2014/main" id="{C806A282-C04F-4600-8170-09EF17BEB724}"/>
              </a:ext>
            </a:extLst>
          </p:cNvPr>
          <p:cNvSpPr>
            <a:spLocks noGrp="1"/>
          </p:cNvSpPr>
          <p:nvPr/>
        </p:nvSpPr>
        <p:spPr>
          <a:xfrm>
            <a:off x="769076" y="3616211"/>
            <a:ext cx="28398" cy="28398"/>
          </a:xfrm>
          <a:prstGeom prst="ellipse">
            <a:avLst/>
          </a:prstGeom>
          <a:solidFill>
            <a:srgbClr val="7F8C97">
              <a:alpha val="48000"/>
            </a:srgbClr>
          </a:solidFill>
          <a:ln w="0">
            <a:noFill/>
            <a:prstDash val="solid"/>
          </a:ln>
        </p:spPr>
      </p:sp>
      <p:sp>
        <p:nvSpPr>
          <p:cNvPr id="133" name="01_find_only_132">
            <a:extLst>
              <a:ext uri="{FF2B5EF4-FFF2-40B4-BE49-F238E27FC236}">
                <a16:creationId xmlns:a16="http://schemas.microsoft.com/office/drawing/2014/main" id="{AC280CB7-02EE-460B-A111-281B58E6C586}"/>
              </a:ext>
            </a:extLst>
          </p:cNvPr>
          <p:cNvSpPr>
            <a:spLocks noGrp="1"/>
          </p:cNvSpPr>
          <p:nvPr/>
        </p:nvSpPr>
        <p:spPr>
          <a:xfrm>
            <a:off x="795973" y="4123418"/>
            <a:ext cx="28398" cy="28398"/>
          </a:xfrm>
          <a:prstGeom prst="ellipse">
            <a:avLst/>
          </a:prstGeom>
          <a:solidFill>
            <a:srgbClr val="7F8C97">
              <a:alpha val="48000"/>
            </a:srgbClr>
          </a:solidFill>
          <a:ln w="0">
            <a:noFill/>
            <a:prstDash val="solid"/>
          </a:ln>
        </p:spPr>
      </p:sp>
      <p:sp>
        <p:nvSpPr>
          <p:cNvPr id="134" name="01_find_only_133">
            <a:extLst>
              <a:ext uri="{FF2B5EF4-FFF2-40B4-BE49-F238E27FC236}">
                <a16:creationId xmlns:a16="http://schemas.microsoft.com/office/drawing/2014/main" id="{3E45D0A2-2C50-4DCF-8CA4-40125C535784}"/>
              </a:ext>
            </a:extLst>
          </p:cNvPr>
          <p:cNvSpPr>
            <a:spLocks noGrp="1"/>
          </p:cNvSpPr>
          <p:nvPr/>
        </p:nvSpPr>
        <p:spPr>
          <a:xfrm>
            <a:off x="830025" y="3579982"/>
            <a:ext cx="28398" cy="28398"/>
          </a:xfrm>
          <a:prstGeom prst="ellipse">
            <a:avLst/>
          </a:prstGeom>
          <a:solidFill>
            <a:srgbClr val="7F8C97">
              <a:alpha val="48000"/>
            </a:srgbClr>
          </a:solidFill>
          <a:ln w="0">
            <a:noFill/>
            <a:prstDash val="solid"/>
          </a:ln>
        </p:spPr>
      </p:sp>
      <p:sp>
        <p:nvSpPr>
          <p:cNvPr id="135" name="01_find_only_134">
            <a:extLst>
              <a:ext uri="{FF2B5EF4-FFF2-40B4-BE49-F238E27FC236}">
                <a16:creationId xmlns:a16="http://schemas.microsoft.com/office/drawing/2014/main" id="{9C2BF520-A43C-411B-BB3D-7EB5CC1AE5FC}"/>
              </a:ext>
            </a:extLst>
          </p:cNvPr>
          <p:cNvSpPr>
            <a:spLocks noGrp="1"/>
          </p:cNvSpPr>
          <p:nvPr/>
        </p:nvSpPr>
        <p:spPr>
          <a:xfrm>
            <a:off x="763258" y="3489410"/>
            <a:ext cx="28398" cy="28398"/>
          </a:xfrm>
          <a:prstGeom prst="ellipse">
            <a:avLst/>
          </a:prstGeom>
          <a:solidFill>
            <a:srgbClr val="7F8C97">
              <a:alpha val="48000"/>
            </a:srgbClr>
          </a:solidFill>
          <a:ln w="0">
            <a:noFill/>
            <a:prstDash val="solid"/>
          </a:ln>
        </p:spPr>
      </p:sp>
      <p:sp>
        <p:nvSpPr>
          <p:cNvPr id="136" name="01_find_only_135">
            <a:extLst>
              <a:ext uri="{FF2B5EF4-FFF2-40B4-BE49-F238E27FC236}">
                <a16:creationId xmlns:a16="http://schemas.microsoft.com/office/drawing/2014/main" id="{A0E10EBC-BC03-488B-8D66-2D058C0AB255}"/>
              </a:ext>
            </a:extLst>
          </p:cNvPr>
          <p:cNvSpPr>
            <a:spLocks noGrp="1"/>
          </p:cNvSpPr>
          <p:nvPr/>
        </p:nvSpPr>
        <p:spPr>
          <a:xfrm>
            <a:off x="759824" y="3489410"/>
            <a:ext cx="28398" cy="28398"/>
          </a:xfrm>
          <a:prstGeom prst="ellipse">
            <a:avLst/>
          </a:prstGeom>
          <a:solidFill>
            <a:srgbClr val="7F8C97">
              <a:alpha val="48000"/>
            </a:srgbClr>
          </a:solidFill>
          <a:ln w="0">
            <a:noFill/>
            <a:prstDash val="solid"/>
          </a:ln>
        </p:spPr>
      </p:sp>
      <p:sp>
        <p:nvSpPr>
          <p:cNvPr id="137" name="01_find_only_136">
            <a:extLst>
              <a:ext uri="{FF2B5EF4-FFF2-40B4-BE49-F238E27FC236}">
                <a16:creationId xmlns:a16="http://schemas.microsoft.com/office/drawing/2014/main" id="{59BA8185-04F9-4FFF-B503-88DA1C5D4375}"/>
              </a:ext>
            </a:extLst>
          </p:cNvPr>
          <p:cNvSpPr>
            <a:spLocks noGrp="1"/>
          </p:cNvSpPr>
          <p:nvPr/>
        </p:nvSpPr>
        <p:spPr>
          <a:xfrm>
            <a:off x="816194" y="3489410"/>
            <a:ext cx="28398" cy="28398"/>
          </a:xfrm>
          <a:prstGeom prst="ellipse">
            <a:avLst/>
          </a:prstGeom>
          <a:solidFill>
            <a:srgbClr val="7F8C97">
              <a:alpha val="48000"/>
            </a:srgbClr>
          </a:solidFill>
          <a:ln w="0">
            <a:noFill/>
            <a:prstDash val="solid"/>
          </a:ln>
        </p:spPr>
      </p:sp>
      <p:sp>
        <p:nvSpPr>
          <p:cNvPr id="138" name="01_find_only_137">
            <a:extLst>
              <a:ext uri="{FF2B5EF4-FFF2-40B4-BE49-F238E27FC236}">
                <a16:creationId xmlns:a16="http://schemas.microsoft.com/office/drawing/2014/main" id="{F93012B2-906C-46A0-A6FF-A5A5B2F1FEE3}"/>
              </a:ext>
            </a:extLst>
          </p:cNvPr>
          <p:cNvSpPr>
            <a:spLocks noGrp="1"/>
          </p:cNvSpPr>
          <p:nvPr/>
        </p:nvSpPr>
        <p:spPr>
          <a:xfrm>
            <a:off x="844141" y="3573944"/>
            <a:ext cx="28398" cy="28398"/>
          </a:xfrm>
          <a:prstGeom prst="ellipse">
            <a:avLst/>
          </a:prstGeom>
          <a:solidFill>
            <a:srgbClr val="7F8C97">
              <a:alpha val="48000"/>
            </a:srgbClr>
          </a:solidFill>
          <a:ln w="0">
            <a:noFill/>
            <a:prstDash val="solid"/>
          </a:ln>
        </p:spPr>
      </p:sp>
      <p:sp>
        <p:nvSpPr>
          <p:cNvPr id="139" name="01_find_only_138">
            <a:extLst>
              <a:ext uri="{FF2B5EF4-FFF2-40B4-BE49-F238E27FC236}">
                <a16:creationId xmlns:a16="http://schemas.microsoft.com/office/drawing/2014/main" id="{8832AF23-3472-4CCC-8A04-8633F0432DCC}"/>
              </a:ext>
            </a:extLst>
          </p:cNvPr>
          <p:cNvSpPr>
            <a:spLocks noGrp="1"/>
          </p:cNvSpPr>
          <p:nvPr/>
        </p:nvSpPr>
        <p:spPr>
          <a:xfrm>
            <a:off x="755627" y="3489410"/>
            <a:ext cx="28398" cy="28398"/>
          </a:xfrm>
          <a:prstGeom prst="ellipse">
            <a:avLst/>
          </a:prstGeom>
          <a:solidFill>
            <a:srgbClr val="7F8C97">
              <a:alpha val="48000"/>
            </a:srgbClr>
          </a:solidFill>
          <a:ln w="0">
            <a:noFill/>
            <a:prstDash val="solid"/>
          </a:ln>
        </p:spPr>
      </p:sp>
      <p:sp>
        <p:nvSpPr>
          <p:cNvPr id="140" name="01_find_only_139">
            <a:extLst>
              <a:ext uri="{FF2B5EF4-FFF2-40B4-BE49-F238E27FC236}">
                <a16:creationId xmlns:a16="http://schemas.microsoft.com/office/drawing/2014/main" id="{CDE17469-3FC2-4826-A800-1F5F24717EAD}"/>
              </a:ext>
            </a:extLst>
          </p:cNvPr>
          <p:cNvSpPr>
            <a:spLocks noGrp="1"/>
          </p:cNvSpPr>
          <p:nvPr/>
        </p:nvSpPr>
        <p:spPr>
          <a:xfrm>
            <a:off x="792921" y="3489410"/>
            <a:ext cx="28398" cy="28398"/>
          </a:xfrm>
          <a:prstGeom prst="ellipse">
            <a:avLst/>
          </a:prstGeom>
          <a:solidFill>
            <a:srgbClr val="7F8C97">
              <a:alpha val="48000"/>
            </a:srgbClr>
          </a:solidFill>
          <a:ln w="0">
            <a:noFill/>
            <a:prstDash val="solid"/>
          </a:ln>
        </p:spPr>
      </p:sp>
      <p:sp>
        <p:nvSpPr>
          <p:cNvPr id="141" name="01_find_only_140">
            <a:extLst>
              <a:ext uri="{FF2B5EF4-FFF2-40B4-BE49-F238E27FC236}">
                <a16:creationId xmlns:a16="http://schemas.microsoft.com/office/drawing/2014/main" id="{3E21F399-DF2F-4693-9722-BBD764E4F6F9}"/>
              </a:ext>
            </a:extLst>
          </p:cNvPr>
          <p:cNvSpPr>
            <a:spLocks noGrp="1"/>
          </p:cNvSpPr>
          <p:nvPr/>
        </p:nvSpPr>
        <p:spPr>
          <a:xfrm>
            <a:off x="823539" y="4123418"/>
            <a:ext cx="28398" cy="28398"/>
          </a:xfrm>
          <a:prstGeom prst="ellipse">
            <a:avLst/>
          </a:prstGeom>
          <a:solidFill>
            <a:srgbClr val="7F8C97">
              <a:alpha val="48000"/>
            </a:srgbClr>
          </a:solidFill>
          <a:ln w="0">
            <a:noFill/>
            <a:prstDash val="solid"/>
          </a:ln>
        </p:spPr>
      </p:sp>
      <p:sp>
        <p:nvSpPr>
          <p:cNvPr id="142" name="01_find_only_141">
            <a:extLst>
              <a:ext uri="{FF2B5EF4-FFF2-40B4-BE49-F238E27FC236}">
                <a16:creationId xmlns:a16="http://schemas.microsoft.com/office/drawing/2014/main" id="{0A52D1C9-0A5A-43EC-B413-BFA9D64549E0}"/>
              </a:ext>
            </a:extLst>
          </p:cNvPr>
          <p:cNvSpPr>
            <a:spLocks noGrp="1"/>
          </p:cNvSpPr>
          <p:nvPr/>
        </p:nvSpPr>
        <p:spPr>
          <a:xfrm>
            <a:off x="794924" y="4123418"/>
            <a:ext cx="28398" cy="28398"/>
          </a:xfrm>
          <a:prstGeom prst="ellipse">
            <a:avLst/>
          </a:prstGeom>
          <a:solidFill>
            <a:srgbClr val="7F8C97">
              <a:alpha val="48000"/>
            </a:srgbClr>
          </a:solidFill>
          <a:ln w="0">
            <a:noFill/>
            <a:prstDash val="solid"/>
          </a:ln>
        </p:spPr>
      </p:sp>
      <p:sp>
        <p:nvSpPr>
          <p:cNvPr id="143" name="01_find_only_142">
            <a:extLst>
              <a:ext uri="{FF2B5EF4-FFF2-40B4-BE49-F238E27FC236}">
                <a16:creationId xmlns:a16="http://schemas.microsoft.com/office/drawing/2014/main" id="{5D2F5DA3-D5D7-4B6D-A3A9-0FC986001B14}"/>
              </a:ext>
            </a:extLst>
          </p:cNvPr>
          <p:cNvSpPr>
            <a:spLocks noGrp="1"/>
          </p:cNvSpPr>
          <p:nvPr/>
        </p:nvSpPr>
        <p:spPr>
          <a:xfrm>
            <a:off x="778805" y="3785280"/>
            <a:ext cx="28398" cy="28398"/>
          </a:xfrm>
          <a:prstGeom prst="ellipse">
            <a:avLst/>
          </a:prstGeom>
          <a:solidFill>
            <a:srgbClr val="7F8C97">
              <a:alpha val="48000"/>
            </a:srgbClr>
          </a:solidFill>
          <a:ln w="0">
            <a:noFill/>
            <a:prstDash val="solid"/>
          </a:ln>
        </p:spPr>
      </p:sp>
      <p:sp>
        <p:nvSpPr>
          <p:cNvPr id="144" name="01_find_only_143">
            <a:extLst>
              <a:ext uri="{FF2B5EF4-FFF2-40B4-BE49-F238E27FC236}">
                <a16:creationId xmlns:a16="http://schemas.microsoft.com/office/drawing/2014/main" id="{11E81805-FFDC-403F-B9FF-72C0205181E8}"/>
              </a:ext>
            </a:extLst>
          </p:cNvPr>
          <p:cNvSpPr>
            <a:spLocks noGrp="1"/>
          </p:cNvSpPr>
          <p:nvPr/>
        </p:nvSpPr>
        <p:spPr>
          <a:xfrm>
            <a:off x="815813" y="4123418"/>
            <a:ext cx="28398" cy="28398"/>
          </a:xfrm>
          <a:prstGeom prst="ellipse">
            <a:avLst/>
          </a:prstGeom>
          <a:solidFill>
            <a:srgbClr val="7F8C97">
              <a:alpha val="48000"/>
            </a:srgbClr>
          </a:solidFill>
          <a:ln w="0">
            <a:noFill/>
            <a:prstDash val="solid"/>
          </a:ln>
        </p:spPr>
      </p:sp>
      <p:sp>
        <p:nvSpPr>
          <p:cNvPr id="145" name="01_find_only_144">
            <a:extLst>
              <a:ext uri="{FF2B5EF4-FFF2-40B4-BE49-F238E27FC236}">
                <a16:creationId xmlns:a16="http://schemas.microsoft.com/office/drawing/2014/main" id="{2DD21067-9754-439B-A5F6-731B85B5E112}"/>
              </a:ext>
            </a:extLst>
          </p:cNvPr>
          <p:cNvSpPr>
            <a:spLocks noGrp="1"/>
          </p:cNvSpPr>
          <p:nvPr/>
        </p:nvSpPr>
        <p:spPr>
          <a:xfrm>
            <a:off x="812761" y="3489410"/>
            <a:ext cx="28398" cy="28398"/>
          </a:xfrm>
          <a:prstGeom prst="ellipse">
            <a:avLst/>
          </a:prstGeom>
          <a:solidFill>
            <a:srgbClr val="7F8C97">
              <a:alpha val="48000"/>
            </a:srgbClr>
          </a:solidFill>
          <a:ln w="0">
            <a:noFill/>
            <a:prstDash val="solid"/>
          </a:ln>
        </p:spPr>
      </p:sp>
      <p:sp>
        <p:nvSpPr>
          <p:cNvPr id="146" name="01_find_only_145">
            <a:extLst>
              <a:ext uri="{FF2B5EF4-FFF2-40B4-BE49-F238E27FC236}">
                <a16:creationId xmlns:a16="http://schemas.microsoft.com/office/drawing/2014/main" id="{64F082DE-32E8-4E2B-957B-A5060DF80CA9}"/>
              </a:ext>
            </a:extLst>
          </p:cNvPr>
          <p:cNvSpPr>
            <a:spLocks noGrp="1"/>
          </p:cNvSpPr>
          <p:nvPr/>
        </p:nvSpPr>
        <p:spPr>
          <a:xfrm>
            <a:off x="801219" y="3489410"/>
            <a:ext cx="28398" cy="28398"/>
          </a:xfrm>
          <a:prstGeom prst="ellipse">
            <a:avLst/>
          </a:prstGeom>
          <a:solidFill>
            <a:srgbClr val="7F8C97">
              <a:alpha val="48000"/>
            </a:srgbClr>
          </a:solidFill>
          <a:ln w="0">
            <a:noFill/>
            <a:prstDash val="solid"/>
          </a:ln>
        </p:spPr>
      </p:sp>
      <p:sp>
        <p:nvSpPr>
          <p:cNvPr id="147" name="01_find_only_146">
            <a:extLst>
              <a:ext uri="{FF2B5EF4-FFF2-40B4-BE49-F238E27FC236}">
                <a16:creationId xmlns:a16="http://schemas.microsoft.com/office/drawing/2014/main" id="{4A9DDCC6-86B7-4E67-B5B7-FD6AC4E853AA}"/>
              </a:ext>
            </a:extLst>
          </p:cNvPr>
          <p:cNvSpPr>
            <a:spLocks noGrp="1"/>
          </p:cNvSpPr>
          <p:nvPr/>
        </p:nvSpPr>
        <p:spPr>
          <a:xfrm>
            <a:off x="810471" y="3489410"/>
            <a:ext cx="28398" cy="28398"/>
          </a:xfrm>
          <a:prstGeom prst="ellipse">
            <a:avLst/>
          </a:prstGeom>
          <a:solidFill>
            <a:srgbClr val="7F8C97">
              <a:alpha val="48000"/>
            </a:srgbClr>
          </a:solidFill>
          <a:ln w="0">
            <a:noFill/>
            <a:prstDash val="solid"/>
          </a:ln>
        </p:spPr>
      </p:sp>
      <p:sp>
        <p:nvSpPr>
          <p:cNvPr id="148" name="01_find_only_147">
            <a:extLst>
              <a:ext uri="{FF2B5EF4-FFF2-40B4-BE49-F238E27FC236}">
                <a16:creationId xmlns:a16="http://schemas.microsoft.com/office/drawing/2014/main" id="{62FD6C33-4186-4E17-83B7-479193D5EE95}"/>
              </a:ext>
            </a:extLst>
          </p:cNvPr>
          <p:cNvSpPr>
            <a:spLocks noGrp="1"/>
          </p:cNvSpPr>
          <p:nvPr/>
        </p:nvSpPr>
        <p:spPr>
          <a:xfrm>
            <a:off x="783097" y="4123418"/>
            <a:ext cx="28398" cy="28398"/>
          </a:xfrm>
          <a:prstGeom prst="ellipse">
            <a:avLst/>
          </a:prstGeom>
          <a:solidFill>
            <a:srgbClr val="7F8C97">
              <a:alpha val="48000"/>
            </a:srgbClr>
          </a:solidFill>
          <a:ln w="0">
            <a:noFill/>
            <a:prstDash val="solid"/>
          </a:ln>
        </p:spPr>
      </p:sp>
      <p:sp>
        <p:nvSpPr>
          <p:cNvPr id="149" name="01_find_only_148">
            <a:extLst>
              <a:ext uri="{FF2B5EF4-FFF2-40B4-BE49-F238E27FC236}">
                <a16:creationId xmlns:a16="http://schemas.microsoft.com/office/drawing/2014/main" id="{166ADC38-53A8-458E-A963-4256414B81C0}"/>
              </a:ext>
            </a:extLst>
          </p:cNvPr>
          <p:cNvSpPr>
            <a:spLocks noGrp="1"/>
          </p:cNvSpPr>
          <p:nvPr/>
        </p:nvSpPr>
        <p:spPr>
          <a:xfrm>
            <a:off x="804462" y="3489410"/>
            <a:ext cx="28398" cy="28398"/>
          </a:xfrm>
          <a:prstGeom prst="ellipse">
            <a:avLst/>
          </a:prstGeom>
          <a:solidFill>
            <a:srgbClr val="7F8C97">
              <a:alpha val="48000"/>
            </a:srgbClr>
          </a:solidFill>
          <a:ln w="0">
            <a:noFill/>
            <a:prstDash val="solid"/>
          </a:ln>
        </p:spPr>
      </p:sp>
      <p:sp>
        <p:nvSpPr>
          <p:cNvPr id="150" name="01_find_only_149">
            <a:extLst>
              <a:ext uri="{FF2B5EF4-FFF2-40B4-BE49-F238E27FC236}">
                <a16:creationId xmlns:a16="http://schemas.microsoft.com/office/drawing/2014/main" id="{F509478C-5990-441E-BDC0-501F8DCBCD6F}"/>
              </a:ext>
            </a:extLst>
          </p:cNvPr>
          <p:cNvSpPr>
            <a:spLocks noGrp="1"/>
          </p:cNvSpPr>
          <p:nvPr/>
        </p:nvSpPr>
        <p:spPr>
          <a:xfrm>
            <a:off x="784051" y="3616211"/>
            <a:ext cx="28398" cy="28398"/>
          </a:xfrm>
          <a:prstGeom prst="ellipse">
            <a:avLst/>
          </a:prstGeom>
          <a:solidFill>
            <a:srgbClr val="7F8C97">
              <a:alpha val="48000"/>
            </a:srgbClr>
          </a:solidFill>
          <a:ln w="0">
            <a:noFill/>
            <a:prstDash val="solid"/>
          </a:ln>
        </p:spPr>
      </p:sp>
      <p:sp>
        <p:nvSpPr>
          <p:cNvPr id="151" name="01_find_only_150">
            <a:extLst>
              <a:ext uri="{FF2B5EF4-FFF2-40B4-BE49-F238E27FC236}">
                <a16:creationId xmlns:a16="http://schemas.microsoft.com/office/drawing/2014/main" id="{92E33E51-115C-4383-9594-ED71CF1D9B6C}"/>
              </a:ext>
            </a:extLst>
          </p:cNvPr>
          <p:cNvSpPr>
            <a:spLocks noGrp="1"/>
          </p:cNvSpPr>
          <p:nvPr/>
        </p:nvSpPr>
        <p:spPr>
          <a:xfrm>
            <a:off x="792444" y="3806414"/>
            <a:ext cx="28398" cy="28398"/>
          </a:xfrm>
          <a:prstGeom prst="ellipse">
            <a:avLst/>
          </a:prstGeom>
          <a:solidFill>
            <a:srgbClr val="7F8C97">
              <a:alpha val="48000"/>
            </a:srgbClr>
          </a:solidFill>
          <a:ln w="0">
            <a:noFill/>
            <a:prstDash val="solid"/>
          </a:ln>
        </p:spPr>
      </p:sp>
      <p:sp>
        <p:nvSpPr>
          <p:cNvPr id="152" name="01_find_only_151">
            <a:extLst>
              <a:ext uri="{FF2B5EF4-FFF2-40B4-BE49-F238E27FC236}">
                <a16:creationId xmlns:a16="http://schemas.microsoft.com/office/drawing/2014/main" id="{510360A8-6B90-45CE-BCAB-54DFCA245448}"/>
              </a:ext>
            </a:extLst>
          </p:cNvPr>
          <p:cNvSpPr>
            <a:spLocks noGrp="1"/>
          </p:cNvSpPr>
          <p:nvPr/>
        </p:nvSpPr>
        <p:spPr>
          <a:xfrm>
            <a:off x="833649" y="3942273"/>
            <a:ext cx="28398" cy="28398"/>
          </a:xfrm>
          <a:prstGeom prst="ellipse">
            <a:avLst/>
          </a:prstGeom>
          <a:solidFill>
            <a:srgbClr val="7F8C97">
              <a:alpha val="48000"/>
            </a:srgbClr>
          </a:solidFill>
          <a:ln w="0">
            <a:noFill/>
            <a:prstDash val="solid"/>
          </a:ln>
        </p:spPr>
      </p:sp>
      <p:sp>
        <p:nvSpPr>
          <p:cNvPr id="153" name="01_find_only_152">
            <a:extLst>
              <a:ext uri="{FF2B5EF4-FFF2-40B4-BE49-F238E27FC236}">
                <a16:creationId xmlns:a16="http://schemas.microsoft.com/office/drawing/2014/main" id="{17AAD8E6-75D2-423D-9DAC-461BA9751849}"/>
              </a:ext>
            </a:extLst>
          </p:cNvPr>
          <p:cNvSpPr>
            <a:spLocks noGrp="1"/>
          </p:cNvSpPr>
          <p:nvPr/>
        </p:nvSpPr>
        <p:spPr>
          <a:xfrm>
            <a:off x="766119" y="3489410"/>
            <a:ext cx="28398" cy="28398"/>
          </a:xfrm>
          <a:prstGeom prst="ellipse">
            <a:avLst/>
          </a:prstGeom>
          <a:solidFill>
            <a:srgbClr val="7F8C97">
              <a:alpha val="48000"/>
            </a:srgbClr>
          </a:solidFill>
          <a:ln w="0">
            <a:noFill/>
            <a:prstDash val="solid"/>
          </a:ln>
        </p:spPr>
      </p:sp>
      <p:sp>
        <p:nvSpPr>
          <p:cNvPr id="154" name="01_find_only_153">
            <a:extLst>
              <a:ext uri="{FF2B5EF4-FFF2-40B4-BE49-F238E27FC236}">
                <a16:creationId xmlns:a16="http://schemas.microsoft.com/office/drawing/2014/main" id="{56A2657C-0895-4418-B6D9-DF8792F56A70}"/>
              </a:ext>
            </a:extLst>
          </p:cNvPr>
          <p:cNvSpPr>
            <a:spLocks noGrp="1"/>
          </p:cNvSpPr>
          <p:nvPr/>
        </p:nvSpPr>
        <p:spPr>
          <a:xfrm>
            <a:off x="770507" y="3700746"/>
            <a:ext cx="28398" cy="28398"/>
          </a:xfrm>
          <a:prstGeom prst="ellipse">
            <a:avLst/>
          </a:prstGeom>
          <a:solidFill>
            <a:srgbClr val="7F8C97">
              <a:alpha val="48000"/>
            </a:srgbClr>
          </a:solidFill>
          <a:ln w="0">
            <a:noFill/>
            <a:prstDash val="solid"/>
          </a:ln>
        </p:spPr>
      </p:sp>
      <p:sp>
        <p:nvSpPr>
          <p:cNvPr id="155" name="01_find_only_154">
            <a:extLst>
              <a:ext uri="{FF2B5EF4-FFF2-40B4-BE49-F238E27FC236}">
                <a16:creationId xmlns:a16="http://schemas.microsoft.com/office/drawing/2014/main" id="{0A499209-5150-4271-BC05-7D4D827DE743}"/>
              </a:ext>
            </a:extLst>
          </p:cNvPr>
          <p:cNvSpPr>
            <a:spLocks noGrp="1"/>
          </p:cNvSpPr>
          <p:nvPr/>
        </p:nvSpPr>
        <p:spPr>
          <a:xfrm>
            <a:off x="810185" y="3489410"/>
            <a:ext cx="28398" cy="28398"/>
          </a:xfrm>
          <a:prstGeom prst="ellipse">
            <a:avLst/>
          </a:prstGeom>
          <a:solidFill>
            <a:srgbClr val="7F8C97">
              <a:alpha val="48000"/>
            </a:srgbClr>
          </a:solidFill>
          <a:ln w="0">
            <a:noFill/>
            <a:prstDash val="solid"/>
          </a:ln>
        </p:spPr>
      </p:sp>
      <p:sp>
        <p:nvSpPr>
          <p:cNvPr id="156" name="01_find_only_155">
            <a:extLst>
              <a:ext uri="{FF2B5EF4-FFF2-40B4-BE49-F238E27FC236}">
                <a16:creationId xmlns:a16="http://schemas.microsoft.com/office/drawing/2014/main" id="{33698EC4-F373-4D18-8029-3944983589CE}"/>
              </a:ext>
            </a:extLst>
          </p:cNvPr>
          <p:cNvSpPr>
            <a:spLocks noGrp="1"/>
          </p:cNvSpPr>
          <p:nvPr/>
        </p:nvSpPr>
        <p:spPr>
          <a:xfrm>
            <a:off x="809327" y="3700746"/>
            <a:ext cx="28398" cy="28398"/>
          </a:xfrm>
          <a:prstGeom prst="ellipse">
            <a:avLst/>
          </a:prstGeom>
          <a:solidFill>
            <a:srgbClr val="7F8C97">
              <a:alpha val="48000"/>
            </a:srgbClr>
          </a:solidFill>
          <a:ln w="0">
            <a:noFill/>
            <a:prstDash val="solid"/>
          </a:ln>
        </p:spPr>
      </p:sp>
      <p:sp>
        <p:nvSpPr>
          <p:cNvPr id="157" name="01_find_only_156">
            <a:extLst>
              <a:ext uri="{FF2B5EF4-FFF2-40B4-BE49-F238E27FC236}">
                <a16:creationId xmlns:a16="http://schemas.microsoft.com/office/drawing/2014/main" id="{5CAFA4CA-6B93-4476-B430-A2FB5EC1DF60}"/>
              </a:ext>
            </a:extLst>
          </p:cNvPr>
          <p:cNvSpPr>
            <a:spLocks noGrp="1"/>
          </p:cNvSpPr>
          <p:nvPr/>
        </p:nvSpPr>
        <p:spPr>
          <a:xfrm>
            <a:off x="840326" y="3489410"/>
            <a:ext cx="28398" cy="28398"/>
          </a:xfrm>
          <a:prstGeom prst="ellipse">
            <a:avLst/>
          </a:prstGeom>
          <a:solidFill>
            <a:srgbClr val="7F8C97">
              <a:alpha val="48000"/>
            </a:srgbClr>
          </a:solidFill>
          <a:ln w="0">
            <a:noFill/>
            <a:prstDash val="solid"/>
          </a:ln>
        </p:spPr>
      </p:sp>
      <p:sp>
        <p:nvSpPr>
          <p:cNvPr id="158" name="01_find_only_157">
            <a:extLst>
              <a:ext uri="{FF2B5EF4-FFF2-40B4-BE49-F238E27FC236}">
                <a16:creationId xmlns:a16="http://schemas.microsoft.com/office/drawing/2014/main" id="{48DF103E-CFC9-417F-A0F0-903A38FB9CE4}"/>
              </a:ext>
            </a:extLst>
          </p:cNvPr>
          <p:cNvSpPr>
            <a:spLocks noGrp="1"/>
          </p:cNvSpPr>
          <p:nvPr/>
        </p:nvSpPr>
        <p:spPr>
          <a:xfrm>
            <a:off x="825923" y="3806414"/>
            <a:ext cx="28398" cy="28398"/>
          </a:xfrm>
          <a:prstGeom prst="ellipse">
            <a:avLst/>
          </a:prstGeom>
          <a:solidFill>
            <a:srgbClr val="7F8C97">
              <a:alpha val="48000"/>
            </a:srgbClr>
          </a:solidFill>
          <a:ln w="0">
            <a:noFill/>
            <a:prstDash val="solid"/>
          </a:ln>
        </p:spPr>
      </p:sp>
      <p:sp>
        <p:nvSpPr>
          <p:cNvPr id="159" name="01_find_only_158">
            <a:extLst>
              <a:ext uri="{FF2B5EF4-FFF2-40B4-BE49-F238E27FC236}">
                <a16:creationId xmlns:a16="http://schemas.microsoft.com/office/drawing/2014/main" id="{D4FC7DB9-BC79-4ADE-8817-2FD815415BE2}"/>
              </a:ext>
            </a:extLst>
          </p:cNvPr>
          <p:cNvSpPr>
            <a:spLocks noGrp="1"/>
          </p:cNvSpPr>
          <p:nvPr/>
        </p:nvSpPr>
        <p:spPr>
          <a:xfrm>
            <a:off x="767073" y="4123418"/>
            <a:ext cx="28398" cy="28398"/>
          </a:xfrm>
          <a:prstGeom prst="ellipse">
            <a:avLst/>
          </a:prstGeom>
          <a:solidFill>
            <a:srgbClr val="7F8C97">
              <a:alpha val="48000"/>
            </a:srgbClr>
          </a:solidFill>
          <a:ln w="0">
            <a:noFill/>
            <a:prstDash val="solid"/>
          </a:ln>
        </p:spPr>
      </p:sp>
      <p:sp>
        <p:nvSpPr>
          <p:cNvPr id="160" name="01_find_only_159">
            <a:extLst>
              <a:ext uri="{FF2B5EF4-FFF2-40B4-BE49-F238E27FC236}">
                <a16:creationId xmlns:a16="http://schemas.microsoft.com/office/drawing/2014/main" id="{2E671927-693B-460F-BAA6-3D6C8E2D6614}"/>
              </a:ext>
            </a:extLst>
          </p:cNvPr>
          <p:cNvSpPr>
            <a:spLocks noGrp="1"/>
          </p:cNvSpPr>
          <p:nvPr/>
        </p:nvSpPr>
        <p:spPr>
          <a:xfrm>
            <a:off x="780903" y="3942273"/>
            <a:ext cx="28398" cy="28398"/>
          </a:xfrm>
          <a:prstGeom prst="ellipse">
            <a:avLst/>
          </a:prstGeom>
          <a:solidFill>
            <a:srgbClr val="7F8C97">
              <a:alpha val="48000"/>
            </a:srgbClr>
          </a:solidFill>
          <a:ln w="0">
            <a:noFill/>
            <a:prstDash val="solid"/>
          </a:ln>
        </p:spPr>
      </p:sp>
      <p:sp>
        <p:nvSpPr>
          <p:cNvPr id="161" name="01_find_only_160">
            <a:extLst>
              <a:ext uri="{FF2B5EF4-FFF2-40B4-BE49-F238E27FC236}">
                <a16:creationId xmlns:a16="http://schemas.microsoft.com/office/drawing/2014/main" id="{C4CA9E18-ECEB-4CC9-BE37-C15E2C214835}"/>
              </a:ext>
            </a:extLst>
          </p:cNvPr>
          <p:cNvSpPr>
            <a:spLocks noGrp="1"/>
          </p:cNvSpPr>
          <p:nvPr/>
        </p:nvSpPr>
        <p:spPr>
          <a:xfrm>
            <a:off x="818770" y="3700746"/>
            <a:ext cx="28398" cy="28398"/>
          </a:xfrm>
          <a:prstGeom prst="ellipse">
            <a:avLst/>
          </a:prstGeom>
          <a:solidFill>
            <a:srgbClr val="7F8C97">
              <a:alpha val="48000"/>
            </a:srgbClr>
          </a:solidFill>
          <a:ln w="0">
            <a:noFill/>
            <a:prstDash val="solid"/>
          </a:ln>
        </p:spPr>
      </p:sp>
      <p:sp>
        <p:nvSpPr>
          <p:cNvPr id="162" name="01_find_only_161">
            <a:extLst>
              <a:ext uri="{FF2B5EF4-FFF2-40B4-BE49-F238E27FC236}">
                <a16:creationId xmlns:a16="http://schemas.microsoft.com/office/drawing/2014/main" id="{CA4E2D8B-9CCE-4898-A028-7746580A9D9D}"/>
              </a:ext>
            </a:extLst>
          </p:cNvPr>
          <p:cNvSpPr>
            <a:spLocks noGrp="1"/>
          </p:cNvSpPr>
          <p:nvPr/>
        </p:nvSpPr>
        <p:spPr>
          <a:xfrm>
            <a:off x="761541" y="3489410"/>
            <a:ext cx="28398" cy="28398"/>
          </a:xfrm>
          <a:prstGeom prst="ellipse">
            <a:avLst/>
          </a:prstGeom>
          <a:solidFill>
            <a:srgbClr val="7F8C97">
              <a:alpha val="48000"/>
            </a:srgbClr>
          </a:solidFill>
          <a:ln w="0">
            <a:noFill/>
            <a:prstDash val="solid"/>
          </a:ln>
        </p:spPr>
      </p:sp>
      <p:sp>
        <p:nvSpPr>
          <p:cNvPr id="163" name="01_find_only_162">
            <a:extLst>
              <a:ext uri="{FF2B5EF4-FFF2-40B4-BE49-F238E27FC236}">
                <a16:creationId xmlns:a16="http://schemas.microsoft.com/office/drawing/2014/main" id="{06336993-8EB3-4DFF-9244-250DCCF5A103}"/>
              </a:ext>
            </a:extLst>
          </p:cNvPr>
          <p:cNvSpPr>
            <a:spLocks noGrp="1"/>
          </p:cNvSpPr>
          <p:nvPr/>
        </p:nvSpPr>
        <p:spPr>
          <a:xfrm>
            <a:off x="827831" y="3559855"/>
            <a:ext cx="28398" cy="28398"/>
          </a:xfrm>
          <a:prstGeom prst="ellipse">
            <a:avLst/>
          </a:prstGeom>
          <a:solidFill>
            <a:srgbClr val="7F8C97">
              <a:alpha val="48000"/>
            </a:srgbClr>
          </a:solidFill>
          <a:ln w="0">
            <a:noFill/>
            <a:prstDash val="solid"/>
          </a:ln>
        </p:spPr>
      </p:sp>
      <p:sp>
        <p:nvSpPr>
          <p:cNvPr id="164" name="01_find_only_163">
            <a:extLst>
              <a:ext uri="{FF2B5EF4-FFF2-40B4-BE49-F238E27FC236}">
                <a16:creationId xmlns:a16="http://schemas.microsoft.com/office/drawing/2014/main" id="{A9B23CEC-C733-43A9-AAB8-E99D870D1D08}"/>
              </a:ext>
            </a:extLst>
          </p:cNvPr>
          <p:cNvSpPr>
            <a:spLocks noGrp="1"/>
          </p:cNvSpPr>
          <p:nvPr/>
        </p:nvSpPr>
        <p:spPr>
          <a:xfrm>
            <a:off x="831074" y="3489410"/>
            <a:ext cx="28398" cy="28398"/>
          </a:xfrm>
          <a:prstGeom prst="ellipse">
            <a:avLst/>
          </a:prstGeom>
          <a:solidFill>
            <a:srgbClr val="7F8C97">
              <a:alpha val="48000"/>
            </a:srgbClr>
          </a:solidFill>
          <a:ln w="0">
            <a:noFill/>
            <a:prstDash val="solid"/>
          </a:ln>
        </p:spPr>
      </p:sp>
      <p:sp>
        <p:nvSpPr>
          <p:cNvPr id="165" name="01_find_only_164">
            <a:extLst>
              <a:ext uri="{FF2B5EF4-FFF2-40B4-BE49-F238E27FC236}">
                <a16:creationId xmlns:a16="http://schemas.microsoft.com/office/drawing/2014/main" id="{22D739B0-061E-4051-8E37-D4C22C45F4EB}"/>
              </a:ext>
            </a:extLst>
          </p:cNvPr>
          <p:cNvSpPr>
            <a:spLocks noGrp="1"/>
          </p:cNvSpPr>
          <p:nvPr/>
        </p:nvSpPr>
        <p:spPr>
          <a:xfrm>
            <a:off x="820963" y="3489410"/>
            <a:ext cx="28398" cy="28398"/>
          </a:xfrm>
          <a:prstGeom prst="ellipse">
            <a:avLst/>
          </a:prstGeom>
          <a:solidFill>
            <a:srgbClr val="7F8C97">
              <a:alpha val="48000"/>
            </a:srgbClr>
          </a:solidFill>
          <a:ln w="0">
            <a:noFill/>
            <a:prstDash val="solid"/>
          </a:ln>
        </p:spPr>
      </p:sp>
      <p:sp>
        <p:nvSpPr>
          <p:cNvPr id="166" name="01_find_only_165">
            <a:extLst>
              <a:ext uri="{FF2B5EF4-FFF2-40B4-BE49-F238E27FC236}">
                <a16:creationId xmlns:a16="http://schemas.microsoft.com/office/drawing/2014/main" id="{8DAD62A7-DEC2-4A99-AE93-4A6D2D622556}"/>
              </a:ext>
            </a:extLst>
          </p:cNvPr>
          <p:cNvSpPr>
            <a:spLocks noGrp="1"/>
          </p:cNvSpPr>
          <p:nvPr/>
        </p:nvSpPr>
        <p:spPr>
          <a:xfrm>
            <a:off x="820105" y="3489410"/>
            <a:ext cx="28398" cy="28398"/>
          </a:xfrm>
          <a:prstGeom prst="ellipse">
            <a:avLst/>
          </a:prstGeom>
          <a:solidFill>
            <a:srgbClr val="7F8C97">
              <a:alpha val="48000"/>
            </a:srgbClr>
          </a:solidFill>
          <a:ln w="0">
            <a:noFill/>
            <a:prstDash val="solid"/>
          </a:ln>
        </p:spPr>
      </p:sp>
      <p:sp>
        <p:nvSpPr>
          <p:cNvPr id="167" name="01_find_only_166">
            <a:extLst>
              <a:ext uri="{FF2B5EF4-FFF2-40B4-BE49-F238E27FC236}">
                <a16:creationId xmlns:a16="http://schemas.microsoft.com/office/drawing/2014/main" id="{4CEF3A09-5070-4E8D-8C5B-79CF5FD5B1B1}"/>
              </a:ext>
            </a:extLst>
          </p:cNvPr>
          <p:cNvSpPr>
            <a:spLocks noGrp="1"/>
          </p:cNvSpPr>
          <p:nvPr/>
        </p:nvSpPr>
        <p:spPr>
          <a:xfrm>
            <a:off x="824206" y="4123418"/>
            <a:ext cx="28398" cy="28398"/>
          </a:xfrm>
          <a:prstGeom prst="ellipse">
            <a:avLst/>
          </a:prstGeom>
          <a:solidFill>
            <a:srgbClr val="7F8C97">
              <a:alpha val="48000"/>
            </a:srgbClr>
          </a:solidFill>
          <a:ln w="0">
            <a:noFill/>
            <a:prstDash val="solid"/>
          </a:ln>
        </p:spPr>
      </p:sp>
      <p:sp>
        <p:nvSpPr>
          <p:cNvPr id="168" name="01_find_only_167">
            <a:extLst>
              <a:ext uri="{FF2B5EF4-FFF2-40B4-BE49-F238E27FC236}">
                <a16:creationId xmlns:a16="http://schemas.microsoft.com/office/drawing/2014/main" id="{1B200B56-925A-4347-A72F-6EBD901672EC}"/>
              </a:ext>
            </a:extLst>
          </p:cNvPr>
          <p:cNvSpPr>
            <a:spLocks noGrp="1"/>
          </p:cNvSpPr>
          <p:nvPr/>
        </p:nvSpPr>
        <p:spPr>
          <a:xfrm>
            <a:off x="806179" y="3489410"/>
            <a:ext cx="28398" cy="28398"/>
          </a:xfrm>
          <a:prstGeom prst="ellipse">
            <a:avLst/>
          </a:prstGeom>
          <a:solidFill>
            <a:srgbClr val="7F8C97">
              <a:alpha val="48000"/>
            </a:srgbClr>
          </a:solidFill>
          <a:ln w="0">
            <a:noFill/>
            <a:prstDash val="solid"/>
          </a:ln>
        </p:spPr>
      </p:sp>
      <p:sp>
        <p:nvSpPr>
          <p:cNvPr id="169" name="01_find_only_168">
            <a:extLst>
              <a:ext uri="{FF2B5EF4-FFF2-40B4-BE49-F238E27FC236}">
                <a16:creationId xmlns:a16="http://schemas.microsoft.com/office/drawing/2014/main" id="{BA3AEEA6-36D2-44A9-A1B0-D6AFD661FB18}"/>
              </a:ext>
            </a:extLst>
          </p:cNvPr>
          <p:cNvSpPr>
            <a:spLocks noGrp="1"/>
          </p:cNvSpPr>
          <p:nvPr/>
        </p:nvSpPr>
        <p:spPr>
          <a:xfrm>
            <a:off x="756676" y="4123418"/>
            <a:ext cx="28398" cy="28398"/>
          </a:xfrm>
          <a:prstGeom prst="ellipse">
            <a:avLst/>
          </a:prstGeom>
          <a:solidFill>
            <a:srgbClr val="7F8C97">
              <a:alpha val="48000"/>
            </a:srgbClr>
          </a:solidFill>
          <a:ln w="0">
            <a:noFill/>
            <a:prstDash val="solid"/>
          </a:ln>
        </p:spPr>
      </p:sp>
      <p:sp>
        <p:nvSpPr>
          <p:cNvPr id="170" name="01_find_only_169">
            <a:extLst>
              <a:ext uri="{FF2B5EF4-FFF2-40B4-BE49-F238E27FC236}">
                <a16:creationId xmlns:a16="http://schemas.microsoft.com/office/drawing/2014/main" id="{B9EB6B07-A6FA-477A-BA55-F9E6C87C7520}"/>
              </a:ext>
            </a:extLst>
          </p:cNvPr>
          <p:cNvSpPr>
            <a:spLocks noGrp="1"/>
          </p:cNvSpPr>
          <p:nvPr/>
        </p:nvSpPr>
        <p:spPr>
          <a:xfrm>
            <a:off x="805989" y="3700746"/>
            <a:ext cx="28398" cy="28398"/>
          </a:xfrm>
          <a:prstGeom prst="ellipse">
            <a:avLst/>
          </a:prstGeom>
          <a:solidFill>
            <a:srgbClr val="7F8C97">
              <a:alpha val="48000"/>
            </a:srgbClr>
          </a:solidFill>
          <a:ln w="0">
            <a:noFill/>
            <a:prstDash val="solid"/>
          </a:ln>
        </p:spPr>
      </p:sp>
      <p:sp>
        <p:nvSpPr>
          <p:cNvPr id="171" name="01_find_only_170">
            <a:extLst>
              <a:ext uri="{FF2B5EF4-FFF2-40B4-BE49-F238E27FC236}">
                <a16:creationId xmlns:a16="http://schemas.microsoft.com/office/drawing/2014/main" id="{7532D74B-12C6-4376-AD70-4B94F51DBEAC}"/>
              </a:ext>
            </a:extLst>
          </p:cNvPr>
          <p:cNvSpPr>
            <a:spLocks noGrp="1"/>
          </p:cNvSpPr>
          <p:nvPr/>
        </p:nvSpPr>
        <p:spPr>
          <a:xfrm>
            <a:off x="769267" y="4123418"/>
            <a:ext cx="28398" cy="28398"/>
          </a:xfrm>
          <a:prstGeom prst="ellipse">
            <a:avLst/>
          </a:prstGeom>
          <a:solidFill>
            <a:srgbClr val="7F8C97">
              <a:alpha val="48000"/>
            </a:srgbClr>
          </a:solidFill>
          <a:ln w="0">
            <a:noFill/>
            <a:prstDash val="solid"/>
          </a:ln>
        </p:spPr>
      </p:sp>
      <p:sp>
        <p:nvSpPr>
          <p:cNvPr id="172" name="01_find_only_171">
            <a:extLst>
              <a:ext uri="{FF2B5EF4-FFF2-40B4-BE49-F238E27FC236}">
                <a16:creationId xmlns:a16="http://schemas.microsoft.com/office/drawing/2014/main" id="{769EFD0D-DE88-43B4-A684-5E07E5BAD438}"/>
              </a:ext>
            </a:extLst>
          </p:cNvPr>
          <p:cNvSpPr>
            <a:spLocks noGrp="1"/>
          </p:cNvSpPr>
          <p:nvPr/>
        </p:nvSpPr>
        <p:spPr>
          <a:xfrm>
            <a:off x="820487" y="3684489"/>
            <a:ext cx="28398" cy="28398"/>
          </a:xfrm>
          <a:prstGeom prst="ellipse">
            <a:avLst/>
          </a:prstGeom>
          <a:solidFill>
            <a:srgbClr val="7F8C97">
              <a:alpha val="48000"/>
            </a:srgbClr>
          </a:solidFill>
          <a:ln w="0">
            <a:noFill/>
            <a:prstDash val="solid"/>
          </a:ln>
        </p:spPr>
      </p:sp>
      <p:sp>
        <p:nvSpPr>
          <p:cNvPr id="173" name="01_find_only_172">
            <a:extLst>
              <a:ext uri="{FF2B5EF4-FFF2-40B4-BE49-F238E27FC236}">
                <a16:creationId xmlns:a16="http://schemas.microsoft.com/office/drawing/2014/main" id="{DAE136F0-5304-476E-962C-7486AA4A147B}"/>
              </a:ext>
            </a:extLst>
          </p:cNvPr>
          <p:cNvSpPr>
            <a:spLocks noGrp="1"/>
          </p:cNvSpPr>
          <p:nvPr/>
        </p:nvSpPr>
        <p:spPr>
          <a:xfrm>
            <a:off x="833077" y="3489410"/>
            <a:ext cx="28398" cy="28398"/>
          </a:xfrm>
          <a:prstGeom prst="ellipse">
            <a:avLst/>
          </a:prstGeom>
          <a:solidFill>
            <a:srgbClr val="7F8C97">
              <a:alpha val="48000"/>
            </a:srgbClr>
          </a:solidFill>
          <a:ln w="0">
            <a:noFill/>
            <a:prstDash val="solid"/>
          </a:ln>
        </p:spPr>
      </p:sp>
      <p:sp>
        <p:nvSpPr>
          <p:cNvPr id="174" name="01_find_only_173">
            <a:extLst>
              <a:ext uri="{FF2B5EF4-FFF2-40B4-BE49-F238E27FC236}">
                <a16:creationId xmlns:a16="http://schemas.microsoft.com/office/drawing/2014/main" id="{3D968AFD-E934-4F11-A37A-885914269EAB}"/>
              </a:ext>
            </a:extLst>
          </p:cNvPr>
          <p:cNvSpPr>
            <a:spLocks noGrp="1"/>
          </p:cNvSpPr>
          <p:nvPr/>
        </p:nvSpPr>
        <p:spPr>
          <a:xfrm>
            <a:off x="767741" y="3700746"/>
            <a:ext cx="28398" cy="28398"/>
          </a:xfrm>
          <a:prstGeom prst="ellipse">
            <a:avLst/>
          </a:prstGeom>
          <a:solidFill>
            <a:srgbClr val="7F8C97">
              <a:alpha val="48000"/>
            </a:srgbClr>
          </a:solidFill>
          <a:ln w="0">
            <a:noFill/>
            <a:prstDash val="solid"/>
          </a:ln>
        </p:spPr>
      </p:sp>
      <p:sp>
        <p:nvSpPr>
          <p:cNvPr id="175" name="01_find_only_174">
            <a:extLst>
              <a:ext uri="{FF2B5EF4-FFF2-40B4-BE49-F238E27FC236}">
                <a16:creationId xmlns:a16="http://schemas.microsoft.com/office/drawing/2014/main" id="{3FA35914-7FDD-41EF-BD90-3FC87BF8C7BF}"/>
              </a:ext>
            </a:extLst>
          </p:cNvPr>
          <p:cNvSpPr>
            <a:spLocks noGrp="1"/>
          </p:cNvSpPr>
          <p:nvPr/>
        </p:nvSpPr>
        <p:spPr>
          <a:xfrm>
            <a:off x="821345" y="3489410"/>
            <a:ext cx="28398" cy="28398"/>
          </a:xfrm>
          <a:prstGeom prst="ellipse">
            <a:avLst/>
          </a:prstGeom>
          <a:solidFill>
            <a:srgbClr val="7F8C97">
              <a:alpha val="48000"/>
            </a:srgbClr>
          </a:solidFill>
          <a:ln w="0">
            <a:noFill/>
            <a:prstDash val="solid"/>
          </a:ln>
        </p:spPr>
      </p:sp>
      <p:sp>
        <p:nvSpPr>
          <p:cNvPr id="176" name="01_find_only_175">
            <a:extLst>
              <a:ext uri="{FF2B5EF4-FFF2-40B4-BE49-F238E27FC236}">
                <a16:creationId xmlns:a16="http://schemas.microsoft.com/office/drawing/2014/main" id="{9CEBDB76-6A5E-43A5-ACCF-0DB80095BEA9}"/>
              </a:ext>
            </a:extLst>
          </p:cNvPr>
          <p:cNvSpPr>
            <a:spLocks noGrp="1"/>
          </p:cNvSpPr>
          <p:nvPr/>
        </p:nvSpPr>
        <p:spPr>
          <a:xfrm>
            <a:off x="772510" y="3489410"/>
            <a:ext cx="28398" cy="28398"/>
          </a:xfrm>
          <a:prstGeom prst="ellipse">
            <a:avLst/>
          </a:prstGeom>
          <a:solidFill>
            <a:srgbClr val="7F8C97">
              <a:alpha val="48000"/>
            </a:srgbClr>
          </a:solidFill>
          <a:ln w="0">
            <a:noFill/>
            <a:prstDash val="solid"/>
          </a:ln>
        </p:spPr>
      </p:sp>
      <p:sp>
        <p:nvSpPr>
          <p:cNvPr id="177" name="01_find_only_176">
            <a:extLst>
              <a:ext uri="{FF2B5EF4-FFF2-40B4-BE49-F238E27FC236}">
                <a16:creationId xmlns:a16="http://schemas.microsoft.com/office/drawing/2014/main" id="{20574442-6132-43DB-A641-438CE5034332}"/>
              </a:ext>
            </a:extLst>
          </p:cNvPr>
          <p:cNvSpPr>
            <a:spLocks noGrp="1"/>
          </p:cNvSpPr>
          <p:nvPr/>
        </p:nvSpPr>
        <p:spPr>
          <a:xfrm>
            <a:off x="776706" y="3700746"/>
            <a:ext cx="28398" cy="28398"/>
          </a:xfrm>
          <a:prstGeom prst="ellipse">
            <a:avLst/>
          </a:prstGeom>
          <a:solidFill>
            <a:srgbClr val="7F8C97">
              <a:alpha val="48000"/>
            </a:srgbClr>
          </a:solidFill>
          <a:ln w="0">
            <a:noFill/>
            <a:prstDash val="solid"/>
          </a:ln>
        </p:spPr>
      </p:sp>
      <p:sp>
        <p:nvSpPr>
          <p:cNvPr id="178" name="01_find_only_177">
            <a:extLst>
              <a:ext uri="{FF2B5EF4-FFF2-40B4-BE49-F238E27FC236}">
                <a16:creationId xmlns:a16="http://schemas.microsoft.com/office/drawing/2014/main" id="{E270660A-4D95-4B38-BACC-EFC5F6F77651}"/>
              </a:ext>
            </a:extLst>
          </p:cNvPr>
          <p:cNvSpPr>
            <a:spLocks noGrp="1"/>
          </p:cNvSpPr>
          <p:nvPr/>
        </p:nvSpPr>
        <p:spPr>
          <a:xfrm>
            <a:off x="765356" y="3489410"/>
            <a:ext cx="28398" cy="28398"/>
          </a:xfrm>
          <a:prstGeom prst="ellipse">
            <a:avLst/>
          </a:prstGeom>
          <a:solidFill>
            <a:srgbClr val="7F8C97">
              <a:alpha val="48000"/>
            </a:srgbClr>
          </a:solidFill>
          <a:ln w="0">
            <a:noFill/>
            <a:prstDash val="solid"/>
          </a:ln>
        </p:spPr>
      </p:sp>
      <p:sp>
        <p:nvSpPr>
          <p:cNvPr id="179" name="01_find_only_178">
            <a:extLst>
              <a:ext uri="{FF2B5EF4-FFF2-40B4-BE49-F238E27FC236}">
                <a16:creationId xmlns:a16="http://schemas.microsoft.com/office/drawing/2014/main" id="{A5E66E45-F01E-4E59-9201-950DEA56DDCC}"/>
              </a:ext>
            </a:extLst>
          </p:cNvPr>
          <p:cNvSpPr>
            <a:spLocks noGrp="1"/>
          </p:cNvSpPr>
          <p:nvPr/>
        </p:nvSpPr>
        <p:spPr>
          <a:xfrm>
            <a:off x="820296" y="3489410"/>
            <a:ext cx="28398" cy="28398"/>
          </a:xfrm>
          <a:prstGeom prst="ellipse">
            <a:avLst/>
          </a:prstGeom>
          <a:solidFill>
            <a:srgbClr val="7F8C97">
              <a:alpha val="48000"/>
            </a:srgbClr>
          </a:solidFill>
          <a:ln w="0">
            <a:noFill/>
            <a:prstDash val="solid"/>
          </a:ln>
        </p:spPr>
      </p:sp>
      <p:sp>
        <p:nvSpPr>
          <p:cNvPr id="180" name="01_find_only_179">
            <a:extLst>
              <a:ext uri="{FF2B5EF4-FFF2-40B4-BE49-F238E27FC236}">
                <a16:creationId xmlns:a16="http://schemas.microsoft.com/office/drawing/2014/main" id="{59917DE8-5B02-488E-9942-521B2A8AE3FB}"/>
              </a:ext>
            </a:extLst>
          </p:cNvPr>
          <p:cNvSpPr>
            <a:spLocks noGrp="1"/>
          </p:cNvSpPr>
          <p:nvPr/>
        </p:nvSpPr>
        <p:spPr>
          <a:xfrm>
            <a:off x="844904" y="3489410"/>
            <a:ext cx="28398" cy="28398"/>
          </a:xfrm>
          <a:prstGeom prst="ellipse">
            <a:avLst/>
          </a:prstGeom>
          <a:solidFill>
            <a:srgbClr val="7F8C97">
              <a:alpha val="48000"/>
            </a:srgbClr>
          </a:solidFill>
          <a:ln w="0">
            <a:noFill/>
            <a:prstDash val="solid"/>
          </a:ln>
        </p:spPr>
      </p:sp>
      <p:sp>
        <p:nvSpPr>
          <p:cNvPr id="181" name="01_find_only_180">
            <a:extLst>
              <a:ext uri="{FF2B5EF4-FFF2-40B4-BE49-F238E27FC236}">
                <a16:creationId xmlns:a16="http://schemas.microsoft.com/office/drawing/2014/main" id="{33172726-45A6-4194-A982-AF9EC5446892}"/>
              </a:ext>
            </a:extLst>
          </p:cNvPr>
          <p:cNvSpPr>
            <a:spLocks noGrp="1"/>
          </p:cNvSpPr>
          <p:nvPr/>
        </p:nvSpPr>
        <p:spPr>
          <a:xfrm>
            <a:off x="849006" y="3579982"/>
            <a:ext cx="28398" cy="28398"/>
          </a:xfrm>
          <a:prstGeom prst="ellipse">
            <a:avLst/>
          </a:prstGeom>
          <a:solidFill>
            <a:srgbClr val="7F8C97">
              <a:alpha val="48000"/>
            </a:srgbClr>
          </a:solidFill>
          <a:ln w="0">
            <a:noFill/>
            <a:prstDash val="solid"/>
          </a:ln>
        </p:spPr>
      </p:sp>
      <p:sp>
        <p:nvSpPr>
          <p:cNvPr id="182" name="01_find_only_181">
            <a:extLst>
              <a:ext uri="{FF2B5EF4-FFF2-40B4-BE49-F238E27FC236}">
                <a16:creationId xmlns:a16="http://schemas.microsoft.com/office/drawing/2014/main" id="{60B61DF8-6725-45A4-BF86-F98EB1E5D92A}"/>
              </a:ext>
            </a:extLst>
          </p:cNvPr>
          <p:cNvSpPr>
            <a:spLocks noGrp="1"/>
          </p:cNvSpPr>
          <p:nvPr/>
        </p:nvSpPr>
        <p:spPr>
          <a:xfrm>
            <a:off x="790060" y="3489410"/>
            <a:ext cx="28398" cy="28398"/>
          </a:xfrm>
          <a:prstGeom prst="ellipse">
            <a:avLst/>
          </a:prstGeom>
          <a:solidFill>
            <a:srgbClr val="7F8C97">
              <a:alpha val="48000"/>
            </a:srgbClr>
          </a:solidFill>
          <a:ln w="0">
            <a:noFill/>
            <a:prstDash val="solid"/>
          </a:ln>
        </p:spPr>
      </p:sp>
      <p:sp>
        <p:nvSpPr>
          <p:cNvPr id="183" name="01_find_only_182">
            <a:extLst>
              <a:ext uri="{FF2B5EF4-FFF2-40B4-BE49-F238E27FC236}">
                <a16:creationId xmlns:a16="http://schemas.microsoft.com/office/drawing/2014/main" id="{DC240C5D-2CA2-470C-B993-1167BB4B5A38}"/>
              </a:ext>
            </a:extLst>
          </p:cNvPr>
          <p:cNvSpPr>
            <a:spLocks noGrp="1"/>
          </p:cNvSpPr>
          <p:nvPr/>
        </p:nvSpPr>
        <p:spPr>
          <a:xfrm>
            <a:off x="825065" y="4123418"/>
            <a:ext cx="28398" cy="28398"/>
          </a:xfrm>
          <a:prstGeom prst="ellipse">
            <a:avLst/>
          </a:prstGeom>
          <a:solidFill>
            <a:srgbClr val="7F8C97">
              <a:alpha val="48000"/>
            </a:srgbClr>
          </a:solidFill>
          <a:ln w="0">
            <a:noFill/>
            <a:prstDash val="solid"/>
          </a:ln>
        </p:spPr>
      </p:sp>
      <p:sp>
        <p:nvSpPr>
          <p:cNvPr id="184" name="01_find_only_183">
            <a:extLst>
              <a:ext uri="{FF2B5EF4-FFF2-40B4-BE49-F238E27FC236}">
                <a16:creationId xmlns:a16="http://schemas.microsoft.com/office/drawing/2014/main" id="{8D3F0062-586C-47BD-AECB-774CE293A32C}"/>
              </a:ext>
            </a:extLst>
          </p:cNvPr>
          <p:cNvSpPr>
            <a:spLocks noGrp="1"/>
          </p:cNvSpPr>
          <p:nvPr/>
        </p:nvSpPr>
        <p:spPr>
          <a:xfrm>
            <a:off x="843569" y="4123418"/>
            <a:ext cx="28398" cy="28398"/>
          </a:xfrm>
          <a:prstGeom prst="ellipse">
            <a:avLst/>
          </a:prstGeom>
          <a:solidFill>
            <a:srgbClr val="7F8C97">
              <a:alpha val="48000"/>
            </a:srgbClr>
          </a:solidFill>
          <a:ln w="0">
            <a:noFill/>
            <a:prstDash val="solid"/>
          </a:ln>
        </p:spPr>
      </p:sp>
      <p:sp>
        <p:nvSpPr>
          <p:cNvPr id="185" name="01_find_only_184">
            <a:extLst>
              <a:ext uri="{FF2B5EF4-FFF2-40B4-BE49-F238E27FC236}">
                <a16:creationId xmlns:a16="http://schemas.microsoft.com/office/drawing/2014/main" id="{0A25A336-618A-4384-9CCF-A3CAFDA417F3}"/>
              </a:ext>
            </a:extLst>
          </p:cNvPr>
          <p:cNvSpPr>
            <a:spLocks noGrp="1"/>
          </p:cNvSpPr>
          <p:nvPr/>
        </p:nvSpPr>
        <p:spPr>
          <a:xfrm>
            <a:off x="832314" y="3700746"/>
            <a:ext cx="28398" cy="28398"/>
          </a:xfrm>
          <a:prstGeom prst="ellipse">
            <a:avLst/>
          </a:prstGeom>
          <a:solidFill>
            <a:srgbClr val="7F8C97">
              <a:alpha val="48000"/>
            </a:srgbClr>
          </a:solidFill>
          <a:ln w="0">
            <a:noFill/>
            <a:prstDash val="solid"/>
          </a:ln>
        </p:spPr>
      </p:sp>
      <p:sp>
        <p:nvSpPr>
          <p:cNvPr id="186" name="01_find_only_185">
            <a:extLst>
              <a:ext uri="{FF2B5EF4-FFF2-40B4-BE49-F238E27FC236}">
                <a16:creationId xmlns:a16="http://schemas.microsoft.com/office/drawing/2014/main" id="{634B5B17-BC58-4C18-8B11-87979CC5CE71}"/>
              </a:ext>
            </a:extLst>
          </p:cNvPr>
          <p:cNvSpPr>
            <a:spLocks noGrp="1"/>
          </p:cNvSpPr>
          <p:nvPr/>
        </p:nvSpPr>
        <p:spPr>
          <a:xfrm>
            <a:off x="822203" y="4123418"/>
            <a:ext cx="28398" cy="28398"/>
          </a:xfrm>
          <a:prstGeom prst="ellipse">
            <a:avLst/>
          </a:prstGeom>
          <a:solidFill>
            <a:srgbClr val="7F8C97">
              <a:alpha val="48000"/>
            </a:srgbClr>
          </a:solidFill>
          <a:ln w="0">
            <a:noFill/>
            <a:prstDash val="solid"/>
          </a:ln>
        </p:spPr>
      </p:sp>
      <p:sp>
        <p:nvSpPr>
          <p:cNvPr id="187" name="01_find_only_186">
            <a:extLst>
              <a:ext uri="{FF2B5EF4-FFF2-40B4-BE49-F238E27FC236}">
                <a16:creationId xmlns:a16="http://schemas.microsoft.com/office/drawing/2014/main" id="{34775CF8-22C8-41BE-ACAE-1469017387FB}"/>
              </a:ext>
            </a:extLst>
          </p:cNvPr>
          <p:cNvSpPr>
            <a:spLocks noGrp="1"/>
          </p:cNvSpPr>
          <p:nvPr/>
        </p:nvSpPr>
        <p:spPr>
          <a:xfrm>
            <a:off x="798835" y="3489410"/>
            <a:ext cx="28398" cy="28398"/>
          </a:xfrm>
          <a:prstGeom prst="ellipse">
            <a:avLst/>
          </a:prstGeom>
          <a:solidFill>
            <a:srgbClr val="7F8C97">
              <a:alpha val="48000"/>
            </a:srgbClr>
          </a:solidFill>
          <a:ln w="0">
            <a:noFill/>
            <a:prstDash val="solid"/>
          </a:ln>
        </p:spPr>
      </p:sp>
      <p:sp>
        <p:nvSpPr>
          <p:cNvPr id="188" name="01_find_only_187">
            <a:extLst>
              <a:ext uri="{FF2B5EF4-FFF2-40B4-BE49-F238E27FC236}">
                <a16:creationId xmlns:a16="http://schemas.microsoft.com/office/drawing/2014/main" id="{100BC7F9-BCBD-4511-B5DC-671E18B33A9F}"/>
              </a:ext>
            </a:extLst>
          </p:cNvPr>
          <p:cNvSpPr>
            <a:spLocks noGrp="1"/>
          </p:cNvSpPr>
          <p:nvPr/>
        </p:nvSpPr>
        <p:spPr>
          <a:xfrm>
            <a:off x="795973" y="3805042"/>
            <a:ext cx="28398" cy="28398"/>
          </a:xfrm>
          <a:prstGeom prst="ellipse">
            <a:avLst/>
          </a:prstGeom>
          <a:solidFill>
            <a:srgbClr val="7F8C97">
              <a:alpha val="48000"/>
            </a:srgbClr>
          </a:solidFill>
          <a:ln w="0">
            <a:noFill/>
            <a:prstDash val="solid"/>
          </a:ln>
        </p:spPr>
      </p:sp>
      <p:sp>
        <p:nvSpPr>
          <p:cNvPr id="189" name="01_find_only_188">
            <a:extLst>
              <a:ext uri="{FF2B5EF4-FFF2-40B4-BE49-F238E27FC236}">
                <a16:creationId xmlns:a16="http://schemas.microsoft.com/office/drawing/2014/main" id="{6BCDEBF2-CD55-428D-9DF7-DF1B3B784FCA}"/>
              </a:ext>
            </a:extLst>
          </p:cNvPr>
          <p:cNvSpPr>
            <a:spLocks noGrp="1"/>
          </p:cNvSpPr>
          <p:nvPr/>
        </p:nvSpPr>
        <p:spPr>
          <a:xfrm>
            <a:off x="764211" y="3489410"/>
            <a:ext cx="28398" cy="28398"/>
          </a:xfrm>
          <a:prstGeom prst="ellipse">
            <a:avLst/>
          </a:prstGeom>
          <a:solidFill>
            <a:srgbClr val="7F8C97">
              <a:alpha val="48000"/>
            </a:srgbClr>
          </a:solidFill>
          <a:ln w="0">
            <a:noFill/>
            <a:prstDash val="solid"/>
          </a:ln>
        </p:spPr>
      </p:sp>
      <p:sp>
        <p:nvSpPr>
          <p:cNvPr id="190" name="01_find_only_189">
            <a:extLst>
              <a:ext uri="{FF2B5EF4-FFF2-40B4-BE49-F238E27FC236}">
                <a16:creationId xmlns:a16="http://schemas.microsoft.com/office/drawing/2014/main" id="{717401D1-620C-4222-AAFA-8A0508038799}"/>
              </a:ext>
            </a:extLst>
          </p:cNvPr>
          <p:cNvSpPr>
            <a:spLocks noGrp="1"/>
          </p:cNvSpPr>
          <p:nvPr/>
        </p:nvSpPr>
        <p:spPr>
          <a:xfrm>
            <a:off x="843855" y="4123418"/>
            <a:ext cx="28398" cy="28398"/>
          </a:xfrm>
          <a:prstGeom prst="ellipse">
            <a:avLst/>
          </a:prstGeom>
          <a:solidFill>
            <a:srgbClr val="7F8C97">
              <a:alpha val="48000"/>
            </a:srgbClr>
          </a:solidFill>
          <a:ln w="0">
            <a:noFill/>
            <a:prstDash val="solid"/>
          </a:ln>
        </p:spPr>
      </p:sp>
      <p:sp>
        <p:nvSpPr>
          <p:cNvPr id="191" name="01_find_only_190">
            <a:extLst>
              <a:ext uri="{FF2B5EF4-FFF2-40B4-BE49-F238E27FC236}">
                <a16:creationId xmlns:a16="http://schemas.microsoft.com/office/drawing/2014/main" id="{285F74A1-F7BC-48A8-BF80-AFE38BEFFC00}"/>
              </a:ext>
            </a:extLst>
          </p:cNvPr>
          <p:cNvSpPr>
            <a:spLocks noGrp="1"/>
          </p:cNvSpPr>
          <p:nvPr/>
        </p:nvSpPr>
        <p:spPr>
          <a:xfrm>
            <a:off x="833745" y="4123418"/>
            <a:ext cx="28398" cy="28398"/>
          </a:xfrm>
          <a:prstGeom prst="ellipse">
            <a:avLst/>
          </a:prstGeom>
          <a:solidFill>
            <a:srgbClr val="7F8C97">
              <a:alpha val="48000"/>
            </a:srgbClr>
          </a:solidFill>
          <a:ln w="0">
            <a:noFill/>
            <a:prstDash val="solid"/>
          </a:ln>
        </p:spPr>
      </p:sp>
      <p:sp>
        <p:nvSpPr>
          <p:cNvPr id="192" name="01_find_only_191">
            <a:extLst>
              <a:ext uri="{FF2B5EF4-FFF2-40B4-BE49-F238E27FC236}">
                <a16:creationId xmlns:a16="http://schemas.microsoft.com/office/drawing/2014/main" id="{89777E52-7AE4-4029-B4A9-4621124FBDAB}"/>
              </a:ext>
            </a:extLst>
          </p:cNvPr>
          <p:cNvSpPr>
            <a:spLocks noGrp="1"/>
          </p:cNvSpPr>
          <p:nvPr/>
        </p:nvSpPr>
        <p:spPr>
          <a:xfrm>
            <a:off x="819342" y="4123418"/>
            <a:ext cx="28398" cy="28398"/>
          </a:xfrm>
          <a:prstGeom prst="ellipse">
            <a:avLst/>
          </a:prstGeom>
          <a:solidFill>
            <a:srgbClr val="7F8C97">
              <a:alpha val="48000"/>
            </a:srgbClr>
          </a:solidFill>
          <a:ln w="0">
            <a:noFill/>
            <a:prstDash val="solid"/>
          </a:ln>
        </p:spPr>
      </p:sp>
      <p:sp>
        <p:nvSpPr>
          <p:cNvPr id="193" name="01_find_only_192">
            <a:extLst>
              <a:ext uri="{FF2B5EF4-FFF2-40B4-BE49-F238E27FC236}">
                <a16:creationId xmlns:a16="http://schemas.microsoft.com/office/drawing/2014/main" id="{D5F3CA37-8035-4BF9-9933-D44095EB5F15}"/>
              </a:ext>
            </a:extLst>
          </p:cNvPr>
          <p:cNvSpPr>
            <a:spLocks noGrp="1"/>
          </p:cNvSpPr>
          <p:nvPr/>
        </p:nvSpPr>
        <p:spPr>
          <a:xfrm>
            <a:off x="760873" y="3489410"/>
            <a:ext cx="28398" cy="28398"/>
          </a:xfrm>
          <a:prstGeom prst="ellipse">
            <a:avLst/>
          </a:prstGeom>
          <a:solidFill>
            <a:srgbClr val="7F8C97">
              <a:alpha val="48000"/>
            </a:srgbClr>
          </a:solidFill>
          <a:ln w="0">
            <a:noFill/>
            <a:prstDash val="solid"/>
          </a:ln>
        </p:spPr>
      </p:sp>
      <p:sp>
        <p:nvSpPr>
          <p:cNvPr id="194" name="01_find_only_193">
            <a:extLst>
              <a:ext uri="{FF2B5EF4-FFF2-40B4-BE49-F238E27FC236}">
                <a16:creationId xmlns:a16="http://schemas.microsoft.com/office/drawing/2014/main" id="{2FD3BC7C-2661-4E1A-8D2A-A331D18FCBB1}"/>
              </a:ext>
            </a:extLst>
          </p:cNvPr>
          <p:cNvSpPr>
            <a:spLocks noGrp="1"/>
          </p:cNvSpPr>
          <p:nvPr/>
        </p:nvSpPr>
        <p:spPr>
          <a:xfrm>
            <a:off x="770125" y="3743013"/>
            <a:ext cx="28398" cy="28398"/>
          </a:xfrm>
          <a:prstGeom prst="ellipse">
            <a:avLst/>
          </a:prstGeom>
          <a:solidFill>
            <a:srgbClr val="7F8C97">
              <a:alpha val="48000"/>
            </a:srgbClr>
          </a:solidFill>
          <a:ln w="0">
            <a:noFill/>
            <a:prstDash val="solid"/>
          </a:ln>
        </p:spPr>
      </p:sp>
      <p:sp>
        <p:nvSpPr>
          <p:cNvPr id="195" name="01_find_only_194">
            <a:extLst>
              <a:ext uri="{FF2B5EF4-FFF2-40B4-BE49-F238E27FC236}">
                <a16:creationId xmlns:a16="http://schemas.microsoft.com/office/drawing/2014/main" id="{4846C585-99EC-4A92-9970-C06D93D39C47}"/>
              </a:ext>
            </a:extLst>
          </p:cNvPr>
          <p:cNvSpPr>
            <a:spLocks noGrp="1"/>
          </p:cNvSpPr>
          <p:nvPr/>
        </p:nvSpPr>
        <p:spPr>
          <a:xfrm>
            <a:off x="779377" y="3489410"/>
            <a:ext cx="28398" cy="28398"/>
          </a:xfrm>
          <a:prstGeom prst="ellipse">
            <a:avLst/>
          </a:prstGeom>
          <a:solidFill>
            <a:srgbClr val="7F8C97">
              <a:alpha val="48000"/>
            </a:srgbClr>
          </a:solidFill>
          <a:ln w="0">
            <a:noFill/>
            <a:prstDash val="solid"/>
          </a:ln>
        </p:spPr>
      </p:sp>
      <p:sp>
        <p:nvSpPr>
          <p:cNvPr id="196" name="01_find_only_195">
            <a:extLst>
              <a:ext uri="{FF2B5EF4-FFF2-40B4-BE49-F238E27FC236}">
                <a16:creationId xmlns:a16="http://schemas.microsoft.com/office/drawing/2014/main" id="{A00E9E8C-1A9F-4B7B-8A23-9BBD737115BF}"/>
              </a:ext>
            </a:extLst>
          </p:cNvPr>
          <p:cNvSpPr>
            <a:spLocks noGrp="1"/>
          </p:cNvSpPr>
          <p:nvPr/>
        </p:nvSpPr>
        <p:spPr>
          <a:xfrm>
            <a:off x="820296" y="3489410"/>
            <a:ext cx="28398" cy="28398"/>
          </a:xfrm>
          <a:prstGeom prst="ellipse">
            <a:avLst/>
          </a:prstGeom>
          <a:solidFill>
            <a:srgbClr val="7F8C97">
              <a:alpha val="48000"/>
            </a:srgbClr>
          </a:solidFill>
          <a:ln w="0">
            <a:noFill/>
            <a:prstDash val="solid"/>
          </a:ln>
        </p:spPr>
      </p:sp>
      <p:sp>
        <p:nvSpPr>
          <p:cNvPr id="197" name="01_find_only_196">
            <a:extLst>
              <a:ext uri="{FF2B5EF4-FFF2-40B4-BE49-F238E27FC236}">
                <a16:creationId xmlns:a16="http://schemas.microsoft.com/office/drawing/2014/main" id="{3EC84E7D-72ED-4360-B8A3-7718DCED9D58}"/>
              </a:ext>
            </a:extLst>
          </p:cNvPr>
          <p:cNvSpPr>
            <a:spLocks noGrp="1"/>
          </p:cNvSpPr>
          <p:nvPr/>
        </p:nvSpPr>
        <p:spPr>
          <a:xfrm>
            <a:off x="810662" y="3489410"/>
            <a:ext cx="28398" cy="28398"/>
          </a:xfrm>
          <a:prstGeom prst="ellipse">
            <a:avLst/>
          </a:prstGeom>
          <a:solidFill>
            <a:srgbClr val="7F8C97">
              <a:alpha val="48000"/>
            </a:srgbClr>
          </a:solidFill>
          <a:ln w="0">
            <a:noFill/>
            <a:prstDash val="solid"/>
          </a:ln>
        </p:spPr>
      </p:sp>
      <p:sp>
        <p:nvSpPr>
          <p:cNvPr id="198" name="01_find_only_197">
            <a:extLst>
              <a:ext uri="{FF2B5EF4-FFF2-40B4-BE49-F238E27FC236}">
                <a16:creationId xmlns:a16="http://schemas.microsoft.com/office/drawing/2014/main" id="{1DA2D01E-0911-4B33-BF99-1DA34ABE76D3}"/>
              </a:ext>
            </a:extLst>
          </p:cNvPr>
          <p:cNvSpPr>
            <a:spLocks noGrp="1"/>
          </p:cNvSpPr>
          <p:nvPr/>
        </p:nvSpPr>
        <p:spPr>
          <a:xfrm>
            <a:off x="774131" y="3700746"/>
            <a:ext cx="28398" cy="28398"/>
          </a:xfrm>
          <a:prstGeom prst="ellipse">
            <a:avLst/>
          </a:prstGeom>
          <a:solidFill>
            <a:srgbClr val="7F8C97">
              <a:alpha val="48000"/>
            </a:srgbClr>
          </a:solidFill>
          <a:ln w="0">
            <a:noFill/>
            <a:prstDash val="solid"/>
          </a:ln>
        </p:spPr>
      </p:sp>
      <p:sp>
        <p:nvSpPr>
          <p:cNvPr id="199" name="01_find_only_198">
            <a:extLst>
              <a:ext uri="{FF2B5EF4-FFF2-40B4-BE49-F238E27FC236}">
                <a16:creationId xmlns:a16="http://schemas.microsoft.com/office/drawing/2014/main" id="{BE4B2BB0-7BC6-4D76-B46A-68AB4B6E1E62}"/>
              </a:ext>
            </a:extLst>
          </p:cNvPr>
          <p:cNvSpPr>
            <a:spLocks noGrp="1"/>
          </p:cNvSpPr>
          <p:nvPr/>
        </p:nvSpPr>
        <p:spPr>
          <a:xfrm>
            <a:off x="791395" y="3489410"/>
            <a:ext cx="28398" cy="28398"/>
          </a:xfrm>
          <a:prstGeom prst="ellipse">
            <a:avLst/>
          </a:prstGeom>
          <a:solidFill>
            <a:srgbClr val="7F8C97">
              <a:alpha val="48000"/>
            </a:srgbClr>
          </a:solidFill>
          <a:ln w="0">
            <a:noFill/>
            <a:prstDash val="solid"/>
          </a:ln>
        </p:spPr>
      </p:sp>
      <p:sp>
        <p:nvSpPr>
          <p:cNvPr id="200" name="01_find_only_199">
            <a:extLst>
              <a:ext uri="{FF2B5EF4-FFF2-40B4-BE49-F238E27FC236}">
                <a16:creationId xmlns:a16="http://schemas.microsoft.com/office/drawing/2014/main" id="{30875D1D-6151-4DB5-B6AC-B39C9870E8AB}"/>
              </a:ext>
            </a:extLst>
          </p:cNvPr>
          <p:cNvSpPr>
            <a:spLocks noGrp="1"/>
          </p:cNvSpPr>
          <p:nvPr/>
        </p:nvSpPr>
        <p:spPr>
          <a:xfrm>
            <a:off x="757630" y="3987559"/>
            <a:ext cx="28398" cy="28398"/>
          </a:xfrm>
          <a:prstGeom prst="ellipse">
            <a:avLst/>
          </a:prstGeom>
          <a:solidFill>
            <a:srgbClr val="7F8C97">
              <a:alpha val="48000"/>
            </a:srgbClr>
          </a:solidFill>
          <a:ln w="0">
            <a:noFill/>
            <a:prstDash val="solid"/>
          </a:ln>
        </p:spPr>
      </p:sp>
      <p:sp>
        <p:nvSpPr>
          <p:cNvPr id="201" name="01_find_only_200">
            <a:extLst>
              <a:ext uri="{FF2B5EF4-FFF2-40B4-BE49-F238E27FC236}">
                <a16:creationId xmlns:a16="http://schemas.microsoft.com/office/drawing/2014/main" id="{870637D0-8E33-4EE8-8735-A2107B6587E3}"/>
              </a:ext>
            </a:extLst>
          </p:cNvPr>
          <p:cNvSpPr>
            <a:spLocks noGrp="1"/>
          </p:cNvSpPr>
          <p:nvPr/>
        </p:nvSpPr>
        <p:spPr>
          <a:xfrm>
            <a:off x="1028423" y="3489410"/>
            <a:ext cx="28398" cy="28398"/>
          </a:xfrm>
          <a:prstGeom prst="ellipse">
            <a:avLst/>
          </a:prstGeom>
          <a:solidFill>
            <a:srgbClr val="7F8C97">
              <a:alpha val="48000"/>
            </a:srgbClr>
          </a:solidFill>
          <a:ln w="0">
            <a:noFill/>
            <a:prstDash val="solid"/>
          </a:ln>
        </p:spPr>
      </p:sp>
      <p:sp>
        <p:nvSpPr>
          <p:cNvPr id="202" name="01_find_only_201">
            <a:extLst>
              <a:ext uri="{FF2B5EF4-FFF2-40B4-BE49-F238E27FC236}">
                <a16:creationId xmlns:a16="http://schemas.microsoft.com/office/drawing/2014/main" id="{FAB39C0A-C25F-447D-A574-178DE0D1C191}"/>
              </a:ext>
            </a:extLst>
          </p:cNvPr>
          <p:cNvSpPr>
            <a:spLocks noGrp="1"/>
          </p:cNvSpPr>
          <p:nvPr/>
        </p:nvSpPr>
        <p:spPr>
          <a:xfrm>
            <a:off x="1010110" y="3225240"/>
            <a:ext cx="28398" cy="28398"/>
          </a:xfrm>
          <a:prstGeom prst="ellipse">
            <a:avLst/>
          </a:prstGeom>
          <a:solidFill>
            <a:srgbClr val="7F8C97">
              <a:alpha val="48000"/>
            </a:srgbClr>
          </a:solidFill>
          <a:ln w="0">
            <a:noFill/>
            <a:prstDash val="solid"/>
          </a:ln>
        </p:spPr>
      </p:sp>
      <p:sp>
        <p:nvSpPr>
          <p:cNvPr id="203" name="01_find_only_202">
            <a:extLst>
              <a:ext uri="{FF2B5EF4-FFF2-40B4-BE49-F238E27FC236}">
                <a16:creationId xmlns:a16="http://schemas.microsoft.com/office/drawing/2014/main" id="{76A4FB1E-BA61-41FA-BFCB-F9DC4BE11FEE}"/>
              </a:ext>
            </a:extLst>
          </p:cNvPr>
          <p:cNvSpPr>
            <a:spLocks noGrp="1"/>
          </p:cNvSpPr>
          <p:nvPr/>
        </p:nvSpPr>
        <p:spPr>
          <a:xfrm>
            <a:off x="1024990" y="2855402"/>
            <a:ext cx="28398" cy="28398"/>
          </a:xfrm>
          <a:prstGeom prst="ellipse">
            <a:avLst/>
          </a:prstGeom>
          <a:solidFill>
            <a:srgbClr val="7F8C97">
              <a:alpha val="48000"/>
            </a:srgbClr>
          </a:solidFill>
          <a:ln w="0">
            <a:noFill/>
            <a:prstDash val="solid"/>
          </a:ln>
        </p:spPr>
      </p:sp>
      <p:sp>
        <p:nvSpPr>
          <p:cNvPr id="204" name="01_find_only_203">
            <a:extLst>
              <a:ext uri="{FF2B5EF4-FFF2-40B4-BE49-F238E27FC236}">
                <a16:creationId xmlns:a16="http://schemas.microsoft.com/office/drawing/2014/main" id="{F441F591-59F9-410B-9E2A-CAF47A619F6A}"/>
              </a:ext>
            </a:extLst>
          </p:cNvPr>
          <p:cNvSpPr>
            <a:spLocks noGrp="1"/>
          </p:cNvSpPr>
          <p:nvPr/>
        </p:nvSpPr>
        <p:spPr>
          <a:xfrm>
            <a:off x="1024608" y="2855402"/>
            <a:ext cx="28398" cy="28398"/>
          </a:xfrm>
          <a:prstGeom prst="ellipse">
            <a:avLst/>
          </a:prstGeom>
          <a:solidFill>
            <a:srgbClr val="7F8C97">
              <a:alpha val="48000"/>
            </a:srgbClr>
          </a:solidFill>
          <a:ln w="0">
            <a:noFill/>
            <a:prstDash val="solid"/>
          </a:ln>
        </p:spPr>
      </p:sp>
      <p:sp>
        <p:nvSpPr>
          <p:cNvPr id="205" name="01_find_only_204">
            <a:extLst>
              <a:ext uri="{FF2B5EF4-FFF2-40B4-BE49-F238E27FC236}">
                <a16:creationId xmlns:a16="http://schemas.microsoft.com/office/drawing/2014/main" id="{984DB1F8-FABC-4523-9541-DFC366159E63}"/>
              </a:ext>
            </a:extLst>
          </p:cNvPr>
          <p:cNvSpPr>
            <a:spLocks noGrp="1"/>
          </p:cNvSpPr>
          <p:nvPr/>
        </p:nvSpPr>
        <p:spPr>
          <a:xfrm>
            <a:off x="1040823" y="2961070"/>
            <a:ext cx="28398" cy="28398"/>
          </a:xfrm>
          <a:prstGeom prst="ellipse">
            <a:avLst/>
          </a:prstGeom>
          <a:solidFill>
            <a:srgbClr val="7F8C97">
              <a:alpha val="48000"/>
            </a:srgbClr>
          </a:solidFill>
          <a:ln w="0">
            <a:noFill/>
            <a:prstDash val="solid"/>
          </a:ln>
        </p:spPr>
      </p:sp>
      <p:sp>
        <p:nvSpPr>
          <p:cNvPr id="206" name="01_find_only_205">
            <a:extLst>
              <a:ext uri="{FF2B5EF4-FFF2-40B4-BE49-F238E27FC236}">
                <a16:creationId xmlns:a16="http://schemas.microsoft.com/office/drawing/2014/main" id="{EBFDD068-CB34-40CE-B904-BEEAE7756C63}"/>
              </a:ext>
            </a:extLst>
          </p:cNvPr>
          <p:cNvSpPr>
            <a:spLocks noGrp="1"/>
          </p:cNvSpPr>
          <p:nvPr/>
        </p:nvSpPr>
        <p:spPr>
          <a:xfrm>
            <a:off x="1068579" y="3278074"/>
            <a:ext cx="28398" cy="28398"/>
          </a:xfrm>
          <a:prstGeom prst="ellipse">
            <a:avLst/>
          </a:prstGeom>
          <a:solidFill>
            <a:srgbClr val="7F8C97">
              <a:alpha val="48000"/>
            </a:srgbClr>
          </a:solidFill>
          <a:ln w="0">
            <a:noFill/>
            <a:prstDash val="solid"/>
          </a:ln>
        </p:spPr>
      </p:sp>
      <p:sp>
        <p:nvSpPr>
          <p:cNvPr id="207" name="01_find_only_206">
            <a:extLst>
              <a:ext uri="{FF2B5EF4-FFF2-40B4-BE49-F238E27FC236}">
                <a16:creationId xmlns:a16="http://schemas.microsoft.com/office/drawing/2014/main" id="{23DD69A2-AEBD-422F-BDCE-3B14B6A2C211}"/>
              </a:ext>
            </a:extLst>
          </p:cNvPr>
          <p:cNvSpPr>
            <a:spLocks noGrp="1"/>
          </p:cNvSpPr>
          <p:nvPr/>
        </p:nvSpPr>
        <p:spPr>
          <a:xfrm>
            <a:off x="1086034" y="2855402"/>
            <a:ext cx="28398" cy="28398"/>
          </a:xfrm>
          <a:prstGeom prst="ellipse">
            <a:avLst/>
          </a:prstGeom>
          <a:solidFill>
            <a:srgbClr val="7F8C97">
              <a:alpha val="48000"/>
            </a:srgbClr>
          </a:solidFill>
          <a:ln w="0">
            <a:noFill/>
            <a:prstDash val="solid"/>
          </a:ln>
        </p:spPr>
      </p:sp>
      <p:sp>
        <p:nvSpPr>
          <p:cNvPr id="208" name="01_find_only_207">
            <a:extLst>
              <a:ext uri="{FF2B5EF4-FFF2-40B4-BE49-F238E27FC236}">
                <a16:creationId xmlns:a16="http://schemas.microsoft.com/office/drawing/2014/main" id="{31561E48-D592-4650-89FC-E8E8CBF07700}"/>
              </a:ext>
            </a:extLst>
          </p:cNvPr>
          <p:cNvSpPr>
            <a:spLocks noGrp="1"/>
          </p:cNvSpPr>
          <p:nvPr/>
        </p:nvSpPr>
        <p:spPr>
          <a:xfrm>
            <a:off x="1015165" y="3278074"/>
            <a:ext cx="28398" cy="28398"/>
          </a:xfrm>
          <a:prstGeom prst="ellipse">
            <a:avLst/>
          </a:prstGeom>
          <a:solidFill>
            <a:srgbClr val="7F8C97">
              <a:alpha val="48000"/>
            </a:srgbClr>
          </a:solidFill>
          <a:ln w="0">
            <a:noFill/>
            <a:prstDash val="solid"/>
          </a:ln>
        </p:spPr>
      </p:sp>
      <p:sp>
        <p:nvSpPr>
          <p:cNvPr id="209" name="01_find_only_208">
            <a:extLst>
              <a:ext uri="{FF2B5EF4-FFF2-40B4-BE49-F238E27FC236}">
                <a16:creationId xmlns:a16="http://schemas.microsoft.com/office/drawing/2014/main" id="{8BA4E028-1722-4FE1-8E13-49B3F647198D}"/>
              </a:ext>
            </a:extLst>
          </p:cNvPr>
          <p:cNvSpPr>
            <a:spLocks noGrp="1"/>
          </p:cNvSpPr>
          <p:nvPr/>
        </p:nvSpPr>
        <p:spPr>
          <a:xfrm>
            <a:off x="1058755" y="2855402"/>
            <a:ext cx="28398" cy="28398"/>
          </a:xfrm>
          <a:prstGeom prst="ellipse">
            <a:avLst/>
          </a:prstGeom>
          <a:solidFill>
            <a:srgbClr val="7F8C97">
              <a:alpha val="48000"/>
            </a:srgbClr>
          </a:solidFill>
          <a:ln w="0">
            <a:noFill/>
            <a:prstDash val="solid"/>
          </a:ln>
        </p:spPr>
      </p:sp>
      <p:sp>
        <p:nvSpPr>
          <p:cNvPr id="210" name="01_find_only_209">
            <a:extLst>
              <a:ext uri="{FF2B5EF4-FFF2-40B4-BE49-F238E27FC236}">
                <a16:creationId xmlns:a16="http://schemas.microsoft.com/office/drawing/2014/main" id="{F98A4231-4EA6-4A68-B35D-B57804BF29C9}"/>
              </a:ext>
            </a:extLst>
          </p:cNvPr>
          <p:cNvSpPr>
            <a:spLocks noGrp="1"/>
          </p:cNvSpPr>
          <p:nvPr/>
        </p:nvSpPr>
        <p:spPr>
          <a:xfrm>
            <a:off x="1015451" y="3489410"/>
            <a:ext cx="28398" cy="28398"/>
          </a:xfrm>
          <a:prstGeom prst="ellipse">
            <a:avLst/>
          </a:prstGeom>
          <a:solidFill>
            <a:srgbClr val="7F8C97">
              <a:alpha val="48000"/>
            </a:srgbClr>
          </a:solidFill>
          <a:ln w="0">
            <a:noFill/>
            <a:prstDash val="solid"/>
          </a:ln>
        </p:spPr>
      </p:sp>
      <p:sp>
        <p:nvSpPr>
          <p:cNvPr id="211" name="01_find_only_210">
            <a:extLst>
              <a:ext uri="{FF2B5EF4-FFF2-40B4-BE49-F238E27FC236}">
                <a16:creationId xmlns:a16="http://schemas.microsoft.com/office/drawing/2014/main" id="{01742B86-6587-4840-87AA-6F58F92A2D0D}"/>
              </a:ext>
            </a:extLst>
          </p:cNvPr>
          <p:cNvSpPr>
            <a:spLocks noGrp="1"/>
          </p:cNvSpPr>
          <p:nvPr/>
        </p:nvSpPr>
        <p:spPr>
          <a:xfrm>
            <a:off x="1004959" y="2855402"/>
            <a:ext cx="28398" cy="28398"/>
          </a:xfrm>
          <a:prstGeom prst="ellipse">
            <a:avLst/>
          </a:prstGeom>
          <a:solidFill>
            <a:srgbClr val="7F8C97">
              <a:alpha val="48000"/>
            </a:srgbClr>
          </a:solidFill>
          <a:ln w="0">
            <a:noFill/>
            <a:prstDash val="solid"/>
          </a:ln>
        </p:spPr>
      </p:sp>
      <p:sp>
        <p:nvSpPr>
          <p:cNvPr id="212" name="01_find_only_211">
            <a:extLst>
              <a:ext uri="{FF2B5EF4-FFF2-40B4-BE49-F238E27FC236}">
                <a16:creationId xmlns:a16="http://schemas.microsoft.com/office/drawing/2014/main" id="{6D69E11E-7292-4B4E-B93C-F42FFFA0CED9}"/>
              </a:ext>
            </a:extLst>
          </p:cNvPr>
          <p:cNvSpPr>
            <a:spLocks noGrp="1"/>
          </p:cNvSpPr>
          <p:nvPr/>
        </p:nvSpPr>
        <p:spPr>
          <a:xfrm>
            <a:off x="1078403" y="3330908"/>
            <a:ext cx="28398" cy="28398"/>
          </a:xfrm>
          <a:prstGeom prst="ellipse">
            <a:avLst/>
          </a:prstGeom>
          <a:solidFill>
            <a:srgbClr val="7F8C97">
              <a:alpha val="48000"/>
            </a:srgbClr>
          </a:solidFill>
          <a:ln w="0">
            <a:noFill/>
            <a:prstDash val="solid"/>
          </a:ln>
        </p:spPr>
      </p:sp>
      <p:sp>
        <p:nvSpPr>
          <p:cNvPr id="213" name="01_find_only_212">
            <a:extLst>
              <a:ext uri="{FF2B5EF4-FFF2-40B4-BE49-F238E27FC236}">
                <a16:creationId xmlns:a16="http://schemas.microsoft.com/office/drawing/2014/main" id="{61B7A195-26DF-461D-92B0-3F8EC302F127}"/>
              </a:ext>
            </a:extLst>
          </p:cNvPr>
          <p:cNvSpPr>
            <a:spLocks noGrp="1"/>
          </p:cNvSpPr>
          <p:nvPr/>
        </p:nvSpPr>
        <p:spPr>
          <a:xfrm>
            <a:off x="1097956" y="3278074"/>
            <a:ext cx="28398" cy="28398"/>
          </a:xfrm>
          <a:prstGeom prst="ellipse">
            <a:avLst/>
          </a:prstGeom>
          <a:solidFill>
            <a:srgbClr val="7F8C97">
              <a:alpha val="48000"/>
            </a:srgbClr>
          </a:solidFill>
          <a:ln w="0">
            <a:noFill/>
            <a:prstDash val="solid"/>
          </a:ln>
        </p:spPr>
      </p:sp>
      <p:sp>
        <p:nvSpPr>
          <p:cNvPr id="214" name="01_find_only_213">
            <a:extLst>
              <a:ext uri="{FF2B5EF4-FFF2-40B4-BE49-F238E27FC236}">
                <a16:creationId xmlns:a16="http://schemas.microsoft.com/office/drawing/2014/main" id="{E4D3B0C9-A947-47B2-994E-22FD8D7B09D6}"/>
              </a:ext>
            </a:extLst>
          </p:cNvPr>
          <p:cNvSpPr>
            <a:spLocks noGrp="1"/>
          </p:cNvSpPr>
          <p:nvPr/>
        </p:nvSpPr>
        <p:spPr>
          <a:xfrm>
            <a:off x="1040537" y="2855402"/>
            <a:ext cx="28398" cy="28398"/>
          </a:xfrm>
          <a:prstGeom prst="ellipse">
            <a:avLst/>
          </a:prstGeom>
          <a:solidFill>
            <a:srgbClr val="7F8C97">
              <a:alpha val="48000"/>
            </a:srgbClr>
          </a:solidFill>
          <a:ln w="0">
            <a:noFill/>
            <a:prstDash val="solid"/>
          </a:ln>
        </p:spPr>
      </p:sp>
      <p:sp>
        <p:nvSpPr>
          <p:cNvPr id="215" name="01_find_only_214">
            <a:extLst>
              <a:ext uri="{FF2B5EF4-FFF2-40B4-BE49-F238E27FC236}">
                <a16:creationId xmlns:a16="http://schemas.microsoft.com/office/drawing/2014/main" id="{4A86A955-E52D-4CAD-8498-D8097464603F}"/>
              </a:ext>
            </a:extLst>
          </p:cNvPr>
          <p:cNvSpPr>
            <a:spLocks noGrp="1"/>
          </p:cNvSpPr>
          <p:nvPr/>
        </p:nvSpPr>
        <p:spPr>
          <a:xfrm>
            <a:off x="1092806" y="2855402"/>
            <a:ext cx="28398" cy="28398"/>
          </a:xfrm>
          <a:prstGeom prst="ellipse">
            <a:avLst/>
          </a:prstGeom>
          <a:solidFill>
            <a:srgbClr val="7F8C97">
              <a:alpha val="48000"/>
            </a:srgbClr>
          </a:solidFill>
          <a:ln w="0">
            <a:noFill/>
            <a:prstDash val="solid"/>
          </a:ln>
        </p:spPr>
      </p:sp>
      <p:sp>
        <p:nvSpPr>
          <p:cNvPr id="216" name="01_find_only_215">
            <a:extLst>
              <a:ext uri="{FF2B5EF4-FFF2-40B4-BE49-F238E27FC236}">
                <a16:creationId xmlns:a16="http://schemas.microsoft.com/office/drawing/2014/main" id="{11A5D817-EDD1-47FF-AC58-365A2725D4FC}"/>
              </a:ext>
            </a:extLst>
          </p:cNvPr>
          <p:cNvSpPr>
            <a:spLocks noGrp="1"/>
          </p:cNvSpPr>
          <p:nvPr/>
        </p:nvSpPr>
        <p:spPr>
          <a:xfrm>
            <a:off x="1024894" y="3066738"/>
            <a:ext cx="28398" cy="28398"/>
          </a:xfrm>
          <a:prstGeom prst="ellipse">
            <a:avLst/>
          </a:prstGeom>
          <a:solidFill>
            <a:srgbClr val="7F8C97">
              <a:alpha val="48000"/>
            </a:srgbClr>
          </a:solidFill>
          <a:ln w="0">
            <a:noFill/>
            <a:prstDash val="solid"/>
          </a:ln>
        </p:spPr>
      </p:sp>
      <p:sp>
        <p:nvSpPr>
          <p:cNvPr id="217" name="01_find_only_216">
            <a:extLst>
              <a:ext uri="{FF2B5EF4-FFF2-40B4-BE49-F238E27FC236}">
                <a16:creationId xmlns:a16="http://schemas.microsoft.com/office/drawing/2014/main" id="{8B4D5713-E29C-4FB3-8369-717B1D648BFA}"/>
              </a:ext>
            </a:extLst>
          </p:cNvPr>
          <p:cNvSpPr>
            <a:spLocks noGrp="1"/>
          </p:cNvSpPr>
          <p:nvPr/>
        </p:nvSpPr>
        <p:spPr>
          <a:xfrm>
            <a:off x="1043017" y="3255103"/>
            <a:ext cx="28398" cy="28398"/>
          </a:xfrm>
          <a:prstGeom prst="ellipse">
            <a:avLst/>
          </a:prstGeom>
          <a:solidFill>
            <a:srgbClr val="7F8C97">
              <a:alpha val="48000"/>
            </a:srgbClr>
          </a:solidFill>
          <a:ln w="0">
            <a:noFill/>
            <a:prstDash val="solid"/>
          </a:ln>
        </p:spPr>
      </p:sp>
      <p:sp>
        <p:nvSpPr>
          <p:cNvPr id="218" name="01_find_only_217">
            <a:extLst>
              <a:ext uri="{FF2B5EF4-FFF2-40B4-BE49-F238E27FC236}">
                <a16:creationId xmlns:a16="http://schemas.microsoft.com/office/drawing/2014/main" id="{A40151A4-29C7-47B5-8B38-1C7B96474F85}"/>
              </a:ext>
            </a:extLst>
          </p:cNvPr>
          <p:cNvSpPr>
            <a:spLocks noGrp="1"/>
          </p:cNvSpPr>
          <p:nvPr/>
        </p:nvSpPr>
        <p:spPr>
          <a:xfrm>
            <a:off x="1071440" y="3426009"/>
            <a:ext cx="28398" cy="28398"/>
          </a:xfrm>
          <a:prstGeom prst="ellipse">
            <a:avLst/>
          </a:prstGeom>
          <a:solidFill>
            <a:srgbClr val="7F8C97">
              <a:alpha val="48000"/>
            </a:srgbClr>
          </a:solidFill>
          <a:ln w="0">
            <a:noFill/>
            <a:prstDash val="solid"/>
          </a:ln>
        </p:spPr>
      </p:sp>
      <p:sp>
        <p:nvSpPr>
          <p:cNvPr id="219" name="01_find_only_218">
            <a:extLst>
              <a:ext uri="{FF2B5EF4-FFF2-40B4-BE49-F238E27FC236}">
                <a16:creationId xmlns:a16="http://schemas.microsoft.com/office/drawing/2014/main" id="{260C3B01-6129-43BF-94A8-2E1333E6CA22}"/>
              </a:ext>
            </a:extLst>
          </p:cNvPr>
          <p:cNvSpPr>
            <a:spLocks noGrp="1"/>
          </p:cNvSpPr>
          <p:nvPr/>
        </p:nvSpPr>
        <p:spPr>
          <a:xfrm>
            <a:off x="1088514" y="2855402"/>
            <a:ext cx="28398" cy="28398"/>
          </a:xfrm>
          <a:prstGeom prst="ellipse">
            <a:avLst/>
          </a:prstGeom>
          <a:solidFill>
            <a:srgbClr val="7F8C97">
              <a:alpha val="48000"/>
            </a:srgbClr>
          </a:solidFill>
          <a:ln w="0">
            <a:noFill/>
            <a:prstDash val="solid"/>
          </a:ln>
        </p:spPr>
      </p:sp>
      <p:sp>
        <p:nvSpPr>
          <p:cNvPr id="220" name="01_find_only_219">
            <a:extLst>
              <a:ext uri="{FF2B5EF4-FFF2-40B4-BE49-F238E27FC236}">
                <a16:creationId xmlns:a16="http://schemas.microsoft.com/office/drawing/2014/main" id="{952956AC-304C-4F15-9FFF-559487354274}"/>
              </a:ext>
            </a:extLst>
          </p:cNvPr>
          <p:cNvSpPr>
            <a:spLocks noGrp="1"/>
          </p:cNvSpPr>
          <p:nvPr/>
        </p:nvSpPr>
        <p:spPr>
          <a:xfrm>
            <a:off x="1097766" y="3489410"/>
            <a:ext cx="28398" cy="28398"/>
          </a:xfrm>
          <a:prstGeom prst="ellipse">
            <a:avLst/>
          </a:prstGeom>
          <a:solidFill>
            <a:srgbClr val="7F8C97">
              <a:alpha val="48000"/>
            </a:srgbClr>
          </a:solidFill>
          <a:ln w="0">
            <a:noFill/>
            <a:prstDash val="solid"/>
          </a:ln>
        </p:spPr>
      </p:sp>
      <p:sp>
        <p:nvSpPr>
          <p:cNvPr id="221" name="01_find_only_220">
            <a:extLst>
              <a:ext uri="{FF2B5EF4-FFF2-40B4-BE49-F238E27FC236}">
                <a16:creationId xmlns:a16="http://schemas.microsoft.com/office/drawing/2014/main" id="{3CAC0F21-6B0C-46E6-8D28-E6AA2EBEBE76}"/>
              </a:ext>
            </a:extLst>
          </p:cNvPr>
          <p:cNvSpPr>
            <a:spLocks noGrp="1"/>
          </p:cNvSpPr>
          <p:nvPr/>
        </p:nvSpPr>
        <p:spPr>
          <a:xfrm>
            <a:off x="1064859" y="2855402"/>
            <a:ext cx="28398" cy="28398"/>
          </a:xfrm>
          <a:prstGeom prst="ellipse">
            <a:avLst/>
          </a:prstGeom>
          <a:solidFill>
            <a:srgbClr val="7F8C97">
              <a:alpha val="48000"/>
            </a:srgbClr>
          </a:solidFill>
          <a:ln w="0">
            <a:noFill/>
            <a:prstDash val="solid"/>
          </a:ln>
        </p:spPr>
      </p:sp>
      <p:sp>
        <p:nvSpPr>
          <p:cNvPr id="222" name="01_find_only_221">
            <a:extLst>
              <a:ext uri="{FF2B5EF4-FFF2-40B4-BE49-F238E27FC236}">
                <a16:creationId xmlns:a16="http://schemas.microsoft.com/office/drawing/2014/main" id="{12447619-0290-4E5C-9764-EED703492F8B}"/>
              </a:ext>
            </a:extLst>
          </p:cNvPr>
          <p:cNvSpPr>
            <a:spLocks noGrp="1"/>
          </p:cNvSpPr>
          <p:nvPr/>
        </p:nvSpPr>
        <p:spPr>
          <a:xfrm>
            <a:off x="1008298" y="3389303"/>
            <a:ext cx="28398" cy="28398"/>
          </a:xfrm>
          <a:prstGeom prst="ellipse">
            <a:avLst/>
          </a:prstGeom>
          <a:solidFill>
            <a:srgbClr val="7F8C97">
              <a:alpha val="48000"/>
            </a:srgbClr>
          </a:solidFill>
          <a:ln w="0">
            <a:noFill/>
            <a:prstDash val="solid"/>
          </a:ln>
        </p:spPr>
      </p:sp>
      <p:sp>
        <p:nvSpPr>
          <p:cNvPr id="223" name="01_find_only_222">
            <a:extLst>
              <a:ext uri="{FF2B5EF4-FFF2-40B4-BE49-F238E27FC236}">
                <a16:creationId xmlns:a16="http://schemas.microsoft.com/office/drawing/2014/main" id="{EF200415-CED8-40EB-BB3B-0D982C7995CB}"/>
              </a:ext>
            </a:extLst>
          </p:cNvPr>
          <p:cNvSpPr>
            <a:spLocks noGrp="1"/>
          </p:cNvSpPr>
          <p:nvPr/>
        </p:nvSpPr>
        <p:spPr>
          <a:xfrm>
            <a:off x="1022414" y="3172406"/>
            <a:ext cx="28398" cy="28398"/>
          </a:xfrm>
          <a:prstGeom prst="ellipse">
            <a:avLst/>
          </a:prstGeom>
          <a:solidFill>
            <a:srgbClr val="7F8C97">
              <a:alpha val="48000"/>
            </a:srgbClr>
          </a:solidFill>
          <a:ln w="0">
            <a:noFill/>
            <a:prstDash val="solid"/>
          </a:ln>
        </p:spPr>
      </p:sp>
      <p:sp>
        <p:nvSpPr>
          <p:cNvPr id="224" name="01_find_only_223">
            <a:extLst>
              <a:ext uri="{FF2B5EF4-FFF2-40B4-BE49-F238E27FC236}">
                <a16:creationId xmlns:a16="http://schemas.microsoft.com/office/drawing/2014/main" id="{3429CF4A-420B-44B9-B4F0-BD706E9910A8}"/>
              </a:ext>
            </a:extLst>
          </p:cNvPr>
          <p:cNvSpPr>
            <a:spLocks noGrp="1"/>
          </p:cNvSpPr>
          <p:nvPr/>
        </p:nvSpPr>
        <p:spPr>
          <a:xfrm>
            <a:off x="1028614" y="3489410"/>
            <a:ext cx="28398" cy="28398"/>
          </a:xfrm>
          <a:prstGeom prst="ellipse">
            <a:avLst/>
          </a:prstGeom>
          <a:solidFill>
            <a:srgbClr val="7F8C97">
              <a:alpha val="48000"/>
            </a:srgbClr>
          </a:solidFill>
          <a:ln w="0">
            <a:noFill/>
            <a:prstDash val="solid"/>
          </a:ln>
        </p:spPr>
      </p:sp>
      <p:sp>
        <p:nvSpPr>
          <p:cNvPr id="225" name="01_find_only_224">
            <a:extLst>
              <a:ext uri="{FF2B5EF4-FFF2-40B4-BE49-F238E27FC236}">
                <a16:creationId xmlns:a16="http://schemas.microsoft.com/office/drawing/2014/main" id="{2377754A-AFDA-4691-A3C4-967536D0B383}"/>
              </a:ext>
            </a:extLst>
          </p:cNvPr>
          <p:cNvSpPr>
            <a:spLocks noGrp="1"/>
          </p:cNvSpPr>
          <p:nvPr/>
        </p:nvSpPr>
        <p:spPr>
          <a:xfrm>
            <a:off x="1008107" y="3700746"/>
            <a:ext cx="28398" cy="28398"/>
          </a:xfrm>
          <a:prstGeom prst="ellipse">
            <a:avLst/>
          </a:prstGeom>
          <a:solidFill>
            <a:srgbClr val="7F8C97">
              <a:alpha val="48000"/>
            </a:srgbClr>
          </a:solidFill>
          <a:ln w="0">
            <a:noFill/>
            <a:prstDash val="solid"/>
          </a:ln>
        </p:spPr>
      </p:sp>
      <p:sp>
        <p:nvSpPr>
          <p:cNvPr id="226" name="01_find_only_225">
            <a:extLst>
              <a:ext uri="{FF2B5EF4-FFF2-40B4-BE49-F238E27FC236}">
                <a16:creationId xmlns:a16="http://schemas.microsoft.com/office/drawing/2014/main" id="{A4E20DE9-2461-44EB-991F-26F2E6E6A7F8}"/>
              </a:ext>
            </a:extLst>
          </p:cNvPr>
          <p:cNvSpPr>
            <a:spLocks noGrp="1"/>
          </p:cNvSpPr>
          <p:nvPr/>
        </p:nvSpPr>
        <p:spPr>
          <a:xfrm>
            <a:off x="1007535" y="3362608"/>
            <a:ext cx="28398" cy="28398"/>
          </a:xfrm>
          <a:prstGeom prst="ellipse">
            <a:avLst/>
          </a:prstGeom>
          <a:solidFill>
            <a:srgbClr val="7F8C97">
              <a:alpha val="48000"/>
            </a:srgbClr>
          </a:solidFill>
          <a:ln w="0">
            <a:noFill/>
            <a:prstDash val="solid"/>
          </a:ln>
        </p:spPr>
      </p:sp>
      <p:sp>
        <p:nvSpPr>
          <p:cNvPr id="227" name="01_find_only_226">
            <a:extLst>
              <a:ext uri="{FF2B5EF4-FFF2-40B4-BE49-F238E27FC236}">
                <a16:creationId xmlns:a16="http://schemas.microsoft.com/office/drawing/2014/main" id="{10A9EB05-F5F1-4596-B61A-8EDBA55BAD12}"/>
              </a:ext>
            </a:extLst>
          </p:cNvPr>
          <p:cNvSpPr>
            <a:spLocks noGrp="1"/>
          </p:cNvSpPr>
          <p:nvPr/>
        </p:nvSpPr>
        <p:spPr>
          <a:xfrm>
            <a:off x="1026039" y="4123418"/>
            <a:ext cx="28398" cy="28398"/>
          </a:xfrm>
          <a:prstGeom prst="ellipse">
            <a:avLst/>
          </a:prstGeom>
          <a:solidFill>
            <a:srgbClr val="7F8C97">
              <a:alpha val="48000"/>
            </a:srgbClr>
          </a:solidFill>
          <a:ln w="0">
            <a:noFill/>
            <a:prstDash val="solid"/>
          </a:ln>
        </p:spPr>
      </p:sp>
      <p:sp>
        <p:nvSpPr>
          <p:cNvPr id="228" name="01_find_only_227">
            <a:extLst>
              <a:ext uri="{FF2B5EF4-FFF2-40B4-BE49-F238E27FC236}">
                <a16:creationId xmlns:a16="http://schemas.microsoft.com/office/drawing/2014/main" id="{AF4003F7-B3D7-4418-BA28-42FB4C17D688}"/>
              </a:ext>
            </a:extLst>
          </p:cNvPr>
          <p:cNvSpPr>
            <a:spLocks noGrp="1"/>
          </p:cNvSpPr>
          <p:nvPr/>
        </p:nvSpPr>
        <p:spPr>
          <a:xfrm>
            <a:off x="1061998" y="3489410"/>
            <a:ext cx="28398" cy="28398"/>
          </a:xfrm>
          <a:prstGeom prst="ellipse">
            <a:avLst/>
          </a:prstGeom>
          <a:solidFill>
            <a:srgbClr val="7F8C97">
              <a:alpha val="48000"/>
            </a:srgbClr>
          </a:solidFill>
          <a:ln w="0">
            <a:noFill/>
            <a:prstDash val="solid"/>
          </a:ln>
        </p:spPr>
      </p:sp>
      <p:sp>
        <p:nvSpPr>
          <p:cNvPr id="229" name="01_find_only_228">
            <a:extLst>
              <a:ext uri="{FF2B5EF4-FFF2-40B4-BE49-F238E27FC236}">
                <a16:creationId xmlns:a16="http://schemas.microsoft.com/office/drawing/2014/main" id="{655CF082-2417-46C2-8644-30037C994757}"/>
              </a:ext>
            </a:extLst>
          </p:cNvPr>
          <p:cNvSpPr>
            <a:spLocks noGrp="1"/>
          </p:cNvSpPr>
          <p:nvPr/>
        </p:nvSpPr>
        <p:spPr>
          <a:xfrm>
            <a:off x="1020983" y="3278074"/>
            <a:ext cx="28398" cy="28398"/>
          </a:xfrm>
          <a:prstGeom prst="ellipse">
            <a:avLst/>
          </a:prstGeom>
          <a:solidFill>
            <a:srgbClr val="7F8C97">
              <a:alpha val="48000"/>
            </a:srgbClr>
          </a:solidFill>
          <a:ln w="0">
            <a:noFill/>
            <a:prstDash val="solid"/>
          </a:ln>
        </p:spPr>
      </p:sp>
      <p:sp>
        <p:nvSpPr>
          <p:cNvPr id="230" name="01_find_only_229">
            <a:extLst>
              <a:ext uri="{FF2B5EF4-FFF2-40B4-BE49-F238E27FC236}">
                <a16:creationId xmlns:a16="http://schemas.microsoft.com/office/drawing/2014/main" id="{F0E0A695-823A-40ED-A0C9-9EB6B371A1A3}"/>
              </a:ext>
            </a:extLst>
          </p:cNvPr>
          <p:cNvSpPr>
            <a:spLocks noGrp="1"/>
          </p:cNvSpPr>
          <p:nvPr/>
        </p:nvSpPr>
        <p:spPr>
          <a:xfrm>
            <a:off x="1049598" y="2855402"/>
            <a:ext cx="28398" cy="28398"/>
          </a:xfrm>
          <a:prstGeom prst="ellipse">
            <a:avLst/>
          </a:prstGeom>
          <a:solidFill>
            <a:srgbClr val="7F8C97">
              <a:alpha val="48000"/>
            </a:srgbClr>
          </a:solidFill>
          <a:ln w="0">
            <a:noFill/>
            <a:prstDash val="solid"/>
          </a:ln>
        </p:spPr>
      </p:sp>
      <p:sp>
        <p:nvSpPr>
          <p:cNvPr id="231" name="01_find_only_230">
            <a:extLst>
              <a:ext uri="{FF2B5EF4-FFF2-40B4-BE49-F238E27FC236}">
                <a16:creationId xmlns:a16="http://schemas.microsoft.com/office/drawing/2014/main" id="{FE5E5F47-0262-4BD1-BAA7-D4882A140FE8}"/>
              </a:ext>
            </a:extLst>
          </p:cNvPr>
          <p:cNvSpPr>
            <a:spLocks noGrp="1"/>
          </p:cNvSpPr>
          <p:nvPr/>
        </p:nvSpPr>
        <p:spPr>
          <a:xfrm>
            <a:off x="1039488" y="2855402"/>
            <a:ext cx="28398" cy="28398"/>
          </a:xfrm>
          <a:prstGeom prst="ellipse">
            <a:avLst/>
          </a:prstGeom>
          <a:solidFill>
            <a:srgbClr val="7F8C97">
              <a:alpha val="48000"/>
            </a:srgbClr>
          </a:solidFill>
          <a:ln w="0">
            <a:noFill/>
            <a:prstDash val="solid"/>
          </a:ln>
        </p:spPr>
      </p:sp>
      <p:sp>
        <p:nvSpPr>
          <p:cNvPr id="232" name="01_find_only_231">
            <a:extLst>
              <a:ext uri="{FF2B5EF4-FFF2-40B4-BE49-F238E27FC236}">
                <a16:creationId xmlns:a16="http://schemas.microsoft.com/office/drawing/2014/main" id="{7BD52C57-3FD9-4EA5-B17A-4403246C6601}"/>
              </a:ext>
            </a:extLst>
          </p:cNvPr>
          <p:cNvSpPr>
            <a:spLocks noGrp="1"/>
          </p:cNvSpPr>
          <p:nvPr/>
        </p:nvSpPr>
        <p:spPr>
          <a:xfrm>
            <a:off x="1086797" y="2855402"/>
            <a:ext cx="28398" cy="28398"/>
          </a:xfrm>
          <a:prstGeom prst="ellipse">
            <a:avLst/>
          </a:prstGeom>
          <a:solidFill>
            <a:srgbClr val="7F8C97">
              <a:alpha val="48000"/>
            </a:srgbClr>
          </a:solidFill>
          <a:ln w="0">
            <a:noFill/>
            <a:prstDash val="solid"/>
          </a:ln>
        </p:spPr>
      </p:sp>
      <p:sp>
        <p:nvSpPr>
          <p:cNvPr id="233" name="01_find_only_232">
            <a:extLst>
              <a:ext uri="{FF2B5EF4-FFF2-40B4-BE49-F238E27FC236}">
                <a16:creationId xmlns:a16="http://schemas.microsoft.com/office/drawing/2014/main" id="{71F51162-4887-4EB0-A2E9-490DE0B6E795}"/>
              </a:ext>
            </a:extLst>
          </p:cNvPr>
          <p:cNvSpPr>
            <a:spLocks noGrp="1"/>
          </p:cNvSpPr>
          <p:nvPr/>
        </p:nvSpPr>
        <p:spPr>
          <a:xfrm>
            <a:off x="1030045" y="4072288"/>
            <a:ext cx="28398" cy="28398"/>
          </a:xfrm>
          <a:prstGeom prst="ellipse">
            <a:avLst/>
          </a:prstGeom>
          <a:solidFill>
            <a:srgbClr val="7F8C97">
              <a:alpha val="48000"/>
            </a:srgbClr>
          </a:solidFill>
          <a:ln w="0">
            <a:noFill/>
            <a:prstDash val="solid"/>
          </a:ln>
        </p:spPr>
      </p:sp>
      <p:sp>
        <p:nvSpPr>
          <p:cNvPr id="234" name="01_find_only_233">
            <a:extLst>
              <a:ext uri="{FF2B5EF4-FFF2-40B4-BE49-F238E27FC236}">
                <a16:creationId xmlns:a16="http://schemas.microsoft.com/office/drawing/2014/main" id="{683C4A10-85BB-4B2F-9A3D-82590FC43124}"/>
              </a:ext>
            </a:extLst>
          </p:cNvPr>
          <p:cNvSpPr>
            <a:spLocks noGrp="1"/>
          </p:cNvSpPr>
          <p:nvPr/>
        </p:nvSpPr>
        <p:spPr>
          <a:xfrm>
            <a:off x="1069247" y="3278074"/>
            <a:ext cx="28398" cy="28398"/>
          </a:xfrm>
          <a:prstGeom prst="ellipse">
            <a:avLst/>
          </a:prstGeom>
          <a:solidFill>
            <a:srgbClr val="7F8C97">
              <a:alpha val="48000"/>
            </a:srgbClr>
          </a:solidFill>
          <a:ln w="0">
            <a:noFill/>
            <a:prstDash val="solid"/>
          </a:ln>
        </p:spPr>
      </p:sp>
      <p:sp>
        <p:nvSpPr>
          <p:cNvPr id="235" name="01_find_only_234">
            <a:extLst>
              <a:ext uri="{FF2B5EF4-FFF2-40B4-BE49-F238E27FC236}">
                <a16:creationId xmlns:a16="http://schemas.microsoft.com/office/drawing/2014/main" id="{C5E83D51-F833-45AC-B242-45AD2E2AE2C7}"/>
              </a:ext>
            </a:extLst>
          </p:cNvPr>
          <p:cNvSpPr>
            <a:spLocks noGrp="1"/>
          </p:cNvSpPr>
          <p:nvPr/>
        </p:nvSpPr>
        <p:spPr>
          <a:xfrm>
            <a:off x="1071631" y="2855402"/>
            <a:ext cx="28398" cy="28398"/>
          </a:xfrm>
          <a:prstGeom prst="ellipse">
            <a:avLst/>
          </a:prstGeom>
          <a:solidFill>
            <a:srgbClr val="7F8C97">
              <a:alpha val="48000"/>
            </a:srgbClr>
          </a:solidFill>
          <a:ln w="0">
            <a:noFill/>
            <a:prstDash val="solid"/>
          </a:ln>
        </p:spPr>
      </p:sp>
      <p:sp>
        <p:nvSpPr>
          <p:cNvPr id="236" name="01_find_only_235">
            <a:extLst>
              <a:ext uri="{FF2B5EF4-FFF2-40B4-BE49-F238E27FC236}">
                <a16:creationId xmlns:a16="http://schemas.microsoft.com/office/drawing/2014/main" id="{4E813CC9-48F0-4FCB-BAF5-5250C162F919}"/>
              </a:ext>
            </a:extLst>
          </p:cNvPr>
          <p:cNvSpPr>
            <a:spLocks noGrp="1"/>
          </p:cNvSpPr>
          <p:nvPr/>
        </p:nvSpPr>
        <p:spPr>
          <a:xfrm>
            <a:off x="1007821" y="3066738"/>
            <a:ext cx="28398" cy="28398"/>
          </a:xfrm>
          <a:prstGeom prst="ellipse">
            <a:avLst/>
          </a:prstGeom>
          <a:solidFill>
            <a:srgbClr val="7F8C97">
              <a:alpha val="48000"/>
            </a:srgbClr>
          </a:solidFill>
          <a:ln w="0">
            <a:noFill/>
            <a:prstDash val="solid"/>
          </a:ln>
        </p:spPr>
      </p:sp>
      <p:sp>
        <p:nvSpPr>
          <p:cNvPr id="237" name="01_find_only_236">
            <a:extLst>
              <a:ext uri="{FF2B5EF4-FFF2-40B4-BE49-F238E27FC236}">
                <a16:creationId xmlns:a16="http://schemas.microsoft.com/office/drawing/2014/main" id="{1B87DC10-4804-4EC9-B6B9-B6DFD2568CCE}"/>
              </a:ext>
            </a:extLst>
          </p:cNvPr>
          <p:cNvSpPr>
            <a:spLocks noGrp="1"/>
          </p:cNvSpPr>
          <p:nvPr/>
        </p:nvSpPr>
        <p:spPr>
          <a:xfrm>
            <a:off x="1085557" y="2855402"/>
            <a:ext cx="28398" cy="28398"/>
          </a:xfrm>
          <a:prstGeom prst="ellipse">
            <a:avLst/>
          </a:prstGeom>
          <a:solidFill>
            <a:srgbClr val="7F8C97">
              <a:alpha val="48000"/>
            </a:srgbClr>
          </a:solidFill>
          <a:ln w="0">
            <a:noFill/>
            <a:prstDash val="solid"/>
          </a:ln>
        </p:spPr>
      </p:sp>
      <p:sp>
        <p:nvSpPr>
          <p:cNvPr id="238" name="01_find_only_237">
            <a:extLst>
              <a:ext uri="{FF2B5EF4-FFF2-40B4-BE49-F238E27FC236}">
                <a16:creationId xmlns:a16="http://schemas.microsoft.com/office/drawing/2014/main" id="{FE2FF2C3-A3B4-4D5F-AA2A-11B9F7BB8174}"/>
              </a:ext>
            </a:extLst>
          </p:cNvPr>
          <p:cNvSpPr>
            <a:spLocks noGrp="1"/>
          </p:cNvSpPr>
          <p:nvPr/>
        </p:nvSpPr>
        <p:spPr>
          <a:xfrm>
            <a:off x="1005532" y="2855402"/>
            <a:ext cx="28398" cy="28398"/>
          </a:xfrm>
          <a:prstGeom prst="ellipse">
            <a:avLst/>
          </a:prstGeom>
          <a:solidFill>
            <a:srgbClr val="7F8C97">
              <a:alpha val="48000"/>
            </a:srgbClr>
          </a:solidFill>
          <a:ln w="0">
            <a:noFill/>
            <a:prstDash val="solid"/>
          </a:ln>
        </p:spPr>
      </p:sp>
      <p:sp>
        <p:nvSpPr>
          <p:cNvPr id="239" name="01_find_only_238">
            <a:extLst>
              <a:ext uri="{FF2B5EF4-FFF2-40B4-BE49-F238E27FC236}">
                <a16:creationId xmlns:a16="http://schemas.microsoft.com/office/drawing/2014/main" id="{5108C658-D4DB-4979-8039-3156DA7E20B6}"/>
              </a:ext>
            </a:extLst>
          </p:cNvPr>
          <p:cNvSpPr>
            <a:spLocks noGrp="1"/>
          </p:cNvSpPr>
          <p:nvPr/>
        </p:nvSpPr>
        <p:spPr>
          <a:xfrm>
            <a:off x="1085366" y="2855402"/>
            <a:ext cx="28398" cy="28398"/>
          </a:xfrm>
          <a:prstGeom prst="ellipse">
            <a:avLst/>
          </a:prstGeom>
          <a:solidFill>
            <a:srgbClr val="7F8C97">
              <a:alpha val="48000"/>
            </a:srgbClr>
          </a:solidFill>
          <a:ln w="0">
            <a:noFill/>
            <a:prstDash val="solid"/>
          </a:ln>
        </p:spPr>
      </p:sp>
      <p:sp>
        <p:nvSpPr>
          <p:cNvPr id="240" name="01_find_only_239">
            <a:extLst>
              <a:ext uri="{FF2B5EF4-FFF2-40B4-BE49-F238E27FC236}">
                <a16:creationId xmlns:a16="http://schemas.microsoft.com/office/drawing/2014/main" id="{0F3EB6A4-77CB-423B-A6B8-3DAF48C7D0CD}"/>
              </a:ext>
            </a:extLst>
          </p:cNvPr>
          <p:cNvSpPr>
            <a:spLocks noGrp="1"/>
          </p:cNvSpPr>
          <p:nvPr/>
        </p:nvSpPr>
        <p:spPr>
          <a:xfrm>
            <a:off x="1094618" y="2855402"/>
            <a:ext cx="28398" cy="28398"/>
          </a:xfrm>
          <a:prstGeom prst="ellipse">
            <a:avLst/>
          </a:prstGeom>
          <a:solidFill>
            <a:srgbClr val="7F8C97">
              <a:alpha val="48000"/>
            </a:srgbClr>
          </a:solidFill>
          <a:ln w="0">
            <a:noFill/>
            <a:prstDash val="solid"/>
          </a:ln>
        </p:spPr>
      </p:sp>
      <p:sp>
        <p:nvSpPr>
          <p:cNvPr id="241" name="01_find_only_240">
            <a:extLst>
              <a:ext uri="{FF2B5EF4-FFF2-40B4-BE49-F238E27FC236}">
                <a16:creationId xmlns:a16="http://schemas.microsoft.com/office/drawing/2014/main" id="{CBE98A05-B934-46D2-AA4B-ED95A48FAD09}"/>
              </a:ext>
            </a:extLst>
          </p:cNvPr>
          <p:cNvSpPr>
            <a:spLocks noGrp="1"/>
          </p:cNvSpPr>
          <p:nvPr/>
        </p:nvSpPr>
        <p:spPr>
          <a:xfrm>
            <a:off x="1062570" y="2855402"/>
            <a:ext cx="28398" cy="28398"/>
          </a:xfrm>
          <a:prstGeom prst="ellipse">
            <a:avLst/>
          </a:prstGeom>
          <a:solidFill>
            <a:srgbClr val="7F8C97">
              <a:alpha val="48000"/>
            </a:srgbClr>
          </a:solidFill>
          <a:ln w="0">
            <a:noFill/>
            <a:prstDash val="solid"/>
          </a:ln>
        </p:spPr>
      </p:sp>
      <p:sp>
        <p:nvSpPr>
          <p:cNvPr id="242" name="01_find_only_241">
            <a:extLst>
              <a:ext uri="{FF2B5EF4-FFF2-40B4-BE49-F238E27FC236}">
                <a16:creationId xmlns:a16="http://schemas.microsoft.com/office/drawing/2014/main" id="{23387BCC-AB9A-4A6C-AA6B-3A02382C8246}"/>
              </a:ext>
            </a:extLst>
          </p:cNvPr>
          <p:cNvSpPr>
            <a:spLocks noGrp="1"/>
          </p:cNvSpPr>
          <p:nvPr/>
        </p:nvSpPr>
        <p:spPr>
          <a:xfrm>
            <a:off x="1033955" y="2855402"/>
            <a:ext cx="28398" cy="28398"/>
          </a:xfrm>
          <a:prstGeom prst="ellipse">
            <a:avLst/>
          </a:prstGeom>
          <a:solidFill>
            <a:srgbClr val="7F8C97">
              <a:alpha val="48000"/>
            </a:srgbClr>
          </a:solidFill>
          <a:ln w="0">
            <a:noFill/>
            <a:prstDash val="solid"/>
          </a:ln>
        </p:spPr>
      </p:sp>
      <p:sp>
        <p:nvSpPr>
          <p:cNvPr id="243" name="01_find_only_242">
            <a:extLst>
              <a:ext uri="{FF2B5EF4-FFF2-40B4-BE49-F238E27FC236}">
                <a16:creationId xmlns:a16="http://schemas.microsoft.com/office/drawing/2014/main" id="{C0A69390-324F-4B57-8597-0EC9D4A2D301}"/>
              </a:ext>
            </a:extLst>
          </p:cNvPr>
          <p:cNvSpPr>
            <a:spLocks noGrp="1"/>
          </p:cNvSpPr>
          <p:nvPr/>
        </p:nvSpPr>
        <p:spPr>
          <a:xfrm>
            <a:off x="1073920" y="2855402"/>
            <a:ext cx="28398" cy="28398"/>
          </a:xfrm>
          <a:prstGeom prst="ellipse">
            <a:avLst/>
          </a:prstGeom>
          <a:solidFill>
            <a:srgbClr val="7F8C97">
              <a:alpha val="48000"/>
            </a:srgbClr>
          </a:solidFill>
          <a:ln w="0">
            <a:noFill/>
            <a:prstDash val="solid"/>
          </a:ln>
        </p:spPr>
      </p:sp>
      <p:sp>
        <p:nvSpPr>
          <p:cNvPr id="244" name="01_find_only_243">
            <a:extLst>
              <a:ext uri="{FF2B5EF4-FFF2-40B4-BE49-F238E27FC236}">
                <a16:creationId xmlns:a16="http://schemas.microsoft.com/office/drawing/2014/main" id="{2176B49B-A4FE-490C-B76C-45A0E3CFF93E}"/>
              </a:ext>
            </a:extLst>
          </p:cNvPr>
          <p:cNvSpPr>
            <a:spLocks noGrp="1"/>
          </p:cNvSpPr>
          <p:nvPr/>
        </p:nvSpPr>
        <p:spPr>
          <a:xfrm>
            <a:off x="1025371" y="2855402"/>
            <a:ext cx="28398" cy="28398"/>
          </a:xfrm>
          <a:prstGeom prst="ellipse">
            <a:avLst/>
          </a:prstGeom>
          <a:solidFill>
            <a:srgbClr val="7F8C97">
              <a:alpha val="48000"/>
            </a:srgbClr>
          </a:solidFill>
          <a:ln w="0">
            <a:noFill/>
            <a:prstDash val="solid"/>
          </a:ln>
        </p:spPr>
      </p:sp>
      <p:sp>
        <p:nvSpPr>
          <p:cNvPr id="245" name="01_find_only_244">
            <a:extLst>
              <a:ext uri="{FF2B5EF4-FFF2-40B4-BE49-F238E27FC236}">
                <a16:creationId xmlns:a16="http://schemas.microsoft.com/office/drawing/2014/main" id="{678833B5-BC11-4345-967E-43E1C745970E}"/>
              </a:ext>
            </a:extLst>
          </p:cNvPr>
          <p:cNvSpPr>
            <a:spLocks noGrp="1"/>
          </p:cNvSpPr>
          <p:nvPr/>
        </p:nvSpPr>
        <p:spPr>
          <a:xfrm>
            <a:off x="1049884" y="3489410"/>
            <a:ext cx="28398" cy="28398"/>
          </a:xfrm>
          <a:prstGeom prst="ellipse">
            <a:avLst/>
          </a:prstGeom>
          <a:solidFill>
            <a:srgbClr val="7F8C97">
              <a:alpha val="48000"/>
            </a:srgbClr>
          </a:solidFill>
          <a:ln w="0">
            <a:noFill/>
            <a:prstDash val="solid"/>
          </a:ln>
        </p:spPr>
      </p:sp>
      <p:sp>
        <p:nvSpPr>
          <p:cNvPr id="246" name="01_find_only_245">
            <a:extLst>
              <a:ext uri="{FF2B5EF4-FFF2-40B4-BE49-F238E27FC236}">
                <a16:creationId xmlns:a16="http://schemas.microsoft.com/office/drawing/2014/main" id="{06E8A32D-9FD7-483B-A1B1-E87D620953F6}"/>
              </a:ext>
            </a:extLst>
          </p:cNvPr>
          <p:cNvSpPr>
            <a:spLocks noGrp="1"/>
          </p:cNvSpPr>
          <p:nvPr/>
        </p:nvSpPr>
        <p:spPr>
          <a:xfrm>
            <a:off x="1049884" y="2855402"/>
            <a:ext cx="28398" cy="28398"/>
          </a:xfrm>
          <a:prstGeom prst="ellipse">
            <a:avLst/>
          </a:prstGeom>
          <a:solidFill>
            <a:srgbClr val="7F8C97">
              <a:alpha val="48000"/>
            </a:srgbClr>
          </a:solidFill>
          <a:ln w="0">
            <a:noFill/>
            <a:prstDash val="solid"/>
          </a:ln>
        </p:spPr>
      </p:sp>
      <p:sp>
        <p:nvSpPr>
          <p:cNvPr id="247" name="01_find_only_246">
            <a:extLst>
              <a:ext uri="{FF2B5EF4-FFF2-40B4-BE49-F238E27FC236}">
                <a16:creationId xmlns:a16="http://schemas.microsoft.com/office/drawing/2014/main" id="{CBBFBF64-82C6-4606-A317-D9B2AB839BBA}"/>
              </a:ext>
            </a:extLst>
          </p:cNvPr>
          <p:cNvSpPr>
            <a:spLocks noGrp="1"/>
          </p:cNvSpPr>
          <p:nvPr/>
        </p:nvSpPr>
        <p:spPr>
          <a:xfrm>
            <a:off x="1021270" y="3217692"/>
            <a:ext cx="28398" cy="28398"/>
          </a:xfrm>
          <a:prstGeom prst="ellipse">
            <a:avLst/>
          </a:prstGeom>
          <a:solidFill>
            <a:srgbClr val="7F8C97">
              <a:alpha val="48000"/>
            </a:srgbClr>
          </a:solidFill>
          <a:ln w="0">
            <a:noFill/>
            <a:prstDash val="solid"/>
          </a:ln>
        </p:spPr>
      </p:sp>
      <p:sp>
        <p:nvSpPr>
          <p:cNvPr id="248" name="01_find_only_247">
            <a:extLst>
              <a:ext uri="{FF2B5EF4-FFF2-40B4-BE49-F238E27FC236}">
                <a16:creationId xmlns:a16="http://schemas.microsoft.com/office/drawing/2014/main" id="{66A6ED25-59EB-4E7E-80FB-CA25FFB277E3}"/>
              </a:ext>
            </a:extLst>
          </p:cNvPr>
          <p:cNvSpPr>
            <a:spLocks noGrp="1"/>
          </p:cNvSpPr>
          <p:nvPr/>
        </p:nvSpPr>
        <p:spPr>
          <a:xfrm>
            <a:off x="1087751" y="3109005"/>
            <a:ext cx="28398" cy="28398"/>
          </a:xfrm>
          <a:prstGeom prst="ellipse">
            <a:avLst/>
          </a:prstGeom>
          <a:solidFill>
            <a:srgbClr val="7F8C97">
              <a:alpha val="48000"/>
            </a:srgbClr>
          </a:solidFill>
          <a:ln w="0">
            <a:noFill/>
            <a:prstDash val="solid"/>
          </a:ln>
        </p:spPr>
      </p:sp>
      <p:sp>
        <p:nvSpPr>
          <p:cNvPr id="249" name="01_find_only_248">
            <a:extLst>
              <a:ext uri="{FF2B5EF4-FFF2-40B4-BE49-F238E27FC236}">
                <a16:creationId xmlns:a16="http://schemas.microsoft.com/office/drawing/2014/main" id="{EF8CA8A2-A134-4919-8725-3D14EC8FD41B}"/>
              </a:ext>
            </a:extLst>
          </p:cNvPr>
          <p:cNvSpPr>
            <a:spLocks noGrp="1"/>
          </p:cNvSpPr>
          <p:nvPr/>
        </p:nvSpPr>
        <p:spPr>
          <a:xfrm>
            <a:off x="1035577" y="4123418"/>
            <a:ext cx="28398" cy="28398"/>
          </a:xfrm>
          <a:prstGeom prst="ellipse">
            <a:avLst/>
          </a:prstGeom>
          <a:solidFill>
            <a:srgbClr val="7F8C97">
              <a:alpha val="48000"/>
            </a:srgbClr>
          </a:solidFill>
          <a:ln w="0">
            <a:noFill/>
            <a:prstDash val="solid"/>
          </a:ln>
        </p:spPr>
      </p:sp>
      <p:sp>
        <p:nvSpPr>
          <p:cNvPr id="250" name="01_find_only_249">
            <a:extLst>
              <a:ext uri="{FF2B5EF4-FFF2-40B4-BE49-F238E27FC236}">
                <a16:creationId xmlns:a16="http://schemas.microsoft.com/office/drawing/2014/main" id="{29C93C28-A075-41FD-8165-47D46F36486C}"/>
              </a:ext>
            </a:extLst>
          </p:cNvPr>
          <p:cNvSpPr>
            <a:spLocks noGrp="1"/>
          </p:cNvSpPr>
          <p:nvPr/>
        </p:nvSpPr>
        <p:spPr>
          <a:xfrm>
            <a:off x="1044829" y="2855402"/>
            <a:ext cx="28398" cy="28398"/>
          </a:xfrm>
          <a:prstGeom prst="ellipse">
            <a:avLst/>
          </a:prstGeom>
          <a:solidFill>
            <a:srgbClr val="7F8C97">
              <a:alpha val="48000"/>
            </a:srgbClr>
          </a:solidFill>
          <a:ln w="0">
            <a:noFill/>
            <a:prstDash val="solid"/>
          </a:ln>
        </p:spPr>
      </p:sp>
      <p:sp>
        <p:nvSpPr>
          <p:cNvPr id="251" name="01_find_only_250">
            <a:extLst>
              <a:ext uri="{FF2B5EF4-FFF2-40B4-BE49-F238E27FC236}">
                <a16:creationId xmlns:a16="http://schemas.microsoft.com/office/drawing/2014/main" id="{5CF9DBDB-02C3-4F2B-977B-471871993B9C}"/>
              </a:ext>
            </a:extLst>
          </p:cNvPr>
          <p:cNvSpPr>
            <a:spLocks noGrp="1"/>
          </p:cNvSpPr>
          <p:nvPr/>
        </p:nvSpPr>
        <p:spPr>
          <a:xfrm>
            <a:off x="1096907" y="3489410"/>
            <a:ext cx="28398" cy="28398"/>
          </a:xfrm>
          <a:prstGeom prst="ellipse">
            <a:avLst/>
          </a:prstGeom>
          <a:solidFill>
            <a:srgbClr val="7F8C97">
              <a:alpha val="48000"/>
            </a:srgbClr>
          </a:solidFill>
          <a:ln w="0">
            <a:noFill/>
            <a:prstDash val="solid"/>
          </a:ln>
        </p:spPr>
      </p:sp>
      <p:sp>
        <p:nvSpPr>
          <p:cNvPr id="252" name="01_find_only_251">
            <a:extLst>
              <a:ext uri="{FF2B5EF4-FFF2-40B4-BE49-F238E27FC236}">
                <a16:creationId xmlns:a16="http://schemas.microsoft.com/office/drawing/2014/main" id="{B7275E8A-C99D-46E5-BF1E-949D9A3F7A47}"/>
              </a:ext>
            </a:extLst>
          </p:cNvPr>
          <p:cNvSpPr>
            <a:spLocks noGrp="1"/>
          </p:cNvSpPr>
          <p:nvPr/>
        </p:nvSpPr>
        <p:spPr>
          <a:xfrm>
            <a:off x="1068293" y="4123418"/>
            <a:ext cx="28398" cy="28398"/>
          </a:xfrm>
          <a:prstGeom prst="ellipse">
            <a:avLst/>
          </a:prstGeom>
          <a:solidFill>
            <a:srgbClr val="7F8C97">
              <a:alpha val="48000"/>
            </a:srgbClr>
          </a:solidFill>
          <a:ln w="0">
            <a:noFill/>
            <a:prstDash val="solid"/>
          </a:ln>
        </p:spPr>
      </p:sp>
      <p:sp>
        <p:nvSpPr>
          <p:cNvPr id="253" name="01_find_only_252">
            <a:extLst>
              <a:ext uri="{FF2B5EF4-FFF2-40B4-BE49-F238E27FC236}">
                <a16:creationId xmlns:a16="http://schemas.microsoft.com/office/drawing/2014/main" id="{7A3B667A-6991-4096-8FC6-A78843CCE7FF}"/>
              </a:ext>
            </a:extLst>
          </p:cNvPr>
          <p:cNvSpPr>
            <a:spLocks noGrp="1"/>
          </p:cNvSpPr>
          <p:nvPr/>
        </p:nvSpPr>
        <p:spPr>
          <a:xfrm>
            <a:off x="1093473" y="3942273"/>
            <a:ext cx="28398" cy="28398"/>
          </a:xfrm>
          <a:prstGeom prst="ellipse">
            <a:avLst/>
          </a:prstGeom>
          <a:solidFill>
            <a:srgbClr val="7F8C97">
              <a:alpha val="48000"/>
            </a:srgbClr>
          </a:solidFill>
          <a:ln w="0">
            <a:noFill/>
            <a:prstDash val="solid"/>
          </a:ln>
        </p:spPr>
      </p:sp>
      <p:sp>
        <p:nvSpPr>
          <p:cNvPr id="254" name="01_find_only_253">
            <a:extLst>
              <a:ext uri="{FF2B5EF4-FFF2-40B4-BE49-F238E27FC236}">
                <a16:creationId xmlns:a16="http://schemas.microsoft.com/office/drawing/2014/main" id="{0513EB35-393E-48D2-AEB5-D5735F756219}"/>
              </a:ext>
            </a:extLst>
          </p:cNvPr>
          <p:cNvSpPr>
            <a:spLocks noGrp="1"/>
          </p:cNvSpPr>
          <p:nvPr/>
        </p:nvSpPr>
        <p:spPr>
          <a:xfrm>
            <a:off x="1009156" y="4123418"/>
            <a:ext cx="28398" cy="28398"/>
          </a:xfrm>
          <a:prstGeom prst="ellipse">
            <a:avLst/>
          </a:prstGeom>
          <a:solidFill>
            <a:srgbClr val="7F8C97">
              <a:alpha val="48000"/>
            </a:srgbClr>
          </a:solidFill>
          <a:ln w="0">
            <a:noFill/>
            <a:prstDash val="solid"/>
          </a:ln>
        </p:spPr>
      </p:sp>
      <p:sp>
        <p:nvSpPr>
          <p:cNvPr id="255" name="01_find_only_254">
            <a:extLst>
              <a:ext uri="{FF2B5EF4-FFF2-40B4-BE49-F238E27FC236}">
                <a16:creationId xmlns:a16="http://schemas.microsoft.com/office/drawing/2014/main" id="{5AB9EECD-F3CD-4CA6-B3B1-3BDA1407A9A0}"/>
              </a:ext>
            </a:extLst>
          </p:cNvPr>
          <p:cNvSpPr>
            <a:spLocks noGrp="1"/>
          </p:cNvSpPr>
          <p:nvPr/>
        </p:nvSpPr>
        <p:spPr>
          <a:xfrm>
            <a:off x="1086415" y="4123418"/>
            <a:ext cx="28398" cy="28398"/>
          </a:xfrm>
          <a:prstGeom prst="ellipse">
            <a:avLst/>
          </a:prstGeom>
          <a:solidFill>
            <a:srgbClr val="7F8C97">
              <a:alpha val="48000"/>
            </a:srgbClr>
          </a:solidFill>
          <a:ln w="0">
            <a:noFill/>
            <a:prstDash val="solid"/>
          </a:ln>
        </p:spPr>
      </p:sp>
      <p:sp>
        <p:nvSpPr>
          <p:cNvPr id="256" name="01_find_only_255">
            <a:extLst>
              <a:ext uri="{FF2B5EF4-FFF2-40B4-BE49-F238E27FC236}">
                <a16:creationId xmlns:a16="http://schemas.microsoft.com/office/drawing/2014/main" id="{C082582E-188A-470D-B394-E6B961DD086F}"/>
              </a:ext>
            </a:extLst>
          </p:cNvPr>
          <p:cNvSpPr>
            <a:spLocks noGrp="1"/>
          </p:cNvSpPr>
          <p:nvPr/>
        </p:nvSpPr>
        <p:spPr>
          <a:xfrm>
            <a:off x="1073825" y="3278074"/>
            <a:ext cx="28398" cy="28398"/>
          </a:xfrm>
          <a:prstGeom prst="ellipse">
            <a:avLst/>
          </a:prstGeom>
          <a:solidFill>
            <a:srgbClr val="7F8C97">
              <a:alpha val="48000"/>
            </a:srgbClr>
          </a:solidFill>
          <a:ln w="0">
            <a:noFill/>
            <a:prstDash val="solid"/>
          </a:ln>
        </p:spPr>
      </p:sp>
      <p:sp>
        <p:nvSpPr>
          <p:cNvPr id="257" name="01_find_only_256">
            <a:extLst>
              <a:ext uri="{FF2B5EF4-FFF2-40B4-BE49-F238E27FC236}">
                <a16:creationId xmlns:a16="http://schemas.microsoft.com/office/drawing/2014/main" id="{87354D7B-9BB8-4FF9-8C55-F8B5C7F4F3F0}"/>
              </a:ext>
            </a:extLst>
          </p:cNvPr>
          <p:cNvSpPr>
            <a:spLocks noGrp="1"/>
          </p:cNvSpPr>
          <p:nvPr/>
        </p:nvSpPr>
        <p:spPr>
          <a:xfrm>
            <a:off x="1040918" y="2855402"/>
            <a:ext cx="28398" cy="28398"/>
          </a:xfrm>
          <a:prstGeom prst="ellipse">
            <a:avLst/>
          </a:prstGeom>
          <a:solidFill>
            <a:srgbClr val="7F8C97">
              <a:alpha val="48000"/>
            </a:srgbClr>
          </a:solidFill>
          <a:ln w="0">
            <a:noFill/>
            <a:prstDash val="solid"/>
          </a:ln>
        </p:spPr>
      </p:sp>
      <p:sp>
        <p:nvSpPr>
          <p:cNvPr id="258" name="01_find_only_257">
            <a:extLst>
              <a:ext uri="{FF2B5EF4-FFF2-40B4-BE49-F238E27FC236}">
                <a16:creationId xmlns:a16="http://schemas.microsoft.com/office/drawing/2014/main" id="{4FC06EDB-AB8D-4782-B5B4-EAC81AB5272E}"/>
              </a:ext>
            </a:extLst>
          </p:cNvPr>
          <p:cNvSpPr>
            <a:spLocks noGrp="1"/>
          </p:cNvSpPr>
          <p:nvPr/>
        </p:nvSpPr>
        <p:spPr>
          <a:xfrm>
            <a:off x="1077545" y="3806414"/>
            <a:ext cx="28398" cy="28398"/>
          </a:xfrm>
          <a:prstGeom prst="ellipse">
            <a:avLst/>
          </a:prstGeom>
          <a:solidFill>
            <a:srgbClr val="7F8C97">
              <a:alpha val="48000"/>
            </a:srgbClr>
          </a:solidFill>
          <a:ln w="0">
            <a:noFill/>
            <a:prstDash val="solid"/>
          </a:ln>
        </p:spPr>
      </p:sp>
      <p:sp>
        <p:nvSpPr>
          <p:cNvPr id="259" name="01_find_only_258">
            <a:extLst>
              <a:ext uri="{FF2B5EF4-FFF2-40B4-BE49-F238E27FC236}">
                <a16:creationId xmlns:a16="http://schemas.microsoft.com/office/drawing/2014/main" id="{11FD92CE-391D-43C5-9DE9-A024B42DC9F8}"/>
              </a:ext>
            </a:extLst>
          </p:cNvPr>
          <p:cNvSpPr>
            <a:spLocks noGrp="1"/>
          </p:cNvSpPr>
          <p:nvPr/>
        </p:nvSpPr>
        <p:spPr>
          <a:xfrm>
            <a:off x="1097384" y="3172406"/>
            <a:ext cx="28398" cy="28398"/>
          </a:xfrm>
          <a:prstGeom prst="ellipse">
            <a:avLst/>
          </a:prstGeom>
          <a:solidFill>
            <a:srgbClr val="7F8C97">
              <a:alpha val="48000"/>
            </a:srgbClr>
          </a:solidFill>
          <a:ln w="0">
            <a:noFill/>
            <a:prstDash val="solid"/>
          </a:ln>
        </p:spPr>
      </p:sp>
      <p:sp>
        <p:nvSpPr>
          <p:cNvPr id="260" name="01_find_only_259">
            <a:extLst>
              <a:ext uri="{FF2B5EF4-FFF2-40B4-BE49-F238E27FC236}">
                <a16:creationId xmlns:a16="http://schemas.microsoft.com/office/drawing/2014/main" id="{7170699B-D275-4F72-B7F0-0C3896FBC455}"/>
              </a:ext>
            </a:extLst>
          </p:cNvPr>
          <p:cNvSpPr>
            <a:spLocks noGrp="1"/>
          </p:cNvSpPr>
          <p:nvPr/>
        </p:nvSpPr>
        <p:spPr>
          <a:xfrm>
            <a:off x="1067530" y="3278074"/>
            <a:ext cx="28398" cy="28398"/>
          </a:xfrm>
          <a:prstGeom prst="ellipse">
            <a:avLst/>
          </a:prstGeom>
          <a:solidFill>
            <a:srgbClr val="7F8C97">
              <a:alpha val="48000"/>
            </a:srgbClr>
          </a:solidFill>
          <a:ln w="0">
            <a:noFill/>
            <a:prstDash val="solid"/>
          </a:ln>
        </p:spPr>
      </p:sp>
      <p:sp>
        <p:nvSpPr>
          <p:cNvPr id="261" name="01_find_only_260">
            <a:extLst>
              <a:ext uri="{FF2B5EF4-FFF2-40B4-BE49-F238E27FC236}">
                <a16:creationId xmlns:a16="http://schemas.microsoft.com/office/drawing/2014/main" id="{0EBDBA70-4BC2-4E0B-8A54-C6682B8A41EA}"/>
              </a:ext>
            </a:extLst>
          </p:cNvPr>
          <p:cNvSpPr>
            <a:spLocks noGrp="1"/>
          </p:cNvSpPr>
          <p:nvPr/>
        </p:nvSpPr>
        <p:spPr>
          <a:xfrm>
            <a:off x="1074874" y="2855402"/>
            <a:ext cx="28398" cy="28398"/>
          </a:xfrm>
          <a:prstGeom prst="ellipse">
            <a:avLst/>
          </a:prstGeom>
          <a:solidFill>
            <a:srgbClr val="7F8C97">
              <a:alpha val="48000"/>
            </a:srgbClr>
          </a:solidFill>
          <a:ln w="0">
            <a:noFill/>
            <a:prstDash val="solid"/>
          </a:ln>
        </p:spPr>
      </p:sp>
      <p:sp>
        <p:nvSpPr>
          <p:cNvPr id="262" name="01_find_only_261">
            <a:extLst>
              <a:ext uri="{FF2B5EF4-FFF2-40B4-BE49-F238E27FC236}">
                <a16:creationId xmlns:a16="http://schemas.microsoft.com/office/drawing/2014/main" id="{8220F7B3-685E-4DDF-B352-3617831FD1FD}"/>
              </a:ext>
            </a:extLst>
          </p:cNvPr>
          <p:cNvSpPr>
            <a:spLocks noGrp="1"/>
          </p:cNvSpPr>
          <p:nvPr/>
        </p:nvSpPr>
        <p:spPr>
          <a:xfrm>
            <a:off x="1074016" y="3841637"/>
            <a:ext cx="28398" cy="28398"/>
          </a:xfrm>
          <a:prstGeom prst="ellipse">
            <a:avLst/>
          </a:prstGeom>
          <a:solidFill>
            <a:srgbClr val="7F8C97">
              <a:alpha val="48000"/>
            </a:srgbClr>
          </a:solidFill>
          <a:ln w="0">
            <a:noFill/>
            <a:prstDash val="solid"/>
          </a:ln>
        </p:spPr>
      </p:sp>
      <p:sp>
        <p:nvSpPr>
          <p:cNvPr id="263" name="01_find_only_262">
            <a:extLst>
              <a:ext uri="{FF2B5EF4-FFF2-40B4-BE49-F238E27FC236}">
                <a16:creationId xmlns:a16="http://schemas.microsoft.com/office/drawing/2014/main" id="{E9E79D8E-E72E-4261-B507-368FA066B9D2}"/>
              </a:ext>
            </a:extLst>
          </p:cNvPr>
          <p:cNvSpPr>
            <a:spLocks noGrp="1"/>
          </p:cNvSpPr>
          <p:nvPr/>
        </p:nvSpPr>
        <p:spPr>
          <a:xfrm>
            <a:off x="1058755" y="2855402"/>
            <a:ext cx="28398" cy="28398"/>
          </a:xfrm>
          <a:prstGeom prst="ellipse">
            <a:avLst/>
          </a:prstGeom>
          <a:solidFill>
            <a:srgbClr val="7F8C97">
              <a:alpha val="48000"/>
            </a:srgbClr>
          </a:solidFill>
          <a:ln w="0">
            <a:noFill/>
            <a:prstDash val="solid"/>
          </a:ln>
        </p:spPr>
      </p:sp>
      <p:sp>
        <p:nvSpPr>
          <p:cNvPr id="264" name="01_find_only_263">
            <a:extLst>
              <a:ext uri="{FF2B5EF4-FFF2-40B4-BE49-F238E27FC236}">
                <a16:creationId xmlns:a16="http://schemas.microsoft.com/office/drawing/2014/main" id="{0AE1AD3D-85FE-4E46-AE0F-D412A21292AC}"/>
              </a:ext>
            </a:extLst>
          </p:cNvPr>
          <p:cNvSpPr>
            <a:spLocks noGrp="1"/>
          </p:cNvSpPr>
          <p:nvPr/>
        </p:nvSpPr>
        <p:spPr>
          <a:xfrm>
            <a:off x="1032143" y="3616211"/>
            <a:ext cx="28398" cy="28398"/>
          </a:xfrm>
          <a:prstGeom prst="ellipse">
            <a:avLst/>
          </a:prstGeom>
          <a:solidFill>
            <a:srgbClr val="7F8C97">
              <a:alpha val="48000"/>
            </a:srgbClr>
          </a:solidFill>
          <a:ln w="0">
            <a:noFill/>
            <a:prstDash val="solid"/>
          </a:ln>
        </p:spPr>
      </p:sp>
      <p:sp>
        <p:nvSpPr>
          <p:cNvPr id="265" name="01_find_only_264">
            <a:extLst>
              <a:ext uri="{FF2B5EF4-FFF2-40B4-BE49-F238E27FC236}">
                <a16:creationId xmlns:a16="http://schemas.microsoft.com/office/drawing/2014/main" id="{DE039B48-48E1-43C5-A499-455850AB3060}"/>
              </a:ext>
            </a:extLst>
          </p:cNvPr>
          <p:cNvSpPr>
            <a:spLocks noGrp="1"/>
          </p:cNvSpPr>
          <p:nvPr/>
        </p:nvSpPr>
        <p:spPr>
          <a:xfrm>
            <a:off x="1090707" y="2855402"/>
            <a:ext cx="28398" cy="28398"/>
          </a:xfrm>
          <a:prstGeom prst="ellipse">
            <a:avLst/>
          </a:prstGeom>
          <a:solidFill>
            <a:srgbClr val="7F8C97">
              <a:alpha val="48000"/>
            </a:srgbClr>
          </a:solidFill>
          <a:ln w="0">
            <a:noFill/>
            <a:prstDash val="solid"/>
          </a:ln>
        </p:spPr>
      </p:sp>
      <p:sp>
        <p:nvSpPr>
          <p:cNvPr id="266" name="01_find_only_265">
            <a:extLst>
              <a:ext uri="{FF2B5EF4-FFF2-40B4-BE49-F238E27FC236}">
                <a16:creationId xmlns:a16="http://schemas.microsoft.com/office/drawing/2014/main" id="{69289F1E-B1A4-4371-A840-F86DBC704542}"/>
              </a:ext>
            </a:extLst>
          </p:cNvPr>
          <p:cNvSpPr>
            <a:spLocks noGrp="1"/>
          </p:cNvSpPr>
          <p:nvPr/>
        </p:nvSpPr>
        <p:spPr>
          <a:xfrm>
            <a:off x="1022033" y="3700746"/>
            <a:ext cx="28398" cy="28398"/>
          </a:xfrm>
          <a:prstGeom prst="ellipse">
            <a:avLst/>
          </a:prstGeom>
          <a:solidFill>
            <a:srgbClr val="7F8C97">
              <a:alpha val="48000"/>
            </a:srgbClr>
          </a:solidFill>
          <a:ln w="0">
            <a:noFill/>
            <a:prstDash val="solid"/>
          </a:ln>
        </p:spPr>
      </p:sp>
      <p:sp>
        <p:nvSpPr>
          <p:cNvPr id="267" name="01_find_only_266">
            <a:extLst>
              <a:ext uri="{FF2B5EF4-FFF2-40B4-BE49-F238E27FC236}">
                <a16:creationId xmlns:a16="http://schemas.microsoft.com/office/drawing/2014/main" id="{953FD3DE-5F62-4CC6-9B71-DE3FC58E32D6}"/>
              </a:ext>
            </a:extLst>
          </p:cNvPr>
          <p:cNvSpPr>
            <a:spLocks noGrp="1"/>
          </p:cNvSpPr>
          <p:nvPr/>
        </p:nvSpPr>
        <p:spPr>
          <a:xfrm>
            <a:off x="1021270" y="2855402"/>
            <a:ext cx="28398" cy="28398"/>
          </a:xfrm>
          <a:prstGeom prst="ellipse">
            <a:avLst/>
          </a:prstGeom>
          <a:solidFill>
            <a:srgbClr val="7F8C97">
              <a:alpha val="48000"/>
            </a:srgbClr>
          </a:solidFill>
          <a:ln w="0">
            <a:noFill/>
            <a:prstDash val="solid"/>
          </a:ln>
        </p:spPr>
      </p:sp>
      <p:sp>
        <p:nvSpPr>
          <p:cNvPr id="268" name="01_find_only_267">
            <a:extLst>
              <a:ext uri="{FF2B5EF4-FFF2-40B4-BE49-F238E27FC236}">
                <a16:creationId xmlns:a16="http://schemas.microsoft.com/office/drawing/2014/main" id="{A1E2878E-51FC-4ECB-9543-10CE80C0DE4E}"/>
              </a:ext>
            </a:extLst>
          </p:cNvPr>
          <p:cNvSpPr>
            <a:spLocks noGrp="1"/>
          </p:cNvSpPr>
          <p:nvPr/>
        </p:nvSpPr>
        <p:spPr>
          <a:xfrm>
            <a:off x="1025562" y="3489410"/>
            <a:ext cx="28398" cy="28398"/>
          </a:xfrm>
          <a:prstGeom prst="ellipse">
            <a:avLst/>
          </a:prstGeom>
          <a:solidFill>
            <a:srgbClr val="7F8C97">
              <a:alpha val="48000"/>
            </a:srgbClr>
          </a:solidFill>
          <a:ln w="0">
            <a:noFill/>
            <a:prstDash val="solid"/>
          </a:ln>
        </p:spPr>
      </p:sp>
      <p:sp>
        <p:nvSpPr>
          <p:cNvPr id="269" name="01_find_only_268">
            <a:extLst>
              <a:ext uri="{FF2B5EF4-FFF2-40B4-BE49-F238E27FC236}">
                <a16:creationId xmlns:a16="http://schemas.microsoft.com/office/drawing/2014/main" id="{BFBDEDB3-AF7E-4630-9E9F-18710727EDC6}"/>
              </a:ext>
            </a:extLst>
          </p:cNvPr>
          <p:cNvSpPr>
            <a:spLocks noGrp="1"/>
          </p:cNvSpPr>
          <p:nvPr/>
        </p:nvSpPr>
        <p:spPr>
          <a:xfrm>
            <a:off x="1092043" y="3700746"/>
            <a:ext cx="28398" cy="28398"/>
          </a:xfrm>
          <a:prstGeom prst="ellipse">
            <a:avLst/>
          </a:prstGeom>
          <a:solidFill>
            <a:srgbClr val="7F8C97">
              <a:alpha val="48000"/>
            </a:srgbClr>
          </a:solidFill>
          <a:ln w="0">
            <a:noFill/>
            <a:prstDash val="solid"/>
          </a:ln>
        </p:spPr>
      </p:sp>
      <p:sp>
        <p:nvSpPr>
          <p:cNvPr id="270" name="01_find_only_269">
            <a:extLst>
              <a:ext uri="{FF2B5EF4-FFF2-40B4-BE49-F238E27FC236}">
                <a16:creationId xmlns:a16="http://schemas.microsoft.com/office/drawing/2014/main" id="{9221AEB7-7CD8-49F5-A337-AEB4F3C9594C}"/>
              </a:ext>
            </a:extLst>
          </p:cNvPr>
          <p:cNvSpPr>
            <a:spLocks noGrp="1"/>
          </p:cNvSpPr>
          <p:nvPr/>
        </p:nvSpPr>
        <p:spPr>
          <a:xfrm>
            <a:off x="1081932" y="3635719"/>
            <a:ext cx="28398" cy="28398"/>
          </a:xfrm>
          <a:prstGeom prst="ellipse">
            <a:avLst/>
          </a:prstGeom>
          <a:solidFill>
            <a:srgbClr val="7F8C97">
              <a:alpha val="48000"/>
            </a:srgbClr>
          </a:solidFill>
          <a:ln w="0">
            <a:noFill/>
            <a:prstDash val="solid"/>
          </a:ln>
        </p:spPr>
      </p:sp>
      <p:sp>
        <p:nvSpPr>
          <p:cNvPr id="271" name="01_find_only_270">
            <a:extLst>
              <a:ext uri="{FF2B5EF4-FFF2-40B4-BE49-F238E27FC236}">
                <a16:creationId xmlns:a16="http://schemas.microsoft.com/office/drawing/2014/main" id="{2EC97DA2-FC23-4EEC-9CD4-653C258EA21F}"/>
              </a:ext>
            </a:extLst>
          </p:cNvPr>
          <p:cNvSpPr>
            <a:spLocks noGrp="1"/>
          </p:cNvSpPr>
          <p:nvPr/>
        </p:nvSpPr>
        <p:spPr>
          <a:xfrm>
            <a:off x="1086034" y="3137183"/>
            <a:ext cx="28398" cy="28398"/>
          </a:xfrm>
          <a:prstGeom prst="ellipse">
            <a:avLst/>
          </a:prstGeom>
          <a:solidFill>
            <a:srgbClr val="7F8C97">
              <a:alpha val="48000"/>
            </a:srgbClr>
          </a:solidFill>
          <a:ln w="0">
            <a:noFill/>
            <a:prstDash val="solid"/>
          </a:ln>
        </p:spPr>
      </p:sp>
      <p:sp>
        <p:nvSpPr>
          <p:cNvPr id="272" name="01_find_only_271">
            <a:extLst>
              <a:ext uri="{FF2B5EF4-FFF2-40B4-BE49-F238E27FC236}">
                <a16:creationId xmlns:a16="http://schemas.microsoft.com/office/drawing/2014/main" id="{A2735541-A983-4260-B04C-7135E6426F6C}"/>
              </a:ext>
            </a:extLst>
          </p:cNvPr>
          <p:cNvSpPr>
            <a:spLocks noGrp="1"/>
          </p:cNvSpPr>
          <p:nvPr/>
        </p:nvSpPr>
        <p:spPr>
          <a:xfrm>
            <a:off x="1074206" y="2855402"/>
            <a:ext cx="28398" cy="28398"/>
          </a:xfrm>
          <a:prstGeom prst="ellipse">
            <a:avLst/>
          </a:prstGeom>
          <a:solidFill>
            <a:srgbClr val="7F8C97">
              <a:alpha val="48000"/>
            </a:srgbClr>
          </a:solidFill>
          <a:ln w="0">
            <a:noFill/>
            <a:prstDash val="solid"/>
          </a:ln>
        </p:spPr>
      </p:sp>
      <p:sp>
        <p:nvSpPr>
          <p:cNvPr id="273" name="01_find_only_272">
            <a:extLst>
              <a:ext uri="{FF2B5EF4-FFF2-40B4-BE49-F238E27FC236}">
                <a16:creationId xmlns:a16="http://schemas.microsoft.com/office/drawing/2014/main" id="{330949E5-7A6D-40C6-86C1-3605CA9F2092}"/>
              </a:ext>
            </a:extLst>
          </p:cNvPr>
          <p:cNvSpPr>
            <a:spLocks noGrp="1"/>
          </p:cNvSpPr>
          <p:nvPr/>
        </p:nvSpPr>
        <p:spPr>
          <a:xfrm>
            <a:off x="1081551" y="4123418"/>
            <a:ext cx="28398" cy="28398"/>
          </a:xfrm>
          <a:prstGeom prst="ellipse">
            <a:avLst/>
          </a:prstGeom>
          <a:solidFill>
            <a:srgbClr val="7F8C97">
              <a:alpha val="48000"/>
            </a:srgbClr>
          </a:solidFill>
          <a:ln w="0">
            <a:noFill/>
            <a:prstDash val="solid"/>
          </a:ln>
        </p:spPr>
      </p:sp>
      <p:sp>
        <p:nvSpPr>
          <p:cNvPr id="274" name="01_find_only_273">
            <a:extLst>
              <a:ext uri="{FF2B5EF4-FFF2-40B4-BE49-F238E27FC236}">
                <a16:creationId xmlns:a16="http://schemas.microsoft.com/office/drawing/2014/main" id="{38E9CA26-22D7-49CE-8AF0-A45A0545BBC8}"/>
              </a:ext>
            </a:extLst>
          </p:cNvPr>
          <p:cNvSpPr>
            <a:spLocks noGrp="1"/>
          </p:cNvSpPr>
          <p:nvPr/>
        </p:nvSpPr>
        <p:spPr>
          <a:xfrm>
            <a:off x="1089754" y="4123418"/>
            <a:ext cx="28398" cy="28398"/>
          </a:xfrm>
          <a:prstGeom prst="ellipse">
            <a:avLst/>
          </a:prstGeom>
          <a:solidFill>
            <a:srgbClr val="7F8C97">
              <a:alpha val="48000"/>
            </a:srgbClr>
          </a:solidFill>
          <a:ln w="0">
            <a:noFill/>
            <a:prstDash val="solid"/>
          </a:ln>
        </p:spPr>
      </p:sp>
      <p:sp>
        <p:nvSpPr>
          <p:cNvPr id="275" name="01_find_only_274">
            <a:extLst>
              <a:ext uri="{FF2B5EF4-FFF2-40B4-BE49-F238E27FC236}">
                <a16:creationId xmlns:a16="http://schemas.microsoft.com/office/drawing/2014/main" id="{0BB0C0B3-A6A6-45E2-9E59-D074BEBF519A}"/>
              </a:ext>
            </a:extLst>
          </p:cNvPr>
          <p:cNvSpPr>
            <a:spLocks noGrp="1"/>
          </p:cNvSpPr>
          <p:nvPr/>
        </p:nvSpPr>
        <p:spPr>
          <a:xfrm>
            <a:off x="1019744" y="4123418"/>
            <a:ext cx="28398" cy="28398"/>
          </a:xfrm>
          <a:prstGeom prst="ellipse">
            <a:avLst/>
          </a:prstGeom>
          <a:solidFill>
            <a:srgbClr val="7F8C97">
              <a:alpha val="48000"/>
            </a:srgbClr>
          </a:solidFill>
          <a:ln w="0">
            <a:noFill/>
            <a:prstDash val="solid"/>
          </a:ln>
        </p:spPr>
      </p:sp>
      <p:sp>
        <p:nvSpPr>
          <p:cNvPr id="276" name="01_find_only_275">
            <a:extLst>
              <a:ext uri="{FF2B5EF4-FFF2-40B4-BE49-F238E27FC236}">
                <a16:creationId xmlns:a16="http://schemas.microsoft.com/office/drawing/2014/main" id="{84CCE6FC-ACF1-465F-A87A-5CFF1766FE09}"/>
              </a:ext>
            </a:extLst>
          </p:cNvPr>
          <p:cNvSpPr>
            <a:spLocks noGrp="1"/>
          </p:cNvSpPr>
          <p:nvPr/>
        </p:nvSpPr>
        <p:spPr>
          <a:xfrm>
            <a:off x="1027279" y="2855402"/>
            <a:ext cx="28398" cy="28398"/>
          </a:xfrm>
          <a:prstGeom prst="ellipse">
            <a:avLst/>
          </a:prstGeom>
          <a:solidFill>
            <a:srgbClr val="7F8C97">
              <a:alpha val="48000"/>
            </a:srgbClr>
          </a:solidFill>
          <a:ln w="0">
            <a:noFill/>
            <a:prstDash val="solid"/>
          </a:ln>
        </p:spPr>
      </p:sp>
      <p:sp>
        <p:nvSpPr>
          <p:cNvPr id="277" name="01_find_only_276">
            <a:extLst>
              <a:ext uri="{FF2B5EF4-FFF2-40B4-BE49-F238E27FC236}">
                <a16:creationId xmlns:a16="http://schemas.microsoft.com/office/drawing/2014/main" id="{F5FF9A62-23B6-4F4C-BC50-FB67F542F0AF}"/>
              </a:ext>
            </a:extLst>
          </p:cNvPr>
          <p:cNvSpPr>
            <a:spLocks noGrp="1"/>
          </p:cNvSpPr>
          <p:nvPr/>
        </p:nvSpPr>
        <p:spPr>
          <a:xfrm>
            <a:off x="1072585" y="3489410"/>
            <a:ext cx="28398" cy="28398"/>
          </a:xfrm>
          <a:prstGeom prst="ellipse">
            <a:avLst/>
          </a:prstGeom>
          <a:solidFill>
            <a:srgbClr val="7F8C97">
              <a:alpha val="48000"/>
            </a:srgbClr>
          </a:solidFill>
          <a:ln w="0">
            <a:noFill/>
            <a:prstDash val="solid"/>
          </a:ln>
        </p:spPr>
      </p:sp>
      <p:sp>
        <p:nvSpPr>
          <p:cNvPr id="278" name="01_find_only_277">
            <a:extLst>
              <a:ext uri="{FF2B5EF4-FFF2-40B4-BE49-F238E27FC236}">
                <a16:creationId xmlns:a16="http://schemas.microsoft.com/office/drawing/2014/main" id="{6D21574D-54B0-4255-8584-7D78F020E052}"/>
              </a:ext>
            </a:extLst>
          </p:cNvPr>
          <p:cNvSpPr>
            <a:spLocks noGrp="1"/>
          </p:cNvSpPr>
          <p:nvPr/>
        </p:nvSpPr>
        <p:spPr>
          <a:xfrm>
            <a:off x="1024608" y="2855402"/>
            <a:ext cx="28398" cy="28398"/>
          </a:xfrm>
          <a:prstGeom prst="ellipse">
            <a:avLst/>
          </a:prstGeom>
          <a:solidFill>
            <a:srgbClr val="7F8C97">
              <a:alpha val="48000"/>
            </a:srgbClr>
          </a:solidFill>
          <a:ln w="0">
            <a:noFill/>
            <a:prstDash val="solid"/>
          </a:ln>
        </p:spPr>
      </p:sp>
      <p:sp>
        <p:nvSpPr>
          <p:cNvPr id="279" name="01_find_only_278">
            <a:extLst>
              <a:ext uri="{FF2B5EF4-FFF2-40B4-BE49-F238E27FC236}">
                <a16:creationId xmlns:a16="http://schemas.microsoft.com/office/drawing/2014/main" id="{52304F8E-9DD0-4990-859D-23CA0794026F}"/>
              </a:ext>
            </a:extLst>
          </p:cNvPr>
          <p:cNvSpPr>
            <a:spLocks noGrp="1"/>
          </p:cNvSpPr>
          <p:nvPr/>
        </p:nvSpPr>
        <p:spPr>
          <a:xfrm>
            <a:off x="1033860" y="3131057"/>
            <a:ext cx="28398" cy="28398"/>
          </a:xfrm>
          <a:prstGeom prst="ellipse">
            <a:avLst/>
          </a:prstGeom>
          <a:solidFill>
            <a:srgbClr val="7F8C97">
              <a:alpha val="48000"/>
            </a:srgbClr>
          </a:solidFill>
          <a:ln w="0">
            <a:noFill/>
            <a:prstDash val="solid"/>
          </a:ln>
        </p:spPr>
      </p:sp>
      <p:sp>
        <p:nvSpPr>
          <p:cNvPr id="280" name="01_find_only_279">
            <a:extLst>
              <a:ext uri="{FF2B5EF4-FFF2-40B4-BE49-F238E27FC236}">
                <a16:creationId xmlns:a16="http://schemas.microsoft.com/office/drawing/2014/main" id="{9146D1C5-304F-4843-8C34-2CBD6C124BAA}"/>
              </a:ext>
            </a:extLst>
          </p:cNvPr>
          <p:cNvSpPr>
            <a:spLocks noGrp="1"/>
          </p:cNvSpPr>
          <p:nvPr/>
        </p:nvSpPr>
        <p:spPr>
          <a:xfrm>
            <a:off x="1018217" y="2855402"/>
            <a:ext cx="28398" cy="28398"/>
          </a:xfrm>
          <a:prstGeom prst="ellipse">
            <a:avLst/>
          </a:prstGeom>
          <a:solidFill>
            <a:srgbClr val="7F8C97">
              <a:alpha val="48000"/>
            </a:srgbClr>
          </a:solidFill>
          <a:ln w="0">
            <a:noFill/>
            <a:prstDash val="solid"/>
          </a:ln>
        </p:spPr>
      </p:sp>
      <p:sp>
        <p:nvSpPr>
          <p:cNvPr id="281" name="01_find_only_280">
            <a:extLst>
              <a:ext uri="{FF2B5EF4-FFF2-40B4-BE49-F238E27FC236}">
                <a16:creationId xmlns:a16="http://schemas.microsoft.com/office/drawing/2014/main" id="{DEE30C85-542B-4C4D-90E4-D35636EBB9BF}"/>
              </a:ext>
            </a:extLst>
          </p:cNvPr>
          <p:cNvSpPr>
            <a:spLocks noGrp="1"/>
          </p:cNvSpPr>
          <p:nvPr/>
        </p:nvSpPr>
        <p:spPr>
          <a:xfrm>
            <a:off x="1028328" y="3489410"/>
            <a:ext cx="28398" cy="28398"/>
          </a:xfrm>
          <a:prstGeom prst="ellipse">
            <a:avLst/>
          </a:prstGeom>
          <a:solidFill>
            <a:srgbClr val="7F8C97">
              <a:alpha val="48000"/>
            </a:srgbClr>
          </a:solidFill>
          <a:ln w="0">
            <a:noFill/>
            <a:prstDash val="solid"/>
          </a:ln>
        </p:spPr>
      </p:sp>
      <p:sp>
        <p:nvSpPr>
          <p:cNvPr id="282" name="01_find_only_281">
            <a:extLst>
              <a:ext uri="{FF2B5EF4-FFF2-40B4-BE49-F238E27FC236}">
                <a16:creationId xmlns:a16="http://schemas.microsoft.com/office/drawing/2014/main" id="{6C618098-212E-4FF7-80F3-AC715B24EC69}"/>
              </a:ext>
            </a:extLst>
          </p:cNvPr>
          <p:cNvSpPr>
            <a:spLocks noGrp="1"/>
          </p:cNvSpPr>
          <p:nvPr/>
        </p:nvSpPr>
        <p:spPr>
          <a:xfrm>
            <a:off x="1032048" y="3761128"/>
            <a:ext cx="28398" cy="28398"/>
          </a:xfrm>
          <a:prstGeom prst="ellipse">
            <a:avLst/>
          </a:prstGeom>
          <a:solidFill>
            <a:srgbClr val="7F8C97">
              <a:alpha val="48000"/>
            </a:srgbClr>
          </a:solidFill>
          <a:ln w="0">
            <a:noFill/>
            <a:prstDash val="solid"/>
          </a:ln>
        </p:spPr>
      </p:sp>
      <p:sp>
        <p:nvSpPr>
          <p:cNvPr id="283" name="01_find_only_282">
            <a:extLst>
              <a:ext uri="{FF2B5EF4-FFF2-40B4-BE49-F238E27FC236}">
                <a16:creationId xmlns:a16="http://schemas.microsoft.com/office/drawing/2014/main" id="{23C6C3A7-FA06-431A-9FC6-CFE63E12F3ED}"/>
              </a:ext>
            </a:extLst>
          </p:cNvPr>
          <p:cNvSpPr>
            <a:spLocks noGrp="1"/>
          </p:cNvSpPr>
          <p:nvPr/>
        </p:nvSpPr>
        <p:spPr>
          <a:xfrm>
            <a:off x="1091280" y="3700746"/>
            <a:ext cx="28398" cy="28398"/>
          </a:xfrm>
          <a:prstGeom prst="ellipse">
            <a:avLst/>
          </a:prstGeom>
          <a:solidFill>
            <a:srgbClr val="7F8C97">
              <a:alpha val="48000"/>
            </a:srgbClr>
          </a:solidFill>
          <a:ln w="0">
            <a:noFill/>
            <a:prstDash val="solid"/>
          </a:ln>
        </p:spPr>
      </p:sp>
      <p:sp>
        <p:nvSpPr>
          <p:cNvPr id="284" name="01_find_only_283">
            <a:extLst>
              <a:ext uri="{FF2B5EF4-FFF2-40B4-BE49-F238E27FC236}">
                <a16:creationId xmlns:a16="http://schemas.microsoft.com/office/drawing/2014/main" id="{3A707E65-E251-4FE7-A578-C10011AB73FA}"/>
              </a:ext>
            </a:extLst>
          </p:cNvPr>
          <p:cNvSpPr>
            <a:spLocks noGrp="1"/>
          </p:cNvSpPr>
          <p:nvPr/>
        </p:nvSpPr>
        <p:spPr>
          <a:xfrm>
            <a:off x="1050838" y="3066738"/>
            <a:ext cx="28398" cy="28398"/>
          </a:xfrm>
          <a:prstGeom prst="ellipse">
            <a:avLst/>
          </a:prstGeom>
          <a:solidFill>
            <a:srgbClr val="7F8C97">
              <a:alpha val="48000"/>
            </a:srgbClr>
          </a:solidFill>
          <a:ln w="0">
            <a:noFill/>
            <a:prstDash val="solid"/>
          </a:ln>
        </p:spPr>
      </p:sp>
      <p:sp>
        <p:nvSpPr>
          <p:cNvPr id="285" name="01_find_only_284">
            <a:extLst>
              <a:ext uri="{FF2B5EF4-FFF2-40B4-BE49-F238E27FC236}">
                <a16:creationId xmlns:a16="http://schemas.microsoft.com/office/drawing/2014/main" id="{A77E83E3-A316-4295-9CF2-0290943453A4}"/>
              </a:ext>
            </a:extLst>
          </p:cNvPr>
          <p:cNvSpPr>
            <a:spLocks noGrp="1"/>
          </p:cNvSpPr>
          <p:nvPr/>
        </p:nvSpPr>
        <p:spPr>
          <a:xfrm>
            <a:off x="1019744" y="3172406"/>
            <a:ext cx="28398" cy="28398"/>
          </a:xfrm>
          <a:prstGeom prst="ellipse">
            <a:avLst/>
          </a:prstGeom>
          <a:solidFill>
            <a:srgbClr val="7F8C97">
              <a:alpha val="48000"/>
            </a:srgbClr>
          </a:solidFill>
          <a:ln w="0">
            <a:noFill/>
            <a:prstDash val="solid"/>
          </a:ln>
        </p:spPr>
      </p:sp>
      <p:sp>
        <p:nvSpPr>
          <p:cNvPr id="286" name="01_find_only_285">
            <a:extLst>
              <a:ext uri="{FF2B5EF4-FFF2-40B4-BE49-F238E27FC236}">
                <a16:creationId xmlns:a16="http://schemas.microsoft.com/office/drawing/2014/main" id="{364D8000-DE34-443C-9CD6-AFEC8FDF97B9}"/>
              </a:ext>
            </a:extLst>
          </p:cNvPr>
          <p:cNvSpPr>
            <a:spLocks noGrp="1"/>
          </p:cNvSpPr>
          <p:nvPr/>
        </p:nvSpPr>
        <p:spPr>
          <a:xfrm>
            <a:off x="1033574" y="3172406"/>
            <a:ext cx="28398" cy="28398"/>
          </a:xfrm>
          <a:prstGeom prst="ellipse">
            <a:avLst/>
          </a:prstGeom>
          <a:solidFill>
            <a:srgbClr val="7F8C97">
              <a:alpha val="48000"/>
            </a:srgbClr>
          </a:solidFill>
          <a:ln w="0">
            <a:noFill/>
            <a:prstDash val="solid"/>
          </a:ln>
        </p:spPr>
      </p:sp>
      <p:sp>
        <p:nvSpPr>
          <p:cNvPr id="287" name="01_find_only_286">
            <a:extLst>
              <a:ext uri="{FF2B5EF4-FFF2-40B4-BE49-F238E27FC236}">
                <a16:creationId xmlns:a16="http://schemas.microsoft.com/office/drawing/2014/main" id="{F04D8DF3-ABD5-48FA-9293-884EF83212D4}"/>
              </a:ext>
            </a:extLst>
          </p:cNvPr>
          <p:cNvSpPr>
            <a:spLocks noGrp="1"/>
          </p:cNvSpPr>
          <p:nvPr/>
        </p:nvSpPr>
        <p:spPr>
          <a:xfrm>
            <a:off x="1086320" y="3489410"/>
            <a:ext cx="28398" cy="28398"/>
          </a:xfrm>
          <a:prstGeom prst="ellipse">
            <a:avLst/>
          </a:prstGeom>
          <a:solidFill>
            <a:srgbClr val="7F8C97">
              <a:alpha val="48000"/>
            </a:srgbClr>
          </a:solidFill>
          <a:ln w="0">
            <a:noFill/>
            <a:prstDash val="solid"/>
          </a:ln>
        </p:spPr>
      </p:sp>
      <p:sp>
        <p:nvSpPr>
          <p:cNvPr id="288" name="01_find_only_287">
            <a:extLst>
              <a:ext uri="{FF2B5EF4-FFF2-40B4-BE49-F238E27FC236}">
                <a16:creationId xmlns:a16="http://schemas.microsoft.com/office/drawing/2014/main" id="{98A7CB7C-934F-4BC1-83EC-6092B756C0EC}"/>
              </a:ext>
            </a:extLst>
          </p:cNvPr>
          <p:cNvSpPr>
            <a:spLocks noGrp="1"/>
          </p:cNvSpPr>
          <p:nvPr/>
        </p:nvSpPr>
        <p:spPr>
          <a:xfrm>
            <a:off x="1068293" y="3066738"/>
            <a:ext cx="28398" cy="28398"/>
          </a:xfrm>
          <a:prstGeom prst="ellipse">
            <a:avLst/>
          </a:prstGeom>
          <a:solidFill>
            <a:srgbClr val="7F8C97">
              <a:alpha val="48000"/>
            </a:srgbClr>
          </a:solidFill>
          <a:ln w="0">
            <a:noFill/>
            <a:prstDash val="solid"/>
          </a:ln>
        </p:spPr>
      </p:sp>
      <p:sp>
        <p:nvSpPr>
          <p:cNvPr id="289" name="01_find_only_288">
            <a:extLst>
              <a:ext uri="{FF2B5EF4-FFF2-40B4-BE49-F238E27FC236}">
                <a16:creationId xmlns:a16="http://schemas.microsoft.com/office/drawing/2014/main" id="{5A897D09-7B1A-4589-88D6-A25088F5FEDD}"/>
              </a:ext>
            </a:extLst>
          </p:cNvPr>
          <p:cNvSpPr>
            <a:spLocks noGrp="1"/>
          </p:cNvSpPr>
          <p:nvPr/>
        </p:nvSpPr>
        <p:spPr>
          <a:xfrm>
            <a:off x="1085938" y="3559855"/>
            <a:ext cx="28398" cy="28398"/>
          </a:xfrm>
          <a:prstGeom prst="ellipse">
            <a:avLst/>
          </a:prstGeom>
          <a:solidFill>
            <a:srgbClr val="7F8C97">
              <a:alpha val="48000"/>
            </a:srgbClr>
          </a:solidFill>
          <a:ln w="0">
            <a:noFill/>
            <a:prstDash val="solid"/>
          </a:ln>
        </p:spPr>
      </p:sp>
      <p:sp>
        <p:nvSpPr>
          <p:cNvPr id="290" name="01_find_only_289">
            <a:extLst>
              <a:ext uri="{FF2B5EF4-FFF2-40B4-BE49-F238E27FC236}">
                <a16:creationId xmlns:a16="http://schemas.microsoft.com/office/drawing/2014/main" id="{CD1C2C3E-286C-495F-B50B-F89CBA5587A8}"/>
              </a:ext>
            </a:extLst>
          </p:cNvPr>
          <p:cNvSpPr>
            <a:spLocks noGrp="1"/>
          </p:cNvSpPr>
          <p:nvPr/>
        </p:nvSpPr>
        <p:spPr>
          <a:xfrm>
            <a:off x="1025562" y="3148021"/>
            <a:ext cx="28398" cy="28398"/>
          </a:xfrm>
          <a:prstGeom prst="ellipse">
            <a:avLst/>
          </a:prstGeom>
          <a:solidFill>
            <a:srgbClr val="7F8C97">
              <a:alpha val="48000"/>
            </a:srgbClr>
          </a:solidFill>
          <a:ln w="0">
            <a:noFill/>
            <a:prstDash val="solid"/>
          </a:ln>
        </p:spPr>
      </p:sp>
      <p:sp>
        <p:nvSpPr>
          <p:cNvPr id="291" name="01_find_only_290">
            <a:extLst>
              <a:ext uri="{FF2B5EF4-FFF2-40B4-BE49-F238E27FC236}">
                <a16:creationId xmlns:a16="http://schemas.microsoft.com/office/drawing/2014/main" id="{70DE7F53-90E5-47BA-9346-8B34FB7C68AF}"/>
              </a:ext>
            </a:extLst>
          </p:cNvPr>
          <p:cNvSpPr>
            <a:spLocks noGrp="1"/>
          </p:cNvSpPr>
          <p:nvPr/>
        </p:nvSpPr>
        <p:spPr>
          <a:xfrm>
            <a:off x="1043494" y="3161475"/>
            <a:ext cx="28398" cy="28398"/>
          </a:xfrm>
          <a:prstGeom prst="ellipse">
            <a:avLst/>
          </a:prstGeom>
          <a:solidFill>
            <a:srgbClr val="7F8C97">
              <a:alpha val="48000"/>
            </a:srgbClr>
          </a:solidFill>
          <a:ln w="0">
            <a:noFill/>
            <a:prstDash val="solid"/>
          </a:ln>
        </p:spPr>
      </p:sp>
      <p:sp>
        <p:nvSpPr>
          <p:cNvPr id="292" name="01_find_only_291">
            <a:extLst>
              <a:ext uri="{FF2B5EF4-FFF2-40B4-BE49-F238E27FC236}">
                <a16:creationId xmlns:a16="http://schemas.microsoft.com/office/drawing/2014/main" id="{C5DE610B-7AC1-41C3-8B0A-7B43267239DF}"/>
              </a:ext>
            </a:extLst>
          </p:cNvPr>
          <p:cNvSpPr>
            <a:spLocks noGrp="1"/>
          </p:cNvSpPr>
          <p:nvPr/>
        </p:nvSpPr>
        <p:spPr>
          <a:xfrm>
            <a:off x="1086606" y="3853185"/>
            <a:ext cx="28398" cy="28398"/>
          </a:xfrm>
          <a:prstGeom prst="ellipse">
            <a:avLst/>
          </a:prstGeom>
          <a:solidFill>
            <a:srgbClr val="7F8C97">
              <a:alpha val="48000"/>
            </a:srgbClr>
          </a:solidFill>
          <a:ln w="0">
            <a:noFill/>
            <a:prstDash val="solid"/>
          </a:ln>
        </p:spPr>
      </p:sp>
      <p:sp>
        <p:nvSpPr>
          <p:cNvPr id="293" name="01_find_only_292">
            <a:extLst>
              <a:ext uri="{FF2B5EF4-FFF2-40B4-BE49-F238E27FC236}">
                <a16:creationId xmlns:a16="http://schemas.microsoft.com/office/drawing/2014/main" id="{0CF282CB-1F1C-4BE5-9A25-8EF2D4BCDEC1}"/>
              </a:ext>
            </a:extLst>
          </p:cNvPr>
          <p:cNvSpPr>
            <a:spLocks noGrp="1"/>
          </p:cNvSpPr>
          <p:nvPr/>
        </p:nvSpPr>
        <p:spPr>
          <a:xfrm>
            <a:off x="1086701" y="3489410"/>
            <a:ext cx="28398" cy="28398"/>
          </a:xfrm>
          <a:prstGeom prst="ellipse">
            <a:avLst/>
          </a:prstGeom>
          <a:solidFill>
            <a:srgbClr val="7F8C97">
              <a:alpha val="48000"/>
            </a:srgbClr>
          </a:solidFill>
          <a:ln w="0">
            <a:noFill/>
            <a:prstDash val="solid"/>
          </a:ln>
        </p:spPr>
      </p:sp>
      <p:sp>
        <p:nvSpPr>
          <p:cNvPr id="294" name="01_find_only_293">
            <a:extLst>
              <a:ext uri="{FF2B5EF4-FFF2-40B4-BE49-F238E27FC236}">
                <a16:creationId xmlns:a16="http://schemas.microsoft.com/office/drawing/2014/main" id="{D7775D10-E419-4FCD-A0A3-A89717DC9227}"/>
              </a:ext>
            </a:extLst>
          </p:cNvPr>
          <p:cNvSpPr>
            <a:spLocks noGrp="1"/>
          </p:cNvSpPr>
          <p:nvPr/>
        </p:nvSpPr>
        <p:spPr>
          <a:xfrm>
            <a:off x="1080788" y="2855402"/>
            <a:ext cx="28398" cy="28398"/>
          </a:xfrm>
          <a:prstGeom prst="ellipse">
            <a:avLst/>
          </a:prstGeom>
          <a:solidFill>
            <a:srgbClr val="7F8C97">
              <a:alpha val="48000"/>
            </a:srgbClr>
          </a:solidFill>
          <a:ln w="0">
            <a:noFill/>
            <a:prstDash val="solid"/>
          </a:ln>
        </p:spPr>
      </p:sp>
      <p:sp>
        <p:nvSpPr>
          <p:cNvPr id="295" name="01_find_only_294">
            <a:extLst>
              <a:ext uri="{FF2B5EF4-FFF2-40B4-BE49-F238E27FC236}">
                <a16:creationId xmlns:a16="http://schemas.microsoft.com/office/drawing/2014/main" id="{3075175B-4A09-49AB-9F48-478F2A3930E6}"/>
              </a:ext>
            </a:extLst>
          </p:cNvPr>
          <p:cNvSpPr>
            <a:spLocks noGrp="1"/>
          </p:cNvSpPr>
          <p:nvPr/>
        </p:nvSpPr>
        <p:spPr>
          <a:xfrm>
            <a:off x="1089181" y="3489410"/>
            <a:ext cx="28398" cy="28398"/>
          </a:xfrm>
          <a:prstGeom prst="ellipse">
            <a:avLst/>
          </a:prstGeom>
          <a:solidFill>
            <a:srgbClr val="7F8C97">
              <a:alpha val="48000"/>
            </a:srgbClr>
          </a:solidFill>
          <a:ln w="0">
            <a:noFill/>
            <a:prstDash val="solid"/>
          </a:ln>
        </p:spPr>
      </p:sp>
      <p:sp>
        <p:nvSpPr>
          <p:cNvPr id="296" name="01_find_only_295">
            <a:extLst>
              <a:ext uri="{FF2B5EF4-FFF2-40B4-BE49-F238E27FC236}">
                <a16:creationId xmlns:a16="http://schemas.microsoft.com/office/drawing/2014/main" id="{16E1551C-C5DE-4DCE-9581-A91D4F2F3E47}"/>
              </a:ext>
            </a:extLst>
          </p:cNvPr>
          <p:cNvSpPr>
            <a:spLocks noGrp="1"/>
          </p:cNvSpPr>
          <p:nvPr/>
        </p:nvSpPr>
        <p:spPr>
          <a:xfrm>
            <a:off x="1034337" y="3616211"/>
            <a:ext cx="28398" cy="28398"/>
          </a:xfrm>
          <a:prstGeom prst="ellipse">
            <a:avLst/>
          </a:prstGeom>
          <a:solidFill>
            <a:srgbClr val="7F8C97">
              <a:alpha val="48000"/>
            </a:srgbClr>
          </a:solidFill>
          <a:ln w="0">
            <a:noFill/>
            <a:prstDash val="solid"/>
          </a:ln>
        </p:spPr>
      </p:sp>
      <p:sp>
        <p:nvSpPr>
          <p:cNvPr id="297" name="01_find_only_296">
            <a:extLst>
              <a:ext uri="{FF2B5EF4-FFF2-40B4-BE49-F238E27FC236}">
                <a16:creationId xmlns:a16="http://schemas.microsoft.com/office/drawing/2014/main" id="{23D83C71-E5B1-40D2-9855-5A6E6B671E3F}"/>
              </a:ext>
            </a:extLst>
          </p:cNvPr>
          <p:cNvSpPr>
            <a:spLocks noGrp="1"/>
          </p:cNvSpPr>
          <p:nvPr/>
        </p:nvSpPr>
        <p:spPr>
          <a:xfrm>
            <a:off x="1019934" y="3489410"/>
            <a:ext cx="28398" cy="28398"/>
          </a:xfrm>
          <a:prstGeom prst="ellipse">
            <a:avLst/>
          </a:prstGeom>
          <a:solidFill>
            <a:srgbClr val="7F8C97">
              <a:alpha val="48000"/>
            </a:srgbClr>
          </a:solidFill>
          <a:ln w="0">
            <a:noFill/>
            <a:prstDash val="solid"/>
          </a:ln>
        </p:spPr>
      </p:sp>
      <p:sp>
        <p:nvSpPr>
          <p:cNvPr id="298" name="01_find_only_297">
            <a:extLst>
              <a:ext uri="{FF2B5EF4-FFF2-40B4-BE49-F238E27FC236}">
                <a16:creationId xmlns:a16="http://schemas.microsoft.com/office/drawing/2014/main" id="{F6A2EBF7-04E6-4AFA-9106-0599C240B54B}"/>
              </a:ext>
            </a:extLst>
          </p:cNvPr>
          <p:cNvSpPr>
            <a:spLocks noGrp="1"/>
          </p:cNvSpPr>
          <p:nvPr/>
        </p:nvSpPr>
        <p:spPr>
          <a:xfrm>
            <a:off x="1075446" y="2855402"/>
            <a:ext cx="28398" cy="28398"/>
          </a:xfrm>
          <a:prstGeom prst="ellipse">
            <a:avLst/>
          </a:prstGeom>
          <a:solidFill>
            <a:srgbClr val="7F8C97">
              <a:alpha val="48000"/>
            </a:srgbClr>
          </a:solidFill>
          <a:ln w="0">
            <a:noFill/>
            <a:prstDash val="solid"/>
          </a:ln>
        </p:spPr>
      </p:sp>
      <p:sp>
        <p:nvSpPr>
          <p:cNvPr id="299" name="01_find_only_298">
            <a:extLst>
              <a:ext uri="{FF2B5EF4-FFF2-40B4-BE49-F238E27FC236}">
                <a16:creationId xmlns:a16="http://schemas.microsoft.com/office/drawing/2014/main" id="{D247FA85-27D4-4C57-A810-C6385134FDAF}"/>
              </a:ext>
            </a:extLst>
          </p:cNvPr>
          <p:cNvSpPr>
            <a:spLocks noGrp="1"/>
          </p:cNvSpPr>
          <p:nvPr/>
        </p:nvSpPr>
        <p:spPr>
          <a:xfrm>
            <a:off x="1015451" y="2855402"/>
            <a:ext cx="28398" cy="28398"/>
          </a:xfrm>
          <a:prstGeom prst="ellipse">
            <a:avLst/>
          </a:prstGeom>
          <a:solidFill>
            <a:srgbClr val="7F8C97">
              <a:alpha val="48000"/>
            </a:srgbClr>
          </a:solidFill>
          <a:ln w="0">
            <a:noFill/>
            <a:prstDash val="solid"/>
          </a:ln>
        </p:spPr>
      </p:sp>
      <p:sp>
        <p:nvSpPr>
          <p:cNvPr id="300" name="01_find_only_299">
            <a:extLst>
              <a:ext uri="{FF2B5EF4-FFF2-40B4-BE49-F238E27FC236}">
                <a16:creationId xmlns:a16="http://schemas.microsoft.com/office/drawing/2014/main" id="{C8B4C685-F49A-4ACB-8482-068547BB5F9B}"/>
              </a:ext>
            </a:extLst>
          </p:cNvPr>
          <p:cNvSpPr>
            <a:spLocks noGrp="1"/>
          </p:cNvSpPr>
          <p:nvPr/>
        </p:nvSpPr>
        <p:spPr>
          <a:xfrm>
            <a:off x="1021460" y="4123418"/>
            <a:ext cx="28398" cy="28398"/>
          </a:xfrm>
          <a:prstGeom prst="ellipse">
            <a:avLst/>
          </a:prstGeom>
          <a:solidFill>
            <a:srgbClr val="7F8C97">
              <a:alpha val="48000"/>
            </a:srgbClr>
          </a:solidFill>
          <a:ln w="0">
            <a:noFill/>
            <a:prstDash val="solid"/>
          </a:ln>
        </p:spPr>
      </p:sp>
      <p:sp>
        <p:nvSpPr>
          <p:cNvPr id="301" name="01_find_only_300">
            <a:extLst>
              <a:ext uri="{FF2B5EF4-FFF2-40B4-BE49-F238E27FC236}">
                <a16:creationId xmlns:a16="http://schemas.microsoft.com/office/drawing/2014/main" id="{1F5A193E-F752-4B74-9542-F73E1395E2D5}"/>
              </a:ext>
            </a:extLst>
          </p:cNvPr>
          <p:cNvSpPr>
            <a:spLocks noGrp="1"/>
          </p:cNvSpPr>
          <p:nvPr/>
        </p:nvSpPr>
        <p:spPr>
          <a:xfrm>
            <a:off x="1077831" y="3330908"/>
            <a:ext cx="28398" cy="28398"/>
          </a:xfrm>
          <a:prstGeom prst="ellipse">
            <a:avLst/>
          </a:prstGeom>
          <a:solidFill>
            <a:srgbClr val="7F8C97">
              <a:alpha val="48000"/>
            </a:srgbClr>
          </a:solidFill>
          <a:ln w="0">
            <a:noFill/>
            <a:prstDash val="solid"/>
          </a:ln>
        </p:spPr>
      </p:sp>
      <p:sp>
        <p:nvSpPr>
          <p:cNvPr id="302" name="01_find_only_301">
            <a:extLst>
              <a:ext uri="{FF2B5EF4-FFF2-40B4-BE49-F238E27FC236}">
                <a16:creationId xmlns:a16="http://schemas.microsoft.com/office/drawing/2014/main" id="{C9E0DC03-584F-448B-8CE0-0E2A94429D26}"/>
              </a:ext>
            </a:extLst>
          </p:cNvPr>
          <p:cNvSpPr>
            <a:spLocks noGrp="1"/>
          </p:cNvSpPr>
          <p:nvPr/>
        </p:nvSpPr>
        <p:spPr>
          <a:xfrm>
            <a:off x="1016310" y="2855402"/>
            <a:ext cx="28398" cy="28398"/>
          </a:xfrm>
          <a:prstGeom prst="ellipse">
            <a:avLst/>
          </a:prstGeom>
          <a:solidFill>
            <a:srgbClr val="7F8C97">
              <a:alpha val="48000"/>
            </a:srgbClr>
          </a:solidFill>
          <a:ln w="0">
            <a:noFill/>
            <a:prstDash val="solid"/>
          </a:ln>
        </p:spPr>
      </p:sp>
      <p:sp>
        <p:nvSpPr>
          <p:cNvPr id="303" name="01_find_only_302">
            <a:extLst>
              <a:ext uri="{FF2B5EF4-FFF2-40B4-BE49-F238E27FC236}">
                <a16:creationId xmlns:a16="http://schemas.microsoft.com/office/drawing/2014/main" id="{34C1C595-F3FF-4C21-BB88-0B8D241C9BC7}"/>
              </a:ext>
            </a:extLst>
          </p:cNvPr>
          <p:cNvSpPr>
            <a:spLocks noGrp="1"/>
          </p:cNvSpPr>
          <p:nvPr/>
        </p:nvSpPr>
        <p:spPr>
          <a:xfrm>
            <a:off x="1096144" y="3489410"/>
            <a:ext cx="28398" cy="28398"/>
          </a:xfrm>
          <a:prstGeom prst="ellipse">
            <a:avLst/>
          </a:prstGeom>
          <a:solidFill>
            <a:srgbClr val="7F8C97">
              <a:alpha val="48000"/>
            </a:srgbClr>
          </a:solidFill>
          <a:ln w="0">
            <a:noFill/>
            <a:prstDash val="solid"/>
          </a:ln>
        </p:spPr>
      </p:sp>
      <p:sp>
        <p:nvSpPr>
          <p:cNvPr id="304" name="01_find_only_303">
            <a:extLst>
              <a:ext uri="{FF2B5EF4-FFF2-40B4-BE49-F238E27FC236}">
                <a16:creationId xmlns:a16="http://schemas.microsoft.com/office/drawing/2014/main" id="{B155E049-463B-4621-98B9-CAA6529A0040}"/>
              </a:ext>
            </a:extLst>
          </p:cNvPr>
          <p:cNvSpPr>
            <a:spLocks noGrp="1"/>
          </p:cNvSpPr>
          <p:nvPr/>
        </p:nvSpPr>
        <p:spPr>
          <a:xfrm>
            <a:off x="1081551" y="3700746"/>
            <a:ext cx="28398" cy="28398"/>
          </a:xfrm>
          <a:prstGeom prst="ellipse">
            <a:avLst/>
          </a:prstGeom>
          <a:solidFill>
            <a:srgbClr val="7F8C97">
              <a:alpha val="48000"/>
            </a:srgbClr>
          </a:solidFill>
          <a:ln w="0">
            <a:noFill/>
            <a:prstDash val="solid"/>
          </a:ln>
        </p:spPr>
      </p:sp>
      <p:sp>
        <p:nvSpPr>
          <p:cNvPr id="305" name="01_find_only_304">
            <a:extLst>
              <a:ext uri="{FF2B5EF4-FFF2-40B4-BE49-F238E27FC236}">
                <a16:creationId xmlns:a16="http://schemas.microsoft.com/office/drawing/2014/main" id="{4FA8858E-9F3E-418C-94E8-5E5680DDAD09}"/>
              </a:ext>
            </a:extLst>
          </p:cNvPr>
          <p:cNvSpPr>
            <a:spLocks noGrp="1"/>
          </p:cNvSpPr>
          <p:nvPr/>
        </p:nvSpPr>
        <p:spPr>
          <a:xfrm>
            <a:off x="1047023" y="2855402"/>
            <a:ext cx="28398" cy="28398"/>
          </a:xfrm>
          <a:prstGeom prst="ellipse">
            <a:avLst/>
          </a:prstGeom>
          <a:solidFill>
            <a:srgbClr val="7F8C97">
              <a:alpha val="48000"/>
            </a:srgbClr>
          </a:solidFill>
          <a:ln w="0">
            <a:noFill/>
            <a:prstDash val="solid"/>
          </a:ln>
        </p:spPr>
      </p:sp>
      <p:sp>
        <p:nvSpPr>
          <p:cNvPr id="306" name="01_find_only_305">
            <a:extLst>
              <a:ext uri="{FF2B5EF4-FFF2-40B4-BE49-F238E27FC236}">
                <a16:creationId xmlns:a16="http://schemas.microsoft.com/office/drawing/2014/main" id="{4FDDB701-F273-4872-825D-945800A52D35}"/>
              </a:ext>
            </a:extLst>
          </p:cNvPr>
          <p:cNvSpPr>
            <a:spLocks noGrp="1"/>
          </p:cNvSpPr>
          <p:nvPr/>
        </p:nvSpPr>
        <p:spPr>
          <a:xfrm>
            <a:off x="1030903" y="2855402"/>
            <a:ext cx="28398" cy="28398"/>
          </a:xfrm>
          <a:prstGeom prst="ellipse">
            <a:avLst/>
          </a:prstGeom>
          <a:solidFill>
            <a:srgbClr val="7F8C97">
              <a:alpha val="48000"/>
            </a:srgbClr>
          </a:solidFill>
          <a:ln w="0">
            <a:noFill/>
            <a:prstDash val="solid"/>
          </a:ln>
        </p:spPr>
      </p:sp>
      <p:sp>
        <p:nvSpPr>
          <p:cNvPr id="307" name="01_find_only_306">
            <a:extLst>
              <a:ext uri="{FF2B5EF4-FFF2-40B4-BE49-F238E27FC236}">
                <a16:creationId xmlns:a16="http://schemas.microsoft.com/office/drawing/2014/main" id="{CD8A013C-D30E-4C96-B8D5-1A79D48D3DB3}"/>
              </a:ext>
            </a:extLst>
          </p:cNvPr>
          <p:cNvSpPr>
            <a:spLocks noGrp="1"/>
          </p:cNvSpPr>
          <p:nvPr/>
        </p:nvSpPr>
        <p:spPr>
          <a:xfrm>
            <a:off x="1094713" y="3141728"/>
            <a:ext cx="28398" cy="28398"/>
          </a:xfrm>
          <a:prstGeom prst="ellipse">
            <a:avLst/>
          </a:prstGeom>
          <a:solidFill>
            <a:srgbClr val="7F8C97">
              <a:alpha val="48000"/>
            </a:srgbClr>
          </a:solidFill>
          <a:ln w="0">
            <a:noFill/>
            <a:prstDash val="solid"/>
          </a:ln>
        </p:spPr>
      </p:sp>
      <p:sp>
        <p:nvSpPr>
          <p:cNvPr id="308" name="01_find_only_307">
            <a:extLst>
              <a:ext uri="{FF2B5EF4-FFF2-40B4-BE49-F238E27FC236}">
                <a16:creationId xmlns:a16="http://schemas.microsoft.com/office/drawing/2014/main" id="{3E93924B-6205-44E9-85C5-F86FA110AFEC}"/>
              </a:ext>
            </a:extLst>
          </p:cNvPr>
          <p:cNvSpPr>
            <a:spLocks noGrp="1"/>
          </p:cNvSpPr>
          <p:nvPr/>
        </p:nvSpPr>
        <p:spPr>
          <a:xfrm>
            <a:off x="1098815" y="3217692"/>
            <a:ext cx="28398" cy="28398"/>
          </a:xfrm>
          <a:prstGeom prst="ellipse">
            <a:avLst/>
          </a:prstGeom>
          <a:solidFill>
            <a:srgbClr val="7F8C97">
              <a:alpha val="48000"/>
            </a:srgbClr>
          </a:solidFill>
          <a:ln w="0">
            <a:noFill/>
            <a:prstDash val="solid"/>
          </a:ln>
        </p:spPr>
      </p:sp>
      <p:sp>
        <p:nvSpPr>
          <p:cNvPr id="309" name="01_find_only_308">
            <a:extLst>
              <a:ext uri="{FF2B5EF4-FFF2-40B4-BE49-F238E27FC236}">
                <a16:creationId xmlns:a16="http://schemas.microsoft.com/office/drawing/2014/main" id="{F537B437-9A03-434C-9BE0-C570A22EDAA0}"/>
              </a:ext>
            </a:extLst>
          </p:cNvPr>
          <p:cNvSpPr>
            <a:spLocks noGrp="1"/>
          </p:cNvSpPr>
          <p:nvPr/>
        </p:nvSpPr>
        <p:spPr>
          <a:xfrm>
            <a:off x="1064191" y="4123418"/>
            <a:ext cx="28398" cy="28398"/>
          </a:xfrm>
          <a:prstGeom prst="ellipse">
            <a:avLst/>
          </a:prstGeom>
          <a:solidFill>
            <a:srgbClr val="7F8C97">
              <a:alpha val="48000"/>
            </a:srgbClr>
          </a:solidFill>
          <a:ln w="0">
            <a:noFill/>
            <a:prstDash val="solid"/>
          </a:ln>
        </p:spPr>
      </p:sp>
      <p:sp>
        <p:nvSpPr>
          <p:cNvPr id="310" name="01_find_only_309">
            <a:extLst>
              <a:ext uri="{FF2B5EF4-FFF2-40B4-BE49-F238E27FC236}">
                <a16:creationId xmlns:a16="http://schemas.microsoft.com/office/drawing/2014/main" id="{256A5EB7-B506-49E6-8267-AB9F3E86F62B}"/>
              </a:ext>
            </a:extLst>
          </p:cNvPr>
          <p:cNvSpPr>
            <a:spLocks noGrp="1"/>
          </p:cNvSpPr>
          <p:nvPr/>
        </p:nvSpPr>
        <p:spPr>
          <a:xfrm>
            <a:off x="1085938" y="3489410"/>
            <a:ext cx="28398" cy="28398"/>
          </a:xfrm>
          <a:prstGeom prst="ellipse">
            <a:avLst/>
          </a:prstGeom>
          <a:solidFill>
            <a:srgbClr val="7F8C97">
              <a:alpha val="48000"/>
            </a:srgbClr>
          </a:solidFill>
          <a:ln w="0">
            <a:noFill/>
            <a:prstDash val="solid"/>
          </a:ln>
        </p:spPr>
      </p:sp>
      <p:sp>
        <p:nvSpPr>
          <p:cNvPr id="311" name="01_find_only_310">
            <a:extLst>
              <a:ext uri="{FF2B5EF4-FFF2-40B4-BE49-F238E27FC236}">
                <a16:creationId xmlns:a16="http://schemas.microsoft.com/office/drawing/2014/main" id="{3065AC71-31EF-401E-ACD5-24C95072EC68}"/>
              </a:ext>
            </a:extLst>
          </p:cNvPr>
          <p:cNvSpPr>
            <a:spLocks noGrp="1"/>
          </p:cNvSpPr>
          <p:nvPr/>
        </p:nvSpPr>
        <p:spPr>
          <a:xfrm>
            <a:off x="1019076" y="2855402"/>
            <a:ext cx="28398" cy="28398"/>
          </a:xfrm>
          <a:prstGeom prst="ellipse">
            <a:avLst/>
          </a:prstGeom>
          <a:solidFill>
            <a:srgbClr val="7F8C97">
              <a:alpha val="48000"/>
            </a:srgbClr>
          </a:solidFill>
          <a:ln w="0">
            <a:noFill/>
            <a:prstDash val="solid"/>
          </a:ln>
        </p:spPr>
      </p:sp>
      <p:sp>
        <p:nvSpPr>
          <p:cNvPr id="312" name="01_find_only_311">
            <a:extLst>
              <a:ext uri="{FF2B5EF4-FFF2-40B4-BE49-F238E27FC236}">
                <a16:creationId xmlns:a16="http://schemas.microsoft.com/office/drawing/2014/main" id="{4E890E39-7A0D-438D-AC76-F16974A998AA}"/>
              </a:ext>
            </a:extLst>
          </p:cNvPr>
          <p:cNvSpPr>
            <a:spLocks noGrp="1"/>
          </p:cNvSpPr>
          <p:nvPr/>
        </p:nvSpPr>
        <p:spPr>
          <a:xfrm>
            <a:off x="1045973" y="2855402"/>
            <a:ext cx="28398" cy="28398"/>
          </a:xfrm>
          <a:prstGeom prst="ellipse">
            <a:avLst/>
          </a:prstGeom>
          <a:solidFill>
            <a:srgbClr val="7F8C97">
              <a:alpha val="48000"/>
            </a:srgbClr>
          </a:solidFill>
          <a:ln w="0">
            <a:noFill/>
            <a:prstDash val="solid"/>
          </a:ln>
        </p:spPr>
      </p:sp>
      <p:sp>
        <p:nvSpPr>
          <p:cNvPr id="313" name="01_find_only_312">
            <a:extLst>
              <a:ext uri="{FF2B5EF4-FFF2-40B4-BE49-F238E27FC236}">
                <a16:creationId xmlns:a16="http://schemas.microsoft.com/office/drawing/2014/main" id="{4DB97F65-0559-4056-B80B-B61FAEAA6EBC}"/>
              </a:ext>
            </a:extLst>
          </p:cNvPr>
          <p:cNvSpPr>
            <a:spLocks noGrp="1"/>
          </p:cNvSpPr>
          <p:nvPr/>
        </p:nvSpPr>
        <p:spPr>
          <a:xfrm>
            <a:off x="1080025" y="3398837"/>
            <a:ext cx="28398" cy="28398"/>
          </a:xfrm>
          <a:prstGeom prst="ellipse">
            <a:avLst/>
          </a:prstGeom>
          <a:solidFill>
            <a:srgbClr val="7F8C97">
              <a:alpha val="48000"/>
            </a:srgbClr>
          </a:solidFill>
          <a:ln w="0">
            <a:noFill/>
            <a:prstDash val="solid"/>
          </a:ln>
        </p:spPr>
      </p:sp>
      <p:sp>
        <p:nvSpPr>
          <p:cNvPr id="314" name="01_find_only_313">
            <a:extLst>
              <a:ext uri="{FF2B5EF4-FFF2-40B4-BE49-F238E27FC236}">
                <a16:creationId xmlns:a16="http://schemas.microsoft.com/office/drawing/2014/main" id="{F26CCF24-123D-43D7-9ADB-3F0BFB0F0F57}"/>
              </a:ext>
            </a:extLst>
          </p:cNvPr>
          <p:cNvSpPr>
            <a:spLocks noGrp="1"/>
          </p:cNvSpPr>
          <p:nvPr/>
        </p:nvSpPr>
        <p:spPr>
          <a:xfrm>
            <a:off x="1013258" y="2855402"/>
            <a:ext cx="28398" cy="28398"/>
          </a:xfrm>
          <a:prstGeom prst="ellipse">
            <a:avLst/>
          </a:prstGeom>
          <a:solidFill>
            <a:srgbClr val="7F8C97">
              <a:alpha val="48000"/>
            </a:srgbClr>
          </a:solidFill>
          <a:ln w="0">
            <a:noFill/>
            <a:prstDash val="solid"/>
          </a:ln>
        </p:spPr>
      </p:sp>
      <p:sp>
        <p:nvSpPr>
          <p:cNvPr id="315" name="01_find_only_314">
            <a:extLst>
              <a:ext uri="{FF2B5EF4-FFF2-40B4-BE49-F238E27FC236}">
                <a16:creationId xmlns:a16="http://schemas.microsoft.com/office/drawing/2014/main" id="{A53C1DDD-A0B5-456B-9C5B-8814C675E2E1}"/>
              </a:ext>
            </a:extLst>
          </p:cNvPr>
          <p:cNvSpPr>
            <a:spLocks noGrp="1"/>
          </p:cNvSpPr>
          <p:nvPr/>
        </p:nvSpPr>
        <p:spPr>
          <a:xfrm>
            <a:off x="1009824" y="2855402"/>
            <a:ext cx="28398" cy="28398"/>
          </a:xfrm>
          <a:prstGeom prst="ellipse">
            <a:avLst/>
          </a:prstGeom>
          <a:solidFill>
            <a:srgbClr val="7F8C97">
              <a:alpha val="48000"/>
            </a:srgbClr>
          </a:solidFill>
          <a:ln w="0">
            <a:noFill/>
            <a:prstDash val="solid"/>
          </a:ln>
        </p:spPr>
      </p:sp>
      <p:sp>
        <p:nvSpPr>
          <p:cNvPr id="316" name="01_find_only_315">
            <a:extLst>
              <a:ext uri="{FF2B5EF4-FFF2-40B4-BE49-F238E27FC236}">
                <a16:creationId xmlns:a16="http://schemas.microsoft.com/office/drawing/2014/main" id="{F0705437-9EE1-495B-81BC-7CDCCCB54BE2}"/>
              </a:ext>
            </a:extLst>
          </p:cNvPr>
          <p:cNvSpPr>
            <a:spLocks noGrp="1"/>
          </p:cNvSpPr>
          <p:nvPr/>
        </p:nvSpPr>
        <p:spPr>
          <a:xfrm>
            <a:off x="1066194" y="2855402"/>
            <a:ext cx="28398" cy="28398"/>
          </a:xfrm>
          <a:prstGeom prst="ellipse">
            <a:avLst/>
          </a:prstGeom>
          <a:solidFill>
            <a:srgbClr val="7F8C97">
              <a:alpha val="48000"/>
            </a:srgbClr>
          </a:solidFill>
          <a:ln w="0">
            <a:noFill/>
            <a:prstDash val="solid"/>
          </a:ln>
        </p:spPr>
      </p:sp>
      <p:sp>
        <p:nvSpPr>
          <p:cNvPr id="317" name="01_find_only_316">
            <a:extLst>
              <a:ext uri="{FF2B5EF4-FFF2-40B4-BE49-F238E27FC236}">
                <a16:creationId xmlns:a16="http://schemas.microsoft.com/office/drawing/2014/main" id="{EA0EE990-26E9-46A1-9854-97ADC4AAD11B}"/>
              </a:ext>
            </a:extLst>
          </p:cNvPr>
          <p:cNvSpPr>
            <a:spLocks noGrp="1"/>
          </p:cNvSpPr>
          <p:nvPr/>
        </p:nvSpPr>
        <p:spPr>
          <a:xfrm>
            <a:off x="1094141" y="3151272"/>
            <a:ext cx="28398" cy="28398"/>
          </a:xfrm>
          <a:prstGeom prst="ellipse">
            <a:avLst/>
          </a:prstGeom>
          <a:solidFill>
            <a:srgbClr val="7F8C97">
              <a:alpha val="48000"/>
            </a:srgbClr>
          </a:solidFill>
          <a:ln w="0">
            <a:noFill/>
            <a:prstDash val="solid"/>
          </a:ln>
        </p:spPr>
      </p:sp>
      <p:sp>
        <p:nvSpPr>
          <p:cNvPr id="318" name="01_find_only_317">
            <a:extLst>
              <a:ext uri="{FF2B5EF4-FFF2-40B4-BE49-F238E27FC236}">
                <a16:creationId xmlns:a16="http://schemas.microsoft.com/office/drawing/2014/main" id="{350A36D2-71CF-448D-9E5B-089E87DCFEB1}"/>
              </a:ext>
            </a:extLst>
          </p:cNvPr>
          <p:cNvSpPr>
            <a:spLocks noGrp="1"/>
          </p:cNvSpPr>
          <p:nvPr/>
        </p:nvSpPr>
        <p:spPr>
          <a:xfrm>
            <a:off x="1005627" y="3489410"/>
            <a:ext cx="28398" cy="28398"/>
          </a:xfrm>
          <a:prstGeom prst="ellipse">
            <a:avLst/>
          </a:prstGeom>
          <a:solidFill>
            <a:srgbClr val="7F8C97">
              <a:alpha val="48000"/>
            </a:srgbClr>
          </a:solidFill>
          <a:ln w="0">
            <a:noFill/>
            <a:prstDash val="solid"/>
          </a:ln>
        </p:spPr>
      </p:sp>
      <p:sp>
        <p:nvSpPr>
          <p:cNvPr id="319" name="01_find_only_318">
            <a:extLst>
              <a:ext uri="{FF2B5EF4-FFF2-40B4-BE49-F238E27FC236}">
                <a16:creationId xmlns:a16="http://schemas.microsoft.com/office/drawing/2014/main" id="{72ADF5B2-4519-4168-BECD-93D24872E8F3}"/>
              </a:ext>
            </a:extLst>
          </p:cNvPr>
          <p:cNvSpPr>
            <a:spLocks noGrp="1"/>
          </p:cNvSpPr>
          <p:nvPr/>
        </p:nvSpPr>
        <p:spPr>
          <a:xfrm>
            <a:off x="1042921" y="3489410"/>
            <a:ext cx="28398" cy="28398"/>
          </a:xfrm>
          <a:prstGeom prst="ellipse">
            <a:avLst/>
          </a:prstGeom>
          <a:solidFill>
            <a:srgbClr val="7F8C97">
              <a:alpha val="48000"/>
            </a:srgbClr>
          </a:solidFill>
          <a:ln w="0">
            <a:noFill/>
            <a:prstDash val="solid"/>
          </a:ln>
        </p:spPr>
      </p:sp>
      <p:sp>
        <p:nvSpPr>
          <p:cNvPr id="320" name="01_find_only_319">
            <a:extLst>
              <a:ext uri="{FF2B5EF4-FFF2-40B4-BE49-F238E27FC236}">
                <a16:creationId xmlns:a16="http://schemas.microsoft.com/office/drawing/2014/main" id="{6D2FD2BA-7DDD-4734-B4B5-2CADEFD07B0C}"/>
              </a:ext>
            </a:extLst>
          </p:cNvPr>
          <p:cNvSpPr>
            <a:spLocks noGrp="1"/>
          </p:cNvSpPr>
          <p:nvPr/>
        </p:nvSpPr>
        <p:spPr>
          <a:xfrm>
            <a:off x="1073539" y="2855402"/>
            <a:ext cx="28398" cy="28398"/>
          </a:xfrm>
          <a:prstGeom prst="ellipse">
            <a:avLst/>
          </a:prstGeom>
          <a:solidFill>
            <a:srgbClr val="7F8C97">
              <a:alpha val="48000"/>
            </a:srgbClr>
          </a:solidFill>
          <a:ln w="0">
            <a:noFill/>
            <a:prstDash val="solid"/>
          </a:ln>
        </p:spPr>
      </p:sp>
      <p:sp>
        <p:nvSpPr>
          <p:cNvPr id="321" name="01_find_only_320">
            <a:extLst>
              <a:ext uri="{FF2B5EF4-FFF2-40B4-BE49-F238E27FC236}">
                <a16:creationId xmlns:a16="http://schemas.microsoft.com/office/drawing/2014/main" id="{20F1E634-F9DE-49F2-ABDC-C59390AD9AE7}"/>
              </a:ext>
            </a:extLst>
          </p:cNvPr>
          <p:cNvSpPr>
            <a:spLocks noGrp="1"/>
          </p:cNvSpPr>
          <p:nvPr/>
        </p:nvSpPr>
        <p:spPr>
          <a:xfrm>
            <a:off x="1044924" y="4123418"/>
            <a:ext cx="28398" cy="28398"/>
          </a:xfrm>
          <a:prstGeom prst="ellipse">
            <a:avLst/>
          </a:prstGeom>
          <a:solidFill>
            <a:srgbClr val="7F8C97">
              <a:alpha val="48000"/>
            </a:srgbClr>
          </a:solidFill>
          <a:ln w="0">
            <a:noFill/>
            <a:prstDash val="solid"/>
          </a:ln>
        </p:spPr>
      </p:sp>
      <p:sp>
        <p:nvSpPr>
          <p:cNvPr id="322" name="01_find_only_321">
            <a:extLst>
              <a:ext uri="{FF2B5EF4-FFF2-40B4-BE49-F238E27FC236}">
                <a16:creationId xmlns:a16="http://schemas.microsoft.com/office/drawing/2014/main" id="{2D95EE15-6AA8-45AF-A0EC-C5F4AED2F6F5}"/>
              </a:ext>
            </a:extLst>
          </p:cNvPr>
          <p:cNvSpPr>
            <a:spLocks noGrp="1"/>
          </p:cNvSpPr>
          <p:nvPr/>
        </p:nvSpPr>
        <p:spPr>
          <a:xfrm>
            <a:off x="1028805" y="3785280"/>
            <a:ext cx="28398" cy="28398"/>
          </a:xfrm>
          <a:prstGeom prst="ellipse">
            <a:avLst/>
          </a:prstGeom>
          <a:solidFill>
            <a:srgbClr val="7F8C97">
              <a:alpha val="48000"/>
            </a:srgbClr>
          </a:solidFill>
          <a:ln w="0">
            <a:noFill/>
            <a:prstDash val="solid"/>
          </a:ln>
        </p:spPr>
      </p:sp>
      <p:sp>
        <p:nvSpPr>
          <p:cNvPr id="323" name="01_find_only_322">
            <a:extLst>
              <a:ext uri="{FF2B5EF4-FFF2-40B4-BE49-F238E27FC236}">
                <a16:creationId xmlns:a16="http://schemas.microsoft.com/office/drawing/2014/main" id="{2A34394B-33AE-49EC-A806-16AEFBF450A6}"/>
              </a:ext>
            </a:extLst>
          </p:cNvPr>
          <p:cNvSpPr>
            <a:spLocks noGrp="1"/>
          </p:cNvSpPr>
          <p:nvPr/>
        </p:nvSpPr>
        <p:spPr>
          <a:xfrm>
            <a:off x="1065813" y="4123418"/>
            <a:ext cx="28398" cy="28398"/>
          </a:xfrm>
          <a:prstGeom prst="ellipse">
            <a:avLst/>
          </a:prstGeom>
          <a:solidFill>
            <a:srgbClr val="7F8C97">
              <a:alpha val="48000"/>
            </a:srgbClr>
          </a:solidFill>
          <a:ln w="0">
            <a:noFill/>
            <a:prstDash val="solid"/>
          </a:ln>
        </p:spPr>
      </p:sp>
      <p:sp>
        <p:nvSpPr>
          <p:cNvPr id="324" name="01_find_only_323">
            <a:extLst>
              <a:ext uri="{FF2B5EF4-FFF2-40B4-BE49-F238E27FC236}">
                <a16:creationId xmlns:a16="http://schemas.microsoft.com/office/drawing/2014/main" id="{E16325F9-5603-4F40-B9B0-57514561F601}"/>
              </a:ext>
            </a:extLst>
          </p:cNvPr>
          <p:cNvSpPr>
            <a:spLocks noGrp="1"/>
          </p:cNvSpPr>
          <p:nvPr/>
        </p:nvSpPr>
        <p:spPr>
          <a:xfrm>
            <a:off x="1062761" y="3489410"/>
            <a:ext cx="28398" cy="28398"/>
          </a:xfrm>
          <a:prstGeom prst="ellipse">
            <a:avLst/>
          </a:prstGeom>
          <a:solidFill>
            <a:srgbClr val="7F8C97">
              <a:alpha val="48000"/>
            </a:srgbClr>
          </a:solidFill>
          <a:ln w="0">
            <a:noFill/>
            <a:prstDash val="solid"/>
          </a:ln>
        </p:spPr>
      </p:sp>
      <p:sp>
        <p:nvSpPr>
          <p:cNvPr id="325" name="01_find_only_324">
            <a:extLst>
              <a:ext uri="{FF2B5EF4-FFF2-40B4-BE49-F238E27FC236}">
                <a16:creationId xmlns:a16="http://schemas.microsoft.com/office/drawing/2014/main" id="{81CBCAC4-FBBA-4EF9-93DA-6436D2910040}"/>
              </a:ext>
            </a:extLst>
          </p:cNvPr>
          <p:cNvSpPr>
            <a:spLocks noGrp="1"/>
          </p:cNvSpPr>
          <p:nvPr/>
        </p:nvSpPr>
        <p:spPr>
          <a:xfrm>
            <a:off x="1051219" y="2855402"/>
            <a:ext cx="28398" cy="28398"/>
          </a:xfrm>
          <a:prstGeom prst="ellipse">
            <a:avLst/>
          </a:prstGeom>
          <a:solidFill>
            <a:srgbClr val="7F8C97">
              <a:alpha val="48000"/>
            </a:srgbClr>
          </a:solidFill>
          <a:ln w="0">
            <a:noFill/>
            <a:prstDash val="solid"/>
          </a:ln>
        </p:spPr>
      </p:sp>
      <p:sp>
        <p:nvSpPr>
          <p:cNvPr id="326" name="01_find_only_325">
            <a:extLst>
              <a:ext uri="{FF2B5EF4-FFF2-40B4-BE49-F238E27FC236}">
                <a16:creationId xmlns:a16="http://schemas.microsoft.com/office/drawing/2014/main" id="{DF8251D5-BC0F-4AEF-A46B-8F68130AAD0D}"/>
              </a:ext>
            </a:extLst>
          </p:cNvPr>
          <p:cNvSpPr>
            <a:spLocks noGrp="1"/>
          </p:cNvSpPr>
          <p:nvPr/>
        </p:nvSpPr>
        <p:spPr>
          <a:xfrm>
            <a:off x="1060471" y="2855402"/>
            <a:ext cx="28398" cy="28398"/>
          </a:xfrm>
          <a:prstGeom prst="ellipse">
            <a:avLst/>
          </a:prstGeom>
          <a:solidFill>
            <a:srgbClr val="7F8C97">
              <a:alpha val="48000"/>
            </a:srgbClr>
          </a:solidFill>
          <a:ln w="0">
            <a:noFill/>
            <a:prstDash val="solid"/>
          </a:ln>
        </p:spPr>
      </p:sp>
      <p:sp>
        <p:nvSpPr>
          <p:cNvPr id="327" name="01_find_only_326">
            <a:extLst>
              <a:ext uri="{FF2B5EF4-FFF2-40B4-BE49-F238E27FC236}">
                <a16:creationId xmlns:a16="http://schemas.microsoft.com/office/drawing/2014/main" id="{063D101B-29F9-4BE9-9C0C-BB322471195E}"/>
              </a:ext>
            </a:extLst>
          </p:cNvPr>
          <p:cNvSpPr>
            <a:spLocks noGrp="1"/>
          </p:cNvSpPr>
          <p:nvPr/>
        </p:nvSpPr>
        <p:spPr>
          <a:xfrm>
            <a:off x="1033097" y="4123418"/>
            <a:ext cx="28398" cy="28398"/>
          </a:xfrm>
          <a:prstGeom prst="ellipse">
            <a:avLst/>
          </a:prstGeom>
          <a:solidFill>
            <a:srgbClr val="7F8C97">
              <a:alpha val="48000"/>
            </a:srgbClr>
          </a:solidFill>
          <a:ln w="0">
            <a:noFill/>
            <a:prstDash val="solid"/>
          </a:ln>
        </p:spPr>
      </p:sp>
      <p:sp>
        <p:nvSpPr>
          <p:cNvPr id="328" name="01_find_only_327">
            <a:extLst>
              <a:ext uri="{FF2B5EF4-FFF2-40B4-BE49-F238E27FC236}">
                <a16:creationId xmlns:a16="http://schemas.microsoft.com/office/drawing/2014/main" id="{4D4B3913-8FA6-40DF-8D1F-AC5418ADC58F}"/>
              </a:ext>
            </a:extLst>
          </p:cNvPr>
          <p:cNvSpPr>
            <a:spLocks noGrp="1"/>
          </p:cNvSpPr>
          <p:nvPr/>
        </p:nvSpPr>
        <p:spPr>
          <a:xfrm>
            <a:off x="1054462" y="3489410"/>
            <a:ext cx="28398" cy="28398"/>
          </a:xfrm>
          <a:prstGeom prst="ellipse">
            <a:avLst/>
          </a:prstGeom>
          <a:solidFill>
            <a:srgbClr val="7F8C97">
              <a:alpha val="48000"/>
            </a:srgbClr>
          </a:solidFill>
          <a:ln w="0">
            <a:noFill/>
            <a:prstDash val="solid"/>
          </a:ln>
        </p:spPr>
      </p:sp>
      <p:sp>
        <p:nvSpPr>
          <p:cNvPr id="329" name="01_find_only_328">
            <a:extLst>
              <a:ext uri="{FF2B5EF4-FFF2-40B4-BE49-F238E27FC236}">
                <a16:creationId xmlns:a16="http://schemas.microsoft.com/office/drawing/2014/main" id="{AC88E528-DF31-4085-B4A5-3B7D08E70BF3}"/>
              </a:ext>
            </a:extLst>
          </p:cNvPr>
          <p:cNvSpPr>
            <a:spLocks noGrp="1"/>
          </p:cNvSpPr>
          <p:nvPr/>
        </p:nvSpPr>
        <p:spPr>
          <a:xfrm>
            <a:off x="1034051" y="3109005"/>
            <a:ext cx="28398" cy="28398"/>
          </a:xfrm>
          <a:prstGeom prst="ellipse">
            <a:avLst/>
          </a:prstGeom>
          <a:solidFill>
            <a:srgbClr val="7F8C97">
              <a:alpha val="48000"/>
            </a:srgbClr>
          </a:solidFill>
          <a:ln w="0">
            <a:noFill/>
            <a:prstDash val="solid"/>
          </a:ln>
        </p:spPr>
      </p:sp>
      <p:sp>
        <p:nvSpPr>
          <p:cNvPr id="330" name="01_find_only_329">
            <a:extLst>
              <a:ext uri="{FF2B5EF4-FFF2-40B4-BE49-F238E27FC236}">
                <a16:creationId xmlns:a16="http://schemas.microsoft.com/office/drawing/2014/main" id="{182E987A-021F-4148-9C96-8F371DFFBA03}"/>
              </a:ext>
            </a:extLst>
          </p:cNvPr>
          <p:cNvSpPr>
            <a:spLocks noGrp="1"/>
          </p:cNvSpPr>
          <p:nvPr/>
        </p:nvSpPr>
        <p:spPr>
          <a:xfrm>
            <a:off x="1042444" y="3727163"/>
            <a:ext cx="28398" cy="28398"/>
          </a:xfrm>
          <a:prstGeom prst="ellipse">
            <a:avLst/>
          </a:prstGeom>
          <a:solidFill>
            <a:srgbClr val="7F8C97">
              <a:alpha val="48000"/>
            </a:srgbClr>
          </a:solidFill>
          <a:ln w="0">
            <a:noFill/>
            <a:prstDash val="solid"/>
          </a:ln>
        </p:spPr>
      </p:sp>
      <p:sp>
        <p:nvSpPr>
          <p:cNvPr id="331" name="01_find_only_330">
            <a:extLst>
              <a:ext uri="{FF2B5EF4-FFF2-40B4-BE49-F238E27FC236}">
                <a16:creationId xmlns:a16="http://schemas.microsoft.com/office/drawing/2014/main" id="{250AEDE4-F6D6-4772-B54C-183197EA8FB6}"/>
              </a:ext>
            </a:extLst>
          </p:cNvPr>
          <p:cNvSpPr>
            <a:spLocks noGrp="1"/>
          </p:cNvSpPr>
          <p:nvPr/>
        </p:nvSpPr>
        <p:spPr>
          <a:xfrm>
            <a:off x="1083649" y="3942273"/>
            <a:ext cx="28398" cy="28398"/>
          </a:xfrm>
          <a:prstGeom prst="ellipse">
            <a:avLst/>
          </a:prstGeom>
          <a:solidFill>
            <a:srgbClr val="7F8C97">
              <a:alpha val="48000"/>
            </a:srgbClr>
          </a:solidFill>
          <a:ln w="0">
            <a:noFill/>
            <a:prstDash val="solid"/>
          </a:ln>
        </p:spPr>
      </p:sp>
      <p:sp>
        <p:nvSpPr>
          <p:cNvPr id="332" name="01_find_only_331">
            <a:extLst>
              <a:ext uri="{FF2B5EF4-FFF2-40B4-BE49-F238E27FC236}">
                <a16:creationId xmlns:a16="http://schemas.microsoft.com/office/drawing/2014/main" id="{94BEDDC9-0770-4BBF-ACD5-CE90A142D4D3}"/>
              </a:ext>
            </a:extLst>
          </p:cNvPr>
          <p:cNvSpPr>
            <a:spLocks noGrp="1"/>
          </p:cNvSpPr>
          <p:nvPr/>
        </p:nvSpPr>
        <p:spPr>
          <a:xfrm>
            <a:off x="1016119" y="3489410"/>
            <a:ext cx="28398" cy="28398"/>
          </a:xfrm>
          <a:prstGeom prst="ellipse">
            <a:avLst/>
          </a:prstGeom>
          <a:solidFill>
            <a:srgbClr val="7F8C97">
              <a:alpha val="48000"/>
            </a:srgbClr>
          </a:solidFill>
          <a:ln w="0">
            <a:noFill/>
            <a:prstDash val="solid"/>
          </a:ln>
        </p:spPr>
      </p:sp>
      <p:sp>
        <p:nvSpPr>
          <p:cNvPr id="333" name="01_find_only_332">
            <a:extLst>
              <a:ext uri="{FF2B5EF4-FFF2-40B4-BE49-F238E27FC236}">
                <a16:creationId xmlns:a16="http://schemas.microsoft.com/office/drawing/2014/main" id="{92C9E69D-E387-4CDD-845E-B86869302878}"/>
              </a:ext>
            </a:extLst>
          </p:cNvPr>
          <p:cNvSpPr>
            <a:spLocks noGrp="1"/>
          </p:cNvSpPr>
          <p:nvPr/>
        </p:nvSpPr>
        <p:spPr>
          <a:xfrm>
            <a:off x="1020507" y="3700746"/>
            <a:ext cx="28398" cy="28398"/>
          </a:xfrm>
          <a:prstGeom prst="ellipse">
            <a:avLst/>
          </a:prstGeom>
          <a:solidFill>
            <a:srgbClr val="7F8C97">
              <a:alpha val="48000"/>
            </a:srgbClr>
          </a:solidFill>
          <a:ln w="0">
            <a:noFill/>
            <a:prstDash val="solid"/>
          </a:ln>
        </p:spPr>
      </p:sp>
      <p:sp>
        <p:nvSpPr>
          <p:cNvPr id="334" name="01_find_only_333">
            <a:extLst>
              <a:ext uri="{FF2B5EF4-FFF2-40B4-BE49-F238E27FC236}">
                <a16:creationId xmlns:a16="http://schemas.microsoft.com/office/drawing/2014/main" id="{5308E76E-355C-4ACF-B156-4E375EA13D25}"/>
              </a:ext>
            </a:extLst>
          </p:cNvPr>
          <p:cNvSpPr>
            <a:spLocks noGrp="1"/>
          </p:cNvSpPr>
          <p:nvPr/>
        </p:nvSpPr>
        <p:spPr>
          <a:xfrm>
            <a:off x="1060185" y="2855402"/>
            <a:ext cx="28398" cy="28398"/>
          </a:xfrm>
          <a:prstGeom prst="ellipse">
            <a:avLst/>
          </a:prstGeom>
          <a:solidFill>
            <a:srgbClr val="7F8C97">
              <a:alpha val="48000"/>
            </a:srgbClr>
          </a:solidFill>
          <a:ln w="0">
            <a:noFill/>
            <a:prstDash val="solid"/>
          </a:ln>
        </p:spPr>
      </p:sp>
      <p:sp>
        <p:nvSpPr>
          <p:cNvPr id="335" name="01_find_only_334">
            <a:extLst>
              <a:ext uri="{FF2B5EF4-FFF2-40B4-BE49-F238E27FC236}">
                <a16:creationId xmlns:a16="http://schemas.microsoft.com/office/drawing/2014/main" id="{41EF2D5A-3E6D-4114-9CAB-A88E8D683E5D}"/>
              </a:ext>
            </a:extLst>
          </p:cNvPr>
          <p:cNvSpPr>
            <a:spLocks noGrp="1"/>
          </p:cNvSpPr>
          <p:nvPr/>
        </p:nvSpPr>
        <p:spPr>
          <a:xfrm>
            <a:off x="1059327" y="3278074"/>
            <a:ext cx="28398" cy="28398"/>
          </a:xfrm>
          <a:prstGeom prst="ellipse">
            <a:avLst/>
          </a:prstGeom>
          <a:solidFill>
            <a:srgbClr val="7F8C97">
              <a:alpha val="48000"/>
            </a:srgbClr>
          </a:solidFill>
          <a:ln w="0">
            <a:noFill/>
            <a:prstDash val="solid"/>
          </a:ln>
        </p:spPr>
      </p:sp>
      <p:sp>
        <p:nvSpPr>
          <p:cNvPr id="336" name="01_find_only_335">
            <a:extLst>
              <a:ext uri="{FF2B5EF4-FFF2-40B4-BE49-F238E27FC236}">
                <a16:creationId xmlns:a16="http://schemas.microsoft.com/office/drawing/2014/main" id="{A6015188-D148-4539-9533-33650163C85E}"/>
              </a:ext>
            </a:extLst>
          </p:cNvPr>
          <p:cNvSpPr>
            <a:spLocks noGrp="1"/>
          </p:cNvSpPr>
          <p:nvPr/>
        </p:nvSpPr>
        <p:spPr>
          <a:xfrm>
            <a:off x="1090326" y="3489410"/>
            <a:ext cx="28398" cy="28398"/>
          </a:xfrm>
          <a:prstGeom prst="ellipse">
            <a:avLst/>
          </a:prstGeom>
          <a:solidFill>
            <a:srgbClr val="7F8C97">
              <a:alpha val="48000"/>
            </a:srgbClr>
          </a:solidFill>
          <a:ln w="0">
            <a:noFill/>
            <a:prstDash val="solid"/>
          </a:ln>
        </p:spPr>
      </p:sp>
      <p:sp>
        <p:nvSpPr>
          <p:cNvPr id="337" name="01_find_only_336">
            <a:extLst>
              <a:ext uri="{FF2B5EF4-FFF2-40B4-BE49-F238E27FC236}">
                <a16:creationId xmlns:a16="http://schemas.microsoft.com/office/drawing/2014/main" id="{6018288C-5E9A-4327-BFBC-D4C251B57A35}"/>
              </a:ext>
            </a:extLst>
          </p:cNvPr>
          <p:cNvSpPr>
            <a:spLocks noGrp="1"/>
          </p:cNvSpPr>
          <p:nvPr/>
        </p:nvSpPr>
        <p:spPr>
          <a:xfrm>
            <a:off x="1075923" y="3172406"/>
            <a:ext cx="28398" cy="28398"/>
          </a:xfrm>
          <a:prstGeom prst="ellipse">
            <a:avLst/>
          </a:prstGeom>
          <a:solidFill>
            <a:srgbClr val="7F8C97">
              <a:alpha val="48000"/>
            </a:srgbClr>
          </a:solidFill>
          <a:ln w="0">
            <a:noFill/>
            <a:prstDash val="solid"/>
          </a:ln>
        </p:spPr>
      </p:sp>
      <p:sp>
        <p:nvSpPr>
          <p:cNvPr id="338" name="01_find_only_337">
            <a:extLst>
              <a:ext uri="{FF2B5EF4-FFF2-40B4-BE49-F238E27FC236}">
                <a16:creationId xmlns:a16="http://schemas.microsoft.com/office/drawing/2014/main" id="{A41F530C-ACB5-4A66-B429-9C1771180913}"/>
              </a:ext>
            </a:extLst>
          </p:cNvPr>
          <p:cNvSpPr>
            <a:spLocks noGrp="1"/>
          </p:cNvSpPr>
          <p:nvPr/>
        </p:nvSpPr>
        <p:spPr>
          <a:xfrm>
            <a:off x="1017073" y="4123418"/>
            <a:ext cx="28398" cy="28398"/>
          </a:xfrm>
          <a:prstGeom prst="ellipse">
            <a:avLst/>
          </a:prstGeom>
          <a:solidFill>
            <a:srgbClr val="7F8C97">
              <a:alpha val="48000"/>
            </a:srgbClr>
          </a:solidFill>
          <a:ln w="0">
            <a:noFill/>
            <a:prstDash val="solid"/>
          </a:ln>
        </p:spPr>
      </p:sp>
      <p:sp>
        <p:nvSpPr>
          <p:cNvPr id="339" name="01_find_only_338">
            <a:extLst>
              <a:ext uri="{FF2B5EF4-FFF2-40B4-BE49-F238E27FC236}">
                <a16:creationId xmlns:a16="http://schemas.microsoft.com/office/drawing/2014/main" id="{672EB222-EB07-48ED-931A-E6BA979B1EDA}"/>
              </a:ext>
            </a:extLst>
          </p:cNvPr>
          <p:cNvSpPr>
            <a:spLocks noGrp="1"/>
          </p:cNvSpPr>
          <p:nvPr/>
        </p:nvSpPr>
        <p:spPr>
          <a:xfrm>
            <a:off x="1030903" y="3942273"/>
            <a:ext cx="28398" cy="28398"/>
          </a:xfrm>
          <a:prstGeom prst="ellipse">
            <a:avLst/>
          </a:prstGeom>
          <a:solidFill>
            <a:srgbClr val="7F8C97">
              <a:alpha val="48000"/>
            </a:srgbClr>
          </a:solidFill>
          <a:ln w="0">
            <a:noFill/>
            <a:prstDash val="solid"/>
          </a:ln>
        </p:spPr>
      </p:sp>
      <p:sp>
        <p:nvSpPr>
          <p:cNvPr id="340" name="01_find_only_339">
            <a:extLst>
              <a:ext uri="{FF2B5EF4-FFF2-40B4-BE49-F238E27FC236}">
                <a16:creationId xmlns:a16="http://schemas.microsoft.com/office/drawing/2014/main" id="{58F378D9-F320-4DA3-8587-3CC6A1A7B8EA}"/>
              </a:ext>
            </a:extLst>
          </p:cNvPr>
          <p:cNvSpPr>
            <a:spLocks noGrp="1"/>
          </p:cNvSpPr>
          <p:nvPr/>
        </p:nvSpPr>
        <p:spPr>
          <a:xfrm>
            <a:off x="1068770" y="3489410"/>
            <a:ext cx="28398" cy="28398"/>
          </a:xfrm>
          <a:prstGeom prst="ellipse">
            <a:avLst/>
          </a:prstGeom>
          <a:solidFill>
            <a:srgbClr val="7F8C97">
              <a:alpha val="48000"/>
            </a:srgbClr>
          </a:solidFill>
          <a:ln w="0">
            <a:noFill/>
            <a:prstDash val="solid"/>
          </a:ln>
        </p:spPr>
      </p:sp>
      <p:sp>
        <p:nvSpPr>
          <p:cNvPr id="341" name="01_find_only_340">
            <a:extLst>
              <a:ext uri="{FF2B5EF4-FFF2-40B4-BE49-F238E27FC236}">
                <a16:creationId xmlns:a16="http://schemas.microsoft.com/office/drawing/2014/main" id="{8EB67B5B-9C73-4D8F-8B69-16717F9151FA}"/>
              </a:ext>
            </a:extLst>
          </p:cNvPr>
          <p:cNvSpPr>
            <a:spLocks noGrp="1"/>
          </p:cNvSpPr>
          <p:nvPr/>
        </p:nvSpPr>
        <p:spPr>
          <a:xfrm>
            <a:off x="1011541" y="2855402"/>
            <a:ext cx="28398" cy="28398"/>
          </a:xfrm>
          <a:prstGeom prst="ellipse">
            <a:avLst/>
          </a:prstGeom>
          <a:solidFill>
            <a:srgbClr val="7F8C97">
              <a:alpha val="48000"/>
            </a:srgbClr>
          </a:solidFill>
          <a:ln w="0">
            <a:noFill/>
            <a:prstDash val="solid"/>
          </a:ln>
        </p:spPr>
      </p:sp>
      <p:sp>
        <p:nvSpPr>
          <p:cNvPr id="342" name="01_find_only_341">
            <a:extLst>
              <a:ext uri="{FF2B5EF4-FFF2-40B4-BE49-F238E27FC236}">
                <a16:creationId xmlns:a16="http://schemas.microsoft.com/office/drawing/2014/main" id="{8B37AD8A-0C9D-4291-856B-C922BA17790B}"/>
              </a:ext>
            </a:extLst>
          </p:cNvPr>
          <p:cNvSpPr>
            <a:spLocks noGrp="1"/>
          </p:cNvSpPr>
          <p:nvPr/>
        </p:nvSpPr>
        <p:spPr>
          <a:xfrm>
            <a:off x="1077831" y="3278074"/>
            <a:ext cx="28398" cy="28398"/>
          </a:xfrm>
          <a:prstGeom prst="ellipse">
            <a:avLst/>
          </a:prstGeom>
          <a:solidFill>
            <a:srgbClr val="7F8C97">
              <a:alpha val="48000"/>
            </a:srgbClr>
          </a:solidFill>
          <a:ln w="0">
            <a:noFill/>
            <a:prstDash val="solid"/>
          </a:ln>
        </p:spPr>
      </p:sp>
      <p:sp>
        <p:nvSpPr>
          <p:cNvPr id="343" name="01_find_only_342">
            <a:extLst>
              <a:ext uri="{FF2B5EF4-FFF2-40B4-BE49-F238E27FC236}">
                <a16:creationId xmlns:a16="http://schemas.microsoft.com/office/drawing/2014/main" id="{3F91917A-E448-48CF-AC9F-C04E505758AA}"/>
              </a:ext>
            </a:extLst>
          </p:cNvPr>
          <p:cNvSpPr>
            <a:spLocks noGrp="1"/>
          </p:cNvSpPr>
          <p:nvPr/>
        </p:nvSpPr>
        <p:spPr>
          <a:xfrm>
            <a:off x="1081074" y="3489410"/>
            <a:ext cx="28398" cy="28398"/>
          </a:xfrm>
          <a:prstGeom prst="ellipse">
            <a:avLst/>
          </a:prstGeom>
          <a:solidFill>
            <a:srgbClr val="7F8C97">
              <a:alpha val="48000"/>
            </a:srgbClr>
          </a:solidFill>
          <a:ln w="0">
            <a:noFill/>
            <a:prstDash val="solid"/>
          </a:ln>
        </p:spPr>
      </p:sp>
      <p:sp>
        <p:nvSpPr>
          <p:cNvPr id="344" name="01_find_only_343">
            <a:extLst>
              <a:ext uri="{FF2B5EF4-FFF2-40B4-BE49-F238E27FC236}">
                <a16:creationId xmlns:a16="http://schemas.microsoft.com/office/drawing/2014/main" id="{9B5EA521-5012-410E-BDDD-304AFA798BC5}"/>
              </a:ext>
            </a:extLst>
          </p:cNvPr>
          <p:cNvSpPr>
            <a:spLocks noGrp="1"/>
          </p:cNvSpPr>
          <p:nvPr/>
        </p:nvSpPr>
        <p:spPr>
          <a:xfrm>
            <a:off x="1070963" y="2855402"/>
            <a:ext cx="28398" cy="28398"/>
          </a:xfrm>
          <a:prstGeom prst="ellipse">
            <a:avLst/>
          </a:prstGeom>
          <a:solidFill>
            <a:srgbClr val="7F8C97">
              <a:alpha val="48000"/>
            </a:srgbClr>
          </a:solidFill>
          <a:ln w="0">
            <a:noFill/>
            <a:prstDash val="solid"/>
          </a:ln>
        </p:spPr>
      </p:sp>
      <p:sp>
        <p:nvSpPr>
          <p:cNvPr id="345" name="01_find_only_344">
            <a:extLst>
              <a:ext uri="{FF2B5EF4-FFF2-40B4-BE49-F238E27FC236}">
                <a16:creationId xmlns:a16="http://schemas.microsoft.com/office/drawing/2014/main" id="{2ABADAD1-DC08-491B-803B-A53BDFDD8531}"/>
              </a:ext>
            </a:extLst>
          </p:cNvPr>
          <p:cNvSpPr>
            <a:spLocks noGrp="1"/>
          </p:cNvSpPr>
          <p:nvPr/>
        </p:nvSpPr>
        <p:spPr>
          <a:xfrm>
            <a:off x="1070105" y="2855402"/>
            <a:ext cx="28398" cy="28398"/>
          </a:xfrm>
          <a:prstGeom prst="ellipse">
            <a:avLst/>
          </a:prstGeom>
          <a:solidFill>
            <a:srgbClr val="7F8C97">
              <a:alpha val="48000"/>
            </a:srgbClr>
          </a:solidFill>
          <a:ln w="0">
            <a:noFill/>
            <a:prstDash val="solid"/>
          </a:ln>
        </p:spPr>
      </p:sp>
      <p:sp>
        <p:nvSpPr>
          <p:cNvPr id="346" name="01_find_only_345">
            <a:extLst>
              <a:ext uri="{FF2B5EF4-FFF2-40B4-BE49-F238E27FC236}">
                <a16:creationId xmlns:a16="http://schemas.microsoft.com/office/drawing/2014/main" id="{BFEFA2DD-92A5-4A63-8555-A212132BBCE3}"/>
              </a:ext>
            </a:extLst>
          </p:cNvPr>
          <p:cNvSpPr>
            <a:spLocks noGrp="1"/>
          </p:cNvSpPr>
          <p:nvPr/>
        </p:nvSpPr>
        <p:spPr>
          <a:xfrm>
            <a:off x="1074206" y="2855402"/>
            <a:ext cx="28398" cy="28398"/>
          </a:xfrm>
          <a:prstGeom prst="ellipse">
            <a:avLst/>
          </a:prstGeom>
          <a:solidFill>
            <a:srgbClr val="7F8C97">
              <a:alpha val="48000"/>
            </a:srgbClr>
          </a:solidFill>
          <a:ln w="0">
            <a:noFill/>
            <a:prstDash val="solid"/>
          </a:ln>
        </p:spPr>
      </p:sp>
      <p:sp>
        <p:nvSpPr>
          <p:cNvPr id="347" name="01_find_only_346">
            <a:extLst>
              <a:ext uri="{FF2B5EF4-FFF2-40B4-BE49-F238E27FC236}">
                <a16:creationId xmlns:a16="http://schemas.microsoft.com/office/drawing/2014/main" id="{B4FE9E37-79A4-457D-8345-14447B511279}"/>
              </a:ext>
            </a:extLst>
          </p:cNvPr>
          <p:cNvSpPr>
            <a:spLocks noGrp="1"/>
          </p:cNvSpPr>
          <p:nvPr/>
        </p:nvSpPr>
        <p:spPr>
          <a:xfrm>
            <a:off x="1056179" y="3330908"/>
            <a:ext cx="28398" cy="28398"/>
          </a:xfrm>
          <a:prstGeom prst="ellipse">
            <a:avLst/>
          </a:prstGeom>
          <a:solidFill>
            <a:srgbClr val="7F8C97">
              <a:alpha val="48000"/>
            </a:srgbClr>
          </a:solidFill>
          <a:ln w="0">
            <a:noFill/>
            <a:prstDash val="solid"/>
          </a:ln>
        </p:spPr>
      </p:sp>
      <p:sp>
        <p:nvSpPr>
          <p:cNvPr id="348" name="01_find_only_347">
            <a:extLst>
              <a:ext uri="{FF2B5EF4-FFF2-40B4-BE49-F238E27FC236}">
                <a16:creationId xmlns:a16="http://schemas.microsoft.com/office/drawing/2014/main" id="{9BD1A723-5157-4476-ADEE-2003A7F94F1C}"/>
              </a:ext>
            </a:extLst>
          </p:cNvPr>
          <p:cNvSpPr>
            <a:spLocks noGrp="1"/>
          </p:cNvSpPr>
          <p:nvPr/>
        </p:nvSpPr>
        <p:spPr>
          <a:xfrm>
            <a:off x="1006676" y="3489410"/>
            <a:ext cx="28398" cy="28398"/>
          </a:xfrm>
          <a:prstGeom prst="ellipse">
            <a:avLst/>
          </a:prstGeom>
          <a:solidFill>
            <a:srgbClr val="7F8C97">
              <a:alpha val="48000"/>
            </a:srgbClr>
          </a:solidFill>
          <a:ln w="0">
            <a:noFill/>
            <a:prstDash val="solid"/>
          </a:ln>
        </p:spPr>
      </p:sp>
      <p:sp>
        <p:nvSpPr>
          <p:cNvPr id="349" name="01_find_only_348">
            <a:extLst>
              <a:ext uri="{FF2B5EF4-FFF2-40B4-BE49-F238E27FC236}">
                <a16:creationId xmlns:a16="http://schemas.microsoft.com/office/drawing/2014/main" id="{118AF05C-ED25-40BB-8171-77A48997143A}"/>
              </a:ext>
            </a:extLst>
          </p:cNvPr>
          <p:cNvSpPr>
            <a:spLocks noGrp="1"/>
          </p:cNvSpPr>
          <p:nvPr/>
        </p:nvSpPr>
        <p:spPr>
          <a:xfrm>
            <a:off x="1055989" y="3278074"/>
            <a:ext cx="28398" cy="28398"/>
          </a:xfrm>
          <a:prstGeom prst="ellipse">
            <a:avLst/>
          </a:prstGeom>
          <a:solidFill>
            <a:srgbClr val="7F8C97">
              <a:alpha val="48000"/>
            </a:srgbClr>
          </a:solidFill>
          <a:ln w="0">
            <a:noFill/>
            <a:prstDash val="solid"/>
          </a:ln>
        </p:spPr>
      </p:sp>
      <p:sp>
        <p:nvSpPr>
          <p:cNvPr id="350" name="01_find_only_349">
            <a:extLst>
              <a:ext uri="{FF2B5EF4-FFF2-40B4-BE49-F238E27FC236}">
                <a16:creationId xmlns:a16="http://schemas.microsoft.com/office/drawing/2014/main" id="{4A2CD229-E816-4758-9AA0-918307ECB690}"/>
              </a:ext>
            </a:extLst>
          </p:cNvPr>
          <p:cNvSpPr>
            <a:spLocks noGrp="1"/>
          </p:cNvSpPr>
          <p:nvPr/>
        </p:nvSpPr>
        <p:spPr>
          <a:xfrm>
            <a:off x="1019267" y="3489410"/>
            <a:ext cx="28398" cy="28398"/>
          </a:xfrm>
          <a:prstGeom prst="ellipse">
            <a:avLst/>
          </a:prstGeom>
          <a:solidFill>
            <a:srgbClr val="7F8C97">
              <a:alpha val="48000"/>
            </a:srgbClr>
          </a:solidFill>
          <a:ln w="0">
            <a:noFill/>
            <a:prstDash val="solid"/>
          </a:ln>
        </p:spPr>
      </p:sp>
      <p:sp>
        <p:nvSpPr>
          <p:cNvPr id="351" name="01_find_only_350">
            <a:extLst>
              <a:ext uri="{FF2B5EF4-FFF2-40B4-BE49-F238E27FC236}">
                <a16:creationId xmlns:a16="http://schemas.microsoft.com/office/drawing/2014/main" id="{83ED1651-9D36-4C06-BA42-B81268D4D6B7}"/>
              </a:ext>
            </a:extLst>
          </p:cNvPr>
          <p:cNvSpPr>
            <a:spLocks noGrp="1"/>
          </p:cNvSpPr>
          <p:nvPr/>
        </p:nvSpPr>
        <p:spPr>
          <a:xfrm>
            <a:off x="1070487" y="3343100"/>
            <a:ext cx="28398" cy="28398"/>
          </a:xfrm>
          <a:prstGeom prst="ellipse">
            <a:avLst/>
          </a:prstGeom>
          <a:solidFill>
            <a:srgbClr val="7F8C97">
              <a:alpha val="48000"/>
            </a:srgbClr>
          </a:solidFill>
          <a:ln w="0">
            <a:noFill/>
            <a:prstDash val="solid"/>
          </a:ln>
        </p:spPr>
      </p:sp>
      <p:sp>
        <p:nvSpPr>
          <p:cNvPr id="352" name="01_find_only_351">
            <a:extLst>
              <a:ext uri="{FF2B5EF4-FFF2-40B4-BE49-F238E27FC236}">
                <a16:creationId xmlns:a16="http://schemas.microsoft.com/office/drawing/2014/main" id="{E46B45FF-FF39-4285-A40C-CA00B675AE64}"/>
              </a:ext>
            </a:extLst>
          </p:cNvPr>
          <p:cNvSpPr>
            <a:spLocks noGrp="1"/>
          </p:cNvSpPr>
          <p:nvPr/>
        </p:nvSpPr>
        <p:spPr>
          <a:xfrm>
            <a:off x="1083077" y="3348519"/>
            <a:ext cx="28398" cy="28398"/>
          </a:xfrm>
          <a:prstGeom prst="ellipse">
            <a:avLst/>
          </a:prstGeom>
          <a:solidFill>
            <a:srgbClr val="7F8C97">
              <a:alpha val="48000"/>
            </a:srgbClr>
          </a:solidFill>
          <a:ln w="0">
            <a:noFill/>
            <a:prstDash val="solid"/>
          </a:ln>
        </p:spPr>
      </p:sp>
      <p:sp>
        <p:nvSpPr>
          <p:cNvPr id="353" name="01_find_only_352">
            <a:extLst>
              <a:ext uri="{FF2B5EF4-FFF2-40B4-BE49-F238E27FC236}">
                <a16:creationId xmlns:a16="http://schemas.microsoft.com/office/drawing/2014/main" id="{0F0CDC9C-FFA9-47C4-9065-C0B121E84277}"/>
              </a:ext>
            </a:extLst>
          </p:cNvPr>
          <p:cNvSpPr>
            <a:spLocks noGrp="1"/>
          </p:cNvSpPr>
          <p:nvPr/>
        </p:nvSpPr>
        <p:spPr>
          <a:xfrm>
            <a:off x="1017741" y="2855402"/>
            <a:ext cx="28398" cy="28398"/>
          </a:xfrm>
          <a:prstGeom prst="ellipse">
            <a:avLst/>
          </a:prstGeom>
          <a:solidFill>
            <a:srgbClr val="7F8C97">
              <a:alpha val="48000"/>
            </a:srgbClr>
          </a:solidFill>
          <a:ln w="0">
            <a:noFill/>
            <a:prstDash val="solid"/>
          </a:ln>
        </p:spPr>
      </p:sp>
      <p:sp>
        <p:nvSpPr>
          <p:cNvPr id="354" name="01_find_only_353">
            <a:extLst>
              <a:ext uri="{FF2B5EF4-FFF2-40B4-BE49-F238E27FC236}">
                <a16:creationId xmlns:a16="http://schemas.microsoft.com/office/drawing/2014/main" id="{5183DF5B-F725-4E48-B3E0-9C83ECCDEF67}"/>
              </a:ext>
            </a:extLst>
          </p:cNvPr>
          <p:cNvSpPr>
            <a:spLocks noGrp="1"/>
          </p:cNvSpPr>
          <p:nvPr/>
        </p:nvSpPr>
        <p:spPr>
          <a:xfrm>
            <a:off x="1071345" y="2904172"/>
            <a:ext cx="28398" cy="28398"/>
          </a:xfrm>
          <a:prstGeom prst="ellipse">
            <a:avLst/>
          </a:prstGeom>
          <a:solidFill>
            <a:srgbClr val="7F8C97">
              <a:alpha val="48000"/>
            </a:srgbClr>
          </a:solidFill>
          <a:ln w="0">
            <a:noFill/>
            <a:prstDash val="solid"/>
          </a:ln>
        </p:spPr>
      </p:sp>
      <p:sp>
        <p:nvSpPr>
          <p:cNvPr id="355" name="01_find_only_354">
            <a:extLst>
              <a:ext uri="{FF2B5EF4-FFF2-40B4-BE49-F238E27FC236}">
                <a16:creationId xmlns:a16="http://schemas.microsoft.com/office/drawing/2014/main" id="{75C52024-D276-45AE-A93E-CCF08DE705FE}"/>
              </a:ext>
            </a:extLst>
          </p:cNvPr>
          <p:cNvSpPr>
            <a:spLocks noGrp="1"/>
          </p:cNvSpPr>
          <p:nvPr/>
        </p:nvSpPr>
        <p:spPr>
          <a:xfrm>
            <a:off x="1022510" y="3489410"/>
            <a:ext cx="28398" cy="28398"/>
          </a:xfrm>
          <a:prstGeom prst="ellipse">
            <a:avLst/>
          </a:prstGeom>
          <a:solidFill>
            <a:srgbClr val="7F8C97">
              <a:alpha val="48000"/>
            </a:srgbClr>
          </a:solidFill>
          <a:ln w="0">
            <a:noFill/>
            <a:prstDash val="solid"/>
          </a:ln>
        </p:spPr>
      </p:sp>
      <p:sp>
        <p:nvSpPr>
          <p:cNvPr id="356" name="01_find_only_355">
            <a:extLst>
              <a:ext uri="{FF2B5EF4-FFF2-40B4-BE49-F238E27FC236}">
                <a16:creationId xmlns:a16="http://schemas.microsoft.com/office/drawing/2014/main" id="{CE960CE6-19EF-43EC-95F0-2C3F00937203}"/>
              </a:ext>
            </a:extLst>
          </p:cNvPr>
          <p:cNvSpPr>
            <a:spLocks noGrp="1"/>
          </p:cNvSpPr>
          <p:nvPr/>
        </p:nvSpPr>
        <p:spPr>
          <a:xfrm>
            <a:off x="1026706" y="3278074"/>
            <a:ext cx="28398" cy="28398"/>
          </a:xfrm>
          <a:prstGeom prst="ellipse">
            <a:avLst/>
          </a:prstGeom>
          <a:solidFill>
            <a:srgbClr val="7F8C97">
              <a:alpha val="48000"/>
            </a:srgbClr>
          </a:solidFill>
          <a:ln w="0">
            <a:noFill/>
            <a:prstDash val="solid"/>
          </a:ln>
        </p:spPr>
      </p:sp>
      <p:sp>
        <p:nvSpPr>
          <p:cNvPr id="357" name="01_find_only_356">
            <a:extLst>
              <a:ext uri="{FF2B5EF4-FFF2-40B4-BE49-F238E27FC236}">
                <a16:creationId xmlns:a16="http://schemas.microsoft.com/office/drawing/2014/main" id="{A1162DE0-E2A0-448A-94AF-652703D8636C}"/>
              </a:ext>
            </a:extLst>
          </p:cNvPr>
          <p:cNvSpPr>
            <a:spLocks noGrp="1"/>
          </p:cNvSpPr>
          <p:nvPr/>
        </p:nvSpPr>
        <p:spPr>
          <a:xfrm>
            <a:off x="1015356" y="2855402"/>
            <a:ext cx="28398" cy="28398"/>
          </a:xfrm>
          <a:prstGeom prst="ellipse">
            <a:avLst/>
          </a:prstGeom>
          <a:solidFill>
            <a:srgbClr val="7F8C97">
              <a:alpha val="48000"/>
            </a:srgbClr>
          </a:solidFill>
          <a:ln w="0">
            <a:noFill/>
            <a:prstDash val="solid"/>
          </a:ln>
        </p:spPr>
      </p:sp>
      <p:sp>
        <p:nvSpPr>
          <p:cNvPr id="358" name="01_find_only_357">
            <a:extLst>
              <a:ext uri="{FF2B5EF4-FFF2-40B4-BE49-F238E27FC236}">
                <a16:creationId xmlns:a16="http://schemas.microsoft.com/office/drawing/2014/main" id="{D9DFD350-E9F0-47E7-8047-B419DAD2F3E6}"/>
              </a:ext>
            </a:extLst>
          </p:cNvPr>
          <p:cNvSpPr>
            <a:spLocks noGrp="1"/>
          </p:cNvSpPr>
          <p:nvPr/>
        </p:nvSpPr>
        <p:spPr>
          <a:xfrm>
            <a:off x="1070296" y="3013904"/>
            <a:ext cx="28398" cy="28398"/>
          </a:xfrm>
          <a:prstGeom prst="ellipse">
            <a:avLst/>
          </a:prstGeom>
          <a:solidFill>
            <a:srgbClr val="7F8C97">
              <a:alpha val="48000"/>
            </a:srgbClr>
          </a:solidFill>
          <a:ln w="0">
            <a:noFill/>
            <a:prstDash val="solid"/>
          </a:ln>
        </p:spPr>
      </p:sp>
      <p:sp>
        <p:nvSpPr>
          <p:cNvPr id="359" name="01_find_only_358">
            <a:extLst>
              <a:ext uri="{FF2B5EF4-FFF2-40B4-BE49-F238E27FC236}">
                <a16:creationId xmlns:a16="http://schemas.microsoft.com/office/drawing/2014/main" id="{ACEEA283-9787-4C71-9EA4-C4150FA77951}"/>
              </a:ext>
            </a:extLst>
          </p:cNvPr>
          <p:cNvSpPr>
            <a:spLocks noGrp="1"/>
          </p:cNvSpPr>
          <p:nvPr/>
        </p:nvSpPr>
        <p:spPr>
          <a:xfrm>
            <a:off x="1094904" y="2855402"/>
            <a:ext cx="28398" cy="28398"/>
          </a:xfrm>
          <a:prstGeom prst="ellipse">
            <a:avLst/>
          </a:prstGeom>
          <a:solidFill>
            <a:srgbClr val="7F8C97">
              <a:alpha val="48000"/>
            </a:srgbClr>
          </a:solidFill>
          <a:ln w="0">
            <a:noFill/>
            <a:prstDash val="solid"/>
          </a:ln>
        </p:spPr>
      </p:sp>
      <p:sp>
        <p:nvSpPr>
          <p:cNvPr id="360" name="01_find_only_359">
            <a:extLst>
              <a:ext uri="{FF2B5EF4-FFF2-40B4-BE49-F238E27FC236}">
                <a16:creationId xmlns:a16="http://schemas.microsoft.com/office/drawing/2014/main" id="{88B9F850-6381-4DEC-8C9B-A2ECE9DEE475}"/>
              </a:ext>
            </a:extLst>
          </p:cNvPr>
          <p:cNvSpPr>
            <a:spLocks noGrp="1"/>
          </p:cNvSpPr>
          <p:nvPr/>
        </p:nvSpPr>
        <p:spPr>
          <a:xfrm>
            <a:off x="1099006" y="3579982"/>
            <a:ext cx="28398" cy="28398"/>
          </a:xfrm>
          <a:prstGeom prst="ellipse">
            <a:avLst/>
          </a:prstGeom>
          <a:solidFill>
            <a:srgbClr val="7F8C97">
              <a:alpha val="48000"/>
            </a:srgbClr>
          </a:solidFill>
          <a:ln w="0">
            <a:noFill/>
            <a:prstDash val="solid"/>
          </a:ln>
        </p:spPr>
      </p:sp>
      <p:sp>
        <p:nvSpPr>
          <p:cNvPr id="361" name="01_find_only_360">
            <a:extLst>
              <a:ext uri="{FF2B5EF4-FFF2-40B4-BE49-F238E27FC236}">
                <a16:creationId xmlns:a16="http://schemas.microsoft.com/office/drawing/2014/main" id="{869EB8C9-D049-4817-A1C4-AE08AD19A6AE}"/>
              </a:ext>
            </a:extLst>
          </p:cNvPr>
          <p:cNvSpPr>
            <a:spLocks noGrp="1"/>
          </p:cNvSpPr>
          <p:nvPr/>
        </p:nvSpPr>
        <p:spPr>
          <a:xfrm>
            <a:off x="1040060" y="2855402"/>
            <a:ext cx="28398" cy="28398"/>
          </a:xfrm>
          <a:prstGeom prst="ellipse">
            <a:avLst/>
          </a:prstGeom>
          <a:solidFill>
            <a:srgbClr val="7F8C97">
              <a:alpha val="48000"/>
            </a:srgbClr>
          </a:solidFill>
          <a:ln w="0">
            <a:noFill/>
            <a:prstDash val="solid"/>
          </a:ln>
        </p:spPr>
      </p:sp>
      <p:sp>
        <p:nvSpPr>
          <p:cNvPr id="362" name="01_find_only_361">
            <a:extLst>
              <a:ext uri="{FF2B5EF4-FFF2-40B4-BE49-F238E27FC236}">
                <a16:creationId xmlns:a16="http://schemas.microsoft.com/office/drawing/2014/main" id="{5F38A459-3648-4AE9-AFF0-4411D5677F52}"/>
              </a:ext>
            </a:extLst>
          </p:cNvPr>
          <p:cNvSpPr>
            <a:spLocks noGrp="1"/>
          </p:cNvSpPr>
          <p:nvPr/>
        </p:nvSpPr>
        <p:spPr>
          <a:xfrm>
            <a:off x="1075065" y="3278074"/>
            <a:ext cx="28398" cy="28398"/>
          </a:xfrm>
          <a:prstGeom prst="ellipse">
            <a:avLst/>
          </a:prstGeom>
          <a:solidFill>
            <a:srgbClr val="7F8C97">
              <a:alpha val="48000"/>
            </a:srgbClr>
          </a:solidFill>
          <a:ln w="0">
            <a:noFill/>
            <a:prstDash val="solid"/>
          </a:ln>
        </p:spPr>
      </p:sp>
      <p:sp>
        <p:nvSpPr>
          <p:cNvPr id="363" name="01_find_only_362">
            <a:extLst>
              <a:ext uri="{FF2B5EF4-FFF2-40B4-BE49-F238E27FC236}">
                <a16:creationId xmlns:a16="http://schemas.microsoft.com/office/drawing/2014/main" id="{E5C67354-5412-46EA-8586-351BF0A70EAF}"/>
              </a:ext>
            </a:extLst>
          </p:cNvPr>
          <p:cNvSpPr>
            <a:spLocks noGrp="1"/>
          </p:cNvSpPr>
          <p:nvPr/>
        </p:nvSpPr>
        <p:spPr>
          <a:xfrm>
            <a:off x="1093569" y="2855402"/>
            <a:ext cx="28398" cy="28398"/>
          </a:xfrm>
          <a:prstGeom prst="ellipse">
            <a:avLst/>
          </a:prstGeom>
          <a:solidFill>
            <a:srgbClr val="7F8C97">
              <a:alpha val="48000"/>
            </a:srgbClr>
          </a:solidFill>
          <a:ln w="0">
            <a:noFill/>
            <a:prstDash val="solid"/>
          </a:ln>
        </p:spPr>
      </p:sp>
      <p:sp>
        <p:nvSpPr>
          <p:cNvPr id="364" name="01_find_only_363">
            <a:extLst>
              <a:ext uri="{FF2B5EF4-FFF2-40B4-BE49-F238E27FC236}">
                <a16:creationId xmlns:a16="http://schemas.microsoft.com/office/drawing/2014/main" id="{E53D358A-C0D2-450E-B1DF-3DB0E42DE631}"/>
              </a:ext>
            </a:extLst>
          </p:cNvPr>
          <p:cNvSpPr>
            <a:spLocks noGrp="1"/>
          </p:cNvSpPr>
          <p:nvPr/>
        </p:nvSpPr>
        <p:spPr>
          <a:xfrm>
            <a:off x="1082314" y="3278074"/>
            <a:ext cx="28398" cy="28398"/>
          </a:xfrm>
          <a:prstGeom prst="ellipse">
            <a:avLst/>
          </a:prstGeom>
          <a:solidFill>
            <a:srgbClr val="7F8C97">
              <a:alpha val="48000"/>
            </a:srgbClr>
          </a:solidFill>
          <a:ln w="0">
            <a:noFill/>
            <a:prstDash val="solid"/>
          </a:ln>
        </p:spPr>
      </p:sp>
      <p:sp>
        <p:nvSpPr>
          <p:cNvPr id="365" name="01_find_only_364">
            <a:extLst>
              <a:ext uri="{FF2B5EF4-FFF2-40B4-BE49-F238E27FC236}">
                <a16:creationId xmlns:a16="http://schemas.microsoft.com/office/drawing/2014/main" id="{3B94D1C0-3171-4B7B-96BB-E88E94B85819}"/>
              </a:ext>
            </a:extLst>
          </p:cNvPr>
          <p:cNvSpPr>
            <a:spLocks noGrp="1"/>
          </p:cNvSpPr>
          <p:nvPr/>
        </p:nvSpPr>
        <p:spPr>
          <a:xfrm>
            <a:off x="1072203" y="4123418"/>
            <a:ext cx="28398" cy="28398"/>
          </a:xfrm>
          <a:prstGeom prst="ellipse">
            <a:avLst/>
          </a:prstGeom>
          <a:solidFill>
            <a:srgbClr val="7F8C97">
              <a:alpha val="48000"/>
            </a:srgbClr>
          </a:solidFill>
          <a:ln w="0">
            <a:noFill/>
            <a:prstDash val="solid"/>
          </a:ln>
        </p:spPr>
      </p:sp>
      <p:sp>
        <p:nvSpPr>
          <p:cNvPr id="366" name="01_find_only_365">
            <a:extLst>
              <a:ext uri="{FF2B5EF4-FFF2-40B4-BE49-F238E27FC236}">
                <a16:creationId xmlns:a16="http://schemas.microsoft.com/office/drawing/2014/main" id="{389F3591-D79C-42E1-BCE5-80F44C23496E}"/>
              </a:ext>
            </a:extLst>
          </p:cNvPr>
          <p:cNvSpPr>
            <a:spLocks noGrp="1"/>
          </p:cNvSpPr>
          <p:nvPr/>
        </p:nvSpPr>
        <p:spPr>
          <a:xfrm>
            <a:off x="1048835" y="2855402"/>
            <a:ext cx="28398" cy="28398"/>
          </a:xfrm>
          <a:prstGeom prst="ellipse">
            <a:avLst/>
          </a:prstGeom>
          <a:solidFill>
            <a:srgbClr val="7F8C97">
              <a:alpha val="48000"/>
            </a:srgbClr>
          </a:solidFill>
          <a:ln w="0">
            <a:noFill/>
            <a:prstDash val="solid"/>
          </a:ln>
        </p:spPr>
      </p:sp>
      <p:sp>
        <p:nvSpPr>
          <p:cNvPr id="367" name="01_find_only_366">
            <a:extLst>
              <a:ext uri="{FF2B5EF4-FFF2-40B4-BE49-F238E27FC236}">
                <a16:creationId xmlns:a16="http://schemas.microsoft.com/office/drawing/2014/main" id="{811C0AC7-DACC-4E7B-A4C2-3A678932340B}"/>
              </a:ext>
            </a:extLst>
          </p:cNvPr>
          <p:cNvSpPr>
            <a:spLocks noGrp="1"/>
          </p:cNvSpPr>
          <p:nvPr/>
        </p:nvSpPr>
        <p:spPr>
          <a:xfrm>
            <a:off x="1045973" y="3805042"/>
            <a:ext cx="28398" cy="28398"/>
          </a:xfrm>
          <a:prstGeom prst="ellipse">
            <a:avLst/>
          </a:prstGeom>
          <a:solidFill>
            <a:srgbClr val="7F8C97">
              <a:alpha val="48000"/>
            </a:srgbClr>
          </a:solidFill>
          <a:ln w="0">
            <a:noFill/>
            <a:prstDash val="solid"/>
          </a:ln>
        </p:spPr>
      </p:sp>
      <p:sp>
        <p:nvSpPr>
          <p:cNvPr id="368" name="01_find_only_367">
            <a:extLst>
              <a:ext uri="{FF2B5EF4-FFF2-40B4-BE49-F238E27FC236}">
                <a16:creationId xmlns:a16="http://schemas.microsoft.com/office/drawing/2014/main" id="{6225DEA9-A5A8-447F-8EB0-1F413E6A5F4A}"/>
              </a:ext>
            </a:extLst>
          </p:cNvPr>
          <p:cNvSpPr>
            <a:spLocks noGrp="1"/>
          </p:cNvSpPr>
          <p:nvPr/>
        </p:nvSpPr>
        <p:spPr>
          <a:xfrm>
            <a:off x="1014211" y="2855402"/>
            <a:ext cx="28398" cy="28398"/>
          </a:xfrm>
          <a:prstGeom prst="ellipse">
            <a:avLst/>
          </a:prstGeom>
          <a:solidFill>
            <a:srgbClr val="7F8C97">
              <a:alpha val="48000"/>
            </a:srgbClr>
          </a:solidFill>
          <a:ln w="0">
            <a:noFill/>
            <a:prstDash val="solid"/>
          </a:ln>
        </p:spPr>
      </p:sp>
      <p:sp>
        <p:nvSpPr>
          <p:cNvPr id="369" name="01_find_only_368">
            <a:extLst>
              <a:ext uri="{FF2B5EF4-FFF2-40B4-BE49-F238E27FC236}">
                <a16:creationId xmlns:a16="http://schemas.microsoft.com/office/drawing/2014/main" id="{822C6BE8-1747-405F-97D9-25B4551EC054}"/>
              </a:ext>
            </a:extLst>
          </p:cNvPr>
          <p:cNvSpPr>
            <a:spLocks noGrp="1"/>
          </p:cNvSpPr>
          <p:nvPr/>
        </p:nvSpPr>
        <p:spPr>
          <a:xfrm>
            <a:off x="1093855" y="2855402"/>
            <a:ext cx="28398" cy="28398"/>
          </a:xfrm>
          <a:prstGeom prst="ellipse">
            <a:avLst/>
          </a:prstGeom>
          <a:solidFill>
            <a:srgbClr val="7F8C97">
              <a:alpha val="48000"/>
            </a:srgbClr>
          </a:solidFill>
          <a:ln w="0">
            <a:noFill/>
            <a:prstDash val="solid"/>
          </a:ln>
        </p:spPr>
      </p:sp>
      <p:sp>
        <p:nvSpPr>
          <p:cNvPr id="370" name="01_find_only_369">
            <a:extLst>
              <a:ext uri="{FF2B5EF4-FFF2-40B4-BE49-F238E27FC236}">
                <a16:creationId xmlns:a16="http://schemas.microsoft.com/office/drawing/2014/main" id="{D6456387-7DF0-4A69-83FD-A3E17668D4A6}"/>
              </a:ext>
            </a:extLst>
          </p:cNvPr>
          <p:cNvSpPr>
            <a:spLocks noGrp="1"/>
          </p:cNvSpPr>
          <p:nvPr/>
        </p:nvSpPr>
        <p:spPr>
          <a:xfrm>
            <a:off x="1083745" y="2855402"/>
            <a:ext cx="28398" cy="28398"/>
          </a:xfrm>
          <a:prstGeom prst="ellipse">
            <a:avLst/>
          </a:prstGeom>
          <a:solidFill>
            <a:srgbClr val="7F8C97">
              <a:alpha val="48000"/>
            </a:srgbClr>
          </a:solidFill>
          <a:ln w="0">
            <a:noFill/>
            <a:prstDash val="solid"/>
          </a:ln>
        </p:spPr>
      </p:sp>
      <p:sp>
        <p:nvSpPr>
          <p:cNvPr id="371" name="01_find_only_370">
            <a:extLst>
              <a:ext uri="{FF2B5EF4-FFF2-40B4-BE49-F238E27FC236}">
                <a16:creationId xmlns:a16="http://schemas.microsoft.com/office/drawing/2014/main" id="{A14DA663-03A4-4D11-9D61-ADBF2B0A09B5}"/>
              </a:ext>
            </a:extLst>
          </p:cNvPr>
          <p:cNvSpPr>
            <a:spLocks noGrp="1"/>
          </p:cNvSpPr>
          <p:nvPr/>
        </p:nvSpPr>
        <p:spPr>
          <a:xfrm>
            <a:off x="1069342" y="2855402"/>
            <a:ext cx="28398" cy="28398"/>
          </a:xfrm>
          <a:prstGeom prst="ellipse">
            <a:avLst/>
          </a:prstGeom>
          <a:solidFill>
            <a:srgbClr val="7F8C97">
              <a:alpha val="48000"/>
            </a:srgbClr>
          </a:solidFill>
          <a:ln w="0">
            <a:noFill/>
            <a:prstDash val="solid"/>
          </a:ln>
        </p:spPr>
      </p:sp>
      <p:sp>
        <p:nvSpPr>
          <p:cNvPr id="372" name="01_find_only_371">
            <a:extLst>
              <a:ext uri="{FF2B5EF4-FFF2-40B4-BE49-F238E27FC236}">
                <a16:creationId xmlns:a16="http://schemas.microsoft.com/office/drawing/2014/main" id="{40D70BEB-77D6-4B24-AD33-652F79B26E80}"/>
              </a:ext>
            </a:extLst>
          </p:cNvPr>
          <p:cNvSpPr>
            <a:spLocks noGrp="1"/>
          </p:cNvSpPr>
          <p:nvPr/>
        </p:nvSpPr>
        <p:spPr>
          <a:xfrm>
            <a:off x="1010873" y="2855402"/>
            <a:ext cx="28398" cy="28398"/>
          </a:xfrm>
          <a:prstGeom prst="ellipse">
            <a:avLst/>
          </a:prstGeom>
          <a:solidFill>
            <a:srgbClr val="7F8C97">
              <a:alpha val="48000"/>
            </a:srgbClr>
          </a:solidFill>
          <a:ln w="0">
            <a:noFill/>
            <a:prstDash val="solid"/>
          </a:ln>
        </p:spPr>
      </p:sp>
      <p:sp>
        <p:nvSpPr>
          <p:cNvPr id="373" name="01_find_only_372">
            <a:extLst>
              <a:ext uri="{FF2B5EF4-FFF2-40B4-BE49-F238E27FC236}">
                <a16:creationId xmlns:a16="http://schemas.microsoft.com/office/drawing/2014/main" id="{099C9678-116B-429E-8029-F8F5E0B25632}"/>
              </a:ext>
            </a:extLst>
          </p:cNvPr>
          <p:cNvSpPr>
            <a:spLocks noGrp="1"/>
          </p:cNvSpPr>
          <p:nvPr/>
        </p:nvSpPr>
        <p:spPr>
          <a:xfrm>
            <a:off x="1020125" y="3743013"/>
            <a:ext cx="28398" cy="28398"/>
          </a:xfrm>
          <a:prstGeom prst="ellipse">
            <a:avLst/>
          </a:prstGeom>
          <a:solidFill>
            <a:srgbClr val="7F8C97">
              <a:alpha val="48000"/>
            </a:srgbClr>
          </a:solidFill>
          <a:ln w="0">
            <a:noFill/>
            <a:prstDash val="solid"/>
          </a:ln>
        </p:spPr>
      </p:sp>
      <p:sp>
        <p:nvSpPr>
          <p:cNvPr id="374" name="01_find_only_373">
            <a:extLst>
              <a:ext uri="{FF2B5EF4-FFF2-40B4-BE49-F238E27FC236}">
                <a16:creationId xmlns:a16="http://schemas.microsoft.com/office/drawing/2014/main" id="{AD9C74DF-F943-41CB-9BF8-297F5A70B36D}"/>
              </a:ext>
            </a:extLst>
          </p:cNvPr>
          <p:cNvSpPr>
            <a:spLocks noGrp="1"/>
          </p:cNvSpPr>
          <p:nvPr/>
        </p:nvSpPr>
        <p:spPr>
          <a:xfrm>
            <a:off x="1029377" y="2855402"/>
            <a:ext cx="28398" cy="28398"/>
          </a:xfrm>
          <a:prstGeom prst="ellipse">
            <a:avLst/>
          </a:prstGeom>
          <a:solidFill>
            <a:srgbClr val="7F8C97">
              <a:alpha val="48000"/>
            </a:srgbClr>
          </a:solidFill>
          <a:ln w="0">
            <a:noFill/>
            <a:prstDash val="solid"/>
          </a:ln>
        </p:spPr>
      </p:sp>
      <p:sp>
        <p:nvSpPr>
          <p:cNvPr id="375" name="01_find_only_374">
            <a:extLst>
              <a:ext uri="{FF2B5EF4-FFF2-40B4-BE49-F238E27FC236}">
                <a16:creationId xmlns:a16="http://schemas.microsoft.com/office/drawing/2014/main" id="{9DBE5E90-076F-44D8-A286-11611007A337}"/>
              </a:ext>
            </a:extLst>
          </p:cNvPr>
          <p:cNvSpPr>
            <a:spLocks noGrp="1"/>
          </p:cNvSpPr>
          <p:nvPr/>
        </p:nvSpPr>
        <p:spPr>
          <a:xfrm>
            <a:off x="1070296" y="2855402"/>
            <a:ext cx="28398" cy="28398"/>
          </a:xfrm>
          <a:prstGeom prst="ellipse">
            <a:avLst/>
          </a:prstGeom>
          <a:solidFill>
            <a:srgbClr val="7F8C97">
              <a:alpha val="48000"/>
            </a:srgbClr>
          </a:solidFill>
          <a:ln w="0">
            <a:noFill/>
            <a:prstDash val="solid"/>
          </a:ln>
        </p:spPr>
      </p:sp>
      <p:sp>
        <p:nvSpPr>
          <p:cNvPr id="376" name="01_find_only_375">
            <a:extLst>
              <a:ext uri="{FF2B5EF4-FFF2-40B4-BE49-F238E27FC236}">
                <a16:creationId xmlns:a16="http://schemas.microsoft.com/office/drawing/2014/main" id="{A8780D10-3A6F-46B2-9FAF-6663960484AA}"/>
              </a:ext>
            </a:extLst>
          </p:cNvPr>
          <p:cNvSpPr>
            <a:spLocks noGrp="1"/>
          </p:cNvSpPr>
          <p:nvPr/>
        </p:nvSpPr>
        <p:spPr>
          <a:xfrm>
            <a:off x="1060662" y="3489410"/>
            <a:ext cx="28398" cy="28398"/>
          </a:xfrm>
          <a:prstGeom prst="ellipse">
            <a:avLst/>
          </a:prstGeom>
          <a:solidFill>
            <a:srgbClr val="7F8C97">
              <a:alpha val="48000"/>
            </a:srgbClr>
          </a:solidFill>
          <a:ln w="0">
            <a:noFill/>
            <a:prstDash val="solid"/>
          </a:ln>
        </p:spPr>
      </p:sp>
      <p:sp>
        <p:nvSpPr>
          <p:cNvPr id="377" name="01_find_only_376">
            <a:extLst>
              <a:ext uri="{FF2B5EF4-FFF2-40B4-BE49-F238E27FC236}">
                <a16:creationId xmlns:a16="http://schemas.microsoft.com/office/drawing/2014/main" id="{5CED6399-BCD8-4805-982B-07769FEFC6CA}"/>
              </a:ext>
            </a:extLst>
          </p:cNvPr>
          <p:cNvSpPr>
            <a:spLocks noGrp="1"/>
          </p:cNvSpPr>
          <p:nvPr/>
        </p:nvSpPr>
        <p:spPr>
          <a:xfrm>
            <a:off x="1024131" y="3278074"/>
            <a:ext cx="28398" cy="28398"/>
          </a:xfrm>
          <a:prstGeom prst="ellipse">
            <a:avLst/>
          </a:prstGeom>
          <a:solidFill>
            <a:srgbClr val="7F8C97">
              <a:alpha val="48000"/>
            </a:srgbClr>
          </a:solidFill>
          <a:ln w="0">
            <a:noFill/>
            <a:prstDash val="solid"/>
          </a:ln>
        </p:spPr>
      </p:sp>
      <p:sp>
        <p:nvSpPr>
          <p:cNvPr id="378" name="01_find_only_377">
            <a:extLst>
              <a:ext uri="{FF2B5EF4-FFF2-40B4-BE49-F238E27FC236}">
                <a16:creationId xmlns:a16="http://schemas.microsoft.com/office/drawing/2014/main" id="{2BFFF816-3306-4D2F-B04C-DEC7A6A58395}"/>
              </a:ext>
            </a:extLst>
          </p:cNvPr>
          <p:cNvSpPr>
            <a:spLocks noGrp="1"/>
          </p:cNvSpPr>
          <p:nvPr/>
        </p:nvSpPr>
        <p:spPr>
          <a:xfrm>
            <a:off x="1041395" y="3489410"/>
            <a:ext cx="28398" cy="28398"/>
          </a:xfrm>
          <a:prstGeom prst="ellipse">
            <a:avLst/>
          </a:prstGeom>
          <a:solidFill>
            <a:srgbClr val="7F8C97">
              <a:alpha val="48000"/>
            </a:srgbClr>
          </a:solidFill>
          <a:ln w="0">
            <a:noFill/>
            <a:prstDash val="solid"/>
          </a:ln>
        </p:spPr>
      </p:sp>
      <p:sp>
        <p:nvSpPr>
          <p:cNvPr id="379" name="01_find_only_378">
            <a:extLst>
              <a:ext uri="{FF2B5EF4-FFF2-40B4-BE49-F238E27FC236}">
                <a16:creationId xmlns:a16="http://schemas.microsoft.com/office/drawing/2014/main" id="{109C049A-0152-4351-8A41-CF46C14DC6A5}"/>
              </a:ext>
            </a:extLst>
          </p:cNvPr>
          <p:cNvSpPr>
            <a:spLocks noGrp="1"/>
          </p:cNvSpPr>
          <p:nvPr/>
        </p:nvSpPr>
        <p:spPr>
          <a:xfrm>
            <a:off x="1007630" y="3987559"/>
            <a:ext cx="28398" cy="28398"/>
          </a:xfrm>
          <a:prstGeom prst="ellipse">
            <a:avLst/>
          </a:prstGeom>
          <a:solidFill>
            <a:srgbClr val="7F8C97">
              <a:alpha val="48000"/>
            </a:srgbClr>
          </a:solidFill>
          <a:ln w="0">
            <a:noFill/>
            <a:prstDash val="solid"/>
          </a:ln>
        </p:spPr>
      </p:sp>
      <p:sp>
        <p:nvSpPr>
          <p:cNvPr id="380" name="01_find_only_379">
            <a:extLst>
              <a:ext uri="{FF2B5EF4-FFF2-40B4-BE49-F238E27FC236}">
                <a16:creationId xmlns:a16="http://schemas.microsoft.com/office/drawing/2014/main" id="{DDF31DBE-A5D7-47A5-8538-A69D8936CCE8}"/>
              </a:ext>
            </a:extLst>
          </p:cNvPr>
          <p:cNvSpPr>
            <a:spLocks noGrp="1"/>
          </p:cNvSpPr>
          <p:nvPr/>
        </p:nvSpPr>
        <p:spPr>
          <a:xfrm>
            <a:off x="1528423" y="2855402"/>
            <a:ext cx="28398" cy="28398"/>
          </a:xfrm>
          <a:prstGeom prst="ellipse">
            <a:avLst/>
          </a:prstGeom>
          <a:solidFill>
            <a:srgbClr val="7F8C97">
              <a:alpha val="48000"/>
            </a:srgbClr>
          </a:solidFill>
          <a:ln w="0">
            <a:noFill/>
            <a:prstDash val="solid"/>
          </a:ln>
        </p:spPr>
      </p:sp>
      <p:sp>
        <p:nvSpPr>
          <p:cNvPr id="381" name="01_find_only_380">
            <a:extLst>
              <a:ext uri="{FF2B5EF4-FFF2-40B4-BE49-F238E27FC236}">
                <a16:creationId xmlns:a16="http://schemas.microsoft.com/office/drawing/2014/main" id="{9398B901-FA43-4D61-9A3B-3A9B8ECF2343}"/>
              </a:ext>
            </a:extLst>
          </p:cNvPr>
          <p:cNvSpPr>
            <a:spLocks noGrp="1"/>
          </p:cNvSpPr>
          <p:nvPr/>
        </p:nvSpPr>
        <p:spPr>
          <a:xfrm>
            <a:off x="1510110" y="3119572"/>
            <a:ext cx="28398" cy="28398"/>
          </a:xfrm>
          <a:prstGeom prst="ellipse">
            <a:avLst/>
          </a:prstGeom>
          <a:solidFill>
            <a:srgbClr val="7F8C97">
              <a:alpha val="48000"/>
            </a:srgbClr>
          </a:solidFill>
          <a:ln w="0">
            <a:noFill/>
            <a:prstDash val="solid"/>
          </a:ln>
        </p:spPr>
      </p:sp>
      <p:sp>
        <p:nvSpPr>
          <p:cNvPr id="382" name="01_find_only_381">
            <a:extLst>
              <a:ext uri="{FF2B5EF4-FFF2-40B4-BE49-F238E27FC236}">
                <a16:creationId xmlns:a16="http://schemas.microsoft.com/office/drawing/2014/main" id="{F278E051-D1C9-4ED4-91AC-1E5B0021B336}"/>
              </a:ext>
            </a:extLst>
          </p:cNvPr>
          <p:cNvSpPr>
            <a:spLocks noGrp="1"/>
          </p:cNvSpPr>
          <p:nvPr/>
        </p:nvSpPr>
        <p:spPr>
          <a:xfrm>
            <a:off x="1524990" y="2855402"/>
            <a:ext cx="28398" cy="28398"/>
          </a:xfrm>
          <a:prstGeom prst="ellipse">
            <a:avLst/>
          </a:prstGeom>
          <a:solidFill>
            <a:srgbClr val="7F8C97">
              <a:alpha val="48000"/>
            </a:srgbClr>
          </a:solidFill>
          <a:ln w="0">
            <a:noFill/>
            <a:prstDash val="solid"/>
          </a:ln>
        </p:spPr>
      </p:sp>
      <p:sp>
        <p:nvSpPr>
          <p:cNvPr id="383" name="01_find_only_382">
            <a:extLst>
              <a:ext uri="{FF2B5EF4-FFF2-40B4-BE49-F238E27FC236}">
                <a16:creationId xmlns:a16="http://schemas.microsoft.com/office/drawing/2014/main" id="{B5245F99-CB25-48E2-BD21-EB58D4DF861E}"/>
              </a:ext>
            </a:extLst>
          </p:cNvPr>
          <p:cNvSpPr>
            <a:spLocks noGrp="1"/>
          </p:cNvSpPr>
          <p:nvPr/>
        </p:nvSpPr>
        <p:spPr>
          <a:xfrm>
            <a:off x="1524608" y="2855402"/>
            <a:ext cx="28398" cy="28398"/>
          </a:xfrm>
          <a:prstGeom prst="ellipse">
            <a:avLst/>
          </a:prstGeom>
          <a:solidFill>
            <a:srgbClr val="7F8C97">
              <a:alpha val="48000"/>
            </a:srgbClr>
          </a:solidFill>
          <a:ln w="0">
            <a:noFill/>
            <a:prstDash val="solid"/>
          </a:ln>
        </p:spPr>
      </p:sp>
      <p:sp>
        <p:nvSpPr>
          <p:cNvPr id="384" name="01_find_only_383">
            <a:extLst>
              <a:ext uri="{FF2B5EF4-FFF2-40B4-BE49-F238E27FC236}">
                <a16:creationId xmlns:a16="http://schemas.microsoft.com/office/drawing/2014/main" id="{B6883478-3C79-41D8-B558-BC53C103DB27}"/>
              </a:ext>
            </a:extLst>
          </p:cNvPr>
          <p:cNvSpPr>
            <a:spLocks noGrp="1"/>
          </p:cNvSpPr>
          <p:nvPr/>
        </p:nvSpPr>
        <p:spPr>
          <a:xfrm>
            <a:off x="1540823" y="2855402"/>
            <a:ext cx="28398" cy="28398"/>
          </a:xfrm>
          <a:prstGeom prst="ellipse">
            <a:avLst/>
          </a:prstGeom>
          <a:solidFill>
            <a:srgbClr val="7F8C97">
              <a:alpha val="48000"/>
            </a:srgbClr>
          </a:solidFill>
          <a:ln w="0">
            <a:noFill/>
            <a:prstDash val="solid"/>
          </a:ln>
        </p:spPr>
      </p:sp>
      <p:sp>
        <p:nvSpPr>
          <p:cNvPr id="385" name="01_find_only_384">
            <a:extLst>
              <a:ext uri="{FF2B5EF4-FFF2-40B4-BE49-F238E27FC236}">
                <a16:creationId xmlns:a16="http://schemas.microsoft.com/office/drawing/2014/main" id="{24A0F491-6052-400B-8420-48FFB0111518}"/>
              </a:ext>
            </a:extLst>
          </p:cNvPr>
          <p:cNvSpPr>
            <a:spLocks noGrp="1"/>
          </p:cNvSpPr>
          <p:nvPr/>
        </p:nvSpPr>
        <p:spPr>
          <a:xfrm>
            <a:off x="1568579" y="3278074"/>
            <a:ext cx="28398" cy="28398"/>
          </a:xfrm>
          <a:prstGeom prst="ellipse">
            <a:avLst/>
          </a:prstGeom>
          <a:solidFill>
            <a:srgbClr val="7F8C97">
              <a:alpha val="48000"/>
            </a:srgbClr>
          </a:solidFill>
          <a:ln w="0">
            <a:noFill/>
            <a:prstDash val="solid"/>
          </a:ln>
        </p:spPr>
      </p:sp>
      <p:sp>
        <p:nvSpPr>
          <p:cNvPr id="386" name="01_find_only_385">
            <a:extLst>
              <a:ext uri="{FF2B5EF4-FFF2-40B4-BE49-F238E27FC236}">
                <a16:creationId xmlns:a16="http://schemas.microsoft.com/office/drawing/2014/main" id="{FC2A9D55-19CD-4C1F-8662-B874BA1CAA21}"/>
              </a:ext>
            </a:extLst>
          </p:cNvPr>
          <p:cNvSpPr>
            <a:spLocks noGrp="1"/>
          </p:cNvSpPr>
          <p:nvPr/>
        </p:nvSpPr>
        <p:spPr>
          <a:xfrm>
            <a:off x="1586034" y="2855402"/>
            <a:ext cx="28398" cy="28398"/>
          </a:xfrm>
          <a:prstGeom prst="ellipse">
            <a:avLst/>
          </a:prstGeom>
          <a:solidFill>
            <a:srgbClr val="7F8C97">
              <a:alpha val="48000"/>
            </a:srgbClr>
          </a:solidFill>
          <a:ln w="0">
            <a:noFill/>
            <a:prstDash val="solid"/>
          </a:ln>
        </p:spPr>
      </p:sp>
      <p:sp>
        <p:nvSpPr>
          <p:cNvPr id="387" name="01_find_only_386">
            <a:extLst>
              <a:ext uri="{FF2B5EF4-FFF2-40B4-BE49-F238E27FC236}">
                <a16:creationId xmlns:a16="http://schemas.microsoft.com/office/drawing/2014/main" id="{D3B68361-77A3-481D-9D94-7BBDBADAE386}"/>
              </a:ext>
            </a:extLst>
          </p:cNvPr>
          <p:cNvSpPr>
            <a:spLocks noGrp="1"/>
          </p:cNvSpPr>
          <p:nvPr/>
        </p:nvSpPr>
        <p:spPr>
          <a:xfrm>
            <a:off x="1515165" y="2855402"/>
            <a:ext cx="28398" cy="28398"/>
          </a:xfrm>
          <a:prstGeom prst="ellipse">
            <a:avLst/>
          </a:prstGeom>
          <a:solidFill>
            <a:srgbClr val="7F8C97">
              <a:alpha val="48000"/>
            </a:srgbClr>
          </a:solidFill>
          <a:ln w="0">
            <a:noFill/>
            <a:prstDash val="solid"/>
          </a:ln>
        </p:spPr>
      </p:sp>
      <p:sp>
        <p:nvSpPr>
          <p:cNvPr id="388" name="01_find_only_387">
            <a:extLst>
              <a:ext uri="{FF2B5EF4-FFF2-40B4-BE49-F238E27FC236}">
                <a16:creationId xmlns:a16="http://schemas.microsoft.com/office/drawing/2014/main" id="{BA61D18B-322A-4941-8E79-A0C3E835441B}"/>
              </a:ext>
            </a:extLst>
          </p:cNvPr>
          <p:cNvSpPr>
            <a:spLocks noGrp="1"/>
          </p:cNvSpPr>
          <p:nvPr/>
        </p:nvSpPr>
        <p:spPr>
          <a:xfrm>
            <a:off x="1558755" y="2855402"/>
            <a:ext cx="28398" cy="28398"/>
          </a:xfrm>
          <a:prstGeom prst="ellipse">
            <a:avLst/>
          </a:prstGeom>
          <a:solidFill>
            <a:srgbClr val="7F8C97">
              <a:alpha val="48000"/>
            </a:srgbClr>
          </a:solidFill>
          <a:ln w="0">
            <a:noFill/>
            <a:prstDash val="solid"/>
          </a:ln>
        </p:spPr>
      </p:sp>
      <p:sp>
        <p:nvSpPr>
          <p:cNvPr id="389" name="01_find_only_388">
            <a:extLst>
              <a:ext uri="{FF2B5EF4-FFF2-40B4-BE49-F238E27FC236}">
                <a16:creationId xmlns:a16="http://schemas.microsoft.com/office/drawing/2014/main" id="{C637D16D-25B6-4BE2-94BB-EDD96945E5C9}"/>
              </a:ext>
            </a:extLst>
          </p:cNvPr>
          <p:cNvSpPr>
            <a:spLocks noGrp="1"/>
          </p:cNvSpPr>
          <p:nvPr/>
        </p:nvSpPr>
        <p:spPr>
          <a:xfrm>
            <a:off x="1515451" y="3489410"/>
            <a:ext cx="28398" cy="28398"/>
          </a:xfrm>
          <a:prstGeom prst="ellipse">
            <a:avLst/>
          </a:prstGeom>
          <a:solidFill>
            <a:srgbClr val="7F8C97">
              <a:alpha val="48000"/>
            </a:srgbClr>
          </a:solidFill>
          <a:ln w="0">
            <a:noFill/>
            <a:prstDash val="solid"/>
          </a:ln>
        </p:spPr>
      </p:sp>
      <p:sp>
        <p:nvSpPr>
          <p:cNvPr id="390" name="01_find_only_389">
            <a:extLst>
              <a:ext uri="{FF2B5EF4-FFF2-40B4-BE49-F238E27FC236}">
                <a16:creationId xmlns:a16="http://schemas.microsoft.com/office/drawing/2014/main" id="{BCD613F8-3425-4603-82BA-231BB32B8FE0}"/>
              </a:ext>
            </a:extLst>
          </p:cNvPr>
          <p:cNvSpPr>
            <a:spLocks noGrp="1"/>
          </p:cNvSpPr>
          <p:nvPr/>
        </p:nvSpPr>
        <p:spPr>
          <a:xfrm>
            <a:off x="1504959" y="2855402"/>
            <a:ext cx="28398" cy="28398"/>
          </a:xfrm>
          <a:prstGeom prst="ellipse">
            <a:avLst/>
          </a:prstGeom>
          <a:solidFill>
            <a:srgbClr val="7F8C97">
              <a:alpha val="48000"/>
            </a:srgbClr>
          </a:solidFill>
          <a:ln w="0">
            <a:noFill/>
            <a:prstDash val="solid"/>
          </a:ln>
        </p:spPr>
      </p:sp>
      <p:sp>
        <p:nvSpPr>
          <p:cNvPr id="391" name="01_find_only_390">
            <a:extLst>
              <a:ext uri="{FF2B5EF4-FFF2-40B4-BE49-F238E27FC236}">
                <a16:creationId xmlns:a16="http://schemas.microsoft.com/office/drawing/2014/main" id="{C24AD4CD-C676-431B-A2D0-7B565738CF49}"/>
              </a:ext>
            </a:extLst>
          </p:cNvPr>
          <p:cNvSpPr>
            <a:spLocks noGrp="1"/>
          </p:cNvSpPr>
          <p:nvPr/>
        </p:nvSpPr>
        <p:spPr>
          <a:xfrm>
            <a:off x="1578403" y="3013904"/>
            <a:ext cx="28398" cy="28398"/>
          </a:xfrm>
          <a:prstGeom prst="ellipse">
            <a:avLst/>
          </a:prstGeom>
          <a:solidFill>
            <a:srgbClr val="7F8C97">
              <a:alpha val="48000"/>
            </a:srgbClr>
          </a:solidFill>
          <a:ln w="0">
            <a:noFill/>
            <a:prstDash val="solid"/>
          </a:ln>
        </p:spPr>
      </p:sp>
      <p:sp>
        <p:nvSpPr>
          <p:cNvPr id="392" name="01_find_only_391">
            <a:extLst>
              <a:ext uri="{FF2B5EF4-FFF2-40B4-BE49-F238E27FC236}">
                <a16:creationId xmlns:a16="http://schemas.microsoft.com/office/drawing/2014/main" id="{F3FA2FFC-DF2F-45A7-8881-8B0C0E9EF5E2}"/>
              </a:ext>
            </a:extLst>
          </p:cNvPr>
          <p:cNvSpPr>
            <a:spLocks noGrp="1"/>
          </p:cNvSpPr>
          <p:nvPr/>
        </p:nvSpPr>
        <p:spPr>
          <a:xfrm>
            <a:off x="1597956" y="3278074"/>
            <a:ext cx="28398" cy="28398"/>
          </a:xfrm>
          <a:prstGeom prst="ellipse">
            <a:avLst/>
          </a:prstGeom>
          <a:solidFill>
            <a:srgbClr val="7F8C97">
              <a:alpha val="48000"/>
            </a:srgbClr>
          </a:solidFill>
          <a:ln w="0">
            <a:noFill/>
            <a:prstDash val="solid"/>
          </a:ln>
        </p:spPr>
      </p:sp>
      <p:sp>
        <p:nvSpPr>
          <p:cNvPr id="393" name="01_find_only_392">
            <a:extLst>
              <a:ext uri="{FF2B5EF4-FFF2-40B4-BE49-F238E27FC236}">
                <a16:creationId xmlns:a16="http://schemas.microsoft.com/office/drawing/2014/main" id="{FEF39232-249A-4F03-B977-1CD00411AC2C}"/>
              </a:ext>
            </a:extLst>
          </p:cNvPr>
          <p:cNvSpPr>
            <a:spLocks noGrp="1"/>
          </p:cNvSpPr>
          <p:nvPr/>
        </p:nvSpPr>
        <p:spPr>
          <a:xfrm>
            <a:off x="1540537" y="2855402"/>
            <a:ext cx="28398" cy="28398"/>
          </a:xfrm>
          <a:prstGeom prst="ellipse">
            <a:avLst/>
          </a:prstGeom>
          <a:solidFill>
            <a:srgbClr val="7F8C97">
              <a:alpha val="48000"/>
            </a:srgbClr>
          </a:solidFill>
          <a:ln w="0">
            <a:noFill/>
            <a:prstDash val="solid"/>
          </a:ln>
        </p:spPr>
      </p:sp>
      <p:sp>
        <p:nvSpPr>
          <p:cNvPr id="394" name="01_find_only_393">
            <a:extLst>
              <a:ext uri="{FF2B5EF4-FFF2-40B4-BE49-F238E27FC236}">
                <a16:creationId xmlns:a16="http://schemas.microsoft.com/office/drawing/2014/main" id="{3A917E2A-3AF9-4BE5-A08C-AA55278D15B1}"/>
              </a:ext>
            </a:extLst>
          </p:cNvPr>
          <p:cNvSpPr>
            <a:spLocks noGrp="1"/>
          </p:cNvSpPr>
          <p:nvPr/>
        </p:nvSpPr>
        <p:spPr>
          <a:xfrm>
            <a:off x="1592806" y="2855402"/>
            <a:ext cx="28398" cy="28398"/>
          </a:xfrm>
          <a:prstGeom prst="ellipse">
            <a:avLst/>
          </a:prstGeom>
          <a:solidFill>
            <a:srgbClr val="7F8C97">
              <a:alpha val="48000"/>
            </a:srgbClr>
          </a:solidFill>
          <a:ln w="0">
            <a:noFill/>
            <a:prstDash val="solid"/>
          </a:ln>
        </p:spPr>
      </p:sp>
      <p:sp>
        <p:nvSpPr>
          <p:cNvPr id="395" name="01_find_only_394">
            <a:extLst>
              <a:ext uri="{FF2B5EF4-FFF2-40B4-BE49-F238E27FC236}">
                <a16:creationId xmlns:a16="http://schemas.microsoft.com/office/drawing/2014/main" id="{79A2B959-B1D1-4577-B68E-67E08B0FB901}"/>
              </a:ext>
            </a:extLst>
          </p:cNvPr>
          <p:cNvSpPr>
            <a:spLocks noGrp="1"/>
          </p:cNvSpPr>
          <p:nvPr/>
        </p:nvSpPr>
        <p:spPr>
          <a:xfrm>
            <a:off x="1524894" y="3066738"/>
            <a:ext cx="28398" cy="28398"/>
          </a:xfrm>
          <a:prstGeom prst="ellipse">
            <a:avLst/>
          </a:prstGeom>
          <a:solidFill>
            <a:srgbClr val="7F8C97">
              <a:alpha val="48000"/>
            </a:srgbClr>
          </a:solidFill>
          <a:ln w="0">
            <a:noFill/>
            <a:prstDash val="solid"/>
          </a:ln>
        </p:spPr>
      </p:sp>
      <p:sp>
        <p:nvSpPr>
          <p:cNvPr id="396" name="01_find_only_395">
            <a:extLst>
              <a:ext uri="{FF2B5EF4-FFF2-40B4-BE49-F238E27FC236}">
                <a16:creationId xmlns:a16="http://schemas.microsoft.com/office/drawing/2014/main" id="{389F1079-52C1-4AC0-8721-DAAF7BB7E49A}"/>
              </a:ext>
            </a:extLst>
          </p:cNvPr>
          <p:cNvSpPr>
            <a:spLocks noGrp="1"/>
          </p:cNvSpPr>
          <p:nvPr/>
        </p:nvSpPr>
        <p:spPr>
          <a:xfrm>
            <a:off x="1543017" y="3246833"/>
            <a:ext cx="28398" cy="28398"/>
          </a:xfrm>
          <a:prstGeom prst="ellipse">
            <a:avLst/>
          </a:prstGeom>
          <a:solidFill>
            <a:srgbClr val="7F8C97">
              <a:alpha val="48000"/>
            </a:srgbClr>
          </a:solidFill>
          <a:ln w="0">
            <a:noFill/>
            <a:prstDash val="solid"/>
          </a:ln>
        </p:spPr>
      </p:sp>
      <p:sp>
        <p:nvSpPr>
          <p:cNvPr id="397" name="01_find_only_396">
            <a:extLst>
              <a:ext uri="{FF2B5EF4-FFF2-40B4-BE49-F238E27FC236}">
                <a16:creationId xmlns:a16="http://schemas.microsoft.com/office/drawing/2014/main" id="{D816D669-8204-43C8-BB72-F87ABB932A70}"/>
              </a:ext>
            </a:extLst>
          </p:cNvPr>
          <p:cNvSpPr>
            <a:spLocks noGrp="1"/>
          </p:cNvSpPr>
          <p:nvPr/>
        </p:nvSpPr>
        <p:spPr>
          <a:xfrm>
            <a:off x="1571440" y="3426009"/>
            <a:ext cx="28398" cy="28398"/>
          </a:xfrm>
          <a:prstGeom prst="ellipse">
            <a:avLst/>
          </a:prstGeom>
          <a:solidFill>
            <a:srgbClr val="7F8C97">
              <a:alpha val="48000"/>
            </a:srgbClr>
          </a:solidFill>
          <a:ln w="0">
            <a:noFill/>
            <a:prstDash val="solid"/>
          </a:ln>
        </p:spPr>
      </p:sp>
      <p:sp>
        <p:nvSpPr>
          <p:cNvPr id="398" name="01_find_only_397">
            <a:extLst>
              <a:ext uri="{FF2B5EF4-FFF2-40B4-BE49-F238E27FC236}">
                <a16:creationId xmlns:a16="http://schemas.microsoft.com/office/drawing/2014/main" id="{F5202E22-5F72-4DB4-9A3E-419980930AE1}"/>
              </a:ext>
            </a:extLst>
          </p:cNvPr>
          <p:cNvSpPr>
            <a:spLocks noGrp="1"/>
          </p:cNvSpPr>
          <p:nvPr/>
        </p:nvSpPr>
        <p:spPr>
          <a:xfrm>
            <a:off x="1588514" y="2855402"/>
            <a:ext cx="28398" cy="28398"/>
          </a:xfrm>
          <a:prstGeom prst="ellipse">
            <a:avLst/>
          </a:prstGeom>
          <a:solidFill>
            <a:srgbClr val="7F8C97">
              <a:alpha val="48000"/>
            </a:srgbClr>
          </a:solidFill>
          <a:ln w="0">
            <a:noFill/>
            <a:prstDash val="solid"/>
          </a:ln>
        </p:spPr>
      </p:sp>
      <p:sp>
        <p:nvSpPr>
          <p:cNvPr id="399" name="01_find_only_398">
            <a:extLst>
              <a:ext uri="{FF2B5EF4-FFF2-40B4-BE49-F238E27FC236}">
                <a16:creationId xmlns:a16="http://schemas.microsoft.com/office/drawing/2014/main" id="{5008D874-7BA3-4D46-B4FA-06A7D94FA41F}"/>
              </a:ext>
            </a:extLst>
          </p:cNvPr>
          <p:cNvSpPr>
            <a:spLocks noGrp="1"/>
          </p:cNvSpPr>
          <p:nvPr/>
        </p:nvSpPr>
        <p:spPr>
          <a:xfrm>
            <a:off x="1597766" y="3066738"/>
            <a:ext cx="28398" cy="28398"/>
          </a:xfrm>
          <a:prstGeom prst="ellipse">
            <a:avLst/>
          </a:prstGeom>
          <a:solidFill>
            <a:srgbClr val="7F8C97">
              <a:alpha val="48000"/>
            </a:srgbClr>
          </a:solidFill>
          <a:ln w="0">
            <a:noFill/>
            <a:prstDash val="solid"/>
          </a:ln>
        </p:spPr>
      </p:sp>
      <p:sp>
        <p:nvSpPr>
          <p:cNvPr id="400" name="01_find_only_399">
            <a:extLst>
              <a:ext uri="{FF2B5EF4-FFF2-40B4-BE49-F238E27FC236}">
                <a16:creationId xmlns:a16="http://schemas.microsoft.com/office/drawing/2014/main" id="{E160563D-DEFE-4876-A1DC-06245A32F0ED}"/>
              </a:ext>
            </a:extLst>
          </p:cNvPr>
          <p:cNvSpPr>
            <a:spLocks noGrp="1"/>
          </p:cNvSpPr>
          <p:nvPr/>
        </p:nvSpPr>
        <p:spPr>
          <a:xfrm>
            <a:off x="1564859" y="2855402"/>
            <a:ext cx="28398" cy="28398"/>
          </a:xfrm>
          <a:prstGeom prst="ellipse">
            <a:avLst/>
          </a:prstGeom>
          <a:solidFill>
            <a:srgbClr val="7F8C97">
              <a:alpha val="48000"/>
            </a:srgbClr>
          </a:solidFill>
          <a:ln w="0">
            <a:noFill/>
            <a:prstDash val="solid"/>
          </a:ln>
        </p:spPr>
      </p:sp>
      <p:sp>
        <p:nvSpPr>
          <p:cNvPr id="401" name="01_find_only_400">
            <a:extLst>
              <a:ext uri="{FF2B5EF4-FFF2-40B4-BE49-F238E27FC236}">
                <a16:creationId xmlns:a16="http://schemas.microsoft.com/office/drawing/2014/main" id="{5E1FA30C-9870-4E2A-960A-1FA6DFA392D9}"/>
              </a:ext>
            </a:extLst>
          </p:cNvPr>
          <p:cNvSpPr>
            <a:spLocks noGrp="1"/>
          </p:cNvSpPr>
          <p:nvPr/>
        </p:nvSpPr>
        <p:spPr>
          <a:xfrm>
            <a:off x="1508298" y="3389303"/>
            <a:ext cx="28398" cy="28398"/>
          </a:xfrm>
          <a:prstGeom prst="ellipse">
            <a:avLst/>
          </a:prstGeom>
          <a:solidFill>
            <a:srgbClr val="7F8C97">
              <a:alpha val="48000"/>
            </a:srgbClr>
          </a:solidFill>
          <a:ln w="0">
            <a:noFill/>
            <a:prstDash val="solid"/>
          </a:ln>
        </p:spPr>
      </p:sp>
      <p:sp>
        <p:nvSpPr>
          <p:cNvPr id="402" name="01_find_only_401">
            <a:extLst>
              <a:ext uri="{FF2B5EF4-FFF2-40B4-BE49-F238E27FC236}">
                <a16:creationId xmlns:a16="http://schemas.microsoft.com/office/drawing/2014/main" id="{801C2DC1-6E06-40A1-A791-9AD425CDD9BA}"/>
              </a:ext>
            </a:extLst>
          </p:cNvPr>
          <p:cNvSpPr>
            <a:spLocks noGrp="1"/>
          </p:cNvSpPr>
          <p:nvPr/>
        </p:nvSpPr>
        <p:spPr>
          <a:xfrm>
            <a:off x="1522414" y="3172406"/>
            <a:ext cx="28398" cy="28398"/>
          </a:xfrm>
          <a:prstGeom prst="ellipse">
            <a:avLst/>
          </a:prstGeom>
          <a:solidFill>
            <a:srgbClr val="7F8C97">
              <a:alpha val="48000"/>
            </a:srgbClr>
          </a:solidFill>
          <a:ln w="0">
            <a:noFill/>
            <a:prstDash val="solid"/>
          </a:ln>
        </p:spPr>
      </p:sp>
      <p:sp>
        <p:nvSpPr>
          <p:cNvPr id="403" name="01_find_only_402">
            <a:extLst>
              <a:ext uri="{FF2B5EF4-FFF2-40B4-BE49-F238E27FC236}">
                <a16:creationId xmlns:a16="http://schemas.microsoft.com/office/drawing/2014/main" id="{40C71A2B-F5F7-4958-81A6-B2F913F30C54}"/>
              </a:ext>
            </a:extLst>
          </p:cNvPr>
          <p:cNvSpPr>
            <a:spLocks noGrp="1"/>
          </p:cNvSpPr>
          <p:nvPr/>
        </p:nvSpPr>
        <p:spPr>
          <a:xfrm>
            <a:off x="1528614" y="2855402"/>
            <a:ext cx="28398" cy="28398"/>
          </a:xfrm>
          <a:prstGeom prst="ellipse">
            <a:avLst/>
          </a:prstGeom>
          <a:solidFill>
            <a:srgbClr val="7F8C97">
              <a:alpha val="48000"/>
            </a:srgbClr>
          </a:solidFill>
          <a:ln w="0">
            <a:noFill/>
            <a:prstDash val="solid"/>
          </a:ln>
        </p:spPr>
      </p:sp>
      <p:sp>
        <p:nvSpPr>
          <p:cNvPr id="404" name="01_find_only_403">
            <a:extLst>
              <a:ext uri="{FF2B5EF4-FFF2-40B4-BE49-F238E27FC236}">
                <a16:creationId xmlns:a16="http://schemas.microsoft.com/office/drawing/2014/main" id="{15271AA6-1559-4D7C-B5AC-9BE9E27F4CDC}"/>
              </a:ext>
            </a:extLst>
          </p:cNvPr>
          <p:cNvSpPr>
            <a:spLocks noGrp="1"/>
          </p:cNvSpPr>
          <p:nvPr/>
        </p:nvSpPr>
        <p:spPr>
          <a:xfrm>
            <a:off x="1508107" y="3700746"/>
            <a:ext cx="28398" cy="28398"/>
          </a:xfrm>
          <a:prstGeom prst="ellipse">
            <a:avLst/>
          </a:prstGeom>
          <a:solidFill>
            <a:srgbClr val="7F8C97">
              <a:alpha val="48000"/>
            </a:srgbClr>
          </a:solidFill>
          <a:ln w="0">
            <a:noFill/>
            <a:prstDash val="solid"/>
          </a:ln>
        </p:spPr>
      </p:sp>
      <p:sp>
        <p:nvSpPr>
          <p:cNvPr id="405" name="01_find_only_404">
            <a:extLst>
              <a:ext uri="{FF2B5EF4-FFF2-40B4-BE49-F238E27FC236}">
                <a16:creationId xmlns:a16="http://schemas.microsoft.com/office/drawing/2014/main" id="{32BA4EDB-8C77-4409-94D8-B635C33776DD}"/>
              </a:ext>
            </a:extLst>
          </p:cNvPr>
          <p:cNvSpPr>
            <a:spLocks noGrp="1"/>
          </p:cNvSpPr>
          <p:nvPr/>
        </p:nvSpPr>
        <p:spPr>
          <a:xfrm>
            <a:off x="1507535" y="3362608"/>
            <a:ext cx="28398" cy="28398"/>
          </a:xfrm>
          <a:prstGeom prst="ellipse">
            <a:avLst/>
          </a:prstGeom>
          <a:solidFill>
            <a:srgbClr val="7F8C97">
              <a:alpha val="48000"/>
            </a:srgbClr>
          </a:solidFill>
          <a:ln w="0">
            <a:noFill/>
            <a:prstDash val="solid"/>
          </a:ln>
        </p:spPr>
      </p:sp>
      <p:sp>
        <p:nvSpPr>
          <p:cNvPr id="406" name="01_find_only_405">
            <a:extLst>
              <a:ext uri="{FF2B5EF4-FFF2-40B4-BE49-F238E27FC236}">
                <a16:creationId xmlns:a16="http://schemas.microsoft.com/office/drawing/2014/main" id="{4E5B98A5-F693-4297-B0FC-18A28CA0372C}"/>
              </a:ext>
            </a:extLst>
          </p:cNvPr>
          <p:cNvSpPr>
            <a:spLocks noGrp="1"/>
          </p:cNvSpPr>
          <p:nvPr/>
        </p:nvSpPr>
        <p:spPr>
          <a:xfrm>
            <a:off x="1526039" y="4123418"/>
            <a:ext cx="28398" cy="28398"/>
          </a:xfrm>
          <a:prstGeom prst="ellipse">
            <a:avLst/>
          </a:prstGeom>
          <a:solidFill>
            <a:srgbClr val="7F8C97">
              <a:alpha val="48000"/>
            </a:srgbClr>
          </a:solidFill>
          <a:ln w="0">
            <a:noFill/>
            <a:prstDash val="solid"/>
          </a:ln>
        </p:spPr>
      </p:sp>
      <p:sp>
        <p:nvSpPr>
          <p:cNvPr id="407" name="01_find_only_406">
            <a:extLst>
              <a:ext uri="{FF2B5EF4-FFF2-40B4-BE49-F238E27FC236}">
                <a16:creationId xmlns:a16="http://schemas.microsoft.com/office/drawing/2014/main" id="{767C4829-FFC6-4C57-88AD-4422B3445A2C}"/>
              </a:ext>
            </a:extLst>
          </p:cNvPr>
          <p:cNvSpPr>
            <a:spLocks noGrp="1"/>
          </p:cNvSpPr>
          <p:nvPr/>
        </p:nvSpPr>
        <p:spPr>
          <a:xfrm>
            <a:off x="1561998" y="3489410"/>
            <a:ext cx="28398" cy="28398"/>
          </a:xfrm>
          <a:prstGeom prst="ellipse">
            <a:avLst/>
          </a:prstGeom>
          <a:solidFill>
            <a:srgbClr val="7F8C97">
              <a:alpha val="48000"/>
            </a:srgbClr>
          </a:solidFill>
          <a:ln w="0">
            <a:noFill/>
            <a:prstDash val="solid"/>
          </a:ln>
        </p:spPr>
      </p:sp>
      <p:sp>
        <p:nvSpPr>
          <p:cNvPr id="408" name="01_find_only_407">
            <a:extLst>
              <a:ext uri="{FF2B5EF4-FFF2-40B4-BE49-F238E27FC236}">
                <a16:creationId xmlns:a16="http://schemas.microsoft.com/office/drawing/2014/main" id="{6D456193-0BC8-4B57-B07B-8F02283BC90C}"/>
              </a:ext>
            </a:extLst>
          </p:cNvPr>
          <p:cNvSpPr>
            <a:spLocks noGrp="1"/>
          </p:cNvSpPr>
          <p:nvPr/>
        </p:nvSpPr>
        <p:spPr>
          <a:xfrm>
            <a:off x="1520983" y="3278074"/>
            <a:ext cx="28398" cy="28398"/>
          </a:xfrm>
          <a:prstGeom prst="ellipse">
            <a:avLst/>
          </a:prstGeom>
          <a:solidFill>
            <a:srgbClr val="7F8C97">
              <a:alpha val="48000"/>
            </a:srgbClr>
          </a:solidFill>
          <a:ln w="0">
            <a:noFill/>
            <a:prstDash val="solid"/>
          </a:ln>
        </p:spPr>
      </p:sp>
      <p:sp>
        <p:nvSpPr>
          <p:cNvPr id="409" name="01_find_only_408">
            <a:extLst>
              <a:ext uri="{FF2B5EF4-FFF2-40B4-BE49-F238E27FC236}">
                <a16:creationId xmlns:a16="http://schemas.microsoft.com/office/drawing/2014/main" id="{F92EC1B4-0F34-4695-935A-41436807F304}"/>
              </a:ext>
            </a:extLst>
          </p:cNvPr>
          <p:cNvSpPr>
            <a:spLocks noGrp="1"/>
          </p:cNvSpPr>
          <p:nvPr/>
        </p:nvSpPr>
        <p:spPr>
          <a:xfrm>
            <a:off x="1549598" y="2855402"/>
            <a:ext cx="28398" cy="28398"/>
          </a:xfrm>
          <a:prstGeom prst="ellipse">
            <a:avLst/>
          </a:prstGeom>
          <a:solidFill>
            <a:srgbClr val="7F8C97">
              <a:alpha val="48000"/>
            </a:srgbClr>
          </a:solidFill>
          <a:ln w="0">
            <a:noFill/>
            <a:prstDash val="solid"/>
          </a:ln>
        </p:spPr>
      </p:sp>
      <p:sp>
        <p:nvSpPr>
          <p:cNvPr id="410" name="01_find_only_409">
            <a:extLst>
              <a:ext uri="{FF2B5EF4-FFF2-40B4-BE49-F238E27FC236}">
                <a16:creationId xmlns:a16="http://schemas.microsoft.com/office/drawing/2014/main" id="{D34544F0-5A78-46E8-AB07-580F4B6950E6}"/>
              </a:ext>
            </a:extLst>
          </p:cNvPr>
          <p:cNvSpPr>
            <a:spLocks noGrp="1"/>
          </p:cNvSpPr>
          <p:nvPr/>
        </p:nvSpPr>
        <p:spPr>
          <a:xfrm>
            <a:off x="1539488" y="2855402"/>
            <a:ext cx="28398" cy="28398"/>
          </a:xfrm>
          <a:prstGeom prst="ellipse">
            <a:avLst/>
          </a:prstGeom>
          <a:solidFill>
            <a:srgbClr val="7F8C97">
              <a:alpha val="48000"/>
            </a:srgbClr>
          </a:solidFill>
          <a:ln w="0">
            <a:noFill/>
            <a:prstDash val="solid"/>
          </a:ln>
        </p:spPr>
      </p:sp>
      <p:sp>
        <p:nvSpPr>
          <p:cNvPr id="411" name="01_find_only_410">
            <a:extLst>
              <a:ext uri="{FF2B5EF4-FFF2-40B4-BE49-F238E27FC236}">
                <a16:creationId xmlns:a16="http://schemas.microsoft.com/office/drawing/2014/main" id="{77A2900C-AEF0-438A-AEA9-4C1C55E8410B}"/>
              </a:ext>
            </a:extLst>
          </p:cNvPr>
          <p:cNvSpPr>
            <a:spLocks noGrp="1"/>
          </p:cNvSpPr>
          <p:nvPr/>
        </p:nvSpPr>
        <p:spPr>
          <a:xfrm>
            <a:off x="1586797" y="2855402"/>
            <a:ext cx="28398" cy="28398"/>
          </a:xfrm>
          <a:prstGeom prst="ellipse">
            <a:avLst/>
          </a:prstGeom>
          <a:solidFill>
            <a:srgbClr val="7F8C97">
              <a:alpha val="48000"/>
            </a:srgbClr>
          </a:solidFill>
          <a:ln w="0">
            <a:noFill/>
            <a:prstDash val="solid"/>
          </a:ln>
        </p:spPr>
      </p:sp>
      <p:sp>
        <p:nvSpPr>
          <p:cNvPr id="412" name="01_find_only_411">
            <a:extLst>
              <a:ext uri="{FF2B5EF4-FFF2-40B4-BE49-F238E27FC236}">
                <a16:creationId xmlns:a16="http://schemas.microsoft.com/office/drawing/2014/main" id="{093F213C-B2F5-4381-9D2D-5EC524E2203B}"/>
              </a:ext>
            </a:extLst>
          </p:cNvPr>
          <p:cNvSpPr>
            <a:spLocks noGrp="1"/>
          </p:cNvSpPr>
          <p:nvPr/>
        </p:nvSpPr>
        <p:spPr>
          <a:xfrm>
            <a:off x="1530045" y="4072288"/>
            <a:ext cx="28398" cy="28398"/>
          </a:xfrm>
          <a:prstGeom prst="ellipse">
            <a:avLst/>
          </a:prstGeom>
          <a:solidFill>
            <a:srgbClr val="7F8C97">
              <a:alpha val="48000"/>
            </a:srgbClr>
          </a:solidFill>
          <a:ln w="0">
            <a:noFill/>
            <a:prstDash val="solid"/>
          </a:ln>
        </p:spPr>
      </p:sp>
      <p:sp>
        <p:nvSpPr>
          <p:cNvPr id="413" name="01_find_only_412">
            <a:extLst>
              <a:ext uri="{FF2B5EF4-FFF2-40B4-BE49-F238E27FC236}">
                <a16:creationId xmlns:a16="http://schemas.microsoft.com/office/drawing/2014/main" id="{27ED6CC0-7023-41FE-8F53-CC8D449DE83E}"/>
              </a:ext>
            </a:extLst>
          </p:cNvPr>
          <p:cNvSpPr>
            <a:spLocks noGrp="1"/>
          </p:cNvSpPr>
          <p:nvPr/>
        </p:nvSpPr>
        <p:spPr>
          <a:xfrm>
            <a:off x="1569247" y="3278074"/>
            <a:ext cx="28398" cy="28398"/>
          </a:xfrm>
          <a:prstGeom prst="ellipse">
            <a:avLst/>
          </a:prstGeom>
          <a:solidFill>
            <a:srgbClr val="7F8C97">
              <a:alpha val="48000"/>
            </a:srgbClr>
          </a:solidFill>
          <a:ln w="0">
            <a:noFill/>
            <a:prstDash val="solid"/>
          </a:ln>
        </p:spPr>
      </p:sp>
      <p:sp>
        <p:nvSpPr>
          <p:cNvPr id="414" name="01_find_only_413">
            <a:extLst>
              <a:ext uri="{FF2B5EF4-FFF2-40B4-BE49-F238E27FC236}">
                <a16:creationId xmlns:a16="http://schemas.microsoft.com/office/drawing/2014/main" id="{A0A5F589-7896-4148-8B1F-AF055B648117}"/>
              </a:ext>
            </a:extLst>
          </p:cNvPr>
          <p:cNvSpPr>
            <a:spLocks noGrp="1"/>
          </p:cNvSpPr>
          <p:nvPr/>
        </p:nvSpPr>
        <p:spPr>
          <a:xfrm>
            <a:off x="1571631" y="2855402"/>
            <a:ext cx="28398" cy="28398"/>
          </a:xfrm>
          <a:prstGeom prst="ellipse">
            <a:avLst/>
          </a:prstGeom>
          <a:solidFill>
            <a:srgbClr val="7F8C97">
              <a:alpha val="48000"/>
            </a:srgbClr>
          </a:solidFill>
          <a:ln w="0">
            <a:noFill/>
            <a:prstDash val="solid"/>
          </a:ln>
        </p:spPr>
      </p:sp>
      <p:sp>
        <p:nvSpPr>
          <p:cNvPr id="415" name="01_find_only_414">
            <a:extLst>
              <a:ext uri="{FF2B5EF4-FFF2-40B4-BE49-F238E27FC236}">
                <a16:creationId xmlns:a16="http://schemas.microsoft.com/office/drawing/2014/main" id="{51695310-E8A4-441E-B0E7-C0D063B8B590}"/>
              </a:ext>
            </a:extLst>
          </p:cNvPr>
          <p:cNvSpPr>
            <a:spLocks noGrp="1"/>
          </p:cNvSpPr>
          <p:nvPr/>
        </p:nvSpPr>
        <p:spPr>
          <a:xfrm>
            <a:off x="1507821" y="3066738"/>
            <a:ext cx="28398" cy="28398"/>
          </a:xfrm>
          <a:prstGeom prst="ellipse">
            <a:avLst/>
          </a:prstGeom>
          <a:solidFill>
            <a:srgbClr val="7F8C97">
              <a:alpha val="48000"/>
            </a:srgbClr>
          </a:solidFill>
          <a:ln w="0">
            <a:noFill/>
            <a:prstDash val="solid"/>
          </a:ln>
        </p:spPr>
      </p:sp>
      <p:sp>
        <p:nvSpPr>
          <p:cNvPr id="416" name="01_find_only_415">
            <a:extLst>
              <a:ext uri="{FF2B5EF4-FFF2-40B4-BE49-F238E27FC236}">
                <a16:creationId xmlns:a16="http://schemas.microsoft.com/office/drawing/2014/main" id="{18737228-79F3-443F-BEFD-839E25BD6260}"/>
              </a:ext>
            </a:extLst>
          </p:cNvPr>
          <p:cNvSpPr>
            <a:spLocks noGrp="1"/>
          </p:cNvSpPr>
          <p:nvPr/>
        </p:nvSpPr>
        <p:spPr>
          <a:xfrm>
            <a:off x="1585557" y="2855402"/>
            <a:ext cx="28398" cy="28398"/>
          </a:xfrm>
          <a:prstGeom prst="ellipse">
            <a:avLst/>
          </a:prstGeom>
          <a:solidFill>
            <a:srgbClr val="7F8C97">
              <a:alpha val="48000"/>
            </a:srgbClr>
          </a:solidFill>
          <a:ln w="0">
            <a:noFill/>
            <a:prstDash val="solid"/>
          </a:ln>
        </p:spPr>
      </p:sp>
      <p:sp>
        <p:nvSpPr>
          <p:cNvPr id="417" name="01_find_only_416">
            <a:extLst>
              <a:ext uri="{FF2B5EF4-FFF2-40B4-BE49-F238E27FC236}">
                <a16:creationId xmlns:a16="http://schemas.microsoft.com/office/drawing/2014/main" id="{2C0BC7B2-879E-4D27-AE44-791778377D3A}"/>
              </a:ext>
            </a:extLst>
          </p:cNvPr>
          <p:cNvSpPr>
            <a:spLocks noGrp="1"/>
          </p:cNvSpPr>
          <p:nvPr/>
        </p:nvSpPr>
        <p:spPr>
          <a:xfrm>
            <a:off x="1505532" y="2855402"/>
            <a:ext cx="28398" cy="28398"/>
          </a:xfrm>
          <a:prstGeom prst="ellipse">
            <a:avLst/>
          </a:prstGeom>
          <a:solidFill>
            <a:srgbClr val="7F8C97">
              <a:alpha val="48000"/>
            </a:srgbClr>
          </a:solidFill>
          <a:ln w="0">
            <a:noFill/>
            <a:prstDash val="solid"/>
          </a:ln>
        </p:spPr>
      </p:sp>
      <p:sp>
        <p:nvSpPr>
          <p:cNvPr id="418" name="01_find_only_417">
            <a:extLst>
              <a:ext uri="{FF2B5EF4-FFF2-40B4-BE49-F238E27FC236}">
                <a16:creationId xmlns:a16="http://schemas.microsoft.com/office/drawing/2014/main" id="{DD07AC2F-FBAF-4E38-9412-9E8C15F1AA6B}"/>
              </a:ext>
            </a:extLst>
          </p:cNvPr>
          <p:cNvSpPr>
            <a:spLocks noGrp="1"/>
          </p:cNvSpPr>
          <p:nvPr/>
        </p:nvSpPr>
        <p:spPr>
          <a:xfrm>
            <a:off x="1585366" y="2855402"/>
            <a:ext cx="28398" cy="28398"/>
          </a:xfrm>
          <a:prstGeom prst="ellipse">
            <a:avLst/>
          </a:prstGeom>
          <a:solidFill>
            <a:srgbClr val="7F8C97">
              <a:alpha val="48000"/>
            </a:srgbClr>
          </a:solidFill>
          <a:ln w="0">
            <a:noFill/>
            <a:prstDash val="solid"/>
          </a:ln>
        </p:spPr>
      </p:sp>
      <p:sp>
        <p:nvSpPr>
          <p:cNvPr id="419" name="01_find_only_418">
            <a:extLst>
              <a:ext uri="{FF2B5EF4-FFF2-40B4-BE49-F238E27FC236}">
                <a16:creationId xmlns:a16="http://schemas.microsoft.com/office/drawing/2014/main" id="{DCE9918D-DD39-4D39-B397-841614FA9E11}"/>
              </a:ext>
            </a:extLst>
          </p:cNvPr>
          <p:cNvSpPr>
            <a:spLocks noGrp="1"/>
          </p:cNvSpPr>
          <p:nvPr/>
        </p:nvSpPr>
        <p:spPr>
          <a:xfrm>
            <a:off x="1594618" y="2855402"/>
            <a:ext cx="28398" cy="28398"/>
          </a:xfrm>
          <a:prstGeom prst="ellipse">
            <a:avLst/>
          </a:prstGeom>
          <a:solidFill>
            <a:srgbClr val="7F8C97">
              <a:alpha val="48000"/>
            </a:srgbClr>
          </a:solidFill>
          <a:ln w="0">
            <a:noFill/>
            <a:prstDash val="solid"/>
          </a:ln>
        </p:spPr>
      </p:sp>
      <p:sp>
        <p:nvSpPr>
          <p:cNvPr id="420" name="01_find_only_419">
            <a:extLst>
              <a:ext uri="{FF2B5EF4-FFF2-40B4-BE49-F238E27FC236}">
                <a16:creationId xmlns:a16="http://schemas.microsoft.com/office/drawing/2014/main" id="{3369C5E4-85CA-4BEC-8B85-D00A3B0EA9A6}"/>
              </a:ext>
            </a:extLst>
          </p:cNvPr>
          <p:cNvSpPr>
            <a:spLocks noGrp="1"/>
          </p:cNvSpPr>
          <p:nvPr/>
        </p:nvSpPr>
        <p:spPr>
          <a:xfrm>
            <a:off x="1562570" y="2855402"/>
            <a:ext cx="28398" cy="28398"/>
          </a:xfrm>
          <a:prstGeom prst="ellipse">
            <a:avLst/>
          </a:prstGeom>
          <a:solidFill>
            <a:srgbClr val="7F8C97">
              <a:alpha val="48000"/>
            </a:srgbClr>
          </a:solidFill>
          <a:ln w="0">
            <a:noFill/>
            <a:prstDash val="solid"/>
          </a:ln>
        </p:spPr>
      </p:sp>
      <p:sp>
        <p:nvSpPr>
          <p:cNvPr id="421" name="01_find_only_420">
            <a:extLst>
              <a:ext uri="{FF2B5EF4-FFF2-40B4-BE49-F238E27FC236}">
                <a16:creationId xmlns:a16="http://schemas.microsoft.com/office/drawing/2014/main" id="{764C3994-ADF0-482F-BAFD-8891CE58BD94}"/>
              </a:ext>
            </a:extLst>
          </p:cNvPr>
          <p:cNvSpPr>
            <a:spLocks noGrp="1"/>
          </p:cNvSpPr>
          <p:nvPr/>
        </p:nvSpPr>
        <p:spPr>
          <a:xfrm>
            <a:off x="1533955" y="2855402"/>
            <a:ext cx="28398" cy="28398"/>
          </a:xfrm>
          <a:prstGeom prst="ellipse">
            <a:avLst/>
          </a:prstGeom>
          <a:solidFill>
            <a:srgbClr val="7F8C97">
              <a:alpha val="48000"/>
            </a:srgbClr>
          </a:solidFill>
          <a:ln w="0">
            <a:noFill/>
            <a:prstDash val="solid"/>
          </a:ln>
        </p:spPr>
      </p:sp>
      <p:sp>
        <p:nvSpPr>
          <p:cNvPr id="422" name="01_find_only_421">
            <a:extLst>
              <a:ext uri="{FF2B5EF4-FFF2-40B4-BE49-F238E27FC236}">
                <a16:creationId xmlns:a16="http://schemas.microsoft.com/office/drawing/2014/main" id="{F99DB128-BC0B-4702-A6BD-019EEE547471}"/>
              </a:ext>
            </a:extLst>
          </p:cNvPr>
          <p:cNvSpPr>
            <a:spLocks noGrp="1"/>
          </p:cNvSpPr>
          <p:nvPr/>
        </p:nvSpPr>
        <p:spPr>
          <a:xfrm>
            <a:off x="1573920" y="2855402"/>
            <a:ext cx="28398" cy="28398"/>
          </a:xfrm>
          <a:prstGeom prst="ellipse">
            <a:avLst/>
          </a:prstGeom>
          <a:solidFill>
            <a:srgbClr val="7F8C97">
              <a:alpha val="48000"/>
            </a:srgbClr>
          </a:solidFill>
          <a:ln w="0">
            <a:noFill/>
            <a:prstDash val="solid"/>
          </a:ln>
        </p:spPr>
      </p:sp>
      <p:sp>
        <p:nvSpPr>
          <p:cNvPr id="423" name="01_find_only_422">
            <a:extLst>
              <a:ext uri="{FF2B5EF4-FFF2-40B4-BE49-F238E27FC236}">
                <a16:creationId xmlns:a16="http://schemas.microsoft.com/office/drawing/2014/main" id="{10D1A494-8FD8-4179-8A04-54B90DFC1475}"/>
              </a:ext>
            </a:extLst>
          </p:cNvPr>
          <p:cNvSpPr>
            <a:spLocks noGrp="1"/>
          </p:cNvSpPr>
          <p:nvPr/>
        </p:nvSpPr>
        <p:spPr>
          <a:xfrm>
            <a:off x="1525371" y="2855402"/>
            <a:ext cx="28398" cy="28398"/>
          </a:xfrm>
          <a:prstGeom prst="ellipse">
            <a:avLst/>
          </a:prstGeom>
          <a:solidFill>
            <a:srgbClr val="7F8C97">
              <a:alpha val="48000"/>
            </a:srgbClr>
          </a:solidFill>
          <a:ln w="0">
            <a:noFill/>
            <a:prstDash val="solid"/>
          </a:ln>
        </p:spPr>
      </p:sp>
      <p:sp>
        <p:nvSpPr>
          <p:cNvPr id="424" name="01_find_only_423">
            <a:extLst>
              <a:ext uri="{FF2B5EF4-FFF2-40B4-BE49-F238E27FC236}">
                <a16:creationId xmlns:a16="http://schemas.microsoft.com/office/drawing/2014/main" id="{52F68869-78EF-46BD-B159-2B9A55AE06B8}"/>
              </a:ext>
            </a:extLst>
          </p:cNvPr>
          <p:cNvSpPr>
            <a:spLocks noGrp="1"/>
          </p:cNvSpPr>
          <p:nvPr/>
        </p:nvSpPr>
        <p:spPr>
          <a:xfrm>
            <a:off x="1549884" y="2855402"/>
            <a:ext cx="28398" cy="28398"/>
          </a:xfrm>
          <a:prstGeom prst="ellipse">
            <a:avLst/>
          </a:prstGeom>
          <a:solidFill>
            <a:srgbClr val="7F8C97">
              <a:alpha val="48000"/>
            </a:srgbClr>
          </a:solidFill>
          <a:ln w="0">
            <a:noFill/>
            <a:prstDash val="solid"/>
          </a:ln>
        </p:spPr>
      </p:sp>
      <p:sp>
        <p:nvSpPr>
          <p:cNvPr id="425" name="01_find_only_424">
            <a:extLst>
              <a:ext uri="{FF2B5EF4-FFF2-40B4-BE49-F238E27FC236}">
                <a16:creationId xmlns:a16="http://schemas.microsoft.com/office/drawing/2014/main" id="{1EE18CC9-D127-494E-8426-AB79549E35C4}"/>
              </a:ext>
            </a:extLst>
          </p:cNvPr>
          <p:cNvSpPr>
            <a:spLocks noGrp="1"/>
          </p:cNvSpPr>
          <p:nvPr/>
        </p:nvSpPr>
        <p:spPr>
          <a:xfrm>
            <a:off x="1549884" y="2855402"/>
            <a:ext cx="28398" cy="28398"/>
          </a:xfrm>
          <a:prstGeom prst="ellipse">
            <a:avLst/>
          </a:prstGeom>
          <a:solidFill>
            <a:srgbClr val="7F8C97">
              <a:alpha val="48000"/>
            </a:srgbClr>
          </a:solidFill>
          <a:ln w="0">
            <a:noFill/>
            <a:prstDash val="solid"/>
          </a:ln>
        </p:spPr>
      </p:sp>
      <p:sp>
        <p:nvSpPr>
          <p:cNvPr id="426" name="01_find_only_425">
            <a:extLst>
              <a:ext uri="{FF2B5EF4-FFF2-40B4-BE49-F238E27FC236}">
                <a16:creationId xmlns:a16="http://schemas.microsoft.com/office/drawing/2014/main" id="{A76C3B02-7DE9-4892-BD60-63BD9C1145D8}"/>
              </a:ext>
            </a:extLst>
          </p:cNvPr>
          <p:cNvSpPr>
            <a:spLocks noGrp="1"/>
          </p:cNvSpPr>
          <p:nvPr/>
        </p:nvSpPr>
        <p:spPr>
          <a:xfrm>
            <a:off x="1521270" y="3036547"/>
            <a:ext cx="28398" cy="28398"/>
          </a:xfrm>
          <a:prstGeom prst="ellipse">
            <a:avLst/>
          </a:prstGeom>
          <a:solidFill>
            <a:srgbClr val="7F8C97">
              <a:alpha val="48000"/>
            </a:srgbClr>
          </a:solidFill>
          <a:ln w="0">
            <a:noFill/>
            <a:prstDash val="solid"/>
          </a:ln>
        </p:spPr>
      </p:sp>
      <p:sp>
        <p:nvSpPr>
          <p:cNvPr id="427" name="01_find_only_426">
            <a:extLst>
              <a:ext uri="{FF2B5EF4-FFF2-40B4-BE49-F238E27FC236}">
                <a16:creationId xmlns:a16="http://schemas.microsoft.com/office/drawing/2014/main" id="{62C57AC7-5067-4CB7-AE70-B6BE2D89C4DA}"/>
              </a:ext>
            </a:extLst>
          </p:cNvPr>
          <p:cNvSpPr>
            <a:spLocks noGrp="1"/>
          </p:cNvSpPr>
          <p:nvPr/>
        </p:nvSpPr>
        <p:spPr>
          <a:xfrm>
            <a:off x="1587751" y="2855402"/>
            <a:ext cx="28398" cy="28398"/>
          </a:xfrm>
          <a:prstGeom prst="ellipse">
            <a:avLst/>
          </a:prstGeom>
          <a:solidFill>
            <a:srgbClr val="7F8C97">
              <a:alpha val="48000"/>
            </a:srgbClr>
          </a:solidFill>
          <a:ln w="0">
            <a:noFill/>
            <a:prstDash val="solid"/>
          </a:ln>
        </p:spPr>
      </p:sp>
      <p:sp>
        <p:nvSpPr>
          <p:cNvPr id="428" name="01_find_only_427">
            <a:extLst>
              <a:ext uri="{FF2B5EF4-FFF2-40B4-BE49-F238E27FC236}">
                <a16:creationId xmlns:a16="http://schemas.microsoft.com/office/drawing/2014/main" id="{14480C26-B02A-4411-AF64-D4F475602F2E}"/>
              </a:ext>
            </a:extLst>
          </p:cNvPr>
          <p:cNvSpPr>
            <a:spLocks noGrp="1"/>
          </p:cNvSpPr>
          <p:nvPr/>
        </p:nvSpPr>
        <p:spPr>
          <a:xfrm>
            <a:off x="1535577" y="3700746"/>
            <a:ext cx="28398" cy="28398"/>
          </a:xfrm>
          <a:prstGeom prst="ellipse">
            <a:avLst/>
          </a:prstGeom>
          <a:solidFill>
            <a:srgbClr val="7F8C97">
              <a:alpha val="48000"/>
            </a:srgbClr>
          </a:solidFill>
          <a:ln w="0">
            <a:noFill/>
            <a:prstDash val="solid"/>
          </a:ln>
        </p:spPr>
      </p:sp>
      <p:sp>
        <p:nvSpPr>
          <p:cNvPr id="429" name="01_find_only_428">
            <a:extLst>
              <a:ext uri="{FF2B5EF4-FFF2-40B4-BE49-F238E27FC236}">
                <a16:creationId xmlns:a16="http://schemas.microsoft.com/office/drawing/2014/main" id="{906255E3-5FB0-4F2E-A0A3-862121796671}"/>
              </a:ext>
            </a:extLst>
          </p:cNvPr>
          <p:cNvSpPr>
            <a:spLocks noGrp="1"/>
          </p:cNvSpPr>
          <p:nvPr/>
        </p:nvSpPr>
        <p:spPr>
          <a:xfrm>
            <a:off x="1544829" y="2855402"/>
            <a:ext cx="28398" cy="28398"/>
          </a:xfrm>
          <a:prstGeom prst="ellipse">
            <a:avLst/>
          </a:prstGeom>
          <a:solidFill>
            <a:srgbClr val="7F8C97">
              <a:alpha val="48000"/>
            </a:srgbClr>
          </a:solidFill>
          <a:ln w="0">
            <a:noFill/>
            <a:prstDash val="solid"/>
          </a:ln>
        </p:spPr>
      </p:sp>
      <p:sp>
        <p:nvSpPr>
          <p:cNvPr id="430" name="01_find_only_429">
            <a:extLst>
              <a:ext uri="{FF2B5EF4-FFF2-40B4-BE49-F238E27FC236}">
                <a16:creationId xmlns:a16="http://schemas.microsoft.com/office/drawing/2014/main" id="{68306FB6-B57D-4FDB-8F11-AD4715FFDA09}"/>
              </a:ext>
            </a:extLst>
          </p:cNvPr>
          <p:cNvSpPr>
            <a:spLocks noGrp="1"/>
          </p:cNvSpPr>
          <p:nvPr/>
        </p:nvSpPr>
        <p:spPr>
          <a:xfrm>
            <a:off x="1596907" y="2855402"/>
            <a:ext cx="28398" cy="28398"/>
          </a:xfrm>
          <a:prstGeom prst="ellipse">
            <a:avLst/>
          </a:prstGeom>
          <a:solidFill>
            <a:srgbClr val="7F8C97">
              <a:alpha val="48000"/>
            </a:srgbClr>
          </a:solidFill>
          <a:ln w="0">
            <a:noFill/>
            <a:prstDash val="solid"/>
          </a:ln>
        </p:spPr>
      </p:sp>
      <p:sp>
        <p:nvSpPr>
          <p:cNvPr id="431" name="01_find_only_430">
            <a:extLst>
              <a:ext uri="{FF2B5EF4-FFF2-40B4-BE49-F238E27FC236}">
                <a16:creationId xmlns:a16="http://schemas.microsoft.com/office/drawing/2014/main" id="{7EDFA5FB-B588-4142-97DC-2498437EF7FE}"/>
              </a:ext>
            </a:extLst>
          </p:cNvPr>
          <p:cNvSpPr>
            <a:spLocks noGrp="1"/>
          </p:cNvSpPr>
          <p:nvPr/>
        </p:nvSpPr>
        <p:spPr>
          <a:xfrm>
            <a:off x="1568293" y="4123418"/>
            <a:ext cx="28398" cy="28398"/>
          </a:xfrm>
          <a:prstGeom prst="ellipse">
            <a:avLst/>
          </a:prstGeom>
          <a:solidFill>
            <a:srgbClr val="7F8C97">
              <a:alpha val="48000"/>
            </a:srgbClr>
          </a:solidFill>
          <a:ln w="0">
            <a:noFill/>
            <a:prstDash val="solid"/>
          </a:ln>
        </p:spPr>
      </p:sp>
      <p:sp>
        <p:nvSpPr>
          <p:cNvPr id="432" name="01_find_only_431">
            <a:extLst>
              <a:ext uri="{FF2B5EF4-FFF2-40B4-BE49-F238E27FC236}">
                <a16:creationId xmlns:a16="http://schemas.microsoft.com/office/drawing/2014/main" id="{6A417B47-09F7-4CCC-A6F6-1F328C8301F9}"/>
              </a:ext>
            </a:extLst>
          </p:cNvPr>
          <p:cNvSpPr>
            <a:spLocks noGrp="1"/>
          </p:cNvSpPr>
          <p:nvPr/>
        </p:nvSpPr>
        <p:spPr>
          <a:xfrm>
            <a:off x="1593473" y="3942273"/>
            <a:ext cx="28398" cy="28398"/>
          </a:xfrm>
          <a:prstGeom prst="ellipse">
            <a:avLst/>
          </a:prstGeom>
          <a:solidFill>
            <a:srgbClr val="7F8C97">
              <a:alpha val="48000"/>
            </a:srgbClr>
          </a:solidFill>
          <a:ln w="0">
            <a:noFill/>
            <a:prstDash val="solid"/>
          </a:ln>
        </p:spPr>
      </p:sp>
      <p:sp>
        <p:nvSpPr>
          <p:cNvPr id="433" name="01_find_only_432">
            <a:extLst>
              <a:ext uri="{FF2B5EF4-FFF2-40B4-BE49-F238E27FC236}">
                <a16:creationId xmlns:a16="http://schemas.microsoft.com/office/drawing/2014/main" id="{5A9315E5-670B-4961-897A-BD366CFFF2E8}"/>
              </a:ext>
            </a:extLst>
          </p:cNvPr>
          <p:cNvSpPr>
            <a:spLocks noGrp="1"/>
          </p:cNvSpPr>
          <p:nvPr/>
        </p:nvSpPr>
        <p:spPr>
          <a:xfrm>
            <a:off x="1509156" y="4123418"/>
            <a:ext cx="28398" cy="28398"/>
          </a:xfrm>
          <a:prstGeom prst="ellipse">
            <a:avLst/>
          </a:prstGeom>
          <a:solidFill>
            <a:srgbClr val="7F8C97">
              <a:alpha val="48000"/>
            </a:srgbClr>
          </a:solidFill>
          <a:ln w="0">
            <a:noFill/>
            <a:prstDash val="solid"/>
          </a:ln>
        </p:spPr>
      </p:sp>
      <p:sp>
        <p:nvSpPr>
          <p:cNvPr id="434" name="01_find_only_433">
            <a:extLst>
              <a:ext uri="{FF2B5EF4-FFF2-40B4-BE49-F238E27FC236}">
                <a16:creationId xmlns:a16="http://schemas.microsoft.com/office/drawing/2014/main" id="{FC15E17B-BE91-46F0-ADB1-6F87C1F676D6}"/>
              </a:ext>
            </a:extLst>
          </p:cNvPr>
          <p:cNvSpPr>
            <a:spLocks noGrp="1"/>
          </p:cNvSpPr>
          <p:nvPr/>
        </p:nvSpPr>
        <p:spPr>
          <a:xfrm>
            <a:off x="1586415" y="4123418"/>
            <a:ext cx="28398" cy="28398"/>
          </a:xfrm>
          <a:prstGeom prst="ellipse">
            <a:avLst/>
          </a:prstGeom>
          <a:solidFill>
            <a:srgbClr val="7F8C97">
              <a:alpha val="48000"/>
            </a:srgbClr>
          </a:solidFill>
          <a:ln w="0">
            <a:noFill/>
            <a:prstDash val="solid"/>
          </a:ln>
        </p:spPr>
      </p:sp>
      <p:sp>
        <p:nvSpPr>
          <p:cNvPr id="435" name="01_find_only_434">
            <a:extLst>
              <a:ext uri="{FF2B5EF4-FFF2-40B4-BE49-F238E27FC236}">
                <a16:creationId xmlns:a16="http://schemas.microsoft.com/office/drawing/2014/main" id="{11DAAD09-FD6D-4864-80EE-8BB0367A3B7D}"/>
              </a:ext>
            </a:extLst>
          </p:cNvPr>
          <p:cNvSpPr>
            <a:spLocks noGrp="1"/>
          </p:cNvSpPr>
          <p:nvPr/>
        </p:nvSpPr>
        <p:spPr>
          <a:xfrm>
            <a:off x="1573825" y="3278074"/>
            <a:ext cx="28398" cy="28398"/>
          </a:xfrm>
          <a:prstGeom prst="ellipse">
            <a:avLst/>
          </a:prstGeom>
          <a:solidFill>
            <a:srgbClr val="7F8C97">
              <a:alpha val="48000"/>
            </a:srgbClr>
          </a:solidFill>
          <a:ln w="0">
            <a:noFill/>
            <a:prstDash val="solid"/>
          </a:ln>
        </p:spPr>
      </p:sp>
      <p:sp>
        <p:nvSpPr>
          <p:cNvPr id="436" name="01_find_only_435">
            <a:extLst>
              <a:ext uri="{FF2B5EF4-FFF2-40B4-BE49-F238E27FC236}">
                <a16:creationId xmlns:a16="http://schemas.microsoft.com/office/drawing/2014/main" id="{018B28DB-1667-4D3B-82DA-A021A4B25E54}"/>
              </a:ext>
            </a:extLst>
          </p:cNvPr>
          <p:cNvSpPr>
            <a:spLocks noGrp="1"/>
          </p:cNvSpPr>
          <p:nvPr/>
        </p:nvSpPr>
        <p:spPr>
          <a:xfrm>
            <a:off x="1540918" y="2855402"/>
            <a:ext cx="28398" cy="28398"/>
          </a:xfrm>
          <a:prstGeom prst="ellipse">
            <a:avLst/>
          </a:prstGeom>
          <a:solidFill>
            <a:srgbClr val="7F8C97">
              <a:alpha val="48000"/>
            </a:srgbClr>
          </a:solidFill>
          <a:ln w="0">
            <a:noFill/>
            <a:prstDash val="solid"/>
          </a:ln>
        </p:spPr>
      </p:sp>
      <p:sp>
        <p:nvSpPr>
          <p:cNvPr id="437" name="01_find_only_436">
            <a:extLst>
              <a:ext uri="{FF2B5EF4-FFF2-40B4-BE49-F238E27FC236}">
                <a16:creationId xmlns:a16="http://schemas.microsoft.com/office/drawing/2014/main" id="{F35B262F-911A-4521-BA8D-BC9378929E99}"/>
              </a:ext>
            </a:extLst>
          </p:cNvPr>
          <p:cNvSpPr>
            <a:spLocks noGrp="1"/>
          </p:cNvSpPr>
          <p:nvPr/>
        </p:nvSpPr>
        <p:spPr>
          <a:xfrm>
            <a:off x="1577545" y="3806414"/>
            <a:ext cx="28398" cy="28398"/>
          </a:xfrm>
          <a:prstGeom prst="ellipse">
            <a:avLst/>
          </a:prstGeom>
          <a:solidFill>
            <a:srgbClr val="7F8C97">
              <a:alpha val="48000"/>
            </a:srgbClr>
          </a:solidFill>
          <a:ln w="0">
            <a:noFill/>
            <a:prstDash val="solid"/>
          </a:ln>
        </p:spPr>
      </p:sp>
      <p:sp>
        <p:nvSpPr>
          <p:cNvPr id="438" name="01_find_only_437">
            <a:extLst>
              <a:ext uri="{FF2B5EF4-FFF2-40B4-BE49-F238E27FC236}">
                <a16:creationId xmlns:a16="http://schemas.microsoft.com/office/drawing/2014/main" id="{D828260A-8CE3-45E5-8D7D-529772D5BA4F}"/>
              </a:ext>
            </a:extLst>
          </p:cNvPr>
          <p:cNvSpPr>
            <a:spLocks noGrp="1"/>
          </p:cNvSpPr>
          <p:nvPr/>
        </p:nvSpPr>
        <p:spPr>
          <a:xfrm>
            <a:off x="1597384" y="3172406"/>
            <a:ext cx="28398" cy="28398"/>
          </a:xfrm>
          <a:prstGeom prst="ellipse">
            <a:avLst/>
          </a:prstGeom>
          <a:solidFill>
            <a:srgbClr val="7F8C97">
              <a:alpha val="48000"/>
            </a:srgbClr>
          </a:solidFill>
          <a:ln w="0">
            <a:noFill/>
            <a:prstDash val="solid"/>
          </a:ln>
        </p:spPr>
      </p:sp>
      <p:sp>
        <p:nvSpPr>
          <p:cNvPr id="439" name="01_find_only_438">
            <a:extLst>
              <a:ext uri="{FF2B5EF4-FFF2-40B4-BE49-F238E27FC236}">
                <a16:creationId xmlns:a16="http://schemas.microsoft.com/office/drawing/2014/main" id="{3065153C-1547-43BB-A5C5-B11E2DA586E6}"/>
              </a:ext>
            </a:extLst>
          </p:cNvPr>
          <p:cNvSpPr>
            <a:spLocks noGrp="1"/>
          </p:cNvSpPr>
          <p:nvPr/>
        </p:nvSpPr>
        <p:spPr>
          <a:xfrm>
            <a:off x="1567530" y="3278074"/>
            <a:ext cx="28398" cy="28398"/>
          </a:xfrm>
          <a:prstGeom prst="ellipse">
            <a:avLst/>
          </a:prstGeom>
          <a:solidFill>
            <a:srgbClr val="7F8C97">
              <a:alpha val="48000"/>
            </a:srgbClr>
          </a:solidFill>
          <a:ln w="0">
            <a:noFill/>
            <a:prstDash val="solid"/>
          </a:ln>
        </p:spPr>
      </p:sp>
      <p:sp>
        <p:nvSpPr>
          <p:cNvPr id="440" name="01_find_only_439">
            <a:extLst>
              <a:ext uri="{FF2B5EF4-FFF2-40B4-BE49-F238E27FC236}">
                <a16:creationId xmlns:a16="http://schemas.microsoft.com/office/drawing/2014/main" id="{9E1BF8E4-5ECA-4FCB-ACD7-CB58A42C28E5}"/>
              </a:ext>
            </a:extLst>
          </p:cNvPr>
          <p:cNvSpPr>
            <a:spLocks noGrp="1"/>
          </p:cNvSpPr>
          <p:nvPr/>
        </p:nvSpPr>
        <p:spPr>
          <a:xfrm>
            <a:off x="1574874" y="2855402"/>
            <a:ext cx="28398" cy="28398"/>
          </a:xfrm>
          <a:prstGeom prst="ellipse">
            <a:avLst/>
          </a:prstGeom>
          <a:solidFill>
            <a:srgbClr val="7F8C97">
              <a:alpha val="48000"/>
            </a:srgbClr>
          </a:solidFill>
          <a:ln w="0">
            <a:noFill/>
            <a:prstDash val="solid"/>
          </a:ln>
        </p:spPr>
      </p:sp>
      <p:sp>
        <p:nvSpPr>
          <p:cNvPr id="441" name="01_find_only_440">
            <a:extLst>
              <a:ext uri="{FF2B5EF4-FFF2-40B4-BE49-F238E27FC236}">
                <a16:creationId xmlns:a16="http://schemas.microsoft.com/office/drawing/2014/main" id="{8C69B467-D2D3-4B82-B3C7-9ABE2C29F372}"/>
              </a:ext>
            </a:extLst>
          </p:cNvPr>
          <p:cNvSpPr>
            <a:spLocks noGrp="1"/>
          </p:cNvSpPr>
          <p:nvPr/>
        </p:nvSpPr>
        <p:spPr>
          <a:xfrm>
            <a:off x="1574016" y="3841637"/>
            <a:ext cx="28398" cy="28398"/>
          </a:xfrm>
          <a:prstGeom prst="ellipse">
            <a:avLst/>
          </a:prstGeom>
          <a:solidFill>
            <a:srgbClr val="7F8C97">
              <a:alpha val="48000"/>
            </a:srgbClr>
          </a:solidFill>
          <a:ln w="0">
            <a:noFill/>
            <a:prstDash val="solid"/>
          </a:ln>
        </p:spPr>
      </p:sp>
      <p:sp>
        <p:nvSpPr>
          <p:cNvPr id="442" name="01_find_only_441">
            <a:extLst>
              <a:ext uri="{FF2B5EF4-FFF2-40B4-BE49-F238E27FC236}">
                <a16:creationId xmlns:a16="http://schemas.microsoft.com/office/drawing/2014/main" id="{021DC0FB-0FDB-48AE-9648-E3244A800C1E}"/>
              </a:ext>
            </a:extLst>
          </p:cNvPr>
          <p:cNvSpPr>
            <a:spLocks noGrp="1"/>
          </p:cNvSpPr>
          <p:nvPr/>
        </p:nvSpPr>
        <p:spPr>
          <a:xfrm>
            <a:off x="1558755" y="2855402"/>
            <a:ext cx="28398" cy="28398"/>
          </a:xfrm>
          <a:prstGeom prst="ellipse">
            <a:avLst/>
          </a:prstGeom>
          <a:solidFill>
            <a:srgbClr val="7F8C97">
              <a:alpha val="48000"/>
            </a:srgbClr>
          </a:solidFill>
          <a:ln w="0">
            <a:noFill/>
            <a:prstDash val="solid"/>
          </a:ln>
        </p:spPr>
      </p:sp>
      <p:sp>
        <p:nvSpPr>
          <p:cNvPr id="443" name="01_find_only_442">
            <a:extLst>
              <a:ext uri="{FF2B5EF4-FFF2-40B4-BE49-F238E27FC236}">
                <a16:creationId xmlns:a16="http://schemas.microsoft.com/office/drawing/2014/main" id="{B9A399AC-F75F-4F17-A6C0-8F8F3AAAAE06}"/>
              </a:ext>
            </a:extLst>
          </p:cNvPr>
          <p:cNvSpPr>
            <a:spLocks noGrp="1"/>
          </p:cNvSpPr>
          <p:nvPr/>
        </p:nvSpPr>
        <p:spPr>
          <a:xfrm>
            <a:off x="1532143" y="3616211"/>
            <a:ext cx="28398" cy="28398"/>
          </a:xfrm>
          <a:prstGeom prst="ellipse">
            <a:avLst/>
          </a:prstGeom>
          <a:solidFill>
            <a:srgbClr val="7F8C97">
              <a:alpha val="48000"/>
            </a:srgbClr>
          </a:solidFill>
          <a:ln w="0">
            <a:noFill/>
            <a:prstDash val="solid"/>
          </a:ln>
        </p:spPr>
      </p:sp>
      <p:sp>
        <p:nvSpPr>
          <p:cNvPr id="444" name="01_find_only_443">
            <a:extLst>
              <a:ext uri="{FF2B5EF4-FFF2-40B4-BE49-F238E27FC236}">
                <a16:creationId xmlns:a16="http://schemas.microsoft.com/office/drawing/2014/main" id="{933AFF74-97D8-4594-AEE7-232611806D87}"/>
              </a:ext>
            </a:extLst>
          </p:cNvPr>
          <p:cNvSpPr>
            <a:spLocks noGrp="1"/>
          </p:cNvSpPr>
          <p:nvPr/>
        </p:nvSpPr>
        <p:spPr>
          <a:xfrm>
            <a:off x="1590707" y="2855402"/>
            <a:ext cx="28398" cy="28398"/>
          </a:xfrm>
          <a:prstGeom prst="ellipse">
            <a:avLst/>
          </a:prstGeom>
          <a:solidFill>
            <a:srgbClr val="7F8C97">
              <a:alpha val="48000"/>
            </a:srgbClr>
          </a:solidFill>
          <a:ln w="0">
            <a:noFill/>
            <a:prstDash val="solid"/>
          </a:ln>
        </p:spPr>
      </p:sp>
      <p:sp>
        <p:nvSpPr>
          <p:cNvPr id="445" name="01_find_only_444">
            <a:extLst>
              <a:ext uri="{FF2B5EF4-FFF2-40B4-BE49-F238E27FC236}">
                <a16:creationId xmlns:a16="http://schemas.microsoft.com/office/drawing/2014/main" id="{F7AA358F-769C-4163-A81D-2AB0EB53C53A}"/>
              </a:ext>
            </a:extLst>
          </p:cNvPr>
          <p:cNvSpPr>
            <a:spLocks noGrp="1"/>
          </p:cNvSpPr>
          <p:nvPr/>
        </p:nvSpPr>
        <p:spPr>
          <a:xfrm>
            <a:off x="1522033" y="3278074"/>
            <a:ext cx="28398" cy="28398"/>
          </a:xfrm>
          <a:prstGeom prst="ellipse">
            <a:avLst/>
          </a:prstGeom>
          <a:solidFill>
            <a:srgbClr val="7F8C97">
              <a:alpha val="48000"/>
            </a:srgbClr>
          </a:solidFill>
          <a:ln w="0">
            <a:noFill/>
            <a:prstDash val="solid"/>
          </a:ln>
        </p:spPr>
      </p:sp>
      <p:sp>
        <p:nvSpPr>
          <p:cNvPr id="446" name="01_find_only_445">
            <a:extLst>
              <a:ext uri="{FF2B5EF4-FFF2-40B4-BE49-F238E27FC236}">
                <a16:creationId xmlns:a16="http://schemas.microsoft.com/office/drawing/2014/main" id="{A10A3D0F-F417-4BBC-9B5E-3250EC032E4A}"/>
              </a:ext>
            </a:extLst>
          </p:cNvPr>
          <p:cNvSpPr>
            <a:spLocks noGrp="1"/>
          </p:cNvSpPr>
          <p:nvPr/>
        </p:nvSpPr>
        <p:spPr>
          <a:xfrm>
            <a:off x="1521270" y="2855402"/>
            <a:ext cx="28398" cy="28398"/>
          </a:xfrm>
          <a:prstGeom prst="ellipse">
            <a:avLst/>
          </a:prstGeom>
          <a:solidFill>
            <a:srgbClr val="7F8C97">
              <a:alpha val="48000"/>
            </a:srgbClr>
          </a:solidFill>
          <a:ln w="0">
            <a:noFill/>
            <a:prstDash val="solid"/>
          </a:ln>
        </p:spPr>
      </p:sp>
      <p:sp>
        <p:nvSpPr>
          <p:cNvPr id="447" name="01_find_only_446">
            <a:extLst>
              <a:ext uri="{FF2B5EF4-FFF2-40B4-BE49-F238E27FC236}">
                <a16:creationId xmlns:a16="http://schemas.microsoft.com/office/drawing/2014/main" id="{C6FC4203-B139-4475-89E6-1A76558D8558}"/>
              </a:ext>
            </a:extLst>
          </p:cNvPr>
          <p:cNvSpPr>
            <a:spLocks noGrp="1"/>
          </p:cNvSpPr>
          <p:nvPr/>
        </p:nvSpPr>
        <p:spPr>
          <a:xfrm>
            <a:off x="1525562" y="3489410"/>
            <a:ext cx="28398" cy="28398"/>
          </a:xfrm>
          <a:prstGeom prst="ellipse">
            <a:avLst/>
          </a:prstGeom>
          <a:solidFill>
            <a:srgbClr val="7F8C97">
              <a:alpha val="48000"/>
            </a:srgbClr>
          </a:solidFill>
          <a:ln w="0">
            <a:noFill/>
            <a:prstDash val="solid"/>
          </a:ln>
        </p:spPr>
      </p:sp>
      <p:sp>
        <p:nvSpPr>
          <p:cNvPr id="448" name="01_find_only_447">
            <a:extLst>
              <a:ext uri="{FF2B5EF4-FFF2-40B4-BE49-F238E27FC236}">
                <a16:creationId xmlns:a16="http://schemas.microsoft.com/office/drawing/2014/main" id="{4C621651-E17D-48EC-A4E7-E3EBB973568F}"/>
              </a:ext>
            </a:extLst>
          </p:cNvPr>
          <p:cNvSpPr>
            <a:spLocks noGrp="1"/>
          </p:cNvSpPr>
          <p:nvPr/>
        </p:nvSpPr>
        <p:spPr>
          <a:xfrm>
            <a:off x="1592043" y="3700746"/>
            <a:ext cx="28398" cy="28398"/>
          </a:xfrm>
          <a:prstGeom prst="ellipse">
            <a:avLst/>
          </a:prstGeom>
          <a:solidFill>
            <a:srgbClr val="7F8C97">
              <a:alpha val="48000"/>
            </a:srgbClr>
          </a:solidFill>
          <a:ln w="0">
            <a:noFill/>
            <a:prstDash val="solid"/>
          </a:ln>
        </p:spPr>
      </p:sp>
      <p:sp>
        <p:nvSpPr>
          <p:cNvPr id="449" name="01_find_only_448">
            <a:extLst>
              <a:ext uri="{FF2B5EF4-FFF2-40B4-BE49-F238E27FC236}">
                <a16:creationId xmlns:a16="http://schemas.microsoft.com/office/drawing/2014/main" id="{C9227BB0-D64F-4714-A7FC-2FA52085D82A}"/>
              </a:ext>
            </a:extLst>
          </p:cNvPr>
          <p:cNvSpPr>
            <a:spLocks noGrp="1"/>
          </p:cNvSpPr>
          <p:nvPr/>
        </p:nvSpPr>
        <p:spPr>
          <a:xfrm>
            <a:off x="1581932" y="3635719"/>
            <a:ext cx="28398" cy="28398"/>
          </a:xfrm>
          <a:prstGeom prst="ellipse">
            <a:avLst/>
          </a:prstGeom>
          <a:solidFill>
            <a:srgbClr val="7F8C97">
              <a:alpha val="48000"/>
            </a:srgbClr>
          </a:solidFill>
          <a:ln w="0">
            <a:noFill/>
            <a:prstDash val="solid"/>
          </a:ln>
        </p:spPr>
      </p:sp>
      <p:sp>
        <p:nvSpPr>
          <p:cNvPr id="450" name="01_find_only_449">
            <a:extLst>
              <a:ext uri="{FF2B5EF4-FFF2-40B4-BE49-F238E27FC236}">
                <a16:creationId xmlns:a16="http://schemas.microsoft.com/office/drawing/2014/main" id="{5CA1F709-4851-4948-9010-261D68352194}"/>
              </a:ext>
            </a:extLst>
          </p:cNvPr>
          <p:cNvSpPr>
            <a:spLocks noGrp="1"/>
          </p:cNvSpPr>
          <p:nvPr/>
        </p:nvSpPr>
        <p:spPr>
          <a:xfrm>
            <a:off x="1586034" y="2855402"/>
            <a:ext cx="28398" cy="28398"/>
          </a:xfrm>
          <a:prstGeom prst="ellipse">
            <a:avLst/>
          </a:prstGeom>
          <a:solidFill>
            <a:srgbClr val="7F8C97">
              <a:alpha val="48000"/>
            </a:srgbClr>
          </a:solidFill>
          <a:ln w="0">
            <a:noFill/>
            <a:prstDash val="solid"/>
          </a:ln>
        </p:spPr>
      </p:sp>
      <p:sp>
        <p:nvSpPr>
          <p:cNvPr id="451" name="01_find_only_450">
            <a:extLst>
              <a:ext uri="{FF2B5EF4-FFF2-40B4-BE49-F238E27FC236}">
                <a16:creationId xmlns:a16="http://schemas.microsoft.com/office/drawing/2014/main" id="{177A5294-880F-48A5-93C3-2CC3F667B2AE}"/>
              </a:ext>
            </a:extLst>
          </p:cNvPr>
          <p:cNvSpPr>
            <a:spLocks noGrp="1"/>
          </p:cNvSpPr>
          <p:nvPr/>
        </p:nvSpPr>
        <p:spPr>
          <a:xfrm>
            <a:off x="1574206" y="2855402"/>
            <a:ext cx="28398" cy="28398"/>
          </a:xfrm>
          <a:prstGeom prst="ellipse">
            <a:avLst/>
          </a:prstGeom>
          <a:solidFill>
            <a:srgbClr val="7F8C97">
              <a:alpha val="48000"/>
            </a:srgbClr>
          </a:solidFill>
          <a:ln w="0">
            <a:noFill/>
            <a:prstDash val="solid"/>
          </a:ln>
        </p:spPr>
      </p:sp>
      <p:sp>
        <p:nvSpPr>
          <p:cNvPr id="452" name="01_find_only_451">
            <a:extLst>
              <a:ext uri="{FF2B5EF4-FFF2-40B4-BE49-F238E27FC236}">
                <a16:creationId xmlns:a16="http://schemas.microsoft.com/office/drawing/2014/main" id="{E0B6ECDE-599C-46EF-960E-DE226761BAC9}"/>
              </a:ext>
            </a:extLst>
          </p:cNvPr>
          <p:cNvSpPr>
            <a:spLocks noGrp="1"/>
          </p:cNvSpPr>
          <p:nvPr/>
        </p:nvSpPr>
        <p:spPr>
          <a:xfrm>
            <a:off x="1581551" y="4123418"/>
            <a:ext cx="28398" cy="28398"/>
          </a:xfrm>
          <a:prstGeom prst="ellipse">
            <a:avLst/>
          </a:prstGeom>
          <a:solidFill>
            <a:srgbClr val="7F8C97">
              <a:alpha val="48000"/>
            </a:srgbClr>
          </a:solidFill>
          <a:ln w="0">
            <a:noFill/>
            <a:prstDash val="solid"/>
          </a:ln>
        </p:spPr>
      </p:sp>
      <p:sp>
        <p:nvSpPr>
          <p:cNvPr id="453" name="01_find_only_452">
            <a:extLst>
              <a:ext uri="{FF2B5EF4-FFF2-40B4-BE49-F238E27FC236}">
                <a16:creationId xmlns:a16="http://schemas.microsoft.com/office/drawing/2014/main" id="{8566B11E-C137-4F6F-BDBB-A24ABE80A29C}"/>
              </a:ext>
            </a:extLst>
          </p:cNvPr>
          <p:cNvSpPr>
            <a:spLocks noGrp="1"/>
          </p:cNvSpPr>
          <p:nvPr/>
        </p:nvSpPr>
        <p:spPr>
          <a:xfrm>
            <a:off x="1589754" y="4123418"/>
            <a:ext cx="28398" cy="28398"/>
          </a:xfrm>
          <a:prstGeom prst="ellipse">
            <a:avLst/>
          </a:prstGeom>
          <a:solidFill>
            <a:srgbClr val="7F8C97">
              <a:alpha val="48000"/>
            </a:srgbClr>
          </a:solidFill>
          <a:ln w="0">
            <a:noFill/>
            <a:prstDash val="solid"/>
          </a:ln>
        </p:spPr>
      </p:sp>
      <p:sp>
        <p:nvSpPr>
          <p:cNvPr id="454" name="01_find_only_453">
            <a:extLst>
              <a:ext uri="{FF2B5EF4-FFF2-40B4-BE49-F238E27FC236}">
                <a16:creationId xmlns:a16="http://schemas.microsoft.com/office/drawing/2014/main" id="{50A5756A-82FE-42A6-9DD7-4776F9268DDB}"/>
              </a:ext>
            </a:extLst>
          </p:cNvPr>
          <p:cNvSpPr>
            <a:spLocks noGrp="1"/>
          </p:cNvSpPr>
          <p:nvPr/>
        </p:nvSpPr>
        <p:spPr>
          <a:xfrm>
            <a:off x="1519744" y="4123418"/>
            <a:ext cx="28398" cy="28398"/>
          </a:xfrm>
          <a:prstGeom prst="ellipse">
            <a:avLst/>
          </a:prstGeom>
          <a:solidFill>
            <a:srgbClr val="7F8C97">
              <a:alpha val="48000"/>
            </a:srgbClr>
          </a:solidFill>
          <a:ln w="0">
            <a:noFill/>
            <a:prstDash val="solid"/>
          </a:ln>
        </p:spPr>
      </p:sp>
      <p:sp>
        <p:nvSpPr>
          <p:cNvPr id="455" name="01_find_only_454">
            <a:extLst>
              <a:ext uri="{FF2B5EF4-FFF2-40B4-BE49-F238E27FC236}">
                <a16:creationId xmlns:a16="http://schemas.microsoft.com/office/drawing/2014/main" id="{55CBB3A6-B999-422A-8B94-9933141AD350}"/>
              </a:ext>
            </a:extLst>
          </p:cNvPr>
          <p:cNvSpPr>
            <a:spLocks noGrp="1"/>
          </p:cNvSpPr>
          <p:nvPr/>
        </p:nvSpPr>
        <p:spPr>
          <a:xfrm>
            <a:off x="1527279" y="2855402"/>
            <a:ext cx="28398" cy="28398"/>
          </a:xfrm>
          <a:prstGeom prst="ellipse">
            <a:avLst/>
          </a:prstGeom>
          <a:solidFill>
            <a:srgbClr val="7F8C97">
              <a:alpha val="48000"/>
            </a:srgbClr>
          </a:solidFill>
          <a:ln w="0">
            <a:noFill/>
            <a:prstDash val="solid"/>
          </a:ln>
        </p:spPr>
      </p:sp>
      <p:sp>
        <p:nvSpPr>
          <p:cNvPr id="456" name="01_find_only_455">
            <a:extLst>
              <a:ext uri="{FF2B5EF4-FFF2-40B4-BE49-F238E27FC236}">
                <a16:creationId xmlns:a16="http://schemas.microsoft.com/office/drawing/2014/main" id="{EC3999C1-5B18-4DE3-96CF-B649C0F28DAD}"/>
              </a:ext>
            </a:extLst>
          </p:cNvPr>
          <p:cNvSpPr>
            <a:spLocks noGrp="1"/>
          </p:cNvSpPr>
          <p:nvPr/>
        </p:nvSpPr>
        <p:spPr>
          <a:xfrm>
            <a:off x="1572585" y="3489410"/>
            <a:ext cx="28398" cy="28398"/>
          </a:xfrm>
          <a:prstGeom prst="ellipse">
            <a:avLst/>
          </a:prstGeom>
          <a:solidFill>
            <a:srgbClr val="7F8C97">
              <a:alpha val="48000"/>
            </a:srgbClr>
          </a:solidFill>
          <a:ln w="0">
            <a:noFill/>
            <a:prstDash val="solid"/>
          </a:ln>
        </p:spPr>
      </p:sp>
      <p:sp>
        <p:nvSpPr>
          <p:cNvPr id="457" name="01_find_only_456">
            <a:extLst>
              <a:ext uri="{FF2B5EF4-FFF2-40B4-BE49-F238E27FC236}">
                <a16:creationId xmlns:a16="http://schemas.microsoft.com/office/drawing/2014/main" id="{342244BF-E708-4C0A-941D-CE2BB5424A92}"/>
              </a:ext>
            </a:extLst>
          </p:cNvPr>
          <p:cNvSpPr>
            <a:spLocks noGrp="1"/>
          </p:cNvSpPr>
          <p:nvPr/>
        </p:nvSpPr>
        <p:spPr>
          <a:xfrm>
            <a:off x="1524608" y="2855402"/>
            <a:ext cx="28398" cy="28398"/>
          </a:xfrm>
          <a:prstGeom prst="ellipse">
            <a:avLst/>
          </a:prstGeom>
          <a:solidFill>
            <a:srgbClr val="7F8C97">
              <a:alpha val="48000"/>
            </a:srgbClr>
          </a:solidFill>
          <a:ln w="0">
            <a:noFill/>
            <a:prstDash val="solid"/>
          </a:ln>
        </p:spPr>
      </p:sp>
      <p:sp>
        <p:nvSpPr>
          <p:cNvPr id="458" name="01_find_only_457">
            <a:extLst>
              <a:ext uri="{FF2B5EF4-FFF2-40B4-BE49-F238E27FC236}">
                <a16:creationId xmlns:a16="http://schemas.microsoft.com/office/drawing/2014/main" id="{DE5BB339-31F4-485E-969A-54F2C527B9F2}"/>
              </a:ext>
            </a:extLst>
          </p:cNvPr>
          <p:cNvSpPr>
            <a:spLocks noGrp="1"/>
          </p:cNvSpPr>
          <p:nvPr/>
        </p:nvSpPr>
        <p:spPr>
          <a:xfrm>
            <a:off x="1533860" y="3131057"/>
            <a:ext cx="28398" cy="28398"/>
          </a:xfrm>
          <a:prstGeom prst="ellipse">
            <a:avLst/>
          </a:prstGeom>
          <a:solidFill>
            <a:srgbClr val="7F8C97">
              <a:alpha val="48000"/>
            </a:srgbClr>
          </a:solidFill>
          <a:ln w="0">
            <a:noFill/>
            <a:prstDash val="solid"/>
          </a:ln>
        </p:spPr>
      </p:sp>
      <p:sp>
        <p:nvSpPr>
          <p:cNvPr id="459" name="01_find_only_458">
            <a:extLst>
              <a:ext uri="{FF2B5EF4-FFF2-40B4-BE49-F238E27FC236}">
                <a16:creationId xmlns:a16="http://schemas.microsoft.com/office/drawing/2014/main" id="{1530AB65-CDB9-46EF-87DF-826434D55D33}"/>
              </a:ext>
            </a:extLst>
          </p:cNvPr>
          <p:cNvSpPr>
            <a:spLocks noGrp="1"/>
          </p:cNvSpPr>
          <p:nvPr/>
        </p:nvSpPr>
        <p:spPr>
          <a:xfrm>
            <a:off x="1518217" y="2855402"/>
            <a:ext cx="28398" cy="28398"/>
          </a:xfrm>
          <a:prstGeom prst="ellipse">
            <a:avLst/>
          </a:prstGeom>
          <a:solidFill>
            <a:srgbClr val="7F8C97">
              <a:alpha val="48000"/>
            </a:srgbClr>
          </a:solidFill>
          <a:ln w="0">
            <a:noFill/>
            <a:prstDash val="solid"/>
          </a:ln>
        </p:spPr>
      </p:sp>
      <p:sp>
        <p:nvSpPr>
          <p:cNvPr id="460" name="01_find_only_459">
            <a:extLst>
              <a:ext uri="{FF2B5EF4-FFF2-40B4-BE49-F238E27FC236}">
                <a16:creationId xmlns:a16="http://schemas.microsoft.com/office/drawing/2014/main" id="{6653BDC5-8E57-43EB-AD90-F0E31CF1396A}"/>
              </a:ext>
            </a:extLst>
          </p:cNvPr>
          <p:cNvSpPr>
            <a:spLocks noGrp="1"/>
          </p:cNvSpPr>
          <p:nvPr/>
        </p:nvSpPr>
        <p:spPr>
          <a:xfrm>
            <a:off x="1528328" y="3489410"/>
            <a:ext cx="28398" cy="28398"/>
          </a:xfrm>
          <a:prstGeom prst="ellipse">
            <a:avLst/>
          </a:prstGeom>
          <a:solidFill>
            <a:srgbClr val="7F8C97">
              <a:alpha val="48000"/>
            </a:srgbClr>
          </a:solidFill>
          <a:ln w="0">
            <a:noFill/>
            <a:prstDash val="solid"/>
          </a:ln>
        </p:spPr>
      </p:sp>
      <p:sp>
        <p:nvSpPr>
          <p:cNvPr id="461" name="01_find_only_460">
            <a:extLst>
              <a:ext uri="{FF2B5EF4-FFF2-40B4-BE49-F238E27FC236}">
                <a16:creationId xmlns:a16="http://schemas.microsoft.com/office/drawing/2014/main" id="{77533B3D-FC17-490C-BF15-FA1B881684EF}"/>
              </a:ext>
            </a:extLst>
          </p:cNvPr>
          <p:cNvSpPr>
            <a:spLocks noGrp="1"/>
          </p:cNvSpPr>
          <p:nvPr/>
        </p:nvSpPr>
        <p:spPr>
          <a:xfrm>
            <a:off x="1532048" y="3761128"/>
            <a:ext cx="28398" cy="28398"/>
          </a:xfrm>
          <a:prstGeom prst="ellipse">
            <a:avLst/>
          </a:prstGeom>
          <a:solidFill>
            <a:srgbClr val="7F8C97">
              <a:alpha val="48000"/>
            </a:srgbClr>
          </a:solidFill>
          <a:ln w="0">
            <a:noFill/>
            <a:prstDash val="solid"/>
          </a:ln>
        </p:spPr>
      </p:sp>
      <p:sp>
        <p:nvSpPr>
          <p:cNvPr id="462" name="01_find_only_461">
            <a:extLst>
              <a:ext uri="{FF2B5EF4-FFF2-40B4-BE49-F238E27FC236}">
                <a16:creationId xmlns:a16="http://schemas.microsoft.com/office/drawing/2014/main" id="{70A58491-17B8-49A9-985E-ABCDF2044592}"/>
              </a:ext>
            </a:extLst>
          </p:cNvPr>
          <p:cNvSpPr>
            <a:spLocks noGrp="1"/>
          </p:cNvSpPr>
          <p:nvPr/>
        </p:nvSpPr>
        <p:spPr>
          <a:xfrm>
            <a:off x="1591280" y="3700746"/>
            <a:ext cx="28398" cy="28398"/>
          </a:xfrm>
          <a:prstGeom prst="ellipse">
            <a:avLst/>
          </a:prstGeom>
          <a:solidFill>
            <a:srgbClr val="7F8C97">
              <a:alpha val="48000"/>
            </a:srgbClr>
          </a:solidFill>
          <a:ln w="0">
            <a:noFill/>
            <a:prstDash val="solid"/>
          </a:ln>
        </p:spPr>
      </p:sp>
      <p:sp>
        <p:nvSpPr>
          <p:cNvPr id="463" name="01_find_only_462">
            <a:extLst>
              <a:ext uri="{FF2B5EF4-FFF2-40B4-BE49-F238E27FC236}">
                <a16:creationId xmlns:a16="http://schemas.microsoft.com/office/drawing/2014/main" id="{9F024A53-9679-48D5-87D6-A847676ABEB6}"/>
              </a:ext>
            </a:extLst>
          </p:cNvPr>
          <p:cNvSpPr>
            <a:spLocks noGrp="1"/>
          </p:cNvSpPr>
          <p:nvPr/>
        </p:nvSpPr>
        <p:spPr>
          <a:xfrm>
            <a:off x="1550838" y="2855402"/>
            <a:ext cx="28398" cy="28398"/>
          </a:xfrm>
          <a:prstGeom prst="ellipse">
            <a:avLst/>
          </a:prstGeom>
          <a:solidFill>
            <a:srgbClr val="7F8C97">
              <a:alpha val="48000"/>
            </a:srgbClr>
          </a:solidFill>
          <a:ln w="0">
            <a:noFill/>
            <a:prstDash val="solid"/>
          </a:ln>
        </p:spPr>
      </p:sp>
      <p:sp>
        <p:nvSpPr>
          <p:cNvPr id="464" name="01_find_only_463">
            <a:extLst>
              <a:ext uri="{FF2B5EF4-FFF2-40B4-BE49-F238E27FC236}">
                <a16:creationId xmlns:a16="http://schemas.microsoft.com/office/drawing/2014/main" id="{9581CD6E-752B-46D9-935F-DBE874330E03}"/>
              </a:ext>
            </a:extLst>
          </p:cNvPr>
          <p:cNvSpPr>
            <a:spLocks noGrp="1"/>
          </p:cNvSpPr>
          <p:nvPr/>
        </p:nvSpPr>
        <p:spPr>
          <a:xfrm>
            <a:off x="1519744" y="3172406"/>
            <a:ext cx="28398" cy="28398"/>
          </a:xfrm>
          <a:prstGeom prst="ellipse">
            <a:avLst/>
          </a:prstGeom>
          <a:solidFill>
            <a:srgbClr val="7F8C97">
              <a:alpha val="48000"/>
            </a:srgbClr>
          </a:solidFill>
          <a:ln w="0">
            <a:noFill/>
            <a:prstDash val="solid"/>
          </a:ln>
        </p:spPr>
      </p:sp>
      <p:sp>
        <p:nvSpPr>
          <p:cNvPr id="465" name="01_find_only_464">
            <a:extLst>
              <a:ext uri="{FF2B5EF4-FFF2-40B4-BE49-F238E27FC236}">
                <a16:creationId xmlns:a16="http://schemas.microsoft.com/office/drawing/2014/main" id="{D5770DC3-5D6E-4B0A-A5B6-F6AEE37F511A}"/>
              </a:ext>
            </a:extLst>
          </p:cNvPr>
          <p:cNvSpPr>
            <a:spLocks noGrp="1"/>
          </p:cNvSpPr>
          <p:nvPr/>
        </p:nvSpPr>
        <p:spPr>
          <a:xfrm>
            <a:off x="1533574" y="3172406"/>
            <a:ext cx="28398" cy="28398"/>
          </a:xfrm>
          <a:prstGeom prst="ellipse">
            <a:avLst/>
          </a:prstGeom>
          <a:solidFill>
            <a:srgbClr val="7F8C97">
              <a:alpha val="48000"/>
            </a:srgbClr>
          </a:solidFill>
          <a:ln w="0">
            <a:noFill/>
            <a:prstDash val="solid"/>
          </a:ln>
        </p:spPr>
      </p:sp>
      <p:sp>
        <p:nvSpPr>
          <p:cNvPr id="466" name="01_find_only_465">
            <a:extLst>
              <a:ext uri="{FF2B5EF4-FFF2-40B4-BE49-F238E27FC236}">
                <a16:creationId xmlns:a16="http://schemas.microsoft.com/office/drawing/2014/main" id="{AFB58F3E-C1CC-4D13-B19D-8DC56DFD2938}"/>
              </a:ext>
            </a:extLst>
          </p:cNvPr>
          <p:cNvSpPr>
            <a:spLocks noGrp="1"/>
          </p:cNvSpPr>
          <p:nvPr/>
        </p:nvSpPr>
        <p:spPr>
          <a:xfrm>
            <a:off x="1586320" y="3362608"/>
            <a:ext cx="28398" cy="28398"/>
          </a:xfrm>
          <a:prstGeom prst="ellipse">
            <a:avLst/>
          </a:prstGeom>
          <a:solidFill>
            <a:srgbClr val="7F8C97">
              <a:alpha val="48000"/>
            </a:srgbClr>
          </a:solidFill>
          <a:ln w="0">
            <a:noFill/>
            <a:prstDash val="solid"/>
          </a:ln>
        </p:spPr>
      </p:sp>
      <p:sp>
        <p:nvSpPr>
          <p:cNvPr id="467" name="01_find_only_466">
            <a:extLst>
              <a:ext uri="{FF2B5EF4-FFF2-40B4-BE49-F238E27FC236}">
                <a16:creationId xmlns:a16="http://schemas.microsoft.com/office/drawing/2014/main" id="{F5C4079E-00E1-4F4B-9B3F-AE774CE9F5EC}"/>
              </a:ext>
            </a:extLst>
          </p:cNvPr>
          <p:cNvSpPr>
            <a:spLocks noGrp="1"/>
          </p:cNvSpPr>
          <p:nvPr/>
        </p:nvSpPr>
        <p:spPr>
          <a:xfrm>
            <a:off x="1568293" y="3066738"/>
            <a:ext cx="28398" cy="28398"/>
          </a:xfrm>
          <a:prstGeom prst="ellipse">
            <a:avLst/>
          </a:prstGeom>
          <a:solidFill>
            <a:srgbClr val="7F8C97">
              <a:alpha val="48000"/>
            </a:srgbClr>
          </a:solidFill>
          <a:ln w="0">
            <a:noFill/>
            <a:prstDash val="solid"/>
          </a:ln>
        </p:spPr>
      </p:sp>
      <p:sp>
        <p:nvSpPr>
          <p:cNvPr id="468" name="01_find_only_467">
            <a:extLst>
              <a:ext uri="{FF2B5EF4-FFF2-40B4-BE49-F238E27FC236}">
                <a16:creationId xmlns:a16="http://schemas.microsoft.com/office/drawing/2014/main" id="{6CFDDA5F-A10B-4437-B6BD-441547DF8447}"/>
              </a:ext>
            </a:extLst>
          </p:cNvPr>
          <p:cNvSpPr>
            <a:spLocks noGrp="1"/>
          </p:cNvSpPr>
          <p:nvPr/>
        </p:nvSpPr>
        <p:spPr>
          <a:xfrm>
            <a:off x="1585938" y="3559855"/>
            <a:ext cx="28398" cy="28398"/>
          </a:xfrm>
          <a:prstGeom prst="ellipse">
            <a:avLst/>
          </a:prstGeom>
          <a:solidFill>
            <a:srgbClr val="7F8C97">
              <a:alpha val="48000"/>
            </a:srgbClr>
          </a:solidFill>
          <a:ln w="0">
            <a:noFill/>
            <a:prstDash val="solid"/>
          </a:ln>
        </p:spPr>
      </p:sp>
      <p:sp>
        <p:nvSpPr>
          <p:cNvPr id="469" name="01_find_only_468">
            <a:extLst>
              <a:ext uri="{FF2B5EF4-FFF2-40B4-BE49-F238E27FC236}">
                <a16:creationId xmlns:a16="http://schemas.microsoft.com/office/drawing/2014/main" id="{2E3A7AC6-0F77-46FB-81DD-F885FB0917B7}"/>
              </a:ext>
            </a:extLst>
          </p:cNvPr>
          <p:cNvSpPr>
            <a:spLocks noGrp="1"/>
          </p:cNvSpPr>
          <p:nvPr/>
        </p:nvSpPr>
        <p:spPr>
          <a:xfrm>
            <a:off x="1525562" y="3148021"/>
            <a:ext cx="28398" cy="28398"/>
          </a:xfrm>
          <a:prstGeom prst="ellipse">
            <a:avLst/>
          </a:prstGeom>
          <a:solidFill>
            <a:srgbClr val="7F8C97">
              <a:alpha val="48000"/>
            </a:srgbClr>
          </a:solidFill>
          <a:ln w="0">
            <a:noFill/>
            <a:prstDash val="solid"/>
          </a:ln>
        </p:spPr>
      </p:sp>
      <p:sp>
        <p:nvSpPr>
          <p:cNvPr id="470" name="01_find_only_469">
            <a:extLst>
              <a:ext uri="{FF2B5EF4-FFF2-40B4-BE49-F238E27FC236}">
                <a16:creationId xmlns:a16="http://schemas.microsoft.com/office/drawing/2014/main" id="{6026CCAD-3304-4F1D-8D60-3552BDF28CCA}"/>
              </a:ext>
            </a:extLst>
          </p:cNvPr>
          <p:cNvSpPr>
            <a:spLocks noGrp="1"/>
          </p:cNvSpPr>
          <p:nvPr/>
        </p:nvSpPr>
        <p:spPr>
          <a:xfrm>
            <a:off x="1543494" y="3161475"/>
            <a:ext cx="28398" cy="28398"/>
          </a:xfrm>
          <a:prstGeom prst="ellipse">
            <a:avLst/>
          </a:prstGeom>
          <a:solidFill>
            <a:srgbClr val="7F8C97">
              <a:alpha val="48000"/>
            </a:srgbClr>
          </a:solidFill>
          <a:ln w="0">
            <a:noFill/>
            <a:prstDash val="solid"/>
          </a:ln>
        </p:spPr>
      </p:sp>
      <p:sp>
        <p:nvSpPr>
          <p:cNvPr id="471" name="01_find_only_470">
            <a:extLst>
              <a:ext uri="{FF2B5EF4-FFF2-40B4-BE49-F238E27FC236}">
                <a16:creationId xmlns:a16="http://schemas.microsoft.com/office/drawing/2014/main" id="{126E73FC-3D3B-4014-97B4-5386484CD4A1}"/>
              </a:ext>
            </a:extLst>
          </p:cNvPr>
          <p:cNvSpPr>
            <a:spLocks noGrp="1"/>
          </p:cNvSpPr>
          <p:nvPr/>
        </p:nvSpPr>
        <p:spPr>
          <a:xfrm>
            <a:off x="1586606" y="3853185"/>
            <a:ext cx="28398" cy="28398"/>
          </a:xfrm>
          <a:prstGeom prst="ellipse">
            <a:avLst/>
          </a:prstGeom>
          <a:solidFill>
            <a:srgbClr val="7F8C97">
              <a:alpha val="48000"/>
            </a:srgbClr>
          </a:solidFill>
          <a:ln w="0">
            <a:noFill/>
            <a:prstDash val="solid"/>
          </a:ln>
        </p:spPr>
      </p:sp>
      <p:sp>
        <p:nvSpPr>
          <p:cNvPr id="472" name="01_find_only_471">
            <a:extLst>
              <a:ext uri="{FF2B5EF4-FFF2-40B4-BE49-F238E27FC236}">
                <a16:creationId xmlns:a16="http://schemas.microsoft.com/office/drawing/2014/main" id="{95E19F2D-6707-4081-8611-BC27B49CEABA}"/>
              </a:ext>
            </a:extLst>
          </p:cNvPr>
          <p:cNvSpPr>
            <a:spLocks noGrp="1"/>
          </p:cNvSpPr>
          <p:nvPr/>
        </p:nvSpPr>
        <p:spPr>
          <a:xfrm>
            <a:off x="1586701" y="3489410"/>
            <a:ext cx="28398" cy="28398"/>
          </a:xfrm>
          <a:prstGeom prst="ellipse">
            <a:avLst/>
          </a:prstGeom>
          <a:solidFill>
            <a:srgbClr val="7F8C97">
              <a:alpha val="48000"/>
            </a:srgbClr>
          </a:solidFill>
          <a:ln w="0">
            <a:noFill/>
            <a:prstDash val="solid"/>
          </a:ln>
        </p:spPr>
      </p:sp>
      <p:sp>
        <p:nvSpPr>
          <p:cNvPr id="473" name="01_find_only_472">
            <a:extLst>
              <a:ext uri="{FF2B5EF4-FFF2-40B4-BE49-F238E27FC236}">
                <a16:creationId xmlns:a16="http://schemas.microsoft.com/office/drawing/2014/main" id="{25BF9957-3A4A-4BA9-B8CE-B4A5CA47B9D2}"/>
              </a:ext>
            </a:extLst>
          </p:cNvPr>
          <p:cNvSpPr>
            <a:spLocks noGrp="1"/>
          </p:cNvSpPr>
          <p:nvPr/>
        </p:nvSpPr>
        <p:spPr>
          <a:xfrm>
            <a:off x="1580788" y="2855402"/>
            <a:ext cx="28398" cy="28398"/>
          </a:xfrm>
          <a:prstGeom prst="ellipse">
            <a:avLst/>
          </a:prstGeom>
          <a:solidFill>
            <a:srgbClr val="7F8C97">
              <a:alpha val="48000"/>
            </a:srgbClr>
          </a:solidFill>
          <a:ln w="0">
            <a:noFill/>
            <a:prstDash val="solid"/>
          </a:ln>
        </p:spPr>
      </p:sp>
      <p:sp>
        <p:nvSpPr>
          <p:cNvPr id="474" name="01_find_only_473">
            <a:extLst>
              <a:ext uri="{FF2B5EF4-FFF2-40B4-BE49-F238E27FC236}">
                <a16:creationId xmlns:a16="http://schemas.microsoft.com/office/drawing/2014/main" id="{CD5F2C3B-6AA9-4F77-A948-CBBFBC428384}"/>
              </a:ext>
            </a:extLst>
          </p:cNvPr>
          <p:cNvSpPr>
            <a:spLocks noGrp="1"/>
          </p:cNvSpPr>
          <p:nvPr/>
        </p:nvSpPr>
        <p:spPr>
          <a:xfrm>
            <a:off x="1589181" y="3489410"/>
            <a:ext cx="28398" cy="28398"/>
          </a:xfrm>
          <a:prstGeom prst="ellipse">
            <a:avLst/>
          </a:prstGeom>
          <a:solidFill>
            <a:srgbClr val="7F8C97">
              <a:alpha val="48000"/>
            </a:srgbClr>
          </a:solidFill>
          <a:ln w="0">
            <a:noFill/>
            <a:prstDash val="solid"/>
          </a:ln>
        </p:spPr>
      </p:sp>
      <p:sp>
        <p:nvSpPr>
          <p:cNvPr id="475" name="01_find_only_474">
            <a:extLst>
              <a:ext uri="{FF2B5EF4-FFF2-40B4-BE49-F238E27FC236}">
                <a16:creationId xmlns:a16="http://schemas.microsoft.com/office/drawing/2014/main" id="{1014BF58-B620-48CC-A632-9FC4621026E8}"/>
              </a:ext>
            </a:extLst>
          </p:cNvPr>
          <p:cNvSpPr>
            <a:spLocks noGrp="1"/>
          </p:cNvSpPr>
          <p:nvPr/>
        </p:nvSpPr>
        <p:spPr>
          <a:xfrm>
            <a:off x="1534337" y="3616211"/>
            <a:ext cx="28398" cy="28398"/>
          </a:xfrm>
          <a:prstGeom prst="ellipse">
            <a:avLst/>
          </a:prstGeom>
          <a:solidFill>
            <a:srgbClr val="7F8C97">
              <a:alpha val="48000"/>
            </a:srgbClr>
          </a:solidFill>
          <a:ln w="0">
            <a:noFill/>
            <a:prstDash val="solid"/>
          </a:ln>
        </p:spPr>
      </p:sp>
      <p:sp>
        <p:nvSpPr>
          <p:cNvPr id="476" name="01_find_only_475">
            <a:extLst>
              <a:ext uri="{FF2B5EF4-FFF2-40B4-BE49-F238E27FC236}">
                <a16:creationId xmlns:a16="http://schemas.microsoft.com/office/drawing/2014/main" id="{81487E13-6C38-4C49-BF7C-FE75FFB13CA9}"/>
              </a:ext>
            </a:extLst>
          </p:cNvPr>
          <p:cNvSpPr>
            <a:spLocks noGrp="1"/>
          </p:cNvSpPr>
          <p:nvPr/>
        </p:nvSpPr>
        <p:spPr>
          <a:xfrm>
            <a:off x="1519934" y="3489410"/>
            <a:ext cx="28398" cy="28398"/>
          </a:xfrm>
          <a:prstGeom prst="ellipse">
            <a:avLst/>
          </a:prstGeom>
          <a:solidFill>
            <a:srgbClr val="7F8C97">
              <a:alpha val="48000"/>
            </a:srgbClr>
          </a:solidFill>
          <a:ln w="0">
            <a:noFill/>
            <a:prstDash val="solid"/>
          </a:ln>
        </p:spPr>
      </p:sp>
      <p:sp>
        <p:nvSpPr>
          <p:cNvPr id="477" name="01_find_only_476">
            <a:extLst>
              <a:ext uri="{FF2B5EF4-FFF2-40B4-BE49-F238E27FC236}">
                <a16:creationId xmlns:a16="http://schemas.microsoft.com/office/drawing/2014/main" id="{14A27A96-3F5E-4F58-B893-57920C5D4D86}"/>
              </a:ext>
            </a:extLst>
          </p:cNvPr>
          <p:cNvSpPr>
            <a:spLocks noGrp="1"/>
          </p:cNvSpPr>
          <p:nvPr/>
        </p:nvSpPr>
        <p:spPr>
          <a:xfrm>
            <a:off x="1575446" y="2855402"/>
            <a:ext cx="28398" cy="28398"/>
          </a:xfrm>
          <a:prstGeom prst="ellipse">
            <a:avLst/>
          </a:prstGeom>
          <a:solidFill>
            <a:srgbClr val="7F8C97">
              <a:alpha val="48000"/>
            </a:srgbClr>
          </a:solidFill>
          <a:ln w="0">
            <a:noFill/>
            <a:prstDash val="solid"/>
          </a:ln>
        </p:spPr>
      </p:sp>
      <p:sp>
        <p:nvSpPr>
          <p:cNvPr id="478" name="01_find_only_477">
            <a:extLst>
              <a:ext uri="{FF2B5EF4-FFF2-40B4-BE49-F238E27FC236}">
                <a16:creationId xmlns:a16="http://schemas.microsoft.com/office/drawing/2014/main" id="{C579F949-8CE2-4E14-AD5E-7226C2E53155}"/>
              </a:ext>
            </a:extLst>
          </p:cNvPr>
          <p:cNvSpPr>
            <a:spLocks noGrp="1"/>
          </p:cNvSpPr>
          <p:nvPr/>
        </p:nvSpPr>
        <p:spPr>
          <a:xfrm>
            <a:off x="1515451" y="2855402"/>
            <a:ext cx="28398" cy="28398"/>
          </a:xfrm>
          <a:prstGeom prst="ellipse">
            <a:avLst/>
          </a:prstGeom>
          <a:solidFill>
            <a:srgbClr val="7F8C97">
              <a:alpha val="48000"/>
            </a:srgbClr>
          </a:solidFill>
          <a:ln w="0">
            <a:noFill/>
            <a:prstDash val="solid"/>
          </a:ln>
        </p:spPr>
      </p:sp>
      <p:sp>
        <p:nvSpPr>
          <p:cNvPr id="479" name="01_find_only_478">
            <a:extLst>
              <a:ext uri="{FF2B5EF4-FFF2-40B4-BE49-F238E27FC236}">
                <a16:creationId xmlns:a16="http://schemas.microsoft.com/office/drawing/2014/main" id="{6BDFFA43-C54C-4172-A4F6-C697E501E2BE}"/>
              </a:ext>
            </a:extLst>
          </p:cNvPr>
          <p:cNvSpPr>
            <a:spLocks noGrp="1"/>
          </p:cNvSpPr>
          <p:nvPr/>
        </p:nvSpPr>
        <p:spPr>
          <a:xfrm>
            <a:off x="1521460" y="4123418"/>
            <a:ext cx="28398" cy="28398"/>
          </a:xfrm>
          <a:prstGeom prst="ellipse">
            <a:avLst/>
          </a:prstGeom>
          <a:solidFill>
            <a:srgbClr val="7F8C97">
              <a:alpha val="48000"/>
            </a:srgbClr>
          </a:solidFill>
          <a:ln w="0">
            <a:noFill/>
            <a:prstDash val="solid"/>
          </a:ln>
        </p:spPr>
      </p:sp>
      <p:sp>
        <p:nvSpPr>
          <p:cNvPr id="480" name="01_find_only_479">
            <a:extLst>
              <a:ext uri="{FF2B5EF4-FFF2-40B4-BE49-F238E27FC236}">
                <a16:creationId xmlns:a16="http://schemas.microsoft.com/office/drawing/2014/main" id="{5A587F76-FAAE-4484-89E2-ADAEE25B7178}"/>
              </a:ext>
            </a:extLst>
          </p:cNvPr>
          <p:cNvSpPr>
            <a:spLocks noGrp="1"/>
          </p:cNvSpPr>
          <p:nvPr/>
        </p:nvSpPr>
        <p:spPr>
          <a:xfrm>
            <a:off x="1577831" y="3330908"/>
            <a:ext cx="28398" cy="28398"/>
          </a:xfrm>
          <a:prstGeom prst="ellipse">
            <a:avLst/>
          </a:prstGeom>
          <a:solidFill>
            <a:srgbClr val="7F8C97">
              <a:alpha val="48000"/>
            </a:srgbClr>
          </a:solidFill>
          <a:ln w="0">
            <a:noFill/>
            <a:prstDash val="solid"/>
          </a:ln>
        </p:spPr>
      </p:sp>
      <p:sp>
        <p:nvSpPr>
          <p:cNvPr id="481" name="01_find_only_480">
            <a:extLst>
              <a:ext uri="{FF2B5EF4-FFF2-40B4-BE49-F238E27FC236}">
                <a16:creationId xmlns:a16="http://schemas.microsoft.com/office/drawing/2014/main" id="{1ABE9CC0-22B2-48F6-8CF3-53836E858DDC}"/>
              </a:ext>
            </a:extLst>
          </p:cNvPr>
          <p:cNvSpPr>
            <a:spLocks noGrp="1"/>
          </p:cNvSpPr>
          <p:nvPr/>
        </p:nvSpPr>
        <p:spPr>
          <a:xfrm>
            <a:off x="1516310" y="2855402"/>
            <a:ext cx="28398" cy="28398"/>
          </a:xfrm>
          <a:prstGeom prst="ellipse">
            <a:avLst/>
          </a:prstGeom>
          <a:solidFill>
            <a:srgbClr val="7F8C97">
              <a:alpha val="48000"/>
            </a:srgbClr>
          </a:solidFill>
          <a:ln w="0">
            <a:noFill/>
            <a:prstDash val="solid"/>
          </a:ln>
        </p:spPr>
      </p:sp>
      <p:sp>
        <p:nvSpPr>
          <p:cNvPr id="482" name="01_find_only_481">
            <a:extLst>
              <a:ext uri="{FF2B5EF4-FFF2-40B4-BE49-F238E27FC236}">
                <a16:creationId xmlns:a16="http://schemas.microsoft.com/office/drawing/2014/main" id="{A7649E62-767D-4961-88C1-236EC3F809FA}"/>
              </a:ext>
            </a:extLst>
          </p:cNvPr>
          <p:cNvSpPr>
            <a:spLocks noGrp="1"/>
          </p:cNvSpPr>
          <p:nvPr/>
        </p:nvSpPr>
        <p:spPr>
          <a:xfrm>
            <a:off x="1596144" y="3489410"/>
            <a:ext cx="28398" cy="28398"/>
          </a:xfrm>
          <a:prstGeom prst="ellipse">
            <a:avLst/>
          </a:prstGeom>
          <a:solidFill>
            <a:srgbClr val="7F8C97">
              <a:alpha val="48000"/>
            </a:srgbClr>
          </a:solidFill>
          <a:ln w="0">
            <a:noFill/>
            <a:prstDash val="solid"/>
          </a:ln>
        </p:spPr>
      </p:sp>
      <p:sp>
        <p:nvSpPr>
          <p:cNvPr id="483" name="01_find_only_482">
            <a:extLst>
              <a:ext uri="{FF2B5EF4-FFF2-40B4-BE49-F238E27FC236}">
                <a16:creationId xmlns:a16="http://schemas.microsoft.com/office/drawing/2014/main" id="{A377E5C1-041E-4C58-BA2A-B225CB51C764}"/>
              </a:ext>
            </a:extLst>
          </p:cNvPr>
          <p:cNvSpPr>
            <a:spLocks noGrp="1"/>
          </p:cNvSpPr>
          <p:nvPr/>
        </p:nvSpPr>
        <p:spPr>
          <a:xfrm>
            <a:off x="1581551" y="3700746"/>
            <a:ext cx="28398" cy="28398"/>
          </a:xfrm>
          <a:prstGeom prst="ellipse">
            <a:avLst/>
          </a:prstGeom>
          <a:solidFill>
            <a:srgbClr val="7F8C97">
              <a:alpha val="48000"/>
            </a:srgbClr>
          </a:solidFill>
          <a:ln w="0">
            <a:noFill/>
            <a:prstDash val="solid"/>
          </a:ln>
        </p:spPr>
      </p:sp>
      <p:sp>
        <p:nvSpPr>
          <p:cNvPr id="484" name="01_find_only_483">
            <a:extLst>
              <a:ext uri="{FF2B5EF4-FFF2-40B4-BE49-F238E27FC236}">
                <a16:creationId xmlns:a16="http://schemas.microsoft.com/office/drawing/2014/main" id="{7A96220E-FF00-4A6B-8277-9C570581AAEF}"/>
              </a:ext>
            </a:extLst>
          </p:cNvPr>
          <p:cNvSpPr>
            <a:spLocks noGrp="1"/>
          </p:cNvSpPr>
          <p:nvPr/>
        </p:nvSpPr>
        <p:spPr>
          <a:xfrm>
            <a:off x="1547023" y="2855402"/>
            <a:ext cx="28398" cy="28398"/>
          </a:xfrm>
          <a:prstGeom prst="ellipse">
            <a:avLst/>
          </a:prstGeom>
          <a:solidFill>
            <a:srgbClr val="7F8C97">
              <a:alpha val="48000"/>
            </a:srgbClr>
          </a:solidFill>
          <a:ln w="0">
            <a:noFill/>
            <a:prstDash val="solid"/>
          </a:ln>
        </p:spPr>
      </p:sp>
      <p:sp>
        <p:nvSpPr>
          <p:cNvPr id="485" name="01_find_only_484">
            <a:extLst>
              <a:ext uri="{FF2B5EF4-FFF2-40B4-BE49-F238E27FC236}">
                <a16:creationId xmlns:a16="http://schemas.microsoft.com/office/drawing/2014/main" id="{2C4E9C3D-CEB8-4040-A964-F87BAAEC7197}"/>
              </a:ext>
            </a:extLst>
          </p:cNvPr>
          <p:cNvSpPr>
            <a:spLocks noGrp="1"/>
          </p:cNvSpPr>
          <p:nvPr/>
        </p:nvSpPr>
        <p:spPr>
          <a:xfrm>
            <a:off x="1530903" y="2855402"/>
            <a:ext cx="28398" cy="28398"/>
          </a:xfrm>
          <a:prstGeom prst="ellipse">
            <a:avLst/>
          </a:prstGeom>
          <a:solidFill>
            <a:srgbClr val="7F8C97">
              <a:alpha val="48000"/>
            </a:srgbClr>
          </a:solidFill>
          <a:ln w="0">
            <a:noFill/>
            <a:prstDash val="solid"/>
          </a:ln>
        </p:spPr>
      </p:sp>
      <p:sp>
        <p:nvSpPr>
          <p:cNvPr id="486" name="01_find_only_485">
            <a:extLst>
              <a:ext uri="{FF2B5EF4-FFF2-40B4-BE49-F238E27FC236}">
                <a16:creationId xmlns:a16="http://schemas.microsoft.com/office/drawing/2014/main" id="{152C778D-7BC8-4402-85C8-25D0E4CAA872}"/>
              </a:ext>
            </a:extLst>
          </p:cNvPr>
          <p:cNvSpPr>
            <a:spLocks noGrp="1"/>
          </p:cNvSpPr>
          <p:nvPr/>
        </p:nvSpPr>
        <p:spPr>
          <a:xfrm>
            <a:off x="1594713" y="3141728"/>
            <a:ext cx="28398" cy="28398"/>
          </a:xfrm>
          <a:prstGeom prst="ellipse">
            <a:avLst/>
          </a:prstGeom>
          <a:solidFill>
            <a:srgbClr val="7F8C97">
              <a:alpha val="48000"/>
            </a:srgbClr>
          </a:solidFill>
          <a:ln w="0">
            <a:noFill/>
            <a:prstDash val="solid"/>
          </a:ln>
        </p:spPr>
      </p:sp>
      <p:sp>
        <p:nvSpPr>
          <p:cNvPr id="487" name="01_find_only_486">
            <a:extLst>
              <a:ext uri="{FF2B5EF4-FFF2-40B4-BE49-F238E27FC236}">
                <a16:creationId xmlns:a16="http://schemas.microsoft.com/office/drawing/2014/main" id="{566A75BF-F493-4E7A-BBE2-C48FC27E2426}"/>
              </a:ext>
            </a:extLst>
          </p:cNvPr>
          <p:cNvSpPr>
            <a:spLocks noGrp="1"/>
          </p:cNvSpPr>
          <p:nvPr/>
        </p:nvSpPr>
        <p:spPr>
          <a:xfrm>
            <a:off x="1598815" y="3217692"/>
            <a:ext cx="28398" cy="28398"/>
          </a:xfrm>
          <a:prstGeom prst="ellipse">
            <a:avLst/>
          </a:prstGeom>
          <a:solidFill>
            <a:srgbClr val="7F8C97">
              <a:alpha val="48000"/>
            </a:srgbClr>
          </a:solidFill>
          <a:ln w="0">
            <a:noFill/>
            <a:prstDash val="solid"/>
          </a:ln>
        </p:spPr>
      </p:sp>
      <p:sp>
        <p:nvSpPr>
          <p:cNvPr id="488" name="01_find_only_487">
            <a:extLst>
              <a:ext uri="{FF2B5EF4-FFF2-40B4-BE49-F238E27FC236}">
                <a16:creationId xmlns:a16="http://schemas.microsoft.com/office/drawing/2014/main" id="{D93E0717-D0A7-4A7A-83E5-4BA49B264DD4}"/>
              </a:ext>
            </a:extLst>
          </p:cNvPr>
          <p:cNvSpPr>
            <a:spLocks noGrp="1"/>
          </p:cNvSpPr>
          <p:nvPr/>
        </p:nvSpPr>
        <p:spPr>
          <a:xfrm>
            <a:off x="1564191" y="4123418"/>
            <a:ext cx="28398" cy="28398"/>
          </a:xfrm>
          <a:prstGeom prst="ellipse">
            <a:avLst/>
          </a:prstGeom>
          <a:solidFill>
            <a:srgbClr val="7F8C97">
              <a:alpha val="48000"/>
            </a:srgbClr>
          </a:solidFill>
          <a:ln w="0">
            <a:noFill/>
            <a:prstDash val="solid"/>
          </a:ln>
        </p:spPr>
      </p:sp>
      <p:sp>
        <p:nvSpPr>
          <p:cNvPr id="489" name="01_find_only_488">
            <a:extLst>
              <a:ext uri="{FF2B5EF4-FFF2-40B4-BE49-F238E27FC236}">
                <a16:creationId xmlns:a16="http://schemas.microsoft.com/office/drawing/2014/main" id="{69AE5FFC-B7FF-4B51-8F17-314E1AE02BAC}"/>
              </a:ext>
            </a:extLst>
          </p:cNvPr>
          <p:cNvSpPr>
            <a:spLocks noGrp="1"/>
          </p:cNvSpPr>
          <p:nvPr/>
        </p:nvSpPr>
        <p:spPr>
          <a:xfrm>
            <a:off x="1585938" y="3489410"/>
            <a:ext cx="28398" cy="28398"/>
          </a:xfrm>
          <a:prstGeom prst="ellipse">
            <a:avLst/>
          </a:prstGeom>
          <a:solidFill>
            <a:srgbClr val="7F8C97">
              <a:alpha val="48000"/>
            </a:srgbClr>
          </a:solidFill>
          <a:ln w="0">
            <a:noFill/>
            <a:prstDash val="solid"/>
          </a:ln>
        </p:spPr>
      </p:sp>
      <p:sp>
        <p:nvSpPr>
          <p:cNvPr id="490" name="01_find_only_489">
            <a:extLst>
              <a:ext uri="{FF2B5EF4-FFF2-40B4-BE49-F238E27FC236}">
                <a16:creationId xmlns:a16="http://schemas.microsoft.com/office/drawing/2014/main" id="{094DC6F8-22A4-4013-B8EC-D496A5EB4CC2}"/>
              </a:ext>
            </a:extLst>
          </p:cNvPr>
          <p:cNvSpPr>
            <a:spLocks noGrp="1"/>
          </p:cNvSpPr>
          <p:nvPr/>
        </p:nvSpPr>
        <p:spPr>
          <a:xfrm>
            <a:off x="1519076" y="2855402"/>
            <a:ext cx="28398" cy="28398"/>
          </a:xfrm>
          <a:prstGeom prst="ellipse">
            <a:avLst/>
          </a:prstGeom>
          <a:solidFill>
            <a:srgbClr val="7F8C97">
              <a:alpha val="48000"/>
            </a:srgbClr>
          </a:solidFill>
          <a:ln w="0">
            <a:noFill/>
            <a:prstDash val="solid"/>
          </a:ln>
        </p:spPr>
      </p:sp>
      <p:sp>
        <p:nvSpPr>
          <p:cNvPr id="491" name="01_find_only_490">
            <a:extLst>
              <a:ext uri="{FF2B5EF4-FFF2-40B4-BE49-F238E27FC236}">
                <a16:creationId xmlns:a16="http://schemas.microsoft.com/office/drawing/2014/main" id="{B25F40EC-174F-454E-A479-14E9B14C81B1}"/>
              </a:ext>
            </a:extLst>
          </p:cNvPr>
          <p:cNvSpPr>
            <a:spLocks noGrp="1"/>
          </p:cNvSpPr>
          <p:nvPr/>
        </p:nvSpPr>
        <p:spPr>
          <a:xfrm>
            <a:off x="1545973" y="2855402"/>
            <a:ext cx="28398" cy="28398"/>
          </a:xfrm>
          <a:prstGeom prst="ellipse">
            <a:avLst/>
          </a:prstGeom>
          <a:solidFill>
            <a:srgbClr val="7F8C97">
              <a:alpha val="48000"/>
            </a:srgbClr>
          </a:solidFill>
          <a:ln w="0">
            <a:noFill/>
            <a:prstDash val="solid"/>
          </a:ln>
        </p:spPr>
      </p:sp>
      <p:sp>
        <p:nvSpPr>
          <p:cNvPr id="492" name="01_find_only_491">
            <a:extLst>
              <a:ext uri="{FF2B5EF4-FFF2-40B4-BE49-F238E27FC236}">
                <a16:creationId xmlns:a16="http://schemas.microsoft.com/office/drawing/2014/main" id="{F0ACA025-D684-49A9-96EB-893214B1A1AB}"/>
              </a:ext>
            </a:extLst>
          </p:cNvPr>
          <p:cNvSpPr>
            <a:spLocks noGrp="1"/>
          </p:cNvSpPr>
          <p:nvPr/>
        </p:nvSpPr>
        <p:spPr>
          <a:xfrm>
            <a:off x="1580025" y="3398837"/>
            <a:ext cx="28398" cy="28398"/>
          </a:xfrm>
          <a:prstGeom prst="ellipse">
            <a:avLst/>
          </a:prstGeom>
          <a:solidFill>
            <a:srgbClr val="7F8C97">
              <a:alpha val="48000"/>
            </a:srgbClr>
          </a:solidFill>
          <a:ln w="0">
            <a:noFill/>
            <a:prstDash val="solid"/>
          </a:ln>
        </p:spPr>
      </p:sp>
      <p:sp>
        <p:nvSpPr>
          <p:cNvPr id="493" name="01_find_only_492">
            <a:extLst>
              <a:ext uri="{FF2B5EF4-FFF2-40B4-BE49-F238E27FC236}">
                <a16:creationId xmlns:a16="http://schemas.microsoft.com/office/drawing/2014/main" id="{27EFD8AB-82E0-4FD0-BC12-1C6F06DB8FAD}"/>
              </a:ext>
            </a:extLst>
          </p:cNvPr>
          <p:cNvSpPr>
            <a:spLocks noGrp="1"/>
          </p:cNvSpPr>
          <p:nvPr/>
        </p:nvSpPr>
        <p:spPr>
          <a:xfrm>
            <a:off x="1513258" y="2855402"/>
            <a:ext cx="28398" cy="28398"/>
          </a:xfrm>
          <a:prstGeom prst="ellipse">
            <a:avLst/>
          </a:prstGeom>
          <a:solidFill>
            <a:srgbClr val="7F8C97">
              <a:alpha val="48000"/>
            </a:srgbClr>
          </a:solidFill>
          <a:ln w="0">
            <a:noFill/>
            <a:prstDash val="solid"/>
          </a:ln>
        </p:spPr>
      </p:sp>
      <p:sp>
        <p:nvSpPr>
          <p:cNvPr id="494" name="01_find_only_493">
            <a:extLst>
              <a:ext uri="{FF2B5EF4-FFF2-40B4-BE49-F238E27FC236}">
                <a16:creationId xmlns:a16="http://schemas.microsoft.com/office/drawing/2014/main" id="{4C8FB634-43DE-4BE3-9F36-EF79B546D956}"/>
              </a:ext>
            </a:extLst>
          </p:cNvPr>
          <p:cNvSpPr>
            <a:spLocks noGrp="1"/>
          </p:cNvSpPr>
          <p:nvPr/>
        </p:nvSpPr>
        <p:spPr>
          <a:xfrm>
            <a:off x="1509824" y="2855402"/>
            <a:ext cx="28398" cy="28398"/>
          </a:xfrm>
          <a:prstGeom prst="ellipse">
            <a:avLst/>
          </a:prstGeom>
          <a:solidFill>
            <a:srgbClr val="7F8C97">
              <a:alpha val="48000"/>
            </a:srgbClr>
          </a:solidFill>
          <a:ln w="0">
            <a:noFill/>
            <a:prstDash val="solid"/>
          </a:ln>
        </p:spPr>
      </p:sp>
      <p:sp>
        <p:nvSpPr>
          <p:cNvPr id="495" name="01_find_only_494">
            <a:extLst>
              <a:ext uri="{FF2B5EF4-FFF2-40B4-BE49-F238E27FC236}">
                <a16:creationId xmlns:a16="http://schemas.microsoft.com/office/drawing/2014/main" id="{7901C824-3F7A-46ED-8C78-F442A037C80B}"/>
              </a:ext>
            </a:extLst>
          </p:cNvPr>
          <p:cNvSpPr>
            <a:spLocks noGrp="1"/>
          </p:cNvSpPr>
          <p:nvPr/>
        </p:nvSpPr>
        <p:spPr>
          <a:xfrm>
            <a:off x="1566194" y="2855402"/>
            <a:ext cx="28398" cy="28398"/>
          </a:xfrm>
          <a:prstGeom prst="ellipse">
            <a:avLst/>
          </a:prstGeom>
          <a:solidFill>
            <a:srgbClr val="7F8C97">
              <a:alpha val="48000"/>
            </a:srgbClr>
          </a:solidFill>
          <a:ln w="0">
            <a:noFill/>
            <a:prstDash val="solid"/>
          </a:ln>
        </p:spPr>
      </p:sp>
      <p:sp>
        <p:nvSpPr>
          <p:cNvPr id="496" name="01_find_only_495">
            <a:extLst>
              <a:ext uri="{FF2B5EF4-FFF2-40B4-BE49-F238E27FC236}">
                <a16:creationId xmlns:a16="http://schemas.microsoft.com/office/drawing/2014/main" id="{2E707F38-AD05-4DC5-8191-229962619970}"/>
              </a:ext>
            </a:extLst>
          </p:cNvPr>
          <p:cNvSpPr>
            <a:spLocks noGrp="1"/>
          </p:cNvSpPr>
          <p:nvPr/>
        </p:nvSpPr>
        <p:spPr>
          <a:xfrm>
            <a:off x="1594141" y="2855402"/>
            <a:ext cx="28398" cy="28398"/>
          </a:xfrm>
          <a:prstGeom prst="ellipse">
            <a:avLst/>
          </a:prstGeom>
          <a:solidFill>
            <a:srgbClr val="7F8C97">
              <a:alpha val="48000"/>
            </a:srgbClr>
          </a:solidFill>
          <a:ln w="0">
            <a:noFill/>
            <a:prstDash val="solid"/>
          </a:ln>
        </p:spPr>
      </p:sp>
      <p:sp>
        <p:nvSpPr>
          <p:cNvPr id="497" name="01_find_only_496">
            <a:extLst>
              <a:ext uri="{FF2B5EF4-FFF2-40B4-BE49-F238E27FC236}">
                <a16:creationId xmlns:a16="http://schemas.microsoft.com/office/drawing/2014/main" id="{AA7B6BC6-A343-4E18-ACD0-590711516227}"/>
              </a:ext>
            </a:extLst>
          </p:cNvPr>
          <p:cNvSpPr>
            <a:spLocks noGrp="1"/>
          </p:cNvSpPr>
          <p:nvPr/>
        </p:nvSpPr>
        <p:spPr>
          <a:xfrm>
            <a:off x="1505627" y="3489410"/>
            <a:ext cx="28398" cy="28398"/>
          </a:xfrm>
          <a:prstGeom prst="ellipse">
            <a:avLst/>
          </a:prstGeom>
          <a:solidFill>
            <a:srgbClr val="7F8C97">
              <a:alpha val="48000"/>
            </a:srgbClr>
          </a:solidFill>
          <a:ln w="0">
            <a:noFill/>
            <a:prstDash val="solid"/>
          </a:ln>
        </p:spPr>
      </p:sp>
      <p:sp>
        <p:nvSpPr>
          <p:cNvPr id="498" name="01_find_only_497">
            <a:extLst>
              <a:ext uri="{FF2B5EF4-FFF2-40B4-BE49-F238E27FC236}">
                <a16:creationId xmlns:a16="http://schemas.microsoft.com/office/drawing/2014/main" id="{BADA0E4C-3415-433C-AF8B-5593827C7948}"/>
              </a:ext>
            </a:extLst>
          </p:cNvPr>
          <p:cNvSpPr>
            <a:spLocks noGrp="1"/>
          </p:cNvSpPr>
          <p:nvPr/>
        </p:nvSpPr>
        <p:spPr>
          <a:xfrm>
            <a:off x="1542921" y="2855402"/>
            <a:ext cx="28398" cy="28398"/>
          </a:xfrm>
          <a:prstGeom prst="ellipse">
            <a:avLst/>
          </a:prstGeom>
          <a:solidFill>
            <a:srgbClr val="7F8C97">
              <a:alpha val="48000"/>
            </a:srgbClr>
          </a:solidFill>
          <a:ln w="0">
            <a:noFill/>
            <a:prstDash val="solid"/>
          </a:ln>
        </p:spPr>
      </p:sp>
      <p:sp>
        <p:nvSpPr>
          <p:cNvPr id="499" name="01_find_only_498">
            <a:extLst>
              <a:ext uri="{FF2B5EF4-FFF2-40B4-BE49-F238E27FC236}">
                <a16:creationId xmlns:a16="http://schemas.microsoft.com/office/drawing/2014/main" id="{AD1A2755-A2DC-4B39-BBC6-2AB95CE5CB8E}"/>
              </a:ext>
            </a:extLst>
          </p:cNvPr>
          <p:cNvSpPr>
            <a:spLocks noGrp="1"/>
          </p:cNvSpPr>
          <p:nvPr/>
        </p:nvSpPr>
        <p:spPr>
          <a:xfrm>
            <a:off x="1573539" y="2855402"/>
            <a:ext cx="28398" cy="28398"/>
          </a:xfrm>
          <a:prstGeom prst="ellipse">
            <a:avLst/>
          </a:prstGeom>
          <a:solidFill>
            <a:srgbClr val="7F8C97">
              <a:alpha val="48000"/>
            </a:srgbClr>
          </a:solidFill>
          <a:ln w="0">
            <a:noFill/>
            <a:prstDash val="solid"/>
          </a:ln>
        </p:spPr>
      </p:sp>
      <p:sp>
        <p:nvSpPr>
          <p:cNvPr id="500" name="01_find_only_499">
            <a:extLst>
              <a:ext uri="{FF2B5EF4-FFF2-40B4-BE49-F238E27FC236}">
                <a16:creationId xmlns:a16="http://schemas.microsoft.com/office/drawing/2014/main" id="{651DA3DF-156B-48FA-A7AA-361C0B8BA8D3}"/>
              </a:ext>
            </a:extLst>
          </p:cNvPr>
          <p:cNvSpPr>
            <a:spLocks noGrp="1"/>
          </p:cNvSpPr>
          <p:nvPr/>
        </p:nvSpPr>
        <p:spPr>
          <a:xfrm>
            <a:off x="1544924" y="4123418"/>
            <a:ext cx="28398" cy="28398"/>
          </a:xfrm>
          <a:prstGeom prst="ellipse">
            <a:avLst/>
          </a:prstGeom>
          <a:solidFill>
            <a:srgbClr val="7F8C97">
              <a:alpha val="48000"/>
            </a:srgbClr>
          </a:solidFill>
          <a:ln w="0">
            <a:noFill/>
            <a:prstDash val="solid"/>
          </a:ln>
        </p:spPr>
      </p:sp>
      <p:sp>
        <p:nvSpPr>
          <p:cNvPr id="501" name="01_find_only_500">
            <a:extLst>
              <a:ext uri="{FF2B5EF4-FFF2-40B4-BE49-F238E27FC236}">
                <a16:creationId xmlns:a16="http://schemas.microsoft.com/office/drawing/2014/main" id="{F93EBAF7-D58B-43FA-8857-8C9E5BEEEA58}"/>
              </a:ext>
            </a:extLst>
          </p:cNvPr>
          <p:cNvSpPr>
            <a:spLocks noGrp="1"/>
          </p:cNvSpPr>
          <p:nvPr/>
        </p:nvSpPr>
        <p:spPr>
          <a:xfrm>
            <a:off x="1528805" y="3785280"/>
            <a:ext cx="28398" cy="28398"/>
          </a:xfrm>
          <a:prstGeom prst="ellipse">
            <a:avLst/>
          </a:prstGeom>
          <a:solidFill>
            <a:srgbClr val="7F8C97">
              <a:alpha val="48000"/>
            </a:srgbClr>
          </a:solidFill>
          <a:ln w="0">
            <a:noFill/>
            <a:prstDash val="solid"/>
          </a:ln>
        </p:spPr>
      </p:sp>
      <p:sp>
        <p:nvSpPr>
          <p:cNvPr id="502" name="01_find_only_501">
            <a:extLst>
              <a:ext uri="{FF2B5EF4-FFF2-40B4-BE49-F238E27FC236}">
                <a16:creationId xmlns:a16="http://schemas.microsoft.com/office/drawing/2014/main" id="{73C1E7FA-BC2E-4666-BF68-6DB42781C90D}"/>
              </a:ext>
            </a:extLst>
          </p:cNvPr>
          <p:cNvSpPr>
            <a:spLocks noGrp="1"/>
          </p:cNvSpPr>
          <p:nvPr/>
        </p:nvSpPr>
        <p:spPr>
          <a:xfrm>
            <a:off x="1565813" y="4123418"/>
            <a:ext cx="28398" cy="28398"/>
          </a:xfrm>
          <a:prstGeom prst="ellipse">
            <a:avLst/>
          </a:prstGeom>
          <a:solidFill>
            <a:srgbClr val="7F8C97">
              <a:alpha val="48000"/>
            </a:srgbClr>
          </a:solidFill>
          <a:ln w="0">
            <a:noFill/>
            <a:prstDash val="solid"/>
          </a:ln>
        </p:spPr>
      </p:sp>
      <p:sp>
        <p:nvSpPr>
          <p:cNvPr id="503" name="01_find_only_502">
            <a:extLst>
              <a:ext uri="{FF2B5EF4-FFF2-40B4-BE49-F238E27FC236}">
                <a16:creationId xmlns:a16="http://schemas.microsoft.com/office/drawing/2014/main" id="{16D9342E-181F-4A15-9633-97C747F5ABF2}"/>
              </a:ext>
            </a:extLst>
          </p:cNvPr>
          <p:cNvSpPr>
            <a:spLocks noGrp="1"/>
          </p:cNvSpPr>
          <p:nvPr/>
        </p:nvSpPr>
        <p:spPr>
          <a:xfrm>
            <a:off x="1562761" y="3489410"/>
            <a:ext cx="28398" cy="28398"/>
          </a:xfrm>
          <a:prstGeom prst="ellipse">
            <a:avLst/>
          </a:prstGeom>
          <a:solidFill>
            <a:srgbClr val="7F8C97">
              <a:alpha val="48000"/>
            </a:srgbClr>
          </a:solidFill>
          <a:ln w="0">
            <a:noFill/>
            <a:prstDash val="solid"/>
          </a:ln>
        </p:spPr>
      </p:sp>
      <p:sp>
        <p:nvSpPr>
          <p:cNvPr id="504" name="01_find_only_503">
            <a:extLst>
              <a:ext uri="{FF2B5EF4-FFF2-40B4-BE49-F238E27FC236}">
                <a16:creationId xmlns:a16="http://schemas.microsoft.com/office/drawing/2014/main" id="{FCB993B7-A037-462D-A241-C3EF880BFDB3}"/>
              </a:ext>
            </a:extLst>
          </p:cNvPr>
          <p:cNvSpPr>
            <a:spLocks noGrp="1"/>
          </p:cNvSpPr>
          <p:nvPr/>
        </p:nvSpPr>
        <p:spPr>
          <a:xfrm>
            <a:off x="1551219" y="2855402"/>
            <a:ext cx="28398" cy="28398"/>
          </a:xfrm>
          <a:prstGeom prst="ellipse">
            <a:avLst/>
          </a:prstGeom>
          <a:solidFill>
            <a:srgbClr val="7F8C97">
              <a:alpha val="48000"/>
            </a:srgbClr>
          </a:solidFill>
          <a:ln w="0">
            <a:noFill/>
            <a:prstDash val="solid"/>
          </a:ln>
        </p:spPr>
      </p:sp>
      <p:sp>
        <p:nvSpPr>
          <p:cNvPr id="505" name="01_find_only_504">
            <a:extLst>
              <a:ext uri="{FF2B5EF4-FFF2-40B4-BE49-F238E27FC236}">
                <a16:creationId xmlns:a16="http://schemas.microsoft.com/office/drawing/2014/main" id="{76142035-AD2A-4D8E-A232-493B2E85BF24}"/>
              </a:ext>
            </a:extLst>
          </p:cNvPr>
          <p:cNvSpPr>
            <a:spLocks noGrp="1"/>
          </p:cNvSpPr>
          <p:nvPr/>
        </p:nvSpPr>
        <p:spPr>
          <a:xfrm>
            <a:off x="1560471" y="2855402"/>
            <a:ext cx="28398" cy="28398"/>
          </a:xfrm>
          <a:prstGeom prst="ellipse">
            <a:avLst/>
          </a:prstGeom>
          <a:solidFill>
            <a:srgbClr val="7F8C97">
              <a:alpha val="48000"/>
            </a:srgbClr>
          </a:solidFill>
          <a:ln w="0">
            <a:noFill/>
            <a:prstDash val="solid"/>
          </a:ln>
        </p:spPr>
      </p:sp>
      <p:sp>
        <p:nvSpPr>
          <p:cNvPr id="506" name="01_find_only_505">
            <a:extLst>
              <a:ext uri="{FF2B5EF4-FFF2-40B4-BE49-F238E27FC236}">
                <a16:creationId xmlns:a16="http://schemas.microsoft.com/office/drawing/2014/main" id="{288D8656-6CB4-443A-98B3-BE746CAB3A9A}"/>
              </a:ext>
            </a:extLst>
          </p:cNvPr>
          <p:cNvSpPr>
            <a:spLocks noGrp="1"/>
          </p:cNvSpPr>
          <p:nvPr/>
        </p:nvSpPr>
        <p:spPr>
          <a:xfrm>
            <a:off x="1533097" y="4123418"/>
            <a:ext cx="28398" cy="28398"/>
          </a:xfrm>
          <a:prstGeom prst="ellipse">
            <a:avLst/>
          </a:prstGeom>
          <a:solidFill>
            <a:srgbClr val="7F8C97">
              <a:alpha val="48000"/>
            </a:srgbClr>
          </a:solidFill>
          <a:ln w="0">
            <a:noFill/>
            <a:prstDash val="solid"/>
          </a:ln>
        </p:spPr>
      </p:sp>
      <p:sp>
        <p:nvSpPr>
          <p:cNvPr id="507" name="01_find_only_506">
            <a:extLst>
              <a:ext uri="{FF2B5EF4-FFF2-40B4-BE49-F238E27FC236}">
                <a16:creationId xmlns:a16="http://schemas.microsoft.com/office/drawing/2014/main" id="{E2A20580-252C-4B37-B71D-1D29E7E95F19}"/>
              </a:ext>
            </a:extLst>
          </p:cNvPr>
          <p:cNvSpPr>
            <a:spLocks noGrp="1"/>
          </p:cNvSpPr>
          <p:nvPr/>
        </p:nvSpPr>
        <p:spPr>
          <a:xfrm>
            <a:off x="1554462" y="3489410"/>
            <a:ext cx="28398" cy="28398"/>
          </a:xfrm>
          <a:prstGeom prst="ellipse">
            <a:avLst/>
          </a:prstGeom>
          <a:solidFill>
            <a:srgbClr val="7F8C97">
              <a:alpha val="48000"/>
            </a:srgbClr>
          </a:solidFill>
          <a:ln w="0">
            <a:noFill/>
            <a:prstDash val="solid"/>
          </a:ln>
        </p:spPr>
      </p:sp>
      <p:sp>
        <p:nvSpPr>
          <p:cNvPr id="508" name="01_find_only_507">
            <a:extLst>
              <a:ext uri="{FF2B5EF4-FFF2-40B4-BE49-F238E27FC236}">
                <a16:creationId xmlns:a16="http://schemas.microsoft.com/office/drawing/2014/main" id="{941542DA-DF94-4FE4-B8F5-34567B9BA146}"/>
              </a:ext>
            </a:extLst>
          </p:cNvPr>
          <p:cNvSpPr>
            <a:spLocks noGrp="1"/>
          </p:cNvSpPr>
          <p:nvPr/>
        </p:nvSpPr>
        <p:spPr>
          <a:xfrm>
            <a:off x="1534051" y="3109005"/>
            <a:ext cx="28398" cy="28398"/>
          </a:xfrm>
          <a:prstGeom prst="ellipse">
            <a:avLst/>
          </a:prstGeom>
          <a:solidFill>
            <a:srgbClr val="7F8C97">
              <a:alpha val="48000"/>
            </a:srgbClr>
          </a:solidFill>
          <a:ln w="0">
            <a:noFill/>
            <a:prstDash val="solid"/>
          </a:ln>
        </p:spPr>
      </p:sp>
      <p:sp>
        <p:nvSpPr>
          <p:cNvPr id="509" name="01_find_only_508">
            <a:extLst>
              <a:ext uri="{FF2B5EF4-FFF2-40B4-BE49-F238E27FC236}">
                <a16:creationId xmlns:a16="http://schemas.microsoft.com/office/drawing/2014/main" id="{29348D4F-2742-4758-9459-AA1A0F0E8CAB}"/>
              </a:ext>
            </a:extLst>
          </p:cNvPr>
          <p:cNvSpPr>
            <a:spLocks noGrp="1"/>
          </p:cNvSpPr>
          <p:nvPr/>
        </p:nvSpPr>
        <p:spPr>
          <a:xfrm>
            <a:off x="1542444" y="3727163"/>
            <a:ext cx="28398" cy="28398"/>
          </a:xfrm>
          <a:prstGeom prst="ellipse">
            <a:avLst/>
          </a:prstGeom>
          <a:solidFill>
            <a:srgbClr val="7F8C97">
              <a:alpha val="48000"/>
            </a:srgbClr>
          </a:solidFill>
          <a:ln w="0">
            <a:noFill/>
            <a:prstDash val="solid"/>
          </a:ln>
        </p:spPr>
      </p:sp>
      <p:sp>
        <p:nvSpPr>
          <p:cNvPr id="510" name="01_find_only_509">
            <a:extLst>
              <a:ext uri="{FF2B5EF4-FFF2-40B4-BE49-F238E27FC236}">
                <a16:creationId xmlns:a16="http://schemas.microsoft.com/office/drawing/2014/main" id="{BA043056-620C-43C4-8425-DA8D11304E40}"/>
              </a:ext>
            </a:extLst>
          </p:cNvPr>
          <p:cNvSpPr>
            <a:spLocks noGrp="1"/>
          </p:cNvSpPr>
          <p:nvPr/>
        </p:nvSpPr>
        <p:spPr>
          <a:xfrm>
            <a:off x="1583649" y="3942273"/>
            <a:ext cx="28398" cy="28398"/>
          </a:xfrm>
          <a:prstGeom prst="ellipse">
            <a:avLst/>
          </a:prstGeom>
          <a:solidFill>
            <a:srgbClr val="7F8C97">
              <a:alpha val="48000"/>
            </a:srgbClr>
          </a:solidFill>
          <a:ln w="0">
            <a:noFill/>
            <a:prstDash val="solid"/>
          </a:ln>
        </p:spPr>
      </p:sp>
      <p:sp>
        <p:nvSpPr>
          <p:cNvPr id="511" name="01_find_only_510">
            <a:extLst>
              <a:ext uri="{FF2B5EF4-FFF2-40B4-BE49-F238E27FC236}">
                <a16:creationId xmlns:a16="http://schemas.microsoft.com/office/drawing/2014/main" id="{EE1CB945-2B65-4AD7-83B0-AD2C53099001}"/>
              </a:ext>
            </a:extLst>
          </p:cNvPr>
          <p:cNvSpPr>
            <a:spLocks noGrp="1"/>
          </p:cNvSpPr>
          <p:nvPr/>
        </p:nvSpPr>
        <p:spPr>
          <a:xfrm>
            <a:off x="1516119" y="3489410"/>
            <a:ext cx="28398" cy="28398"/>
          </a:xfrm>
          <a:prstGeom prst="ellipse">
            <a:avLst/>
          </a:prstGeom>
          <a:solidFill>
            <a:srgbClr val="7F8C97">
              <a:alpha val="48000"/>
            </a:srgbClr>
          </a:solidFill>
          <a:ln w="0">
            <a:noFill/>
            <a:prstDash val="solid"/>
          </a:ln>
        </p:spPr>
      </p:sp>
      <p:sp>
        <p:nvSpPr>
          <p:cNvPr id="512" name="01_find_only_511">
            <a:extLst>
              <a:ext uri="{FF2B5EF4-FFF2-40B4-BE49-F238E27FC236}">
                <a16:creationId xmlns:a16="http://schemas.microsoft.com/office/drawing/2014/main" id="{5581AE42-3381-4F36-A5F1-8D756069B5CC}"/>
              </a:ext>
            </a:extLst>
          </p:cNvPr>
          <p:cNvSpPr>
            <a:spLocks noGrp="1"/>
          </p:cNvSpPr>
          <p:nvPr/>
        </p:nvSpPr>
        <p:spPr>
          <a:xfrm>
            <a:off x="1520507" y="3700746"/>
            <a:ext cx="28398" cy="28398"/>
          </a:xfrm>
          <a:prstGeom prst="ellipse">
            <a:avLst/>
          </a:prstGeom>
          <a:solidFill>
            <a:srgbClr val="7F8C97">
              <a:alpha val="48000"/>
            </a:srgbClr>
          </a:solidFill>
          <a:ln w="0">
            <a:noFill/>
            <a:prstDash val="solid"/>
          </a:ln>
        </p:spPr>
      </p:sp>
      <p:sp>
        <p:nvSpPr>
          <p:cNvPr id="513" name="01_find_only_512">
            <a:extLst>
              <a:ext uri="{FF2B5EF4-FFF2-40B4-BE49-F238E27FC236}">
                <a16:creationId xmlns:a16="http://schemas.microsoft.com/office/drawing/2014/main" id="{A30BAB56-6AD2-4D91-ADF7-E18DB076D1D0}"/>
              </a:ext>
            </a:extLst>
          </p:cNvPr>
          <p:cNvSpPr>
            <a:spLocks noGrp="1"/>
          </p:cNvSpPr>
          <p:nvPr/>
        </p:nvSpPr>
        <p:spPr>
          <a:xfrm>
            <a:off x="1560185" y="2855402"/>
            <a:ext cx="28398" cy="28398"/>
          </a:xfrm>
          <a:prstGeom prst="ellipse">
            <a:avLst/>
          </a:prstGeom>
          <a:solidFill>
            <a:srgbClr val="7F8C97">
              <a:alpha val="48000"/>
            </a:srgbClr>
          </a:solidFill>
          <a:ln w="0">
            <a:noFill/>
            <a:prstDash val="solid"/>
          </a:ln>
        </p:spPr>
      </p:sp>
      <p:sp>
        <p:nvSpPr>
          <p:cNvPr id="514" name="01_find_only_513">
            <a:extLst>
              <a:ext uri="{FF2B5EF4-FFF2-40B4-BE49-F238E27FC236}">
                <a16:creationId xmlns:a16="http://schemas.microsoft.com/office/drawing/2014/main" id="{0E9EFA6F-CC79-42F9-9854-7441F158478A}"/>
              </a:ext>
            </a:extLst>
          </p:cNvPr>
          <p:cNvSpPr>
            <a:spLocks noGrp="1"/>
          </p:cNvSpPr>
          <p:nvPr/>
        </p:nvSpPr>
        <p:spPr>
          <a:xfrm>
            <a:off x="1559327" y="3278074"/>
            <a:ext cx="28398" cy="28398"/>
          </a:xfrm>
          <a:prstGeom prst="ellipse">
            <a:avLst/>
          </a:prstGeom>
          <a:solidFill>
            <a:srgbClr val="7F8C97">
              <a:alpha val="48000"/>
            </a:srgbClr>
          </a:solidFill>
          <a:ln w="0">
            <a:noFill/>
            <a:prstDash val="solid"/>
          </a:ln>
        </p:spPr>
      </p:sp>
      <p:sp>
        <p:nvSpPr>
          <p:cNvPr id="515" name="01_find_only_514">
            <a:extLst>
              <a:ext uri="{FF2B5EF4-FFF2-40B4-BE49-F238E27FC236}">
                <a16:creationId xmlns:a16="http://schemas.microsoft.com/office/drawing/2014/main" id="{772BEDA1-9C75-4AF0-93B4-623EE4FE5DE6}"/>
              </a:ext>
            </a:extLst>
          </p:cNvPr>
          <p:cNvSpPr>
            <a:spLocks noGrp="1"/>
          </p:cNvSpPr>
          <p:nvPr/>
        </p:nvSpPr>
        <p:spPr>
          <a:xfrm>
            <a:off x="1590326" y="3489410"/>
            <a:ext cx="28398" cy="28398"/>
          </a:xfrm>
          <a:prstGeom prst="ellipse">
            <a:avLst/>
          </a:prstGeom>
          <a:solidFill>
            <a:srgbClr val="7F8C97">
              <a:alpha val="48000"/>
            </a:srgbClr>
          </a:solidFill>
          <a:ln w="0">
            <a:noFill/>
            <a:prstDash val="solid"/>
          </a:ln>
        </p:spPr>
      </p:sp>
      <p:sp>
        <p:nvSpPr>
          <p:cNvPr id="516" name="01_find_only_515">
            <a:extLst>
              <a:ext uri="{FF2B5EF4-FFF2-40B4-BE49-F238E27FC236}">
                <a16:creationId xmlns:a16="http://schemas.microsoft.com/office/drawing/2014/main" id="{B9B91A1D-7A6F-413D-8926-B0F3960B05B7}"/>
              </a:ext>
            </a:extLst>
          </p:cNvPr>
          <p:cNvSpPr>
            <a:spLocks noGrp="1"/>
          </p:cNvSpPr>
          <p:nvPr/>
        </p:nvSpPr>
        <p:spPr>
          <a:xfrm>
            <a:off x="1575923" y="2855402"/>
            <a:ext cx="28398" cy="28398"/>
          </a:xfrm>
          <a:prstGeom prst="ellipse">
            <a:avLst/>
          </a:prstGeom>
          <a:solidFill>
            <a:srgbClr val="7F8C97">
              <a:alpha val="48000"/>
            </a:srgbClr>
          </a:solidFill>
          <a:ln w="0">
            <a:noFill/>
            <a:prstDash val="solid"/>
          </a:ln>
        </p:spPr>
      </p:sp>
      <p:sp>
        <p:nvSpPr>
          <p:cNvPr id="517" name="01_find_only_516">
            <a:extLst>
              <a:ext uri="{FF2B5EF4-FFF2-40B4-BE49-F238E27FC236}">
                <a16:creationId xmlns:a16="http://schemas.microsoft.com/office/drawing/2014/main" id="{4DB790E1-D16A-46B1-ACFC-D8A9CD064176}"/>
              </a:ext>
            </a:extLst>
          </p:cNvPr>
          <p:cNvSpPr>
            <a:spLocks noGrp="1"/>
          </p:cNvSpPr>
          <p:nvPr/>
        </p:nvSpPr>
        <p:spPr>
          <a:xfrm>
            <a:off x="1517073" y="4123418"/>
            <a:ext cx="28398" cy="28398"/>
          </a:xfrm>
          <a:prstGeom prst="ellipse">
            <a:avLst/>
          </a:prstGeom>
          <a:solidFill>
            <a:srgbClr val="7F8C97">
              <a:alpha val="48000"/>
            </a:srgbClr>
          </a:solidFill>
          <a:ln w="0">
            <a:noFill/>
            <a:prstDash val="solid"/>
          </a:ln>
        </p:spPr>
      </p:sp>
      <p:sp>
        <p:nvSpPr>
          <p:cNvPr id="518" name="01_find_only_517">
            <a:extLst>
              <a:ext uri="{FF2B5EF4-FFF2-40B4-BE49-F238E27FC236}">
                <a16:creationId xmlns:a16="http://schemas.microsoft.com/office/drawing/2014/main" id="{49B06FA0-80B0-4CAB-AAE4-88BFD8698CE4}"/>
              </a:ext>
            </a:extLst>
          </p:cNvPr>
          <p:cNvSpPr>
            <a:spLocks noGrp="1"/>
          </p:cNvSpPr>
          <p:nvPr/>
        </p:nvSpPr>
        <p:spPr>
          <a:xfrm>
            <a:off x="1530903" y="3398837"/>
            <a:ext cx="28398" cy="28398"/>
          </a:xfrm>
          <a:prstGeom prst="ellipse">
            <a:avLst/>
          </a:prstGeom>
          <a:solidFill>
            <a:srgbClr val="7F8C97">
              <a:alpha val="48000"/>
            </a:srgbClr>
          </a:solidFill>
          <a:ln w="0">
            <a:noFill/>
            <a:prstDash val="solid"/>
          </a:ln>
        </p:spPr>
      </p:sp>
      <p:sp>
        <p:nvSpPr>
          <p:cNvPr id="519" name="01_find_only_518">
            <a:extLst>
              <a:ext uri="{FF2B5EF4-FFF2-40B4-BE49-F238E27FC236}">
                <a16:creationId xmlns:a16="http://schemas.microsoft.com/office/drawing/2014/main" id="{8E843795-E897-421B-8572-FE0CEC7A57B3}"/>
              </a:ext>
            </a:extLst>
          </p:cNvPr>
          <p:cNvSpPr>
            <a:spLocks noGrp="1"/>
          </p:cNvSpPr>
          <p:nvPr/>
        </p:nvSpPr>
        <p:spPr>
          <a:xfrm>
            <a:off x="1568770" y="3278074"/>
            <a:ext cx="28398" cy="28398"/>
          </a:xfrm>
          <a:prstGeom prst="ellipse">
            <a:avLst/>
          </a:prstGeom>
          <a:solidFill>
            <a:srgbClr val="7F8C97">
              <a:alpha val="48000"/>
            </a:srgbClr>
          </a:solidFill>
          <a:ln w="0">
            <a:noFill/>
            <a:prstDash val="solid"/>
          </a:ln>
        </p:spPr>
      </p:sp>
      <p:sp>
        <p:nvSpPr>
          <p:cNvPr id="520" name="01_find_only_519">
            <a:extLst>
              <a:ext uri="{FF2B5EF4-FFF2-40B4-BE49-F238E27FC236}">
                <a16:creationId xmlns:a16="http://schemas.microsoft.com/office/drawing/2014/main" id="{AF383519-33CB-4A95-B0D0-E840BF371D9A}"/>
              </a:ext>
            </a:extLst>
          </p:cNvPr>
          <p:cNvSpPr>
            <a:spLocks noGrp="1"/>
          </p:cNvSpPr>
          <p:nvPr/>
        </p:nvSpPr>
        <p:spPr>
          <a:xfrm>
            <a:off x="1511541" y="2855402"/>
            <a:ext cx="28398" cy="28398"/>
          </a:xfrm>
          <a:prstGeom prst="ellipse">
            <a:avLst/>
          </a:prstGeom>
          <a:solidFill>
            <a:srgbClr val="7F8C97">
              <a:alpha val="48000"/>
            </a:srgbClr>
          </a:solidFill>
          <a:ln w="0">
            <a:noFill/>
            <a:prstDash val="solid"/>
          </a:ln>
        </p:spPr>
      </p:sp>
      <p:sp>
        <p:nvSpPr>
          <p:cNvPr id="521" name="01_find_only_520">
            <a:extLst>
              <a:ext uri="{FF2B5EF4-FFF2-40B4-BE49-F238E27FC236}">
                <a16:creationId xmlns:a16="http://schemas.microsoft.com/office/drawing/2014/main" id="{1B74DA33-BCD2-4DC0-8C19-7F7FD5A9917A}"/>
              </a:ext>
            </a:extLst>
          </p:cNvPr>
          <p:cNvSpPr>
            <a:spLocks noGrp="1"/>
          </p:cNvSpPr>
          <p:nvPr/>
        </p:nvSpPr>
        <p:spPr>
          <a:xfrm>
            <a:off x="1577831" y="3278074"/>
            <a:ext cx="28398" cy="28398"/>
          </a:xfrm>
          <a:prstGeom prst="ellipse">
            <a:avLst/>
          </a:prstGeom>
          <a:solidFill>
            <a:srgbClr val="7F8C97">
              <a:alpha val="48000"/>
            </a:srgbClr>
          </a:solidFill>
          <a:ln w="0">
            <a:noFill/>
            <a:prstDash val="solid"/>
          </a:ln>
        </p:spPr>
      </p:sp>
      <p:sp>
        <p:nvSpPr>
          <p:cNvPr id="522" name="01_find_only_521">
            <a:extLst>
              <a:ext uri="{FF2B5EF4-FFF2-40B4-BE49-F238E27FC236}">
                <a16:creationId xmlns:a16="http://schemas.microsoft.com/office/drawing/2014/main" id="{C4895C7E-0F17-40CC-953C-456F916FBB39}"/>
              </a:ext>
            </a:extLst>
          </p:cNvPr>
          <p:cNvSpPr>
            <a:spLocks noGrp="1"/>
          </p:cNvSpPr>
          <p:nvPr/>
        </p:nvSpPr>
        <p:spPr>
          <a:xfrm>
            <a:off x="1581074" y="2855402"/>
            <a:ext cx="28398" cy="28398"/>
          </a:xfrm>
          <a:prstGeom prst="ellipse">
            <a:avLst/>
          </a:prstGeom>
          <a:solidFill>
            <a:srgbClr val="7F8C97">
              <a:alpha val="48000"/>
            </a:srgbClr>
          </a:solidFill>
          <a:ln w="0">
            <a:noFill/>
            <a:prstDash val="solid"/>
          </a:ln>
        </p:spPr>
      </p:sp>
      <p:sp>
        <p:nvSpPr>
          <p:cNvPr id="523" name="01_find_only_522">
            <a:extLst>
              <a:ext uri="{FF2B5EF4-FFF2-40B4-BE49-F238E27FC236}">
                <a16:creationId xmlns:a16="http://schemas.microsoft.com/office/drawing/2014/main" id="{9BD3B8D1-FBD3-4751-AAE7-7740C21D749D}"/>
              </a:ext>
            </a:extLst>
          </p:cNvPr>
          <p:cNvSpPr>
            <a:spLocks noGrp="1"/>
          </p:cNvSpPr>
          <p:nvPr/>
        </p:nvSpPr>
        <p:spPr>
          <a:xfrm>
            <a:off x="1570963" y="2855402"/>
            <a:ext cx="28398" cy="28398"/>
          </a:xfrm>
          <a:prstGeom prst="ellipse">
            <a:avLst/>
          </a:prstGeom>
          <a:solidFill>
            <a:srgbClr val="7F8C97">
              <a:alpha val="48000"/>
            </a:srgbClr>
          </a:solidFill>
          <a:ln w="0">
            <a:noFill/>
            <a:prstDash val="solid"/>
          </a:ln>
        </p:spPr>
      </p:sp>
      <p:sp>
        <p:nvSpPr>
          <p:cNvPr id="524" name="01_find_only_523">
            <a:extLst>
              <a:ext uri="{FF2B5EF4-FFF2-40B4-BE49-F238E27FC236}">
                <a16:creationId xmlns:a16="http://schemas.microsoft.com/office/drawing/2014/main" id="{70652C8A-5E47-4095-97C3-8D7FE9043F31}"/>
              </a:ext>
            </a:extLst>
          </p:cNvPr>
          <p:cNvSpPr>
            <a:spLocks noGrp="1"/>
          </p:cNvSpPr>
          <p:nvPr/>
        </p:nvSpPr>
        <p:spPr>
          <a:xfrm>
            <a:off x="1570105" y="2855402"/>
            <a:ext cx="28398" cy="28398"/>
          </a:xfrm>
          <a:prstGeom prst="ellipse">
            <a:avLst/>
          </a:prstGeom>
          <a:solidFill>
            <a:srgbClr val="7F8C97">
              <a:alpha val="48000"/>
            </a:srgbClr>
          </a:solidFill>
          <a:ln w="0">
            <a:noFill/>
            <a:prstDash val="solid"/>
          </a:ln>
        </p:spPr>
      </p:sp>
      <p:sp>
        <p:nvSpPr>
          <p:cNvPr id="525" name="01_find_only_524">
            <a:extLst>
              <a:ext uri="{FF2B5EF4-FFF2-40B4-BE49-F238E27FC236}">
                <a16:creationId xmlns:a16="http://schemas.microsoft.com/office/drawing/2014/main" id="{B3B9FECC-0541-4C85-91D0-334BAD61B9ED}"/>
              </a:ext>
            </a:extLst>
          </p:cNvPr>
          <p:cNvSpPr>
            <a:spLocks noGrp="1"/>
          </p:cNvSpPr>
          <p:nvPr/>
        </p:nvSpPr>
        <p:spPr>
          <a:xfrm>
            <a:off x="1574206" y="2855402"/>
            <a:ext cx="28398" cy="28398"/>
          </a:xfrm>
          <a:prstGeom prst="ellipse">
            <a:avLst/>
          </a:prstGeom>
          <a:solidFill>
            <a:srgbClr val="7F8C97">
              <a:alpha val="48000"/>
            </a:srgbClr>
          </a:solidFill>
          <a:ln w="0">
            <a:noFill/>
            <a:prstDash val="solid"/>
          </a:ln>
        </p:spPr>
      </p:sp>
      <p:sp>
        <p:nvSpPr>
          <p:cNvPr id="526" name="01_find_only_525">
            <a:extLst>
              <a:ext uri="{FF2B5EF4-FFF2-40B4-BE49-F238E27FC236}">
                <a16:creationId xmlns:a16="http://schemas.microsoft.com/office/drawing/2014/main" id="{DE8C737B-74CE-412B-87AC-3C0FB40E9390}"/>
              </a:ext>
            </a:extLst>
          </p:cNvPr>
          <p:cNvSpPr>
            <a:spLocks noGrp="1"/>
          </p:cNvSpPr>
          <p:nvPr/>
        </p:nvSpPr>
        <p:spPr>
          <a:xfrm>
            <a:off x="1556179" y="2855402"/>
            <a:ext cx="28398" cy="28398"/>
          </a:xfrm>
          <a:prstGeom prst="ellipse">
            <a:avLst/>
          </a:prstGeom>
          <a:solidFill>
            <a:srgbClr val="7F8C97">
              <a:alpha val="48000"/>
            </a:srgbClr>
          </a:solidFill>
          <a:ln w="0">
            <a:noFill/>
            <a:prstDash val="solid"/>
          </a:ln>
        </p:spPr>
      </p:sp>
      <p:sp>
        <p:nvSpPr>
          <p:cNvPr id="527" name="01_find_only_526">
            <a:extLst>
              <a:ext uri="{FF2B5EF4-FFF2-40B4-BE49-F238E27FC236}">
                <a16:creationId xmlns:a16="http://schemas.microsoft.com/office/drawing/2014/main" id="{F778CD54-2DE2-4D86-B547-CC6B341D1A70}"/>
              </a:ext>
            </a:extLst>
          </p:cNvPr>
          <p:cNvSpPr>
            <a:spLocks noGrp="1"/>
          </p:cNvSpPr>
          <p:nvPr/>
        </p:nvSpPr>
        <p:spPr>
          <a:xfrm>
            <a:off x="1506676" y="2855402"/>
            <a:ext cx="28398" cy="28398"/>
          </a:xfrm>
          <a:prstGeom prst="ellipse">
            <a:avLst/>
          </a:prstGeom>
          <a:solidFill>
            <a:srgbClr val="7F8C97">
              <a:alpha val="48000"/>
            </a:srgbClr>
          </a:solidFill>
          <a:ln w="0">
            <a:noFill/>
            <a:prstDash val="solid"/>
          </a:ln>
        </p:spPr>
      </p:sp>
      <p:sp>
        <p:nvSpPr>
          <p:cNvPr id="528" name="01_find_only_527">
            <a:extLst>
              <a:ext uri="{FF2B5EF4-FFF2-40B4-BE49-F238E27FC236}">
                <a16:creationId xmlns:a16="http://schemas.microsoft.com/office/drawing/2014/main" id="{33C75685-F280-4248-8D70-8229D0F9E1C0}"/>
              </a:ext>
            </a:extLst>
          </p:cNvPr>
          <p:cNvSpPr>
            <a:spLocks noGrp="1"/>
          </p:cNvSpPr>
          <p:nvPr/>
        </p:nvSpPr>
        <p:spPr>
          <a:xfrm>
            <a:off x="1555989" y="3278074"/>
            <a:ext cx="28398" cy="28398"/>
          </a:xfrm>
          <a:prstGeom prst="ellipse">
            <a:avLst/>
          </a:prstGeom>
          <a:solidFill>
            <a:srgbClr val="7F8C97">
              <a:alpha val="48000"/>
            </a:srgbClr>
          </a:solidFill>
          <a:ln w="0">
            <a:noFill/>
            <a:prstDash val="solid"/>
          </a:ln>
        </p:spPr>
      </p:sp>
      <p:sp>
        <p:nvSpPr>
          <p:cNvPr id="529" name="01_find_only_528">
            <a:extLst>
              <a:ext uri="{FF2B5EF4-FFF2-40B4-BE49-F238E27FC236}">
                <a16:creationId xmlns:a16="http://schemas.microsoft.com/office/drawing/2014/main" id="{2EDC8DC5-67E4-4AE7-9CF9-5AE7EB85E091}"/>
              </a:ext>
            </a:extLst>
          </p:cNvPr>
          <p:cNvSpPr>
            <a:spLocks noGrp="1"/>
          </p:cNvSpPr>
          <p:nvPr/>
        </p:nvSpPr>
        <p:spPr>
          <a:xfrm>
            <a:off x="1519267" y="2855402"/>
            <a:ext cx="28398" cy="28398"/>
          </a:xfrm>
          <a:prstGeom prst="ellipse">
            <a:avLst/>
          </a:prstGeom>
          <a:solidFill>
            <a:srgbClr val="7F8C97">
              <a:alpha val="48000"/>
            </a:srgbClr>
          </a:solidFill>
          <a:ln w="0">
            <a:noFill/>
            <a:prstDash val="solid"/>
          </a:ln>
        </p:spPr>
      </p:sp>
      <p:sp>
        <p:nvSpPr>
          <p:cNvPr id="530" name="01_find_only_529">
            <a:extLst>
              <a:ext uri="{FF2B5EF4-FFF2-40B4-BE49-F238E27FC236}">
                <a16:creationId xmlns:a16="http://schemas.microsoft.com/office/drawing/2014/main" id="{563BD93F-697E-487A-B1BF-40B0636820CF}"/>
              </a:ext>
            </a:extLst>
          </p:cNvPr>
          <p:cNvSpPr>
            <a:spLocks noGrp="1"/>
          </p:cNvSpPr>
          <p:nvPr/>
        </p:nvSpPr>
        <p:spPr>
          <a:xfrm>
            <a:off x="1570487" y="3343100"/>
            <a:ext cx="28398" cy="28398"/>
          </a:xfrm>
          <a:prstGeom prst="ellipse">
            <a:avLst/>
          </a:prstGeom>
          <a:solidFill>
            <a:srgbClr val="7F8C97">
              <a:alpha val="48000"/>
            </a:srgbClr>
          </a:solidFill>
          <a:ln w="0">
            <a:noFill/>
            <a:prstDash val="solid"/>
          </a:ln>
        </p:spPr>
      </p:sp>
      <p:sp>
        <p:nvSpPr>
          <p:cNvPr id="531" name="01_find_only_530">
            <a:extLst>
              <a:ext uri="{FF2B5EF4-FFF2-40B4-BE49-F238E27FC236}">
                <a16:creationId xmlns:a16="http://schemas.microsoft.com/office/drawing/2014/main" id="{53996B2D-91DF-4CD4-8F44-65679C485DB2}"/>
              </a:ext>
            </a:extLst>
          </p:cNvPr>
          <p:cNvSpPr>
            <a:spLocks noGrp="1"/>
          </p:cNvSpPr>
          <p:nvPr/>
        </p:nvSpPr>
        <p:spPr>
          <a:xfrm>
            <a:off x="1583077" y="3348519"/>
            <a:ext cx="28398" cy="28398"/>
          </a:xfrm>
          <a:prstGeom prst="ellipse">
            <a:avLst/>
          </a:prstGeom>
          <a:solidFill>
            <a:srgbClr val="7F8C97">
              <a:alpha val="48000"/>
            </a:srgbClr>
          </a:solidFill>
          <a:ln w="0">
            <a:noFill/>
            <a:prstDash val="solid"/>
          </a:ln>
        </p:spPr>
      </p:sp>
      <p:sp>
        <p:nvSpPr>
          <p:cNvPr id="532" name="01_find_only_531">
            <a:extLst>
              <a:ext uri="{FF2B5EF4-FFF2-40B4-BE49-F238E27FC236}">
                <a16:creationId xmlns:a16="http://schemas.microsoft.com/office/drawing/2014/main" id="{F0AE6FC0-9682-45D5-AD5F-DC06ECD43423}"/>
              </a:ext>
            </a:extLst>
          </p:cNvPr>
          <p:cNvSpPr>
            <a:spLocks noGrp="1"/>
          </p:cNvSpPr>
          <p:nvPr/>
        </p:nvSpPr>
        <p:spPr>
          <a:xfrm>
            <a:off x="1517741" y="2855402"/>
            <a:ext cx="28398" cy="28398"/>
          </a:xfrm>
          <a:prstGeom prst="ellipse">
            <a:avLst/>
          </a:prstGeom>
          <a:solidFill>
            <a:srgbClr val="7F8C97">
              <a:alpha val="48000"/>
            </a:srgbClr>
          </a:solidFill>
          <a:ln w="0">
            <a:noFill/>
            <a:prstDash val="solid"/>
          </a:ln>
        </p:spPr>
      </p:sp>
      <p:sp>
        <p:nvSpPr>
          <p:cNvPr id="533" name="01_find_only_532">
            <a:extLst>
              <a:ext uri="{FF2B5EF4-FFF2-40B4-BE49-F238E27FC236}">
                <a16:creationId xmlns:a16="http://schemas.microsoft.com/office/drawing/2014/main" id="{DD017DCC-255D-4F86-BE89-56B20CA824C6}"/>
              </a:ext>
            </a:extLst>
          </p:cNvPr>
          <p:cNvSpPr>
            <a:spLocks noGrp="1"/>
          </p:cNvSpPr>
          <p:nvPr/>
        </p:nvSpPr>
        <p:spPr>
          <a:xfrm>
            <a:off x="1571345" y="2855402"/>
            <a:ext cx="28398" cy="28398"/>
          </a:xfrm>
          <a:prstGeom prst="ellipse">
            <a:avLst/>
          </a:prstGeom>
          <a:solidFill>
            <a:srgbClr val="7F8C97">
              <a:alpha val="48000"/>
            </a:srgbClr>
          </a:solidFill>
          <a:ln w="0">
            <a:noFill/>
            <a:prstDash val="solid"/>
          </a:ln>
        </p:spPr>
      </p:sp>
      <p:sp>
        <p:nvSpPr>
          <p:cNvPr id="534" name="01_find_only_533">
            <a:extLst>
              <a:ext uri="{FF2B5EF4-FFF2-40B4-BE49-F238E27FC236}">
                <a16:creationId xmlns:a16="http://schemas.microsoft.com/office/drawing/2014/main" id="{C4CF6A23-816E-45D3-9BE2-3C020FFBB767}"/>
              </a:ext>
            </a:extLst>
          </p:cNvPr>
          <p:cNvSpPr>
            <a:spLocks noGrp="1"/>
          </p:cNvSpPr>
          <p:nvPr/>
        </p:nvSpPr>
        <p:spPr>
          <a:xfrm>
            <a:off x="1522510" y="3489410"/>
            <a:ext cx="28398" cy="28398"/>
          </a:xfrm>
          <a:prstGeom prst="ellipse">
            <a:avLst/>
          </a:prstGeom>
          <a:solidFill>
            <a:srgbClr val="7F8C97">
              <a:alpha val="48000"/>
            </a:srgbClr>
          </a:solidFill>
          <a:ln w="0">
            <a:noFill/>
            <a:prstDash val="solid"/>
          </a:ln>
        </p:spPr>
      </p:sp>
      <p:sp>
        <p:nvSpPr>
          <p:cNvPr id="535" name="01_find_only_534">
            <a:extLst>
              <a:ext uri="{FF2B5EF4-FFF2-40B4-BE49-F238E27FC236}">
                <a16:creationId xmlns:a16="http://schemas.microsoft.com/office/drawing/2014/main" id="{4A765E61-5846-4EDF-8B82-D6AF95AE604A}"/>
              </a:ext>
            </a:extLst>
          </p:cNvPr>
          <p:cNvSpPr>
            <a:spLocks noGrp="1"/>
          </p:cNvSpPr>
          <p:nvPr/>
        </p:nvSpPr>
        <p:spPr>
          <a:xfrm>
            <a:off x="1526706" y="3278074"/>
            <a:ext cx="28398" cy="28398"/>
          </a:xfrm>
          <a:prstGeom prst="ellipse">
            <a:avLst/>
          </a:prstGeom>
          <a:solidFill>
            <a:srgbClr val="7F8C97">
              <a:alpha val="48000"/>
            </a:srgbClr>
          </a:solidFill>
          <a:ln w="0">
            <a:noFill/>
            <a:prstDash val="solid"/>
          </a:ln>
        </p:spPr>
      </p:sp>
      <p:sp>
        <p:nvSpPr>
          <p:cNvPr id="536" name="01_find_only_535">
            <a:extLst>
              <a:ext uri="{FF2B5EF4-FFF2-40B4-BE49-F238E27FC236}">
                <a16:creationId xmlns:a16="http://schemas.microsoft.com/office/drawing/2014/main" id="{21677656-771C-4A95-9E00-7F95FBE5E716}"/>
              </a:ext>
            </a:extLst>
          </p:cNvPr>
          <p:cNvSpPr>
            <a:spLocks noGrp="1"/>
          </p:cNvSpPr>
          <p:nvPr/>
        </p:nvSpPr>
        <p:spPr>
          <a:xfrm>
            <a:off x="1515356" y="2855402"/>
            <a:ext cx="28398" cy="28398"/>
          </a:xfrm>
          <a:prstGeom prst="ellipse">
            <a:avLst/>
          </a:prstGeom>
          <a:solidFill>
            <a:srgbClr val="7F8C97">
              <a:alpha val="48000"/>
            </a:srgbClr>
          </a:solidFill>
          <a:ln w="0">
            <a:noFill/>
            <a:prstDash val="solid"/>
          </a:ln>
        </p:spPr>
      </p:sp>
      <p:sp>
        <p:nvSpPr>
          <p:cNvPr id="537" name="01_find_only_536">
            <a:extLst>
              <a:ext uri="{FF2B5EF4-FFF2-40B4-BE49-F238E27FC236}">
                <a16:creationId xmlns:a16="http://schemas.microsoft.com/office/drawing/2014/main" id="{08761BED-D982-468D-B5F0-C54DC16CFBBF}"/>
              </a:ext>
            </a:extLst>
          </p:cNvPr>
          <p:cNvSpPr>
            <a:spLocks noGrp="1"/>
          </p:cNvSpPr>
          <p:nvPr/>
        </p:nvSpPr>
        <p:spPr>
          <a:xfrm>
            <a:off x="1570296" y="3013904"/>
            <a:ext cx="28398" cy="28398"/>
          </a:xfrm>
          <a:prstGeom prst="ellipse">
            <a:avLst/>
          </a:prstGeom>
          <a:solidFill>
            <a:srgbClr val="7F8C97">
              <a:alpha val="48000"/>
            </a:srgbClr>
          </a:solidFill>
          <a:ln w="0">
            <a:noFill/>
            <a:prstDash val="solid"/>
          </a:ln>
        </p:spPr>
      </p:sp>
      <p:sp>
        <p:nvSpPr>
          <p:cNvPr id="538" name="01_find_only_537">
            <a:extLst>
              <a:ext uri="{FF2B5EF4-FFF2-40B4-BE49-F238E27FC236}">
                <a16:creationId xmlns:a16="http://schemas.microsoft.com/office/drawing/2014/main" id="{A132A3D5-8264-454A-B203-FBA2441C30F2}"/>
              </a:ext>
            </a:extLst>
          </p:cNvPr>
          <p:cNvSpPr>
            <a:spLocks noGrp="1"/>
          </p:cNvSpPr>
          <p:nvPr/>
        </p:nvSpPr>
        <p:spPr>
          <a:xfrm>
            <a:off x="1594904" y="2855402"/>
            <a:ext cx="28398" cy="28398"/>
          </a:xfrm>
          <a:prstGeom prst="ellipse">
            <a:avLst/>
          </a:prstGeom>
          <a:solidFill>
            <a:srgbClr val="7F8C97">
              <a:alpha val="48000"/>
            </a:srgbClr>
          </a:solidFill>
          <a:ln w="0">
            <a:noFill/>
            <a:prstDash val="solid"/>
          </a:ln>
        </p:spPr>
      </p:sp>
      <p:sp>
        <p:nvSpPr>
          <p:cNvPr id="539" name="01_find_only_538">
            <a:extLst>
              <a:ext uri="{FF2B5EF4-FFF2-40B4-BE49-F238E27FC236}">
                <a16:creationId xmlns:a16="http://schemas.microsoft.com/office/drawing/2014/main" id="{6241D282-F41E-46FC-B70F-1C6F7E3F60CC}"/>
              </a:ext>
            </a:extLst>
          </p:cNvPr>
          <p:cNvSpPr>
            <a:spLocks noGrp="1"/>
          </p:cNvSpPr>
          <p:nvPr/>
        </p:nvSpPr>
        <p:spPr>
          <a:xfrm>
            <a:off x="1599006" y="3579982"/>
            <a:ext cx="28398" cy="28398"/>
          </a:xfrm>
          <a:prstGeom prst="ellipse">
            <a:avLst/>
          </a:prstGeom>
          <a:solidFill>
            <a:srgbClr val="7F8C97">
              <a:alpha val="48000"/>
            </a:srgbClr>
          </a:solidFill>
          <a:ln w="0">
            <a:noFill/>
            <a:prstDash val="solid"/>
          </a:ln>
        </p:spPr>
      </p:sp>
      <p:sp>
        <p:nvSpPr>
          <p:cNvPr id="540" name="01_find_only_539">
            <a:extLst>
              <a:ext uri="{FF2B5EF4-FFF2-40B4-BE49-F238E27FC236}">
                <a16:creationId xmlns:a16="http://schemas.microsoft.com/office/drawing/2014/main" id="{B794CF41-4423-42F0-BAB6-A9EF8CABDEDA}"/>
              </a:ext>
            </a:extLst>
          </p:cNvPr>
          <p:cNvSpPr>
            <a:spLocks noGrp="1"/>
          </p:cNvSpPr>
          <p:nvPr/>
        </p:nvSpPr>
        <p:spPr>
          <a:xfrm>
            <a:off x="1540060" y="2855402"/>
            <a:ext cx="28398" cy="28398"/>
          </a:xfrm>
          <a:prstGeom prst="ellipse">
            <a:avLst/>
          </a:prstGeom>
          <a:solidFill>
            <a:srgbClr val="7F8C97">
              <a:alpha val="48000"/>
            </a:srgbClr>
          </a:solidFill>
          <a:ln w="0">
            <a:noFill/>
            <a:prstDash val="solid"/>
          </a:ln>
        </p:spPr>
      </p:sp>
      <p:sp>
        <p:nvSpPr>
          <p:cNvPr id="541" name="01_find_only_540">
            <a:extLst>
              <a:ext uri="{FF2B5EF4-FFF2-40B4-BE49-F238E27FC236}">
                <a16:creationId xmlns:a16="http://schemas.microsoft.com/office/drawing/2014/main" id="{AC162A5C-3992-4514-BAF2-588351ED7687}"/>
              </a:ext>
            </a:extLst>
          </p:cNvPr>
          <p:cNvSpPr>
            <a:spLocks noGrp="1"/>
          </p:cNvSpPr>
          <p:nvPr/>
        </p:nvSpPr>
        <p:spPr>
          <a:xfrm>
            <a:off x="1575065" y="3278074"/>
            <a:ext cx="28398" cy="28398"/>
          </a:xfrm>
          <a:prstGeom prst="ellipse">
            <a:avLst/>
          </a:prstGeom>
          <a:solidFill>
            <a:srgbClr val="7F8C97">
              <a:alpha val="48000"/>
            </a:srgbClr>
          </a:solidFill>
          <a:ln w="0">
            <a:noFill/>
            <a:prstDash val="solid"/>
          </a:ln>
        </p:spPr>
      </p:sp>
      <p:sp>
        <p:nvSpPr>
          <p:cNvPr id="542" name="01_find_only_541">
            <a:extLst>
              <a:ext uri="{FF2B5EF4-FFF2-40B4-BE49-F238E27FC236}">
                <a16:creationId xmlns:a16="http://schemas.microsoft.com/office/drawing/2014/main" id="{6A820060-34FC-4EB5-9D9A-3460C19A5314}"/>
              </a:ext>
            </a:extLst>
          </p:cNvPr>
          <p:cNvSpPr>
            <a:spLocks noGrp="1"/>
          </p:cNvSpPr>
          <p:nvPr/>
        </p:nvSpPr>
        <p:spPr>
          <a:xfrm>
            <a:off x="1593569" y="2855402"/>
            <a:ext cx="28398" cy="28398"/>
          </a:xfrm>
          <a:prstGeom prst="ellipse">
            <a:avLst/>
          </a:prstGeom>
          <a:solidFill>
            <a:srgbClr val="7F8C97">
              <a:alpha val="48000"/>
            </a:srgbClr>
          </a:solidFill>
          <a:ln w="0">
            <a:noFill/>
            <a:prstDash val="solid"/>
          </a:ln>
        </p:spPr>
      </p:sp>
      <p:sp>
        <p:nvSpPr>
          <p:cNvPr id="543" name="01_find_only_542">
            <a:extLst>
              <a:ext uri="{FF2B5EF4-FFF2-40B4-BE49-F238E27FC236}">
                <a16:creationId xmlns:a16="http://schemas.microsoft.com/office/drawing/2014/main" id="{A1D89FFF-5035-428D-A6B6-51D879B56C72}"/>
              </a:ext>
            </a:extLst>
          </p:cNvPr>
          <p:cNvSpPr>
            <a:spLocks noGrp="1"/>
          </p:cNvSpPr>
          <p:nvPr/>
        </p:nvSpPr>
        <p:spPr>
          <a:xfrm>
            <a:off x="1582314" y="3278074"/>
            <a:ext cx="28398" cy="28398"/>
          </a:xfrm>
          <a:prstGeom prst="ellipse">
            <a:avLst/>
          </a:prstGeom>
          <a:solidFill>
            <a:srgbClr val="7F8C97">
              <a:alpha val="48000"/>
            </a:srgbClr>
          </a:solidFill>
          <a:ln w="0">
            <a:noFill/>
            <a:prstDash val="solid"/>
          </a:ln>
        </p:spPr>
      </p:sp>
      <p:sp>
        <p:nvSpPr>
          <p:cNvPr id="544" name="01_find_only_543">
            <a:extLst>
              <a:ext uri="{FF2B5EF4-FFF2-40B4-BE49-F238E27FC236}">
                <a16:creationId xmlns:a16="http://schemas.microsoft.com/office/drawing/2014/main" id="{55092907-F037-431F-8C51-FE2442DCB38B}"/>
              </a:ext>
            </a:extLst>
          </p:cNvPr>
          <p:cNvSpPr>
            <a:spLocks noGrp="1"/>
          </p:cNvSpPr>
          <p:nvPr/>
        </p:nvSpPr>
        <p:spPr>
          <a:xfrm>
            <a:off x="1572203" y="4123418"/>
            <a:ext cx="28398" cy="28398"/>
          </a:xfrm>
          <a:prstGeom prst="ellipse">
            <a:avLst/>
          </a:prstGeom>
          <a:solidFill>
            <a:srgbClr val="7F8C97">
              <a:alpha val="48000"/>
            </a:srgbClr>
          </a:solidFill>
          <a:ln w="0">
            <a:noFill/>
            <a:prstDash val="solid"/>
          </a:ln>
        </p:spPr>
      </p:sp>
      <p:sp>
        <p:nvSpPr>
          <p:cNvPr id="545" name="01_find_only_544">
            <a:extLst>
              <a:ext uri="{FF2B5EF4-FFF2-40B4-BE49-F238E27FC236}">
                <a16:creationId xmlns:a16="http://schemas.microsoft.com/office/drawing/2014/main" id="{F7986E54-4AFE-41C6-B48D-8192A856F907}"/>
              </a:ext>
            </a:extLst>
          </p:cNvPr>
          <p:cNvSpPr>
            <a:spLocks noGrp="1"/>
          </p:cNvSpPr>
          <p:nvPr/>
        </p:nvSpPr>
        <p:spPr>
          <a:xfrm>
            <a:off x="1548835" y="2855402"/>
            <a:ext cx="28398" cy="28398"/>
          </a:xfrm>
          <a:prstGeom prst="ellipse">
            <a:avLst/>
          </a:prstGeom>
          <a:solidFill>
            <a:srgbClr val="7F8C97">
              <a:alpha val="48000"/>
            </a:srgbClr>
          </a:solidFill>
          <a:ln w="0">
            <a:noFill/>
            <a:prstDash val="solid"/>
          </a:ln>
        </p:spPr>
      </p:sp>
      <p:sp>
        <p:nvSpPr>
          <p:cNvPr id="546" name="01_find_only_545">
            <a:extLst>
              <a:ext uri="{FF2B5EF4-FFF2-40B4-BE49-F238E27FC236}">
                <a16:creationId xmlns:a16="http://schemas.microsoft.com/office/drawing/2014/main" id="{52CDCD54-D596-41CD-93DE-C3BC2231A55E}"/>
              </a:ext>
            </a:extLst>
          </p:cNvPr>
          <p:cNvSpPr>
            <a:spLocks noGrp="1"/>
          </p:cNvSpPr>
          <p:nvPr/>
        </p:nvSpPr>
        <p:spPr>
          <a:xfrm>
            <a:off x="1545973" y="3805042"/>
            <a:ext cx="28398" cy="28398"/>
          </a:xfrm>
          <a:prstGeom prst="ellipse">
            <a:avLst/>
          </a:prstGeom>
          <a:solidFill>
            <a:srgbClr val="7F8C97">
              <a:alpha val="48000"/>
            </a:srgbClr>
          </a:solidFill>
          <a:ln w="0">
            <a:noFill/>
            <a:prstDash val="solid"/>
          </a:ln>
        </p:spPr>
      </p:sp>
      <p:sp>
        <p:nvSpPr>
          <p:cNvPr id="547" name="01_find_only_546">
            <a:extLst>
              <a:ext uri="{FF2B5EF4-FFF2-40B4-BE49-F238E27FC236}">
                <a16:creationId xmlns:a16="http://schemas.microsoft.com/office/drawing/2014/main" id="{14E65B25-1FB6-43F6-97A6-28D3DA587D6E}"/>
              </a:ext>
            </a:extLst>
          </p:cNvPr>
          <p:cNvSpPr>
            <a:spLocks noGrp="1"/>
          </p:cNvSpPr>
          <p:nvPr/>
        </p:nvSpPr>
        <p:spPr>
          <a:xfrm>
            <a:off x="1514211" y="2855402"/>
            <a:ext cx="28398" cy="28398"/>
          </a:xfrm>
          <a:prstGeom prst="ellipse">
            <a:avLst/>
          </a:prstGeom>
          <a:solidFill>
            <a:srgbClr val="7F8C97">
              <a:alpha val="48000"/>
            </a:srgbClr>
          </a:solidFill>
          <a:ln w="0">
            <a:noFill/>
            <a:prstDash val="solid"/>
          </a:ln>
        </p:spPr>
      </p:sp>
      <p:sp>
        <p:nvSpPr>
          <p:cNvPr id="548" name="01_find_only_547">
            <a:extLst>
              <a:ext uri="{FF2B5EF4-FFF2-40B4-BE49-F238E27FC236}">
                <a16:creationId xmlns:a16="http://schemas.microsoft.com/office/drawing/2014/main" id="{7112FBB7-9F9C-4638-8AF0-C39DF3AB6C9B}"/>
              </a:ext>
            </a:extLst>
          </p:cNvPr>
          <p:cNvSpPr>
            <a:spLocks noGrp="1"/>
          </p:cNvSpPr>
          <p:nvPr/>
        </p:nvSpPr>
        <p:spPr>
          <a:xfrm>
            <a:off x="1593855" y="2855402"/>
            <a:ext cx="28398" cy="28398"/>
          </a:xfrm>
          <a:prstGeom prst="ellipse">
            <a:avLst/>
          </a:prstGeom>
          <a:solidFill>
            <a:srgbClr val="7F8C97">
              <a:alpha val="48000"/>
            </a:srgbClr>
          </a:solidFill>
          <a:ln w="0">
            <a:noFill/>
            <a:prstDash val="solid"/>
          </a:ln>
        </p:spPr>
      </p:sp>
      <p:sp>
        <p:nvSpPr>
          <p:cNvPr id="549" name="01_find_only_548">
            <a:extLst>
              <a:ext uri="{FF2B5EF4-FFF2-40B4-BE49-F238E27FC236}">
                <a16:creationId xmlns:a16="http://schemas.microsoft.com/office/drawing/2014/main" id="{40696DBB-4D4D-42AB-9B1E-1D6267E5F756}"/>
              </a:ext>
            </a:extLst>
          </p:cNvPr>
          <p:cNvSpPr>
            <a:spLocks noGrp="1"/>
          </p:cNvSpPr>
          <p:nvPr/>
        </p:nvSpPr>
        <p:spPr>
          <a:xfrm>
            <a:off x="1583745" y="2855402"/>
            <a:ext cx="28398" cy="28398"/>
          </a:xfrm>
          <a:prstGeom prst="ellipse">
            <a:avLst/>
          </a:prstGeom>
          <a:solidFill>
            <a:srgbClr val="7F8C97">
              <a:alpha val="48000"/>
            </a:srgbClr>
          </a:solidFill>
          <a:ln w="0">
            <a:noFill/>
            <a:prstDash val="solid"/>
          </a:ln>
        </p:spPr>
      </p:sp>
      <p:sp>
        <p:nvSpPr>
          <p:cNvPr id="550" name="01_find_only_549">
            <a:extLst>
              <a:ext uri="{FF2B5EF4-FFF2-40B4-BE49-F238E27FC236}">
                <a16:creationId xmlns:a16="http://schemas.microsoft.com/office/drawing/2014/main" id="{AEBA76CB-BF38-4BF3-B844-398BEDC88834}"/>
              </a:ext>
            </a:extLst>
          </p:cNvPr>
          <p:cNvSpPr>
            <a:spLocks noGrp="1"/>
          </p:cNvSpPr>
          <p:nvPr/>
        </p:nvSpPr>
        <p:spPr>
          <a:xfrm>
            <a:off x="1569342" y="2855402"/>
            <a:ext cx="28398" cy="28398"/>
          </a:xfrm>
          <a:prstGeom prst="ellipse">
            <a:avLst/>
          </a:prstGeom>
          <a:solidFill>
            <a:srgbClr val="7F8C97">
              <a:alpha val="48000"/>
            </a:srgbClr>
          </a:solidFill>
          <a:ln w="0">
            <a:noFill/>
            <a:prstDash val="solid"/>
          </a:ln>
        </p:spPr>
      </p:sp>
      <p:sp>
        <p:nvSpPr>
          <p:cNvPr id="551" name="01_find_only_550">
            <a:extLst>
              <a:ext uri="{FF2B5EF4-FFF2-40B4-BE49-F238E27FC236}">
                <a16:creationId xmlns:a16="http://schemas.microsoft.com/office/drawing/2014/main" id="{899BF0C7-254D-4BD9-A442-779E89AB831D}"/>
              </a:ext>
            </a:extLst>
          </p:cNvPr>
          <p:cNvSpPr>
            <a:spLocks noGrp="1"/>
          </p:cNvSpPr>
          <p:nvPr/>
        </p:nvSpPr>
        <p:spPr>
          <a:xfrm>
            <a:off x="1510873" y="2855402"/>
            <a:ext cx="28398" cy="28398"/>
          </a:xfrm>
          <a:prstGeom prst="ellipse">
            <a:avLst/>
          </a:prstGeom>
          <a:solidFill>
            <a:srgbClr val="7F8C97">
              <a:alpha val="48000"/>
            </a:srgbClr>
          </a:solidFill>
          <a:ln w="0">
            <a:noFill/>
            <a:prstDash val="solid"/>
          </a:ln>
        </p:spPr>
      </p:sp>
      <p:sp>
        <p:nvSpPr>
          <p:cNvPr id="552" name="01_find_only_551">
            <a:extLst>
              <a:ext uri="{FF2B5EF4-FFF2-40B4-BE49-F238E27FC236}">
                <a16:creationId xmlns:a16="http://schemas.microsoft.com/office/drawing/2014/main" id="{80CBEA03-C197-415E-98FE-58BF9EB1BE4F}"/>
              </a:ext>
            </a:extLst>
          </p:cNvPr>
          <p:cNvSpPr>
            <a:spLocks noGrp="1"/>
          </p:cNvSpPr>
          <p:nvPr/>
        </p:nvSpPr>
        <p:spPr>
          <a:xfrm>
            <a:off x="1520125" y="3743013"/>
            <a:ext cx="28398" cy="28398"/>
          </a:xfrm>
          <a:prstGeom prst="ellipse">
            <a:avLst/>
          </a:prstGeom>
          <a:solidFill>
            <a:srgbClr val="7F8C97">
              <a:alpha val="48000"/>
            </a:srgbClr>
          </a:solidFill>
          <a:ln w="0">
            <a:noFill/>
            <a:prstDash val="solid"/>
          </a:ln>
        </p:spPr>
      </p:sp>
      <p:sp>
        <p:nvSpPr>
          <p:cNvPr id="553" name="01_find_only_552">
            <a:extLst>
              <a:ext uri="{FF2B5EF4-FFF2-40B4-BE49-F238E27FC236}">
                <a16:creationId xmlns:a16="http://schemas.microsoft.com/office/drawing/2014/main" id="{7420D7D1-091E-4724-912A-37CFB387AD61}"/>
              </a:ext>
            </a:extLst>
          </p:cNvPr>
          <p:cNvSpPr>
            <a:spLocks noGrp="1"/>
          </p:cNvSpPr>
          <p:nvPr/>
        </p:nvSpPr>
        <p:spPr>
          <a:xfrm>
            <a:off x="1529377" y="2855402"/>
            <a:ext cx="28398" cy="28398"/>
          </a:xfrm>
          <a:prstGeom prst="ellipse">
            <a:avLst/>
          </a:prstGeom>
          <a:solidFill>
            <a:srgbClr val="7F8C97">
              <a:alpha val="48000"/>
            </a:srgbClr>
          </a:solidFill>
          <a:ln w="0">
            <a:noFill/>
            <a:prstDash val="solid"/>
          </a:ln>
        </p:spPr>
      </p:sp>
      <p:sp>
        <p:nvSpPr>
          <p:cNvPr id="554" name="01_find_only_553">
            <a:extLst>
              <a:ext uri="{FF2B5EF4-FFF2-40B4-BE49-F238E27FC236}">
                <a16:creationId xmlns:a16="http://schemas.microsoft.com/office/drawing/2014/main" id="{143940F9-93EF-4CA9-97A6-F903E5542290}"/>
              </a:ext>
            </a:extLst>
          </p:cNvPr>
          <p:cNvSpPr>
            <a:spLocks noGrp="1"/>
          </p:cNvSpPr>
          <p:nvPr/>
        </p:nvSpPr>
        <p:spPr>
          <a:xfrm>
            <a:off x="1570296" y="2855402"/>
            <a:ext cx="28398" cy="28398"/>
          </a:xfrm>
          <a:prstGeom prst="ellipse">
            <a:avLst/>
          </a:prstGeom>
          <a:solidFill>
            <a:srgbClr val="7F8C97">
              <a:alpha val="48000"/>
            </a:srgbClr>
          </a:solidFill>
          <a:ln w="0">
            <a:noFill/>
            <a:prstDash val="solid"/>
          </a:ln>
        </p:spPr>
      </p:sp>
      <p:sp>
        <p:nvSpPr>
          <p:cNvPr id="555" name="01_find_only_554">
            <a:extLst>
              <a:ext uri="{FF2B5EF4-FFF2-40B4-BE49-F238E27FC236}">
                <a16:creationId xmlns:a16="http://schemas.microsoft.com/office/drawing/2014/main" id="{E48C34DE-A49C-4C2F-90F2-24C1D3F824E9}"/>
              </a:ext>
            </a:extLst>
          </p:cNvPr>
          <p:cNvSpPr>
            <a:spLocks noGrp="1"/>
          </p:cNvSpPr>
          <p:nvPr/>
        </p:nvSpPr>
        <p:spPr>
          <a:xfrm>
            <a:off x="1560662" y="3489410"/>
            <a:ext cx="28398" cy="28398"/>
          </a:xfrm>
          <a:prstGeom prst="ellipse">
            <a:avLst/>
          </a:prstGeom>
          <a:solidFill>
            <a:srgbClr val="7F8C97">
              <a:alpha val="48000"/>
            </a:srgbClr>
          </a:solidFill>
          <a:ln w="0">
            <a:noFill/>
            <a:prstDash val="solid"/>
          </a:ln>
        </p:spPr>
      </p:sp>
      <p:sp>
        <p:nvSpPr>
          <p:cNvPr id="556" name="01_find_only_555">
            <a:extLst>
              <a:ext uri="{FF2B5EF4-FFF2-40B4-BE49-F238E27FC236}">
                <a16:creationId xmlns:a16="http://schemas.microsoft.com/office/drawing/2014/main" id="{A91B55AF-BCEF-4761-86B0-C0D9E8BE78D2}"/>
              </a:ext>
            </a:extLst>
          </p:cNvPr>
          <p:cNvSpPr>
            <a:spLocks noGrp="1"/>
          </p:cNvSpPr>
          <p:nvPr/>
        </p:nvSpPr>
        <p:spPr>
          <a:xfrm>
            <a:off x="1524131" y="3278074"/>
            <a:ext cx="28398" cy="28398"/>
          </a:xfrm>
          <a:prstGeom prst="ellipse">
            <a:avLst/>
          </a:prstGeom>
          <a:solidFill>
            <a:srgbClr val="7F8C97">
              <a:alpha val="48000"/>
            </a:srgbClr>
          </a:solidFill>
          <a:ln w="0">
            <a:noFill/>
            <a:prstDash val="solid"/>
          </a:ln>
        </p:spPr>
      </p:sp>
      <p:sp>
        <p:nvSpPr>
          <p:cNvPr id="557" name="01_find_only_556">
            <a:extLst>
              <a:ext uri="{FF2B5EF4-FFF2-40B4-BE49-F238E27FC236}">
                <a16:creationId xmlns:a16="http://schemas.microsoft.com/office/drawing/2014/main" id="{F635D450-E189-4B41-8EBB-F2C8828A1531}"/>
              </a:ext>
            </a:extLst>
          </p:cNvPr>
          <p:cNvSpPr>
            <a:spLocks noGrp="1"/>
          </p:cNvSpPr>
          <p:nvPr/>
        </p:nvSpPr>
        <p:spPr>
          <a:xfrm>
            <a:off x="1541395" y="3489410"/>
            <a:ext cx="28398" cy="28398"/>
          </a:xfrm>
          <a:prstGeom prst="ellipse">
            <a:avLst/>
          </a:prstGeom>
          <a:solidFill>
            <a:srgbClr val="7F8C97">
              <a:alpha val="48000"/>
            </a:srgbClr>
          </a:solidFill>
          <a:ln w="0">
            <a:noFill/>
            <a:prstDash val="solid"/>
          </a:ln>
        </p:spPr>
      </p:sp>
      <p:sp>
        <p:nvSpPr>
          <p:cNvPr id="558" name="01_find_only_557">
            <a:extLst>
              <a:ext uri="{FF2B5EF4-FFF2-40B4-BE49-F238E27FC236}">
                <a16:creationId xmlns:a16="http://schemas.microsoft.com/office/drawing/2014/main" id="{274091D2-B9B5-4B69-8A53-E7A8AE5D8935}"/>
              </a:ext>
            </a:extLst>
          </p:cNvPr>
          <p:cNvSpPr>
            <a:spLocks noGrp="1"/>
          </p:cNvSpPr>
          <p:nvPr/>
        </p:nvSpPr>
        <p:spPr>
          <a:xfrm>
            <a:off x="1507630" y="3987559"/>
            <a:ext cx="28398" cy="28398"/>
          </a:xfrm>
          <a:prstGeom prst="ellipse">
            <a:avLst/>
          </a:prstGeom>
          <a:solidFill>
            <a:srgbClr val="7F8C97">
              <a:alpha val="48000"/>
            </a:srgbClr>
          </a:solidFill>
          <a:ln w="0">
            <a:noFill/>
            <a:prstDash val="solid"/>
          </a:ln>
        </p:spPr>
      </p:sp>
      <p:sp>
        <p:nvSpPr>
          <p:cNvPr id="559" name="01_find_only_558">
            <a:extLst>
              <a:ext uri="{FF2B5EF4-FFF2-40B4-BE49-F238E27FC236}">
                <a16:creationId xmlns:a16="http://schemas.microsoft.com/office/drawing/2014/main" id="{43AB001A-2F2E-4302-AEFC-75711202F9C4}"/>
              </a:ext>
            </a:extLst>
          </p:cNvPr>
          <p:cNvSpPr>
            <a:spLocks noGrp="1"/>
          </p:cNvSpPr>
          <p:nvPr/>
        </p:nvSpPr>
        <p:spPr>
          <a:xfrm>
            <a:off x="2028423" y="2855402"/>
            <a:ext cx="28398" cy="28398"/>
          </a:xfrm>
          <a:prstGeom prst="ellipse">
            <a:avLst/>
          </a:prstGeom>
          <a:solidFill>
            <a:srgbClr val="7F8C97">
              <a:alpha val="48000"/>
            </a:srgbClr>
          </a:solidFill>
          <a:ln w="0">
            <a:noFill/>
            <a:prstDash val="solid"/>
          </a:ln>
        </p:spPr>
      </p:sp>
      <p:sp>
        <p:nvSpPr>
          <p:cNvPr id="560" name="01_find_only_559">
            <a:extLst>
              <a:ext uri="{FF2B5EF4-FFF2-40B4-BE49-F238E27FC236}">
                <a16:creationId xmlns:a16="http://schemas.microsoft.com/office/drawing/2014/main" id="{A195D66A-5E35-46C6-A524-84F075EFEA60}"/>
              </a:ext>
            </a:extLst>
          </p:cNvPr>
          <p:cNvSpPr>
            <a:spLocks noGrp="1"/>
          </p:cNvSpPr>
          <p:nvPr/>
        </p:nvSpPr>
        <p:spPr>
          <a:xfrm>
            <a:off x="2010110" y="3119572"/>
            <a:ext cx="28398" cy="28398"/>
          </a:xfrm>
          <a:prstGeom prst="ellipse">
            <a:avLst/>
          </a:prstGeom>
          <a:solidFill>
            <a:srgbClr val="7F8C97">
              <a:alpha val="48000"/>
            </a:srgbClr>
          </a:solidFill>
          <a:ln w="0">
            <a:noFill/>
            <a:prstDash val="solid"/>
          </a:ln>
        </p:spPr>
      </p:sp>
      <p:sp>
        <p:nvSpPr>
          <p:cNvPr id="561" name="01_find_only_560">
            <a:extLst>
              <a:ext uri="{FF2B5EF4-FFF2-40B4-BE49-F238E27FC236}">
                <a16:creationId xmlns:a16="http://schemas.microsoft.com/office/drawing/2014/main" id="{BED52264-65AF-45D0-83CD-D465637EC040}"/>
              </a:ext>
            </a:extLst>
          </p:cNvPr>
          <p:cNvSpPr>
            <a:spLocks noGrp="1"/>
          </p:cNvSpPr>
          <p:nvPr/>
        </p:nvSpPr>
        <p:spPr>
          <a:xfrm>
            <a:off x="2024990" y="2855402"/>
            <a:ext cx="28398" cy="28398"/>
          </a:xfrm>
          <a:prstGeom prst="ellipse">
            <a:avLst/>
          </a:prstGeom>
          <a:solidFill>
            <a:srgbClr val="7F8C97">
              <a:alpha val="48000"/>
            </a:srgbClr>
          </a:solidFill>
          <a:ln w="0">
            <a:noFill/>
            <a:prstDash val="solid"/>
          </a:ln>
        </p:spPr>
      </p:sp>
      <p:sp>
        <p:nvSpPr>
          <p:cNvPr id="562" name="01_find_only_561">
            <a:extLst>
              <a:ext uri="{FF2B5EF4-FFF2-40B4-BE49-F238E27FC236}">
                <a16:creationId xmlns:a16="http://schemas.microsoft.com/office/drawing/2014/main" id="{4C0AC132-6C99-49E5-A591-57366DA32357}"/>
              </a:ext>
            </a:extLst>
          </p:cNvPr>
          <p:cNvSpPr>
            <a:spLocks noGrp="1"/>
          </p:cNvSpPr>
          <p:nvPr/>
        </p:nvSpPr>
        <p:spPr>
          <a:xfrm>
            <a:off x="2024608" y="2855402"/>
            <a:ext cx="28398" cy="28398"/>
          </a:xfrm>
          <a:prstGeom prst="ellipse">
            <a:avLst/>
          </a:prstGeom>
          <a:solidFill>
            <a:srgbClr val="7F8C97">
              <a:alpha val="48000"/>
            </a:srgbClr>
          </a:solidFill>
          <a:ln w="0">
            <a:noFill/>
            <a:prstDash val="solid"/>
          </a:ln>
        </p:spPr>
      </p:sp>
      <p:sp>
        <p:nvSpPr>
          <p:cNvPr id="563" name="01_find_only_562">
            <a:extLst>
              <a:ext uri="{FF2B5EF4-FFF2-40B4-BE49-F238E27FC236}">
                <a16:creationId xmlns:a16="http://schemas.microsoft.com/office/drawing/2014/main" id="{FF18F28E-ACED-4E2E-A1D7-FFECA411F43E}"/>
              </a:ext>
            </a:extLst>
          </p:cNvPr>
          <p:cNvSpPr>
            <a:spLocks noGrp="1"/>
          </p:cNvSpPr>
          <p:nvPr/>
        </p:nvSpPr>
        <p:spPr>
          <a:xfrm>
            <a:off x="2040823" y="2855402"/>
            <a:ext cx="28398" cy="28398"/>
          </a:xfrm>
          <a:prstGeom prst="ellipse">
            <a:avLst/>
          </a:prstGeom>
          <a:solidFill>
            <a:srgbClr val="7F8C97">
              <a:alpha val="48000"/>
            </a:srgbClr>
          </a:solidFill>
          <a:ln w="0">
            <a:noFill/>
            <a:prstDash val="solid"/>
          </a:ln>
        </p:spPr>
      </p:sp>
      <p:sp>
        <p:nvSpPr>
          <p:cNvPr id="564" name="01_find_only_563">
            <a:extLst>
              <a:ext uri="{FF2B5EF4-FFF2-40B4-BE49-F238E27FC236}">
                <a16:creationId xmlns:a16="http://schemas.microsoft.com/office/drawing/2014/main" id="{AE9FE524-E23B-4D89-A95C-BE7B5FDCBBB4}"/>
              </a:ext>
            </a:extLst>
          </p:cNvPr>
          <p:cNvSpPr>
            <a:spLocks noGrp="1"/>
          </p:cNvSpPr>
          <p:nvPr/>
        </p:nvSpPr>
        <p:spPr>
          <a:xfrm>
            <a:off x="2068579" y="3278074"/>
            <a:ext cx="28398" cy="28398"/>
          </a:xfrm>
          <a:prstGeom prst="ellipse">
            <a:avLst/>
          </a:prstGeom>
          <a:solidFill>
            <a:srgbClr val="7F8C97">
              <a:alpha val="48000"/>
            </a:srgbClr>
          </a:solidFill>
          <a:ln w="0">
            <a:noFill/>
            <a:prstDash val="solid"/>
          </a:ln>
        </p:spPr>
      </p:sp>
      <p:sp>
        <p:nvSpPr>
          <p:cNvPr id="565" name="01_find_only_564">
            <a:extLst>
              <a:ext uri="{FF2B5EF4-FFF2-40B4-BE49-F238E27FC236}">
                <a16:creationId xmlns:a16="http://schemas.microsoft.com/office/drawing/2014/main" id="{49503A30-3A58-4806-991F-0983FA113A22}"/>
              </a:ext>
            </a:extLst>
          </p:cNvPr>
          <p:cNvSpPr>
            <a:spLocks noGrp="1"/>
          </p:cNvSpPr>
          <p:nvPr/>
        </p:nvSpPr>
        <p:spPr>
          <a:xfrm>
            <a:off x="2086034" y="2855402"/>
            <a:ext cx="28398" cy="28398"/>
          </a:xfrm>
          <a:prstGeom prst="ellipse">
            <a:avLst/>
          </a:prstGeom>
          <a:solidFill>
            <a:srgbClr val="7F8C97">
              <a:alpha val="48000"/>
            </a:srgbClr>
          </a:solidFill>
          <a:ln w="0">
            <a:noFill/>
            <a:prstDash val="solid"/>
          </a:ln>
        </p:spPr>
      </p:sp>
      <p:sp>
        <p:nvSpPr>
          <p:cNvPr id="566" name="01_find_only_565">
            <a:extLst>
              <a:ext uri="{FF2B5EF4-FFF2-40B4-BE49-F238E27FC236}">
                <a16:creationId xmlns:a16="http://schemas.microsoft.com/office/drawing/2014/main" id="{33A11825-01E1-4DA3-98D1-49863857E2C2}"/>
              </a:ext>
            </a:extLst>
          </p:cNvPr>
          <p:cNvSpPr>
            <a:spLocks noGrp="1"/>
          </p:cNvSpPr>
          <p:nvPr/>
        </p:nvSpPr>
        <p:spPr>
          <a:xfrm>
            <a:off x="2015165" y="2855402"/>
            <a:ext cx="28398" cy="28398"/>
          </a:xfrm>
          <a:prstGeom prst="ellipse">
            <a:avLst/>
          </a:prstGeom>
          <a:solidFill>
            <a:srgbClr val="7F8C97">
              <a:alpha val="48000"/>
            </a:srgbClr>
          </a:solidFill>
          <a:ln w="0">
            <a:noFill/>
            <a:prstDash val="solid"/>
          </a:ln>
        </p:spPr>
      </p:sp>
      <p:sp>
        <p:nvSpPr>
          <p:cNvPr id="567" name="01_find_only_566">
            <a:extLst>
              <a:ext uri="{FF2B5EF4-FFF2-40B4-BE49-F238E27FC236}">
                <a16:creationId xmlns:a16="http://schemas.microsoft.com/office/drawing/2014/main" id="{4DF659D0-55FC-4826-BE37-57DFC31FB09B}"/>
              </a:ext>
            </a:extLst>
          </p:cNvPr>
          <p:cNvSpPr>
            <a:spLocks noGrp="1"/>
          </p:cNvSpPr>
          <p:nvPr/>
        </p:nvSpPr>
        <p:spPr>
          <a:xfrm>
            <a:off x="2058755" y="2855402"/>
            <a:ext cx="28398" cy="28398"/>
          </a:xfrm>
          <a:prstGeom prst="ellipse">
            <a:avLst/>
          </a:prstGeom>
          <a:solidFill>
            <a:srgbClr val="7F8C97">
              <a:alpha val="48000"/>
            </a:srgbClr>
          </a:solidFill>
          <a:ln w="0">
            <a:noFill/>
            <a:prstDash val="solid"/>
          </a:ln>
        </p:spPr>
      </p:sp>
      <p:sp>
        <p:nvSpPr>
          <p:cNvPr id="568" name="01_find_only_567">
            <a:extLst>
              <a:ext uri="{FF2B5EF4-FFF2-40B4-BE49-F238E27FC236}">
                <a16:creationId xmlns:a16="http://schemas.microsoft.com/office/drawing/2014/main" id="{08FA4304-8E18-4826-AF92-AC25C8F39988}"/>
              </a:ext>
            </a:extLst>
          </p:cNvPr>
          <p:cNvSpPr>
            <a:spLocks noGrp="1"/>
          </p:cNvSpPr>
          <p:nvPr/>
        </p:nvSpPr>
        <p:spPr>
          <a:xfrm>
            <a:off x="2015451" y="3489410"/>
            <a:ext cx="28398" cy="28398"/>
          </a:xfrm>
          <a:prstGeom prst="ellipse">
            <a:avLst/>
          </a:prstGeom>
          <a:solidFill>
            <a:srgbClr val="7F8C97">
              <a:alpha val="48000"/>
            </a:srgbClr>
          </a:solidFill>
          <a:ln w="0">
            <a:noFill/>
            <a:prstDash val="solid"/>
          </a:ln>
        </p:spPr>
      </p:sp>
      <p:sp>
        <p:nvSpPr>
          <p:cNvPr id="569" name="01_find_only_568">
            <a:extLst>
              <a:ext uri="{FF2B5EF4-FFF2-40B4-BE49-F238E27FC236}">
                <a16:creationId xmlns:a16="http://schemas.microsoft.com/office/drawing/2014/main" id="{DC5D0A83-B948-4A4F-BD4D-FA6E52D12831}"/>
              </a:ext>
            </a:extLst>
          </p:cNvPr>
          <p:cNvSpPr>
            <a:spLocks noGrp="1"/>
          </p:cNvSpPr>
          <p:nvPr/>
        </p:nvSpPr>
        <p:spPr>
          <a:xfrm>
            <a:off x="2004959" y="2855402"/>
            <a:ext cx="28398" cy="28398"/>
          </a:xfrm>
          <a:prstGeom prst="ellipse">
            <a:avLst/>
          </a:prstGeom>
          <a:solidFill>
            <a:srgbClr val="7F8C97">
              <a:alpha val="48000"/>
            </a:srgbClr>
          </a:solidFill>
          <a:ln w="0">
            <a:noFill/>
            <a:prstDash val="solid"/>
          </a:ln>
        </p:spPr>
      </p:sp>
      <p:sp>
        <p:nvSpPr>
          <p:cNvPr id="570" name="01_find_only_569">
            <a:extLst>
              <a:ext uri="{FF2B5EF4-FFF2-40B4-BE49-F238E27FC236}">
                <a16:creationId xmlns:a16="http://schemas.microsoft.com/office/drawing/2014/main" id="{1DD198CD-D925-4E79-9F31-59B54542E85C}"/>
              </a:ext>
            </a:extLst>
          </p:cNvPr>
          <p:cNvSpPr>
            <a:spLocks noGrp="1"/>
          </p:cNvSpPr>
          <p:nvPr/>
        </p:nvSpPr>
        <p:spPr>
          <a:xfrm>
            <a:off x="2078403" y="3013904"/>
            <a:ext cx="28398" cy="28398"/>
          </a:xfrm>
          <a:prstGeom prst="ellipse">
            <a:avLst/>
          </a:prstGeom>
          <a:solidFill>
            <a:srgbClr val="7F8C97">
              <a:alpha val="48000"/>
            </a:srgbClr>
          </a:solidFill>
          <a:ln w="0">
            <a:noFill/>
            <a:prstDash val="solid"/>
          </a:ln>
        </p:spPr>
      </p:sp>
      <p:sp>
        <p:nvSpPr>
          <p:cNvPr id="571" name="01_find_only_570">
            <a:extLst>
              <a:ext uri="{FF2B5EF4-FFF2-40B4-BE49-F238E27FC236}">
                <a16:creationId xmlns:a16="http://schemas.microsoft.com/office/drawing/2014/main" id="{328FE580-B1E1-4D5F-B5CA-B2F25357540E}"/>
              </a:ext>
            </a:extLst>
          </p:cNvPr>
          <p:cNvSpPr>
            <a:spLocks noGrp="1"/>
          </p:cNvSpPr>
          <p:nvPr/>
        </p:nvSpPr>
        <p:spPr>
          <a:xfrm>
            <a:off x="2097956" y="3278074"/>
            <a:ext cx="28398" cy="28398"/>
          </a:xfrm>
          <a:prstGeom prst="ellipse">
            <a:avLst/>
          </a:prstGeom>
          <a:solidFill>
            <a:srgbClr val="7F8C97">
              <a:alpha val="48000"/>
            </a:srgbClr>
          </a:solidFill>
          <a:ln w="0">
            <a:noFill/>
            <a:prstDash val="solid"/>
          </a:ln>
        </p:spPr>
      </p:sp>
      <p:sp>
        <p:nvSpPr>
          <p:cNvPr id="572" name="01_find_only_571">
            <a:extLst>
              <a:ext uri="{FF2B5EF4-FFF2-40B4-BE49-F238E27FC236}">
                <a16:creationId xmlns:a16="http://schemas.microsoft.com/office/drawing/2014/main" id="{B581FDB9-4943-4E90-BF67-8A45A74D1D18}"/>
              </a:ext>
            </a:extLst>
          </p:cNvPr>
          <p:cNvSpPr>
            <a:spLocks noGrp="1"/>
          </p:cNvSpPr>
          <p:nvPr/>
        </p:nvSpPr>
        <p:spPr>
          <a:xfrm>
            <a:off x="2040537" y="2855402"/>
            <a:ext cx="28398" cy="28398"/>
          </a:xfrm>
          <a:prstGeom prst="ellipse">
            <a:avLst/>
          </a:prstGeom>
          <a:solidFill>
            <a:srgbClr val="7F8C97">
              <a:alpha val="48000"/>
            </a:srgbClr>
          </a:solidFill>
          <a:ln w="0">
            <a:noFill/>
            <a:prstDash val="solid"/>
          </a:ln>
        </p:spPr>
      </p:sp>
      <p:sp>
        <p:nvSpPr>
          <p:cNvPr id="573" name="01_find_only_572">
            <a:extLst>
              <a:ext uri="{FF2B5EF4-FFF2-40B4-BE49-F238E27FC236}">
                <a16:creationId xmlns:a16="http://schemas.microsoft.com/office/drawing/2014/main" id="{3C6AA775-DAA1-42CA-B294-9A9EAF66A601}"/>
              </a:ext>
            </a:extLst>
          </p:cNvPr>
          <p:cNvSpPr>
            <a:spLocks noGrp="1"/>
          </p:cNvSpPr>
          <p:nvPr/>
        </p:nvSpPr>
        <p:spPr>
          <a:xfrm>
            <a:off x="2092806" y="2855402"/>
            <a:ext cx="28398" cy="28398"/>
          </a:xfrm>
          <a:prstGeom prst="ellipse">
            <a:avLst/>
          </a:prstGeom>
          <a:solidFill>
            <a:srgbClr val="7F8C97">
              <a:alpha val="48000"/>
            </a:srgbClr>
          </a:solidFill>
          <a:ln w="0">
            <a:noFill/>
            <a:prstDash val="solid"/>
          </a:ln>
        </p:spPr>
      </p:sp>
      <p:sp>
        <p:nvSpPr>
          <p:cNvPr id="574" name="01_find_only_573">
            <a:extLst>
              <a:ext uri="{FF2B5EF4-FFF2-40B4-BE49-F238E27FC236}">
                <a16:creationId xmlns:a16="http://schemas.microsoft.com/office/drawing/2014/main" id="{8989F5AE-CD92-4FAC-84A7-091FCB1C7165}"/>
              </a:ext>
            </a:extLst>
          </p:cNvPr>
          <p:cNvSpPr>
            <a:spLocks noGrp="1"/>
          </p:cNvSpPr>
          <p:nvPr/>
        </p:nvSpPr>
        <p:spPr>
          <a:xfrm>
            <a:off x="2024894" y="3066738"/>
            <a:ext cx="28398" cy="28398"/>
          </a:xfrm>
          <a:prstGeom prst="ellipse">
            <a:avLst/>
          </a:prstGeom>
          <a:solidFill>
            <a:srgbClr val="7F8C97">
              <a:alpha val="48000"/>
            </a:srgbClr>
          </a:solidFill>
          <a:ln w="0">
            <a:noFill/>
            <a:prstDash val="solid"/>
          </a:ln>
        </p:spPr>
      </p:sp>
      <p:sp>
        <p:nvSpPr>
          <p:cNvPr id="575" name="01_find_only_574">
            <a:extLst>
              <a:ext uri="{FF2B5EF4-FFF2-40B4-BE49-F238E27FC236}">
                <a16:creationId xmlns:a16="http://schemas.microsoft.com/office/drawing/2014/main" id="{4703A8D1-B0BE-4890-8601-58D091FA4D50}"/>
              </a:ext>
            </a:extLst>
          </p:cNvPr>
          <p:cNvSpPr>
            <a:spLocks noGrp="1"/>
          </p:cNvSpPr>
          <p:nvPr/>
        </p:nvSpPr>
        <p:spPr>
          <a:xfrm>
            <a:off x="2043017" y="3246833"/>
            <a:ext cx="28398" cy="28398"/>
          </a:xfrm>
          <a:prstGeom prst="ellipse">
            <a:avLst/>
          </a:prstGeom>
          <a:solidFill>
            <a:srgbClr val="7F8C97">
              <a:alpha val="48000"/>
            </a:srgbClr>
          </a:solidFill>
          <a:ln w="0">
            <a:noFill/>
            <a:prstDash val="solid"/>
          </a:ln>
        </p:spPr>
      </p:sp>
      <p:sp>
        <p:nvSpPr>
          <p:cNvPr id="576" name="01_find_only_575">
            <a:extLst>
              <a:ext uri="{FF2B5EF4-FFF2-40B4-BE49-F238E27FC236}">
                <a16:creationId xmlns:a16="http://schemas.microsoft.com/office/drawing/2014/main" id="{CB715386-81BD-4E6C-8D01-BBD565975654}"/>
              </a:ext>
            </a:extLst>
          </p:cNvPr>
          <p:cNvSpPr>
            <a:spLocks noGrp="1"/>
          </p:cNvSpPr>
          <p:nvPr/>
        </p:nvSpPr>
        <p:spPr>
          <a:xfrm>
            <a:off x="2071440" y="3426009"/>
            <a:ext cx="28398" cy="28398"/>
          </a:xfrm>
          <a:prstGeom prst="ellipse">
            <a:avLst/>
          </a:prstGeom>
          <a:solidFill>
            <a:srgbClr val="7F8C97">
              <a:alpha val="48000"/>
            </a:srgbClr>
          </a:solidFill>
          <a:ln w="0">
            <a:noFill/>
            <a:prstDash val="solid"/>
          </a:ln>
        </p:spPr>
      </p:sp>
      <p:sp>
        <p:nvSpPr>
          <p:cNvPr id="577" name="01_find_only_576">
            <a:extLst>
              <a:ext uri="{FF2B5EF4-FFF2-40B4-BE49-F238E27FC236}">
                <a16:creationId xmlns:a16="http://schemas.microsoft.com/office/drawing/2014/main" id="{0292C797-5F0D-4874-B9AA-5FB91C058BBD}"/>
              </a:ext>
            </a:extLst>
          </p:cNvPr>
          <p:cNvSpPr>
            <a:spLocks noGrp="1"/>
          </p:cNvSpPr>
          <p:nvPr/>
        </p:nvSpPr>
        <p:spPr>
          <a:xfrm>
            <a:off x="2088514" y="2855402"/>
            <a:ext cx="28398" cy="28398"/>
          </a:xfrm>
          <a:prstGeom prst="ellipse">
            <a:avLst/>
          </a:prstGeom>
          <a:solidFill>
            <a:srgbClr val="7F8C97">
              <a:alpha val="48000"/>
            </a:srgbClr>
          </a:solidFill>
          <a:ln w="0">
            <a:noFill/>
            <a:prstDash val="solid"/>
          </a:ln>
        </p:spPr>
      </p:sp>
      <p:sp>
        <p:nvSpPr>
          <p:cNvPr id="578" name="01_find_only_577">
            <a:extLst>
              <a:ext uri="{FF2B5EF4-FFF2-40B4-BE49-F238E27FC236}">
                <a16:creationId xmlns:a16="http://schemas.microsoft.com/office/drawing/2014/main" id="{947939BC-7E6F-4C37-8ECE-C72B2C4BDAC0}"/>
              </a:ext>
            </a:extLst>
          </p:cNvPr>
          <p:cNvSpPr>
            <a:spLocks noGrp="1"/>
          </p:cNvSpPr>
          <p:nvPr/>
        </p:nvSpPr>
        <p:spPr>
          <a:xfrm>
            <a:off x="2097766" y="3066738"/>
            <a:ext cx="28398" cy="28398"/>
          </a:xfrm>
          <a:prstGeom prst="ellipse">
            <a:avLst/>
          </a:prstGeom>
          <a:solidFill>
            <a:srgbClr val="7F8C97">
              <a:alpha val="48000"/>
            </a:srgbClr>
          </a:solidFill>
          <a:ln w="0">
            <a:noFill/>
            <a:prstDash val="solid"/>
          </a:ln>
        </p:spPr>
      </p:sp>
      <p:sp>
        <p:nvSpPr>
          <p:cNvPr id="579" name="01_find_only_578">
            <a:extLst>
              <a:ext uri="{FF2B5EF4-FFF2-40B4-BE49-F238E27FC236}">
                <a16:creationId xmlns:a16="http://schemas.microsoft.com/office/drawing/2014/main" id="{065C56B4-FC0B-4053-9494-D9E852EB1470}"/>
              </a:ext>
            </a:extLst>
          </p:cNvPr>
          <p:cNvSpPr>
            <a:spLocks noGrp="1"/>
          </p:cNvSpPr>
          <p:nvPr/>
        </p:nvSpPr>
        <p:spPr>
          <a:xfrm>
            <a:off x="2064859" y="2855402"/>
            <a:ext cx="28398" cy="28398"/>
          </a:xfrm>
          <a:prstGeom prst="ellipse">
            <a:avLst/>
          </a:prstGeom>
          <a:solidFill>
            <a:srgbClr val="7F8C97">
              <a:alpha val="48000"/>
            </a:srgbClr>
          </a:solidFill>
          <a:ln w="0">
            <a:noFill/>
            <a:prstDash val="solid"/>
          </a:ln>
        </p:spPr>
      </p:sp>
      <p:sp>
        <p:nvSpPr>
          <p:cNvPr id="580" name="01_find_only_579">
            <a:extLst>
              <a:ext uri="{FF2B5EF4-FFF2-40B4-BE49-F238E27FC236}">
                <a16:creationId xmlns:a16="http://schemas.microsoft.com/office/drawing/2014/main" id="{2E7F1A38-4175-44DD-AE57-AFFDFA34B061}"/>
              </a:ext>
            </a:extLst>
          </p:cNvPr>
          <p:cNvSpPr>
            <a:spLocks noGrp="1"/>
          </p:cNvSpPr>
          <p:nvPr/>
        </p:nvSpPr>
        <p:spPr>
          <a:xfrm>
            <a:off x="2008298" y="3389303"/>
            <a:ext cx="28398" cy="28398"/>
          </a:xfrm>
          <a:prstGeom prst="ellipse">
            <a:avLst/>
          </a:prstGeom>
          <a:solidFill>
            <a:srgbClr val="7F8C97">
              <a:alpha val="48000"/>
            </a:srgbClr>
          </a:solidFill>
          <a:ln w="0">
            <a:noFill/>
            <a:prstDash val="solid"/>
          </a:ln>
        </p:spPr>
      </p:sp>
      <p:sp>
        <p:nvSpPr>
          <p:cNvPr id="581" name="01_find_only_580">
            <a:extLst>
              <a:ext uri="{FF2B5EF4-FFF2-40B4-BE49-F238E27FC236}">
                <a16:creationId xmlns:a16="http://schemas.microsoft.com/office/drawing/2014/main" id="{0809D4B8-01EA-4DA4-8CBC-03FD5023667A}"/>
              </a:ext>
            </a:extLst>
          </p:cNvPr>
          <p:cNvSpPr>
            <a:spLocks noGrp="1"/>
          </p:cNvSpPr>
          <p:nvPr/>
        </p:nvSpPr>
        <p:spPr>
          <a:xfrm>
            <a:off x="2022414" y="3172406"/>
            <a:ext cx="28398" cy="28398"/>
          </a:xfrm>
          <a:prstGeom prst="ellipse">
            <a:avLst/>
          </a:prstGeom>
          <a:solidFill>
            <a:srgbClr val="7F8C97">
              <a:alpha val="48000"/>
            </a:srgbClr>
          </a:solidFill>
          <a:ln w="0">
            <a:noFill/>
            <a:prstDash val="solid"/>
          </a:ln>
        </p:spPr>
      </p:sp>
      <p:sp>
        <p:nvSpPr>
          <p:cNvPr id="582" name="01_find_only_581">
            <a:extLst>
              <a:ext uri="{FF2B5EF4-FFF2-40B4-BE49-F238E27FC236}">
                <a16:creationId xmlns:a16="http://schemas.microsoft.com/office/drawing/2014/main" id="{278DFB87-00DB-4004-A434-FF76FC5F6F73}"/>
              </a:ext>
            </a:extLst>
          </p:cNvPr>
          <p:cNvSpPr>
            <a:spLocks noGrp="1"/>
          </p:cNvSpPr>
          <p:nvPr/>
        </p:nvSpPr>
        <p:spPr>
          <a:xfrm>
            <a:off x="2028614" y="2855402"/>
            <a:ext cx="28398" cy="28398"/>
          </a:xfrm>
          <a:prstGeom prst="ellipse">
            <a:avLst/>
          </a:prstGeom>
          <a:solidFill>
            <a:srgbClr val="7F8C97">
              <a:alpha val="48000"/>
            </a:srgbClr>
          </a:solidFill>
          <a:ln w="0">
            <a:noFill/>
            <a:prstDash val="solid"/>
          </a:ln>
        </p:spPr>
      </p:sp>
      <p:sp>
        <p:nvSpPr>
          <p:cNvPr id="583" name="01_find_only_582">
            <a:extLst>
              <a:ext uri="{FF2B5EF4-FFF2-40B4-BE49-F238E27FC236}">
                <a16:creationId xmlns:a16="http://schemas.microsoft.com/office/drawing/2014/main" id="{E29AFACD-DE21-41AC-9763-688E1FBA5483}"/>
              </a:ext>
            </a:extLst>
          </p:cNvPr>
          <p:cNvSpPr>
            <a:spLocks noGrp="1"/>
          </p:cNvSpPr>
          <p:nvPr/>
        </p:nvSpPr>
        <p:spPr>
          <a:xfrm>
            <a:off x="2008107" y="3700746"/>
            <a:ext cx="28398" cy="28398"/>
          </a:xfrm>
          <a:prstGeom prst="ellipse">
            <a:avLst/>
          </a:prstGeom>
          <a:solidFill>
            <a:srgbClr val="7F8C97">
              <a:alpha val="48000"/>
            </a:srgbClr>
          </a:solidFill>
          <a:ln w="0">
            <a:noFill/>
            <a:prstDash val="solid"/>
          </a:ln>
        </p:spPr>
      </p:sp>
      <p:sp>
        <p:nvSpPr>
          <p:cNvPr id="584" name="01_find_only_583">
            <a:extLst>
              <a:ext uri="{FF2B5EF4-FFF2-40B4-BE49-F238E27FC236}">
                <a16:creationId xmlns:a16="http://schemas.microsoft.com/office/drawing/2014/main" id="{6A6A851D-7360-4EF7-9D81-465DC8FE8FE7}"/>
              </a:ext>
            </a:extLst>
          </p:cNvPr>
          <p:cNvSpPr>
            <a:spLocks noGrp="1"/>
          </p:cNvSpPr>
          <p:nvPr/>
        </p:nvSpPr>
        <p:spPr>
          <a:xfrm>
            <a:off x="2007535" y="3362608"/>
            <a:ext cx="28398" cy="28398"/>
          </a:xfrm>
          <a:prstGeom prst="ellipse">
            <a:avLst/>
          </a:prstGeom>
          <a:solidFill>
            <a:srgbClr val="7F8C97">
              <a:alpha val="48000"/>
            </a:srgbClr>
          </a:solidFill>
          <a:ln w="0">
            <a:noFill/>
            <a:prstDash val="solid"/>
          </a:ln>
        </p:spPr>
      </p:sp>
      <p:sp>
        <p:nvSpPr>
          <p:cNvPr id="585" name="01_find_only_584">
            <a:extLst>
              <a:ext uri="{FF2B5EF4-FFF2-40B4-BE49-F238E27FC236}">
                <a16:creationId xmlns:a16="http://schemas.microsoft.com/office/drawing/2014/main" id="{05F70BF3-E32D-4790-A9B5-89C0D0A138E4}"/>
              </a:ext>
            </a:extLst>
          </p:cNvPr>
          <p:cNvSpPr>
            <a:spLocks noGrp="1"/>
          </p:cNvSpPr>
          <p:nvPr/>
        </p:nvSpPr>
        <p:spPr>
          <a:xfrm>
            <a:off x="2026039" y="2855402"/>
            <a:ext cx="28398" cy="28398"/>
          </a:xfrm>
          <a:prstGeom prst="ellipse">
            <a:avLst/>
          </a:prstGeom>
          <a:solidFill>
            <a:srgbClr val="7F8C97">
              <a:alpha val="48000"/>
            </a:srgbClr>
          </a:solidFill>
          <a:ln w="0">
            <a:noFill/>
            <a:prstDash val="solid"/>
          </a:ln>
        </p:spPr>
      </p:sp>
      <p:sp>
        <p:nvSpPr>
          <p:cNvPr id="586" name="01_find_only_585">
            <a:extLst>
              <a:ext uri="{FF2B5EF4-FFF2-40B4-BE49-F238E27FC236}">
                <a16:creationId xmlns:a16="http://schemas.microsoft.com/office/drawing/2014/main" id="{10BD546B-D06D-4467-BFB8-8CDBB863501B}"/>
              </a:ext>
            </a:extLst>
          </p:cNvPr>
          <p:cNvSpPr>
            <a:spLocks noGrp="1"/>
          </p:cNvSpPr>
          <p:nvPr/>
        </p:nvSpPr>
        <p:spPr>
          <a:xfrm>
            <a:off x="2061998" y="3489410"/>
            <a:ext cx="28398" cy="28398"/>
          </a:xfrm>
          <a:prstGeom prst="ellipse">
            <a:avLst/>
          </a:prstGeom>
          <a:solidFill>
            <a:srgbClr val="7F8C97">
              <a:alpha val="48000"/>
            </a:srgbClr>
          </a:solidFill>
          <a:ln w="0">
            <a:noFill/>
            <a:prstDash val="solid"/>
          </a:ln>
        </p:spPr>
      </p:sp>
      <p:sp>
        <p:nvSpPr>
          <p:cNvPr id="587" name="01_find_only_586">
            <a:extLst>
              <a:ext uri="{FF2B5EF4-FFF2-40B4-BE49-F238E27FC236}">
                <a16:creationId xmlns:a16="http://schemas.microsoft.com/office/drawing/2014/main" id="{B74F8616-A815-4557-B16D-A26B7CC5AF51}"/>
              </a:ext>
            </a:extLst>
          </p:cNvPr>
          <p:cNvSpPr>
            <a:spLocks noGrp="1"/>
          </p:cNvSpPr>
          <p:nvPr/>
        </p:nvSpPr>
        <p:spPr>
          <a:xfrm>
            <a:off x="2020983" y="3278074"/>
            <a:ext cx="28398" cy="28398"/>
          </a:xfrm>
          <a:prstGeom prst="ellipse">
            <a:avLst/>
          </a:prstGeom>
          <a:solidFill>
            <a:srgbClr val="7F8C97">
              <a:alpha val="48000"/>
            </a:srgbClr>
          </a:solidFill>
          <a:ln w="0">
            <a:noFill/>
            <a:prstDash val="solid"/>
          </a:ln>
        </p:spPr>
      </p:sp>
      <p:sp>
        <p:nvSpPr>
          <p:cNvPr id="588" name="01_find_only_587">
            <a:extLst>
              <a:ext uri="{FF2B5EF4-FFF2-40B4-BE49-F238E27FC236}">
                <a16:creationId xmlns:a16="http://schemas.microsoft.com/office/drawing/2014/main" id="{93A79386-5F80-4C78-AEAE-9CFD5E77BC54}"/>
              </a:ext>
            </a:extLst>
          </p:cNvPr>
          <p:cNvSpPr>
            <a:spLocks noGrp="1"/>
          </p:cNvSpPr>
          <p:nvPr/>
        </p:nvSpPr>
        <p:spPr>
          <a:xfrm>
            <a:off x="2049598" y="2855402"/>
            <a:ext cx="28398" cy="28398"/>
          </a:xfrm>
          <a:prstGeom prst="ellipse">
            <a:avLst/>
          </a:prstGeom>
          <a:solidFill>
            <a:srgbClr val="7F8C97">
              <a:alpha val="48000"/>
            </a:srgbClr>
          </a:solidFill>
          <a:ln w="0">
            <a:noFill/>
            <a:prstDash val="solid"/>
          </a:ln>
        </p:spPr>
      </p:sp>
      <p:sp>
        <p:nvSpPr>
          <p:cNvPr id="589" name="01_find_only_588">
            <a:extLst>
              <a:ext uri="{FF2B5EF4-FFF2-40B4-BE49-F238E27FC236}">
                <a16:creationId xmlns:a16="http://schemas.microsoft.com/office/drawing/2014/main" id="{F3C90CF0-E72F-499C-9677-88B9132DBA67}"/>
              </a:ext>
            </a:extLst>
          </p:cNvPr>
          <p:cNvSpPr>
            <a:spLocks noGrp="1"/>
          </p:cNvSpPr>
          <p:nvPr/>
        </p:nvSpPr>
        <p:spPr>
          <a:xfrm>
            <a:off x="2039488" y="2855402"/>
            <a:ext cx="28398" cy="28398"/>
          </a:xfrm>
          <a:prstGeom prst="ellipse">
            <a:avLst/>
          </a:prstGeom>
          <a:solidFill>
            <a:srgbClr val="7F8C97">
              <a:alpha val="48000"/>
            </a:srgbClr>
          </a:solidFill>
          <a:ln w="0">
            <a:noFill/>
            <a:prstDash val="solid"/>
          </a:ln>
        </p:spPr>
      </p:sp>
      <p:sp>
        <p:nvSpPr>
          <p:cNvPr id="590" name="01_find_only_589">
            <a:extLst>
              <a:ext uri="{FF2B5EF4-FFF2-40B4-BE49-F238E27FC236}">
                <a16:creationId xmlns:a16="http://schemas.microsoft.com/office/drawing/2014/main" id="{39FBF7E5-4221-4A60-846D-9157DAE914AC}"/>
              </a:ext>
            </a:extLst>
          </p:cNvPr>
          <p:cNvSpPr>
            <a:spLocks noGrp="1"/>
          </p:cNvSpPr>
          <p:nvPr/>
        </p:nvSpPr>
        <p:spPr>
          <a:xfrm>
            <a:off x="2086797" y="2855402"/>
            <a:ext cx="28398" cy="28398"/>
          </a:xfrm>
          <a:prstGeom prst="ellipse">
            <a:avLst/>
          </a:prstGeom>
          <a:solidFill>
            <a:srgbClr val="7F8C97">
              <a:alpha val="48000"/>
            </a:srgbClr>
          </a:solidFill>
          <a:ln w="0">
            <a:noFill/>
            <a:prstDash val="solid"/>
          </a:ln>
        </p:spPr>
      </p:sp>
      <p:sp>
        <p:nvSpPr>
          <p:cNvPr id="591" name="01_find_only_590">
            <a:extLst>
              <a:ext uri="{FF2B5EF4-FFF2-40B4-BE49-F238E27FC236}">
                <a16:creationId xmlns:a16="http://schemas.microsoft.com/office/drawing/2014/main" id="{B64CE6AB-08D9-4955-BE42-031688593F8B}"/>
              </a:ext>
            </a:extLst>
          </p:cNvPr>
          <p:cNvSpPr>
            <a:spLocks noGrp="1"/>
          </p:cNvSpPr>
          <p:nvPr/>
        </p:nvSpPr>
        <p:spPr>
          <a:xfrm>
            <a:off x="2030045" y="4072288"/>
            <a:ext cx="28398" cy="28398"/>
          </a:xfrm>
          <a:prstGeom prst="ellipse">
            <a:avLst/>
          </a:prstGeom>
          <a:solidFill>
            <a:srgbClr val="7F8C97">
              <a:alpha val="48000"/>
            </a:srgbClr>
          </a:solidFill>
          <a:ln w="0">
            <a:noFill/>
            <a:prstDash val="solid"/>
          </a:ln>
        </p:spPr>
      </p:sp>
      <p:sp>
        <p:nvSpPr>
          <p:cNvPr id="592" name="01_find_only_591">
            <a:extLst>
              <a:ext uri="{FF2B5EF4-FFF2-40B4-BE49-F238E27FC236}">
                <a16:creationId xmlns:a16="http://schemas.microsoft.com/office/drawing/2014/main" id="{9C9EE118-5E9E-43FE-A541-F5D16BDC2FAC}"/>
              </a:ext>
            </a:extLst>
          </p:cNvPr>
          <p:cNvSpPr>
            <a:spLocks noGrp="1"/>
          </p:cNvSpPr>
          <p:nvPr/>
        </p:nvSpPr>
        <p:spPr>
          <a:xfrm>
            <a:off x="2069247" y="3278074"/>
            <a:ext cx="28398" cy="28398"/>
          </a:xfrm>
          <a:prstGeom prst="ellipse">
            <a:avLst/>
          </a:prstGeom>
          <a:solidFill>
            <a:srgbClr val="7F8C97">
              <a:alpha val="48000"/>
            </a:srgbClr>
          </a:solidFill>
          <a:ln w="0">
            <a:noFill/>
            <a:prstDash val="solid"/>
          </a:ln>
        </p:spPr>
      </p:sp>
      <p:sp>
        <p:nvSpPr>
          <p:cNvPr id="593" name="01_find_only_592">
            <a:extLst>
              <a:ext uri="{FF2B5EF4-FFF2-40B4-BE49-F238E27FC236}">
                <a16:creationId xmlns:a16="http://schemas.microsoft.com/office/drawing/2014/main" id="{F538F756-09C4-4AC5-A2B4-3DDAC32C9278}"/>
              </a:ext>
            </a:extLst>
          </p:cNvPr>
          <p:cNvSpPr>
            <a:spLocks noGrp="1"/>
          </p:cNvSpPr>
          <p:nvPr/>
        </p:nvSpPr>
        <p:spPr>
          <a:xfrm>
            <a:off x="2071631" y="2855402"/>
            <a:ext cx="28398" cy="28398"/>
          </a:xfrm>
          <a:prstGeom prst="ellipse">
            <a:avLst/>
          </a:prstGeom>
          <a:solidFill>
            <a:srgbClr val="7F8C97">
              <a:alpha val="48000"/>
            </a:srgbClr>
          </a:solidFill>
          <a:ln w="0">
            <a:noFill/>
            <a:prstDash val="solid"/>
          </a:ln>
        </p:spPr>
      </p:sp>
      <p:sp>
        <p:nvSpPr>
          <p:cNvPr id="594" name="01_find_only_593">
            <a:extLst>
              <a:ext uri="{FF2B5EF4-FFF2-40B4-BE49-F238E27FC236}">
                <a16:creationId xmlns:a16="http://schemas.microsoft.com/office/drawing/2014/main" id="{B8A4FF9D-4911-42FE-AC22-9BB16F58D64D}"/>
              </a:ext>
            </a:extLst>
          </p:cNvPr>
          <p:cNvSpPr>
            <a:spLocks noGrp="1"/>
          </p:cNvSpPr>
          <p:nvPr/>
        </p:nvSpPr>
        <p:spPr>
          <a:xfrm>
            <a:off x="2007821" y="3066738"/>
            <a:ext cx="28398" cy="28398"/>
          </a:xfrm>
          <a:prstGeom prst="ellipse">
            <a:avLst/>
          </a:prstGeom>
          <a:solidFill>
            <a:srgbClr val="7F8C97">
              <a:alpha val="48000"/>
            </a:srgbClr>
          </a:solidFill>
          <a:ln w="0">
            <a:noFill/>
            <a:prstDash val="solid"/>
          </a:ln>
        </p:spPr>
      </p:sp>
      <p:sp>
        <p:nvSpPr>
          <p:cNvPr id="595" name="01_find_only_594">
            <a:extLst>
              <a:ext uri="{FF2B5EF4-FFF2-40B4-BE49-F238E27FC236}">
                <a16:creationId xmlns:a16="http://schemas.microsoft.com/office/drawing/2014/main" id="{2DAAD7E4-E3B1-4E39-99E3-2849F42471E5}"/>
              </a:ext>
            </a:extLst>
          </p:cNvPr>
          <p:cNvSpPr>
            <a:spLocks noGrp="1"/>
          </p:cNvSpPr>
          <p:nvPr/>
        </p:nvSpPr>
        <p:spPr>
          <a:xfrm>
            <a:off x="2085557" y="2855402"/>
            <a:ext cx="28398" cy="28398"/>
          </a:xfrm>
          <a:prstGeom prst="ellipse">
            <a:avLst/>
          </a:prstGeom>
          <a:solidFill>
            <a:srgbClr val="7F8C97">
              <a:alpha val="48000"/>
            </a:srgbClr>
          </a:solidFill>
          <a:ln w="0">
            <a:noFill/>
            <a:prstDash val="solid"/>
          </a:ln>
        </p:spPr>
      </p:sp>
      <p:sp>
        <p:nvSpPr>
          <p:cNvPr id="596" name="01_find_only_595">
            <a:extLst>
              <a:ext uri="{FF2B5EF4-FFF2-40B4-BE49-F238E27FC236}">
                <a16:creationId xmlns:a16="http://schemas.microsoft.com/office/drawing/2014/main" id="{16ED3528-2CEA-45D4-BE88-2488043829D7}"/>
              </a:ext>
            </a:extLst>
          </p:cNvPr>
          <p:cNvSpPr>
            <a:spLocks noGrp="1"/>
          </p:cNvSpPr>
          <p:nvPr/>
        </p:nvSpPr>
        <p:spPr>
          <a:xfrm>
            <a:off x="2005532" y="2855402"/>
            <a:ext cx="28398" cy="28398"/>
          </a:xfrm>
          <a:prstGeom prst="ellipse">
            <a:avLst/>
          </a:prstGeom>
          <a:solidFill>
            <a:srgbClr val="7F8C97">
              <a:alpha val="48000"/>
            </a:srgbClr>
          </a:solidFill>
          <a:ln w="0">
            <a:noFill/>
            <a:prstDash val="solid"/>
          </a:ln>
        </p:spPr>
      </p:sp>
      <p:sp>
        <p:nvSpPr>
          <p:cNvPr id="597" name="01_find_only_596">
            <a:extLst>
              <a:ext uri="{FF2B5EF4-FFF2-40B4-BE49-F238E27FC236}">
                <a16:creationId xmlns:a16="http://schemas.microsoft.com/office/drawing/2014/main" id="{483C1C96-5641-4F76-BBD7-CCFC155D0E3F}"/>
              </a:ext>
            </a:extLst>
          </p:cNvPr>
          <p:cNvSpPr>
            <a:spLocks noGrp="1"/>
          </p:cNvSpPr>
          <p:nvPr/>
        </p:nvSpPr>
        <p:spPr>
          <a:xfrm>
            <a:off x="2085366" y="2855402"/>
            <a:ext cx="28398" cy="28398"/>
          </a:xfrm>
          <a:prstGeom prst="ellipse">
            <a:avLst/>
          </a:prstGeom>
          <a:solidFill>
            <a:srgbClr val="7F8C97">
              <a:alpha val="48000"/>
            </a:srgbClr>
          </a:solidFill>
          <a:ln w="0">
            <a:noFill/>
            <a:prstDash val="solid"/>
          </a:ln>
        </p:spPr>
      </p:sp>
      <p:sp>
        <p:nvSpPr>
          <p:cNvPr id="598" name="01_find_only_597">
            <a:extLst>
              <a:ext uri="{FF2B5EF4-FFF2-40B4-BE49-F238E27FC236}">
                <a16:creationId xmlns:a16="http://schemas.microsoft.com/office/drawing/2014/main" id="{154E51F0-68E5-4F75-88B7-68C3DE6EC97D}"/>
              </a:ext>
            </a:extLst>
          </p:cNvPr>
          <p:cNvSpPr>
            <a:spLocks noGrp="1"/>
          </p:cNvSpPr>
          <p:nvPr/>
        </p:nvSpPr>
        <p:spPr>
          <a:xfrm>
            <a:off x="2094618" y="2855402"/>
            <a:ext cx="28398" cy="28398"/>
          </a:xfrm>
          <a:prstGeom prst="ellipse">
            <a:avLst/>
          </a:prstGeom>
          <a:solidFill>
            <a:srgbClr val="7F8C97">
              <a:alpha val="48000"/>
            </a:srgbClr>
          </a:solidFill>
          <a:ln w="0">
            <a:noFill/>
            <a:prstDash val="solid"/>
          </a:ln>
        </p:spPr>
      </p:sp>
      <p:sp>
        <p:nvSpPr>
          <p:cNvPr id="599" name="01_find_only_598">
            <a:extLst>
              <a:ext uri="{FF2B5EF4-FFF2-40B4-BE49-F238E27FC236}">
                <a16:creationId xmlns:a16="http://schemas.microsoft.com/office/drawing/2014/main" id="{EA46F7D8-C83C-4808-88E3-DE07830E90DB}"/>
              </a:ext>
            </a:extLst>
          </p:cNvPr>
          <p:cNvSpPr>
            <a:spLocks noGrp="1"/>
          </p:cNvSpPr>
          <p:nvPr/>
        </p:nvSpPr>
        <p:spPr>
          <a:xfrm>
            <a:off x="2062570" y="2855402"/>
            <a:ext cx="28398" cy="28398"/>
          </a:xfrm>
          <a:prstGeom prst="ellipse">
            <a:avLst/>
          </a:prstGeom>
          <a:solidFill>
            <a:srgbClr val="7F8C97">
              <a:alpha val="48000"/>
            </a:srgbClr>
          </a:solidFill>
          <a:ln w="0">
            <a:noFill/>
            <a:prstDash val="solid"/>
          </a:ln>
        </p:spPr>
      </p:sp>
      <p:sp>
        <p:nvSpPr>
          <p:cNvPr id="600" name="01_find_only_599">
            <a:extLst>
              <a:ext uri="{FF2B5EF4-FFF2-40B4-BE49-F238E27FC236}">
                <a16:creationId xmlns:a16="http://schemas.microsoft.com/office/drawing/2014/main" id="{30EA0A5E-FC01-45A5-86CD-7B61F1AF4510}"/>
              </a:ext>
            </a:extLst>
          </p:cNvPr>
          <p:cNvSpPr>
            <a:spLocks noGrp="1"/>
          </p:cNvSpPr>
          <p:nvPr/>
        </p:nvSpPr>
        <p:spPr>
          <a:xfrm>
            <a:off x="2033955" y="2855402"/>
            <a:ext cx="28398" cy="28398"/>
          </a:xfrm>
          <a:prstGeom prst="ellipse">
            <a:avLst/>
          </a:prstGeom>
          <a:solidFill>
            <a:srgbClr val="7F8C97">
              <a:alpha val="48000"/>
            </a:srgbClr>
          </a:solidFill>
          <a:ln w="0">
            <a:noFill/>
            <a:prstDash val="solid"/>
          </a:ln>
        </p:spPr>
      </p:sp>
      <p:sp>
        <p:nvSpPr>
          <p:cNvPr id="601" name="01_find_only_600">
            <a:extLst>
              <a:ext uri="{FF2B5EF4-FFF2-40B4-BE49-F238E27FC236}">
                <a16:creationId xmlns:a16="http://schemas.microsoft.com/office/drawing/2014/main" id="{FF183D83-EDF8-495E-BF35-8074B3D68F90}"/>
              </a:ext>
            </a:extLst>
          </p:cNvPr>
          <p:cNvSpPr>
            <a:spLocks noGrp="1"/>
          </p:cNvSpPr>
          <p:nvPr/>
        </p:nvSpPr>
        <p:spPr>
          <a:xfrm>
            <a:off x="2073920" y="2855402"/>
            <a:ext cx="28398" cy="28398"/>
          </a:xfrm>
          <a:prstGeom prst="ellipse">
            <a:avLst/>
          </a:prstGeom>
          <a:solidFill>
            <a:srgbClr val="7F8C97">
              <a:alpha val="48000"/>
            </a:srgbClr>
          </a:solidFill>
          <a:ln w="0">
            <a:noFill/>
            <a:prstDash val="solid"/>
          </a:ln>
        </p:spPr>
      </p:sp>
      <p:sp>
        <p:nvSpPr>
          <p:cNvPr id="602" name="01_find_only_601">
            <a:extLst>
              <a:ext uri="{FF2B5EF4-FFF2-40B4-BE49-F238E27FC236}">
                <a16:creationId xmlns:a16="http://schemas.microsoft.com/office/drawing/2014/main" id="{C2299C77-BB69-4939-BE12-48B594921202}"/>
              </a:ext>
            </a:extLst>
          </p:cNvPr>
          <p:cNvSpPr>
            <a:spLocks noGrp="1"/>
          </p:cNvSpPr>
          <p:nvPr/>
        </p:nvSpPr>
        <p:spPr>
          <a:xfrm>
            <a:off x="2025371" y="2855402"/>
            <a:ext cx="28398" cy="28398"/>
          </a:xfrm>
          <a:prstGeom prst="ellipse">
            <a:avLst/>
          </a:prstGeom>
          <a:solidFill>
            <a:srgbClr val="7F8C97">
              <a:alpha val="48000"/>
            </a:srgbClr>
          </a:solidFill>
          <a:ln w="0">
            <a:noFill/>
            <a:prstDash val="solid"/>
          </a:ln>
        </p:spPr>
      </p:sp>
      <p:sp>
        <p:nvSpPr>
          <p:cNvPr id="603" name="01_find_only_602">
            <a:extLst>
              <a:ext uri="{FF2B5EF4-FFF2-40B4-BE49-F238E27FC236}">
                <a16:creationId xmlns:a16="http://schemas.microsoft.com/office/drawing/2014/main" id="{BF1C8BDE-6002-49D3-A466-5CA15F175314}"/>
              </a:ext>
            </a:extLst>
          </p:cNvPr>
          <p:cNvSpPr>
            <a:spLocks noGrp="1"/>
          </p:cNvSpPr>
          <p:nvPr/>
        </p:nvSpPr>
        <p:spPr>
          <a:xfrm>
            <a:off x="2049884" y="2855402"/>
            <a:ext cx="28398" cy="28398"/>
          </a:xfrm>
          <a:prstGeom prst="ellipse">
            <a:avLst/>
          </a:prstGeom>
          <a:solidFill>
            <a:srgbClr val="7F8C97">
              <a:alpha val="48000"/>
            </a:srgbClr>
          </a:solidFill>
          <a:ln w="0">
            <a:noFill/>
            <a:prstDash val="solid"/>
          </a:ln>
        </p:spPr>
      </p:sp>
      <p:sp>
        <p:nvSpPr>
          <p:cNvPr id="604" name="01_find_only_603">
            <a:extLst>
              <a:ext uri="{FF2B5EF4-FFF2-40B4-BE49-F238E27FC236}">
                <a16:creationId xmlns:a16="http://schemas.microsoft.com/office/drawing/2014/main" id="{0D68E31F-8C60-473F-AC05-DF323E35A4E1}"/>
              </a:ext>
            </a:extLst>
          </p:cNvPr>
          <p:cNvSpPr>
            <a:spLocks noGrp="1"/>
          </p:cNvSpPr>
          <p:nvPr/>
        </p:nvSpPr>
        <p:spPr>
          <a:xfrm>
            <a:off x="2049884" y="2855402"/>
            <a:ext cx="28398" cy="28398"/>
          </a:xfrm>
          <a:prstGeom prst="ellipse">
            <a:avLst/>
          </a:prstGeom>
          <a:solidFill>
            <a:srgbClr val="7F8C97">
              <a:alpha val="48000"/>
            </a:srgbClr>
          </a:solidFill>
          <a:ln w="0">
            <a:noFill/>
            <a:prstDash val="solid"/>
          </a:ln>
        </p:spPr>
      </p:sp>
      <p:sp>
        <p:nvSpPr>
          <p:cNvPr id="605" name="01_find_only_604">
            <a:extLst>
              <a:ext uri="{FF2B5EF4-FFF2-40B4-BE49-F238E27FC236}">
                <a16:creationId xmlns:a16="http://schemas.microsoft.com/office/drawing/2014/main" id="{75FD5F54-689E-4A00-8A20-9D96ECBFDC81}"/>
              </a:ext>
            </a:extLst>
          </p:cNvPr>
          <p:cNvSpPr>
            <a:spLocks noGrp="1"/>
          </p:cNvSpPr>
          <p:nvPr/>
        </p:nvSpPr>
        <p:spPr>
          <a:xfrm>
            <a:off x="2021270" y="2855402"/>
            <a:ext cx="28398" cy="28398"/>
          </a:xfrm>
          <a:prstGeom prst="ellipse">
            <a:avLst/>
          </a:prstGeom>
          <a:solidFill>
            <a:srgbClr val="7F8C97">
              <a:alpha val="48000"/>
            </a:srgbClr>
          </a:solidFill>
          <a:ln w="0">
            <a:noFill/>
            <a:prstDash val="solid"/>
          </a:ln>
        </p:spPr>
      </p:sp>
      <p:sp>
        <p:nvSpPr>
          <p:cNvPr id="606" name="01_find_only_605">
            <a:extLst>
              <a:ext uri="{FF2B5EF4-FFF2-40B4-BE49-F238E27FC236}">
                <a16:creationId xmlns:a16="http://schemas.microsoft.com/office/drawing/2014/main" id="{902C319E-6954-4B61-9B4D-56B61D8B8DD9}"/>
              </a:ext>
            </a:extLst>
          </p:cNvPr>
          <p:cNvSpPr>
            <a:spLocks noGrp="1"/>
          </p:cNvSpPr>
          <p:nvPr/>
        </p:nvSpPr>
        <p:spPr>
          <a:xfrm>
            <a:off x="2087751" y="2855402"/>
            <a:ext cx="28398" cy="28398"/>
          </a:xfrm>
          <a:prstGeom prst="ellipse">
            <a:avLst/>
          </a:prstGeom>
          <a:solidFill>
            <a:srgbClr val="7F8C97">
              <a:alpha val="48000"/>
            </a:srgbClr>
          </a:solidFill>
          <a:ln w="0">
            <a:noFill/>
            <a:prstDash val="solid"/>
          </a:ln>
        </p:spPr>
      </p:sp>
      <p:sp>
        <p:nvSpPr>
          <p:cNvPr id="607" name="01_find_only_606">
            <a:extLst>
              <a:ext uri="{FF2B5EF4-FFF2-40B4-BE49-F238E27FC236}">
                <a16:creationId xmlns:a16="http://schemas.microsoft.com/office/drawing/2014/main" id="{58ACECA1-6479-4687-9005-6FB5DDF9CD5F}"/>
              </a:ext>
            </a:extLst>
          </p:cNvPr>
          <p:cNvSpPr>
            <a:spLocks noGrp="1"/>
          </p:cNvSpPr>
          <p:nvPr/>
        </p:nvSpPr>
        <p:spPr>
          <a:xfrm>
            <a:off x="2035577" y="3700746"/>
            <a:ext cx="28398" cy="28398"/>
          </a:xfrm>
          <a:prstGeom prst="ellipse">
            <a:avLst/>
          </a:prstGeom>
          <a:solidFill>
            <a:srgbClr val="7F8C97">
              <a:alpha val="48000"/>
            </a:srgbClr>
          </a:solidFill>
          <a:ln w="0">
            <a:noFill/>
            <a:prstDash val="solid"/>
          </a:ln>
        </p:spPr>
      </p:sp>
      <p:sp>
        <p:nvSpPr>
          <p:cNvPr id="608" name="01_find_only_607">
            <a:extLst>
              <a:ext uri="{FF2B5EF4-FFF2-40B4-BE49-F238E27FC236}">
                <a16:creationId xmlns:a16="http://schemas.microsoft.com/office/drawing/2014/main" id="{BC4BFF90-921C-46EC-B4F5-FDBDB2867E8B}"/>
              </a:ext>
            </a:extLst>
          </p:cNvPr>
          <p:cNvSpPr>
            <a:spLocks noGrp="1"/>
          </p:cNvSpPr>
          <p:nvPr/>
        </p:nvSpPr>
        <p:spPr>
          <a:xfrm>
            <a:off x="2044829" y="2855402"/>
            <a:ext cx="28398" cy="28398"/>
          </a:xfrm>
          <a:prstGeom prst="ellipse">
            <a:avLst/>
          </a:prstGeom>
          <a:solidFill>
            <a:srgbClr val="7F8C97">
              <a:alpha val="48000"/>
            </a:srgbClr>
          </a:solidFill>
          <a:ln w="0">
            <a:noFill/>
            <a:prstDash val="solid"/>
          </a:ln>
        </p:spPr>
      </p:sp>
      <p:sp>
        <p:nvSpPr>
          <p:cNvPr id="609" name="01_find_only_608">
            <a:extLst>
              <a:ext uri="{FF2B5EF4-FFF2-40B4-BE49-F238E27FC236}">
                <a16:creationId xmlns:a16="http://schemas.microsoft.com/office/drawing/2014/main" id="{9B6C25B8-7AEE-48C9-87D0-E4C5B52D1476}"/>
              </a:ext>
            </a:extLst>
          </p:cNvPr>
          <p:cNvSpPr>
            <a:spLocks noGrp="1"/>
          </p:cNvSpPr>
          <p:nvPr/>
        </p:nvSpPr>
        <p:spPr>
          <a:xfrm>
            <a:off x="2096907" y="2855402"/>
            <a:ext cx="28398" cy="28398"/>
          </a:xfrm>
          <a:prstGeom prst="ellipse">
            <a:avLst/>
          </a:prstGeom>
          <a:solidFill>
            <a:srgbClr val="7F8C97">
              <a:alpha val="48000"/>
            </a:srgbClr>
          </a:solidFill>
          <a:ln w="0">
            <a:noFill/>
            <a:prstDash val="solid"/>
          </a:ln>
        </p:spPr>
      </p:sp>
      <p:sp>
        <p:nvSpPr>
          <p:cNvPr id="610" name="01_find_only_609">
            <a:extLst>
              <a:ext uri="{FF2B5EF4-FFF2-40B4-BE49-F238E27FC236}">
                <a16:creationId xmlns:a16="http://schemas.microsoft.com/office/drawing/2014/main" id="{024180F2-B304-490E-9CD9-119C5EC1D818}"/>
              </a:ext>
            </a:extLst>
          </p:cNvPr>
          <p:cNvSpPr>
            <a:spLocks noGrp="1"/>
          </p:cNvSpPr>
          <p:nvPr/>
        </p:nvSpPr>
        <p:spPr>
          <a:xfrm>
            <a:off x="2068293" y="4123418"/>
            <a:ext cx="28398" cy="28398"/>
          </a:xfrm>
          <a:prstGeom prst="ellipse">
            <a:avLst/>
          </a:prstGeom>
          <a:solidFill>
            <a:srgbClr val="7F8C97">
              <a:alpha val="48000"/>
            </a:srgbClr>
          </a:solidFill>
          <a:ln w="0">
            <a:noFill/>
            <a:prstDash val="solid"/>
          </a:ln>
        </p:spPr>
      </p:sp>
      <p:sp>
        <p:nvSpPr>
          <p:cNvPr id="611" name="01_find_only_610">
            <a:extLst>
              <a:ext uri="{FF2B5EF4-FFF2-40B4-BE49-F238E27FC236}">
                <a16:creationId xmlns:a16="http://schemas.microsoft.com/office/drawing/2014/main" id="{37378418-A046-48A5-A616-D9A225093C0C}"/>
              </a:ext>
            </a:extLst>
          </p:cNvPr>
          <p:cNvSpPr>
            <a:spLocks noGrp="1"/>
          </p:cNvSpPr>
          <p:nvPr/>
        </p:nvSpPr>
        <p:spPr>
          <a:xfrm>
            <a:off x="2093473" y="3942273"/>
            <a:ext cx="28398" cy="28398"/>
          </a:xfrm>
          <a:prstGeom prst="ellipse">
            <a:avLst/>
          </a:prstGeom>
          <a:solidFill>
            <a:srgbClr val="7F8C97">
              <a:alpha val="48000"/>
            </a:srgbClr>
          </a:solidFill>
          <a:ln w="0">
            <a:noFill/>
            <a:prstDash val="solid"/>
          </a:ln>
        </p:spPr>
      </p:sp>
      <p:sp>
        <p:nvSpPr>
          <p:cNvPr id="612" name="01_find_only_611">
            <a:extLst>
              <a:ext uri="{FF2B5EF4-FFF2-40B4-BE49-F238E27FC236}">
                <a16:creationId xmlns:a16="http://schemas.microsoft.com/office/drawing/2014/main" id="{BD861551-6CEF-435A-A576-E88293F03F5E}"/>
              </a:ext>
            </a:extLst>
          </p:cNvPr>
          <p:cNvSpPr>
            <a:spLocks noGrp="1"/>
          </p:cNvSpPr>
          <p:nvPr/>
        </p:nvSpPr>
        <p:spPr>
          <a:xfrm>
            <a:off x="2009156" y="3964916"/>
            <a:ext cx="28398" cy="28398"/>
          </a:xfrm>
          <a:prstGeom prst="ellipse">
            <a:avLst/>
          </a:prstGeom>
          <a:solidFill>
            <a:srgbClr val="7F8C97">
              <a:alpha val="48000"/>
            </a:srgbClr>
          </a:solidFill>
          <a:ln w="0">
            <a:noFill/>
            <a:prstDash val="solid"/>
          </a:ln>
        </p:spPr>
      </p:sp>
      <p:sp>
        <p:nvSpPr>
          <p:cNvPr id="613" name="01_find_only_612">
            <a:extLst>
              <a:ext uri="{FF2B5EF4-FFF2-40B4-BE49-F238E27FC236}">
                <a16:creationId xmlns:a16="http://schemas.microsoft.com/office/drawing/2014/main" id="{82A83CBE-503E-4F32-BDBB-7B4AC6A6DCA4}"/>
              </a:ext>
            </a:extLst>
          </p:cNvPr>
          <p:cNvSpPr>
            <a:spLocks noGrp="1"/>
          </p:cNvSpPr>
          <p:nvPr/>
        </p:nvSpPr>
        <p:spPr>
          <a:xfrm>
            <a:off x="2086415" y="4123418"/>
            <a:ext cx="28398" cy="28398"/>
          </a:xfrm>
          <a:prstGeom prst="ellipse">
            <a:avLst/>
          </a:prstGeom>
          <a:solidFill>
            <a:srgbClr val="7F8C97">
              <a:alpha val="48000"/>
            </a:srgbClr>
          </a:solidFill>
          <a:ln w="0">
            <a:noFill/>
            <a:prstDash val="solid"/>
          </a:ln>
        </p:spPr>
      </p:sp>
      <p:sp>
        <p:nvSpPr>
          <p:cNvPr id="614" name="01_find_only_613">
            <a:extLst>
              <a:ext uri="{FF2B5EF4-FFF2-40B4-BE49-F238E27FC236}">
                <a16:creationId xmlns:a16="http://schemas.microsoft.com/office/drawing/2014/main" id="{CC1D48A9-B9E1-4EA8-AEC0-3918D3B2A3D7}"/>
              </a:ext>
            </a:extLst>
          </p:cNvPr>
          <p:cNvSpPr>
            <a:spLocks noGrp="1"/>
          </p:cNvSpPr>
          <p:nvPr/>
        </p:nvSpPr>
        <p:spPr>
          <a:xfrm>
            <a:off x="2073825" y="3278074"/>
            <a:ext cx="28398" cy="28398"/>
          </a:xfrm>
          <a:prstGeom prst="ellipse">
            <a:avLst/>
          </a:prstGeom>
          <a:solidFill>
            <a:srgbClr val="7F8C97">
              <a:alpha val="48000"/>
            </a:srgbClr>
          </a:solidFill>
          <a:ln w="0">
            <a:noFill/>
            <a:prstDash val="solid"/>
          </a:ln>
        </p:spPr>
      </p:sp>
      <p:sp>
        <p:nvSpPr>
          <p:cNvPr id="615" name="01_find_only_614">
            <a:extLst>
              <a:ext uri="{FF2B5EF4-FFF2-40B4-BE49-F238E27FC236}">
                <a16:creationId xmlns:a16="http://schemas.microsoft.com/office/drawing/2014/main" id="{CDFAA663-C9F1-4C2F-BCB0-01BD6BBF4397}"/>
              </a:ext>
            </a:extLst>
          </p:cNvPr>
          <p:cNvSpPr>
            <a:spLocks noGrp="1"/>
          </p:cNvSpPr>
          <p:nvPr/>
        </p:nvSpPr>
        <p:spPr>
          <a:xfrm>
            <a:off x="2040918" y="2855402"/>
            <a:ext cx="28398" cy="28398"/>
          </a:xfrm>
          <a:prstGeom prst="ellipse">
            <a:avLst/>
          </a:prstGeom>
          <a:solidFill>
            <a:srgbClr val="7F8C97">
              <a:alpha val="48000"/>
            </a:srgbClr>
          </a:solidFill>
          <a:ln w="0">
            <a:noFill/>
            <a:prstDash val="solid"/>
          </a:ln>
        </p:spPr>
      </p:sp>
      <p:sp>
        <p:nvSpPr>
          <p:cNvPr id="616" name="01_find_only_615">
            <a:extLst>
              <a:ext uri="{FF2B5EF4-FFF2-40B4-BE49-F238E27FC236}">
                <a16:creationId xmlns:a16="http://schemas.microsoft.com/office/drawing/2014/main" id="{60A34053-9B72-4F70-B1FB-37B10C3C44DE}"/>
              </a:ext>
            </a:extLst>
          </p:cNvPr>
          <p:cNvSpPr>
            <a:spLocks noGrp="1"/>
          </p:cNvSpPr>
          <p:nvPr/>
        </p:nvSpPr>
        <p:spPr>
          <a:xfrm>
            <a:off x="2077545" y="3806414"/>
            <a:ext cx="28398" cy="28398"/>
          </a:xfrm>
          <a:prstGeom prst="ellipse">
            <a:avLst/>
          </a:prstGeom>
          <a:solidFill>
            <a:srgbClr val="7F8C97">
              <a:alpha val="48000"/>
            </a:srgbClr>
          </a:solidFill>
          <a:ln w="0">
            <a:noFill/>
            <a:prstDash val="solid"/>
          </a:ln>
        </p:spPr>
      </p:sp>
      <p:sp>
        <p:nvSpPr>
          <p:cNvPr id="617" name="01_find_only_616">
            <a:extLst>
              <a:ext uri="{FF2B5EF4-FFF2-40B4-BE49-F238E27FC236}">
                <a16:creationId xmlns:a16="http://schemas.microsoft.com/office/drawing/2014/main" id="{9A6A59D6-13E0-4A8E-8E68-7C5B3DD97D94}"/>
              </a:ext>
            </a:extLst>
          </p:cNvPr>
          <p:cNvSpPr>
            <a:spLocks noGrp="1"/>
          </p:cNvSpPr>
          <p:nvPr/>
        </p:nvSpPr>
        <p:spPr>
          <a:xfrm>
            <a:off x="2097384" y="3172406"/>
            <a:ext cx="28398" cy="28398"/>
          </a:xfrm>
          <a:prstGeom prst="ellipse">
            <a:avLst/>
          </a:prstGeom>
          <a:solidFill>
            <a:srgbClr val="7F8C97">
              <a:alpha val="48000"/>
            </a:srgbClr>
          </a:solidFill>
          <a:ln w="0">
            <a:noFill/>
            <a:prstDash val="solid"/>
          </a:ln>
        </p:spPr>
      </p:sp>
      <p:sp>
        <p:nvSpPr>
          <p:cNvPr id="618" name="01_find_only_617">
            <a:extLst>
              <a:ext uri="{FF2B5EF4-FFF2-40B4-BE49-F238E27FC236}">
                <a16:creationId xmlns:a16="http://schemas.microsoft.com/office/drawing/2014/main" id="{15EE5897-657D-4932-89C6-2A5DCCDB924B}"/>
              </a:ext>
            </a:extLst>
          </p:cNvPr>
          <p:cNvSpPr>
            <a:spLocks noGrp="1"/>
          </p:cNvSpPr>
          <p:nvPr/>
        </p:nvSpPr>
        <p:spPr>
          <a:xfrm>
            <a:off x="2067530" y="3278074"/>
            <a:ext cx="28398" cy="28398"/>
          </a:xfrm>
          <a:prstGeom prst="ellipse">
            <a:avLst/>
          </a:prstGeom>
          <a:solidFill>
            <a:srgbClr val="7F8C97">
              <a:alpha val="48000"/>
            </a:srgbClr>
          </a:solidFill>
          <a:ln w="0">
            <a:noFill/>
            <a:prstDash val="solid"/>
          </a:ln>
        </p:spPr>
      </p:sp>
      <p:sp>
        <p:nvSpPr>
          <p:cNvPr id="619" name="01_find_only_618">
            <a:extLst>
              <a:ext uri="{FF2B5EF4-FFF2-40B4-BE49-F238E27FC236}">
                <a16:creationId xmlns:a16="http://schemas.microsoft.com/office/drawing/2014/main" id="{F25ADBFC-3739-438C-895E-A408918E3FEA}"/>
              </a:ext>
            </a:extLst>
          </p:cNvPr>
          <p:cNvSpPr>
            <a:spLocks noGrp="1"/>
          </p:cNvSpPr>
          <p:nvPr/>
        </p:nvSpPr>
        <p:spPr>
          <a:xfrm>
            <a:off x="2074874" y="2855402"/>
            <a:ext cx="28398" cy="28398"/>
          </a:xfrm>
          <a:prstGeom prst="ellipse">
            <a:avLst/>
          </a:prstGeom>
          <a:solidFill>
            <a:srgbClr val="7F8C97">
              <a:alpha val="48000"/>
            </a:srgbClr>
          </a:solidFill>
          <a:ln w="0">
            <a:noFill/>
            <a:prstDash val="solid"/>
          </a:ln>
        </p:spPr>
      </p:sp>
      <p:sp>
        <p:nvSpPr>
          <p:cNvPr id="620" name="01_find_only_619">
            <a:extLst>
              <a:ext uri="{FF2B5EF4-FFF2-40B4-BE49-F238E27FC236}">
                <a16:creationId xmlns:a16="http://schemas.microsoft.com/office/drawing/2014/main" id="{BA3C2F51-C9A8-461F-9E63-3C5EDE221916}"/>
              </a:ext>
            </a:extLst>
          </p:cNvPr>
          <p:cNvSpPr>
            <a:spLocks noGrp="1"/>
          </p:cNvSpPr>
          <p:nvPr/>
        </p:nvSpPr>
        <p:spPr>
          <a:xfrm>
            <a:off x="2074016" y="3841637"/>
            <a:ext cx="28398" cy="28398"/>
          </a:xfrm>
          <a:prstGeom prst="ellipse">
            <a:avLst/>
          </a:prstGeom>
          <a:solidFill>
            <a:srgbClr val="7F8C97">
              <a:alpha val="48000"/>
            </a:srgbClr>
          </a:solidFill>
          <a:ln w="0">
            <a:noFill/>
            <a:prstDash val="solid"/>
          </a:ln>
        </p:spPr>
      </p:sp>
      <p:sp>
        <p:nvSpPr>
          <p:cNvPr id="621" name="01_find_only_620">
            <a:extLst>
              <a:ext uri="{FF2B5EF4-FFF2-40B4-BE49-F238E27FC236}">
                <a16:creationId xmlns:a16="http://schemas.microsoft.com/office/drawing/2014/main" id="{B8F4F43D-3D15-4290-95B2-93D891FC9F90}"/>
              </a:ext>
            </a:extLst>
          </p:cNvPr>
          <p:cNvSpPr>
            <a:spLocks noGrp="1"/>
          </p:cNvSpPr>
          <p:nvPr/>
        </p:nvSpPr>
        <p:spPr>
          <a:xfrm>
            <a:off x="2058755" y="2855402"/>
            <a:ext cx="28398" cy="28398"/>
          </a:xfrm>
          <a:prstGeom prst="ellipse">
            <a:avLst/>
          </a:prstGeom>
          <a:solidFill>
            <a:srgbClr val="7F8C97">
              <a:alpha val="48000"/>
            </a:srgbClr>
          </a:solidFill>
          <a:ln w="0">
            <a:noFill/>
            <a:prstDash val="solid"/>
          </a:ln>
        </p:spPr>
      </p:sp>
      <p:sp>
        <p:nvSpPr>
          <p:cNvPr id="622" name="01_find_only_621">
            <a:extLst>
              <a:ext uri="{FF2B5EF4-FFF2-40B4-BE49-F238E27FC236}">
                <a16:creationId xmlns:a16="http://schemas.microsoft.com/office/drawing/2014/main" id="{2B648AC5-ABB8-46D9-AD8D-7100EC52BCA4}"/>
              </a:ext>
            </a:extLst>
          </p:cNvPr>
          <p:cNvSpPr>
            <a:spLocks noGrp="1"/>
          </p:cNvSpPr>
          <p:nvPr/>
        </p:nvSpPr>
        <p:spPr>
          <a:xfrm>
            <a:off x="2032143" y="3616211"/>
            <a:ext cx="28398" cy="28398"/>
          </a:xfrm>
          <a:prstGeom prst="ellipse">
            <a:avLst/>
          </a:prstGeom>
          <a:solidFill>
            <a:srgbClr val="7F8C97">
              <a:alpha val="48000"/>
            </a:srgbClr>
          </a:solidFill>
          <a:ln w="0">
            <a:noFill/>
            <a:prstDash val="solid"/>
          </a:ln>
        </p:spPr>
      </p:sp>
      <p:sp>
        <p:nvSpPr>
          <p:cNvPr id="623" name="01_find_only_622">
            <a:extLst>
              <a:ext uri="{FF2B5EF4-FFF2-40B4-BE49-F238E27FC236}">
                <a16:creationId xmlns:a16="http://schemas.microsoft.com/office/drawing/2014/main" id="{47E1F988-C8E2-4F63-8BD3-39AEF818923A}"/>
              </a:ext>
            </a:extLst>
          </p:cNvPr>
          <p:cNvSpPr>
            <a:spLocks noGrp="1"/>
          </p:cNvSpPr>
          <p:nvPr/>
        </p:nvSpPr>
        <p:spPr>
          <a:xfrm>
            <a:off x="2090707" y="2855402"/>
            <a:ext cx="28398" cy="28398"/>
          </a:xfrm>
          <a:prstGeom prst="ellipse">
            <a:avLst/>
          </a:prstGeom>
          <a:solidFill>
            <a:srgbClr val="7F8C97">
              <a:alpha val="48000"/>
            </a:srgbClr>
          </a:solidFill>
          <a:ln w="0">
            <a:noFill/>
            <a:prstDash val="solid"/>
          </a:ln>
        </p:spPr>
      </p:sp>
      <p:sp>
        <p:nvSpPr>
          <p:cNvPr id="624" name="01_find_only_623">
            <a:extLst>
              <a:ext uri="{FF2B5EF4-FFF2-40B4-BE49-F238E27FC236}">
                <a16:creationId xmlns:a16="http://schemas.microsoft.com/office/drawing/2014/main" id="{AAC7EDBC-FF2C-4862-8714-61A485B1C30A}"/>
              </a:ext>
            </a:extLst>
          </p:cNvPr>
          <p:cNvSpPr>
            <a:spLocks noGrp="1"/>
          </p:cNvSpPr>
          <p:nvPr/>
        </p:nvSpPr>
        <p:spPr>
          <a:xfrm>
            <a:off x="2022033" y="3278074"/>
            <a:ext cx="28398" cy="28398"/>
          </a:xfrm>
          <a:prstGeom prst="ellipse">
            <a:avLst/>
          </a:prstGeom>
          <a:solidFill>
            <a:srgbClr val="7F8C97">
              <a:alpha val="48000"/>
            </a:srgbClr>
          </a:solidFill>
          <a:ln w="0">
            <a:noFill/>
            <a:prstDash val="solid"/>
          </a:ln>
        </p:spPr>
      </p:sp>
      <p:sp>
        <p:nvSpPr>
          <p:cNvPr id="625" name="01_find_only_624">
            <a:extLst>
              <a:ext uri="{FF2B5EF4-FFF2-40B4-BE49-F238E27FC236}">
                <a16:creationId xmlns:a16="http://schemas.microsoft.com/office/drawing/2014/main" id="{D151D28A-7338-4C2E-B894-3174512AD544}"/>
              </a:ext>
            </a:extLst>
          </p:cNvPr>
          <p:cNvSpPr>
            <a:spLocks noGrp="1"/>
          </p:cNvSpPr>
          <p:nvPr/>
        </p:nvSpPr>
        <p:spPr>
          <a:xfrm>
            <a:off x="2021270" y="2855402"/>
            <a:ext cx="28398" cy="28398"/>
          </a:xfrm>
          <a:prstGeom prst="ellipse">
            <a:avLst/>
          </a:prstGeom>
          <a:solidFill>
            <a:srgbClr val="7F8C97">
              <a:alpha val="48000"/>
            </a:srgbClr>
          </a:solidFill>
          <a:ln w="0">
            <a:noFill/>
            <a:prstDash val="solid"/>
          </a:ln>
        </p:spPr>
      </p:sp>
      <p:sp>
        <p:nvSpPr>
          <p:cNvPr id="626" name="01_find_only_625">
            <a:extLst>
              <a:ext uri="{FF2B5EF4-FFF2-40B4-BE49-F238E27FC236}">
                <a16:creationId xmlns:a16="http://schemas.microsoft.com/office/drawing/2014/main" id="{FAC2CE31-E7AE-417C-9372-BE1BAEFED676}"/>
              </a:ext>
            </a:extLst>
          </p:cNvPr>
          <p:cNvSpPr>
            <a:spLocks noGrp="1"/>
          </p:cNvSpPr>
          <p:nvPr/>
        </p:nvSpPr>
        <p:spPr>
          <a:xfrm>
            <a:off x="2025562" y="3489410"/>
            <a:ext cx="28398" cy="28398"/>
          </a:xfrm>
          <a:prstGeom prst="ellipse">
            <a:avLst/>
          </a:prstGeom>
          <a:solidFill>
            <a:srgbClr val="7F8C97">
              <a:alpha val="48000"/>
            </a:srgbClr>
          </a:solidFill>
          <a:ln w="0">
            <a:noFill/>
            <a:prstDash val="solid"/>
          </a:ln>
        </p:spPr>
      </p:sp>
      <p:sp>
        <p:nvSpPr>
          <p:cNvPr id="627" name="01_find_only_626">
            <a:extLst>
              <a:ext uri="{FF2B5EF4-FFF2-40B4-BE49-F238E27FC236}">
                <a16:creationId xmlns:a16="http://schemas.microsoft.com/office/drawing/2014/main" id="{757B6E46-AA13-4B84-9A41-0671CE9EF99A}"/>
              </a:ext>
            </a:extLst>
          </p:cNvPr>
          <p:cNvSpPr>
            <a:spLocks noGrp="1"/>
          </p:cNvSpPr>
          <p:nvPr/>
        </p:nvSpPr>
        <p:spPr>
          <a:xfrm>
            <a:off x="2092043" y="3700746"/>
            <a:ext cx="28398" cy="28398"/>
          </a:xfrm>
          <a:prstGeom prst="ellipse">
            <a:avLst/>
          </a:prstGeom>
          <a:solidFill>
            <a:srgbClr val="7F8C97">
              <a:alpha val="48000"/>
            </a:srgbClr>
          </a:solidFill>
          <a:ln w="0">
            <a:noFill/>
            <a:prstDash val="solid"/>
          </a:ln>
        </p:spPr>
      </p:sp>
      <p:sp>
        <p:nvSpPr>
          <p:cNvPr id="628" name="01_find_only_627">
            <a:extLst>
              <a:ext uri="{FF2B5EF4-FFF2-40B4-BE49-F238E27FC236}">
                <a16:creationId xmlns:a16="http://schemas.microsoft.com/office/drawing/2014/main" id="{813DCFA5-7E10-40A0-A5C8-38AD6EC1FB72}"/>
              </a:ext>
            </a:extLst>
          </p:cNvPr>
          <p:cNvSpPr>
            <a:spLocks noGrp="1"/>
          </p:cNvSpPr>
          <p:nvPr/>
        </p:nvSpPr>
        <p:spPr>
          <a:xfrm>
            <a:off x="2081932" y="3635719"/>
            <a:ext cx="28398" cy="28398"/>
          </a:xfrm>
          <a:prstGeom prst="ellipse">
            <a:avLst/>
          </a:prstGeom>
          <a:solidFill>
            <a:srgbClr val="7F8C97">
              <a:alpha val="48000"/>
            </a:srgbClr>
          </a:solidFill>
          <a:ln w="0">
            <a:noFill/>
            <a:prstDash val="solid"/>
          </a:ln>
        </p:spPr>
      </p:sp>
      <p:sp>
        <p:nvSpPr>
          <p:cNvPr id="629" name="01_find_only_628">
            <a:extLst>
              <a:ext uri="{FF2B5EF4-FFF2-40B4-BE49-F238E27FC236}">
                <a16:creationId xmlns:a16="http://schemas.microsoft.com/office/drawing/2014/main" id="{753360D2-E12C-4CDE-9259-0F6D4D66D4F8}"/>
              </a:ext>
            </a:extLst>
          </p:cNvPr>
          <p:cNvSpPr>
            <a:spLocks noGrp="1"/>
          </p:cNvSpPr>
          <p:nvPr/>
        </p:nvSpPr>
        <p:spPr>
          <a:xfrm>
            <a:off x="2086034" y="2855402"/>
            <a:ext cx="28398" cy="28398"/>
          </a:xfrm>
          <a:prstGeom prst="ellipse">
            <a:avLst/>
          </a:prstGeom>
          <a:solidFill>
            <a:srgbClr val="7F8C97">
              <a:alpha val="48000"/>
            </a:srgbClr>
          </a:solidFill>
          <a:ln w="0">
            <a:noFill/>
            <a:prstDash val="solid"/>
          </a:ln>
        </p:spPr>
      </p:sp>
      <p:sp>
        <p:nvSpPr>
          <p:cNvPr id="630" name="01_find_only_629">
            <a:extLst>
              <a:ext uri="{FF2B5EF4-FFF2-40B4-BE49-F238E27FC236}">
                <a16:creationId xmlns:a16="http://schemas.microsoft.com/office/drawing/2014/main" id="{A05C5A87-84AA-45CA-A58D-11B57188AFDB}"/>
              </a:ext>
            </a:extLst>
          </p:cNvPr>
          <p:cNvSpPr>
            <a:spLocks noGrp="1"/>
          </p:cNvSpPr>
          <p:nvPr/>
        </p:nvSpPr>
        <p:spPr>
          <a:xfrm>
            <a:off x="2074206" y="2855402"/>
            <a:ext cx="28398" cy="28398"/>
          </a:xfrm>
          <a:prstGeom prst="ellipse">
            <a:avLst/>
          </a:prstGeom>
          <a:solidFill>
            <a:srgbClr val="7F8C97">
              <a:alpha val="48000"/>
            </a:srgbClr>
          </a:solidFill>
          <a:ln w="0">
            <a:noFill/>
            <a:prstDash val="solid"/>
          </a:ln>
        </p:spPr>
      </p:sp>
      <p:sp>
        <p:nvSpPr>
          <p:cNvPr id="631" name="01_find_only_630">
            <a:extLst>
              <a:ext uri="{FF2B5EF4-FFF2-40B4-BE49-F238E27FC236}">
                <a16:creationId xmlns:a16="http://schemas.microsoft.com/office/drawing/2014/main" id="{E975F4F2-3791-431A-A407-0F4E3801047F}"/>
              </a:ext>
            </a:extLst>
          </p:cNvPr>
          <p:cNvSpPr>
            <a:spLocks noGrp="1"/>
          </p:cNvSpPr>
          <p:nvPr/>
        </p:nvSpPr>
        <p:spPr>
          <a:xfrm>
            <a:off x="2081551" y="4123418"/>
            <a:ext cx="28398" cy="28398"/>
          </a:xfrm>
          <a:prstGeom prst="ellipse">
            <a:avLst/>
          </a:prstGeom>
          <a:solidFill>
            <a:srgbClr val="7F8C97">
              <a:alpha val="48000"/>
            </a:srgbClr>
          </a:solidFill>
          <a:ln w="0">
            <a:noFill/>
            <a:prstDash val="solid"/>
          </a:ln>
        </p:spPr>
      </p:sp>
      <p:sp>
        <p:nvSpPr>
          <p:cNvPr id="632" name="01_find_only_631">
            <a:extLst>
              <a:ext uri="{FF2B5EF4-FFF2-40B4-BE49-F238E27FC236}">
                <a16:creationId xmlns:a16="http://schemas.microsoft.com/office/drawing/2014/main" id="{E13F7F5F-51A6-432B-9218-291A9D1CD18C}"/>
              </a:ext>
            </a:extLst>
          </p:cNvPr>
          <p:cNvSpPr>
            <a:spLocks noGrp="1"/>
          </p:cNvSpPr>
          <p:nvPr/>
        </p:nvSpPr>
        <p:spPr>
          <a:xfrm>
            <a:off x="2089754" y="4123418"/>
            <a:ext cx="28398" cy="28398"/>
          </a:xfrm>
          <a:prstGeom prst="ellipse">
            <a:avLst/>
          </a:prstGeom>
          <a:solidFill>
            <a:srgbClr val="7F8C97">
              <a:alpha val="48000"/>
            </a:srgbClr>
          </a:solidFill>
          <a:ln w="0">
            <a:noFill/>
            <a:prstDash val="solid"/>
          </a:ln>
        </p:spPr>
      </p:sp>
      <p:sp>
        <p:nvSpPr>
          <p:cNvPr id="633" name="01_find_only_632">
            <a:extLst>
              <a:ext uri="{FF2B5EF4-FFF2-40B4-BE49-F238E27FC236}">
                <a16:creationId xmlns:a16="http://schemas.microsoft.com/office/drawing/2014/main" id="{B22F066F-5BBB-4684-9122-3E74175D2D58}"/>
              </a:ext>
            </a:extLst>
          </p:cNvPr>
          <p:cNvSpPr>
            <a:spLocks noGrp="1"/>
          </p:cNvSpPr>
          <p:nvPr/>
        </p:nvSpPr>
        <p:spPr>
          <a:xfrm>
            <a:off x="2019744" y="4123418"/>
            <a:ext cx="28398" cy="28398"/>
          </a:xfrm>
          <a:prstGeom prst="ellipse">
            <a:avLst/>
          </a:prstGeom>
          <a:solidFill>
            <a:srgbClr val="7F8C97">
              <a:alpha val="48000"/>
            </a:srgbClr>
          </a:solidFill>
          <a:ln w="0">
            <a:noFill/>
            <a:prstDash val="solid"/>
          </a:ln>
        </p:spPr>
      </p:sp>
      <p:sp>
        <p:nvSpPr>
          <p:cNvPr id="634" name="01_find_only_633">
            <a:extLst>
              <a:ext uri="{FF2B5EF4-FFF2-40B4-BE49-F238E27FC236}">
                <a16:creationId xmlns:a16="http://schemas.microsoft.com/office/drawing/2014/main" id="{DAA68FE5-14DA-40DC-8CD7-E17EF9A6C9E1}"/>
              </a:ext>
            </a:extLst>
          </p:cNvPr>
          <p:cNvSpPr>
            <a:spLocks noGrp="1"/>
          </p:cNvSpPr>
          <p:nvPr/>
        </p:nvSpPr>
        <p:spPr>
          <a:xfrm>
            <a:off x="2027279" y="2855402"/>
            <a:ext cx="28398" cy="28398"/>
          </a:xfrm>
          <a:prstGeom prst="ellipse">
            <a:avLst/>
          </a:prstGeom>
          <a:solidFill>
            <a:srgbClr val="7F8C97">
              <a:alpha val="48000"/>
            </a:srgbClr>
          </a:solidFill>
          <a:ln w="0">
            <a:noFill/>
            <a:prstDash val="solid"/>
          </a:ln>
        </p:spPr>
      </p:sp>
      <p:sp>
        <p:nvSpPr>
          <p:cNvPr id="635" name="01_find_only_634">
            <a:extLst>
              <a:ext uri="{FF2B5EF4-FFF2-40B4-BE49-F238E27FC236}">
                <a16:creationId xmlns:a16="http://schemas.microsoft.com/office/drawing/2014/main" id="{AAC6BE04-708F-4B6C-A113-21D1F831D7C6}"/>
              </a:ext>
            </a:extLst>
          </p:cNvPr>
          <p:cNvSpPr>
            <a:spLocks noGrp="1"/>
          </p:cNvSpPr>
          <p:nvPr/>
        </p:nvSpPr>
        <p:spPr>
          <a:xfrm>
            <a:off x="2072585" y="3489410"/>
            <a:ext cx="28398" cy="28398"/>
          </a:xfrm>
          <a:prstGeom prst="ellipse">
            <a:avLst/>
          </a:prstGeom>
          <a:solidFill>
            <a:srgbClr val="7F8C97">
              <a:alpha val="48000"/>
            </a:srgbClr>
          </a:solidFill>
          <a:ln w="0">
            <a:noFill/>
            <a:prstDash val="solid"/>
          </a:ln>
        </p:spPr>
      </p:sp>
      <p:sp>
        <p:nvSpPr>
          <p:cNvPr id="636" name="01_find_only_635">
            <a:extLst>
              <a:ext uri="{FF2B5EF4-FFF2-40B4-BE49-F238E27FC236}">
                <a16:creationId xmlns:a16="http://schemas.microsoft.com/office/drawing/2014/main" id="{C2F2920B-0B36-4F59-BA5F-319924393211}"/>
              </a:ext>
            </a:extLst>
          </p:cNvPr>
          <p:cNvSpPr>
            <a:spLocks noGrp="1"/>
          </p:cNvSpPr>
          <p:nvPr/>
        </p:nvSpPr>
        <p:spPr>
          <a:xfrm>
            <a:off x="2024608" y="2855402"/>
            <a:ext cx="28398" cy="28398"/>
          </a:xfrm>
          <a:prstGeom prst="ellipse">
            <a:avLst/>
          </a:prstGeom>
          <a:solidFill>
            <a:srgbClr val="7F8C97">
              <a:alpha val="48000"/>
            </a:srgbClr>
          </a:solidFill>
          <a:ln w="0">
            <a:noFill/>
            <a:prstDash val="solid"/>
          </a:ln>
        </p:spPr>
      </p:sp>
      <p:sp>
        <p:nvSpPr>
          <p:cNvPr id="637" name="01_find_only_636">
            <a:extLst>
              <a:ext uri="{FF2B5EF4-FFF2-40B4-BE49-F238E27FC236}">
                <a16:creationId xmlns:a16="http://schemas.microsoft.com/office/drawing/2014/main" id="{BA9E6281-CFA8-4980-AFC7-6EB4102EB3DE}"/>
              </a:ext>
            </a:extLst>
          </p:cNvPr>
          <p:cNvSpPr>
            <a:spLocks noGrp="1"/>
          </p:cNvSpPr>
          <p:nvPr/>
        </p:nvSpPr>
        <p:spPr>
          <a:xfrm>
            <a:off x="2033860" y="3131057"/>
            <a:ext cx="28398" cy="28398"/>
          </a:xfrm>
          <a:prstGeom prst="ellipse">
            <a:avLst/>
          </a:prstGeom>
          <a:solidFill>
            <a:srgbClr val="7F8C97">
              <a:alpha val="48000"/>
            </a:srgbClr>
          </a:solidFill>
          <a:ln w="0">
            <a:noFill/>
            <a:prstDash val="solid"/>
          </a:ln>
        </p:spPr>
      </p:sp>
      <p:sp>
        <p:nvSpPr>
          <p:cNvPr id="638" name="01_find_only_637">
            <a:extLst>
              <a:ext uri="{FF2B5EF4-FFF2-40B4-BE49-F238E27FC236}">
                <a16:creationId xmlns:a16="http://schemas.microsoft.com/office/drawing/2014/main" id="{B5331705-CA8E-4B28-8773-E41030F1B6F0}"/>
              </a:ext>
            </a:extLst>
          </p:cNvPr>
          <p:cNvSpPr>
            <a:spLocks noGrp="1"/>
          </p:cNvSpPr>
          <p:nvPr/>
        </p:nvSpPr>
        <p:spPr>
          <a:xfrm>
            <a:off x="2018217" y="2855402"/>
            <a:ext cx="28398" cy="28398"/>
          </a:xfrm>
          <a:prstGeom prst="ellipse">
            <a:avLst/>
          </a:prstGeom>
          <a:solidFill>
            <a:srgbClr val="7F8C97">
              <a:alpha val="48000"/>
            </a:srgbClr>
          </a:solidFill>
          <a:ln w="0">
            <a:noFill/>
            <a:prstDash val="solid"/>
          </a:ln>
        </p:spPr>
      </p:sp>
      <p:sp>
        <p:nvSpPr>
          <p:cNvPr id="639" name="01_find_only_638">
            <a:extLst>
              <a:ext uri="{FF2B5EF4-FFF2-40B4-BE49-F238E27FC236}">
                <a16:creationId xmlns:a16="http://schemas.microsoft.com/office/drawing/2014/main" id="{3E0EA232-F525-40A9-B056-7456BFF5B85F}"/>
              </a:ext>
            </a:extLst>
          </p:cNvPr>
          <p:cNvSpPr>
            <a:spLocks noGrp="1"/>
          </p:cNvSpPr>
          <p:nvPr/>
        </p:nvSpPr>
        <p:spPr>
          <a:xfrm>
            <a:off x="2028328" y="3489410"/>
            <a:ext cx="28398" cy="28398"/>
          </a:xfrm>
          <a:prstGeom prst="ellipse">
            <a:avLst/>
          </a:prstGeom>
          <a:solidFill>
            <a:srgbClr val="7F8C97">
              <a:alpha val="48000"/>
            </a:srgbClr>
          </a:solidFill>
          <a:ln w="0">
            <a:noFill/>
            <a:prstDash val="solid"/>
          </a:ln>
        </p:spPr>
      </p:sp>
      <p:sp>
        <p:nvSpPr>
          <p:cNvPr id="640" name="01_find_only_639">
            <a:extLst>
              <a:ext uri="{FF2B5EF4-FFF2-40B4-BE49-F238E27FC236}">
                <a16:creationId xmlns:a16="http://schemas.microsoft.com/office/drawing/2014/main" id="{07534655-B412-4C01-A3E0-DE3BCC8B15AF}"/>
              </a:ext>
            </a:extLst>
          </p:cNvPr>
          <p:cNvSpPr>
            <a:spLocks noGrp="1"/>
          </p:cNvSpPr>
          <p:nvPr/>
        </p:nvSpPr>
        <p:spPr>
          <a:xfrm>
            <a:off x="2032048" y="3761128"/>
            <a:ext cx="28398" cy="28398"/>
          </a:xfrm>
          <a:prstGeom prst="ellipse">
            <a:avLst/>
          </a:prstGeom>
          <a:solidFill>
            <a:srgbClr val="7F8C97">
              <a:alpha val="48000"/>
            </a:srgbClr>
          </a:solidFill>
          <a:ln w="0">
            <a:noFill/>
            <a:prstDash val="solid"/>
          </a:ln>
        </p:spPr>
      </p:sp>
      <p:sp>
        <p:nvSpPr>
          <p:cNvPr id="641" name="01_find_only_640">
            <a:extLst>
              <a:ext uri="{FF2B5EF4-FFF2-40B4-BE49-F238E27FC236}">
                <a16:creationId xmlns:a16="http://schemas.microsoft.com/office/drawing/2014/main" id="{C38647A8-23BB-4643-BAC3-CADDCEDE2A20}"/>
              </a:ext>
            </a:extLst>
          </p:cNvPr>
          <p:cNvSpPr>
            <a:spLocks noGrp="1"/>
          </p:cNvSpPr>
          <p:nvPr/>
        </p:nvSpPr>
        <p:spPr>
          <a:xfrm>
            <a:off x="2091280" y="3700746"/>
            <a:ext cx="28398" cy="28398"/>
          </a:xfrm>
          <a:prstGeom prst="ellipse">
            <a:avLst/>
          </a:prstGeom>
          <a:solidFill>
            <a:srgbClr val="7F8C97">
              <a:alpha val="48000"/>
            </a:srgbClr>
          </a:solidFill>
          <a:ln w="0">
            <a:noFill/>
            <a:prstDash val="solid"/>
          </a:ln>
        </p:spPr>
      </p:sp>
      <p:sp>
        <p:nvSpPr>
          <p:cNvPr id="642" name="01_find_only_641">
            <a:extLst>
              <a:ext uri="{FF2B5EF4-FFF2-40B4-BE49-F238E27FC236}">
                <a16:creationId xmlns:a16="http://schemas.microsoft.com/office/drawing/2014/main" id="{5DDFE81A-B462-409A-A190-9E1E4BFF2924}"/>
              </a:ext>
            </a:extLst>
          </p:cNvPr>
          <p:cNvSpPr>
            <a:spLocks noGrp="1"/>
          </p:cNvSpPr>
          <p:nvPr/>
        </p:nvSpPr>
        <p:spPr>
          <a:xfrm>
            <a:off x="2050838" y="2855402"/>
            <a:ext cx="28398" cy="28398"/>
          </a:xfrm>
          <a:prstGeom prst="ellipse">
            <a:avLst/>
          </a:prstGeom>
          <a:solidFill>
            <a:srgbClr val="7F8C97">
              <a:alpha val="48000"/>
            </a:srgbClr>
          </a:solidFill>
          <a:ln w="0">
            <a:noFill/>
            <a:prstDash val="solid"/>
          </a:ln>
        </p:spPr>
      </p:sp>
      <p:sp>
        <p:nvSpPr>
          <p:cNvPr id="643" name="01_find_only_642">
            <a:extLst>
              <a:ext uri="{FF2B5EF4-FFF2-40B4-BE49-F238E27FC236}">
                <a16:creationId xmlns:a16="http://schemas.microsoft.com/office/drawing/2014/main" id="{519066C0-C8D9-4887-9343-36E865AC6DEC}"/>
              </a:ext>
            </a:extLst>
          </p:cNvPr>
          <p:cNvSpPr>
            <a:spLocks noGrp="1"/>
          </p:cNvSpPr>
          <p:nvPr/>
        </p:nvSpPr>
        <p:spPr>
          <a:xfrm>
            <a:off x="2019744" y="3172406"/>
            <a:ext cx="28398" cy="28398"/>
          </a:xfrm>
          <a:prstGeom prst="ellipse">
            <a:avLst/>
          </a:prstGeom>
          <a:solidFill>
            <a:srgbClr val="7F8C97">
              <a:alpha val="48000"/>
            </a:srgbClr>
          </a:solidFill>
          <a:ln w="0">
            <a:noFill/>
            <a:prstDash val="solid"/>
          </a:ln>
        </p:spPr>
      </p:sp>
      <p:sp>
        <p:nvSpPr>
          <p:cNvPr id="644" name="01_find_only_643">
            <a:extLst>
              <a:ext uri="{FF2B5EF4-FFF2-40B4-BE49-F238E27FC236}">
                <a16:creationId xmlns:a16="http://schemas.microsoft.com/office/drawing/2014/main" id="{E8BBE691-EC30-4E86-9A1C-1F7BAF1DC373}"/>
              </a:ext>
            </a:extLst>
          </p:cNvPr>
          <p:cNvSpPr>
            <a:spLocks noGrp="1"/>
          </p:cNvSpPr>
          <p:nvPr/>
        </p:nvSpPr>
        <p:spPr>
          <a:xfrm>
            <a:off x="2033574" y="3172406"/>
            <a:ext cx="28398" cy="28398"/>
          </a:xfrm>
          <a:prstGeom prst="ellipse">
            <a:avLst/>
          </a:prstGeom>
          <a:solidFill>
            <a:srgbClr val="7F8C97">
              <a:alpha val="48000"/>
            </a:srgbClr>
          </a:solidFill>
          <a:ln w="0">
            <a:noFill/>
            <a:prstDash val="solid"/>
          </a:ln>
        </p:spPr>
      </p:sp>
      <p:sp>
        <p:nvSpPr>
          <p:cNvPr id="645" name="01_find_only_644">
            <a:extLst>
              <a:ext uri="{FF2B5EF4-FFF2-40B4-BE49-F238E27FC236}">
                <a16:creationId xmlns:a16="http://schemas.microsoft.com/office/drawing/2014/main" id="{473A98AC-0516-489F-9972-67DC9DD85E7E}"/>
              </a:ext>
            </a:extLst>
          </p:cNvPr>
          <p:cNvSpPr>
            <a:spLocks noGrp="1"/>
          </p:cNvSpPr>
          <p:nvPr/>
        </p:nvSpPr>
        <p:spPr>
          <a:xfrm>
            <a:off x="2086320" y="3362608"/>
            <a:ext cx="28398" cy="28398"/>
          </a:xfrm>
          <a:prstGeom prst="ellipse">
            <a:avLst/>
          </a:prstGeom>
          <a:solidFill>
            <a:srgbClr val="7F8C97">
              <a:alpha val="48000"/>
            </a:srgbClr>
          </a:solidFill>
          <a:ln w="0">
            <a:noFill/>
            <a:prstDash val="solid"/>
          </a:ln>
        </p:spPr>
      </p:sp>
      <p:sp>
        <p:nvSpPr>
          <p:cNvPr id="646" name="01_find_only_645">
            <a:extLst>
              <a:ext uri="{FF2B5EF4-FFF2-40B4-BE49-F238E27FC236}">
                <a16:creationId xmlns:a16="http://schemas.microsoft.com/office/drawing/2014/main" id="{9ECC225A-9E86-4293-A85E-CA5D0F7D654A}"/>
              </a:ext>
            </a:extLst>
          </p:cNvPr>
          <p:cNvSpPr>
            <a:spLocks noGrp="1"/>
          </p:cNvSpPr>
          <p:nvPr/>
        </p:nvSpPr>
        <p:spPr>
          <a:xfrm>
            <a:off x="2068293" y="3066738"/>
            <a:ext cx="28398" cy="28398"/>
          </a:xfrm>
          <a:prstGeom prst="ellipse">
            <a:avLst/>
          </a:prstGeom>
          <a:solidFill>
            <a:srgbClr val="7F8C97">
              <a:alpha val="48000"/>
            </a:srgbClr>
          </a:solidFill>
          <a:ln w="0">
            <a:noFill/>
            <a:prstDash val="solid"/>
          </a:ln>
        </p:spPr>
      </p:sp>
      <p:sp>
        <p:nvSpPr>
          <p:cNvPr id="647" name="01_find_only_646">
            <a:extLst>
              <a:ext uri="{FF2B5EF4-FFF2-40B4-BE49-F238E27FC236}">
                <a16:creationId xmlns:a16="http://schemas.microsoft.com/office/drawing/2014/main" id="{61E56EF9-FDA2-4CC2-A4A5-2757B7CF6CE0}"/>
              </a:ext>
            </a:extLst>
          </p:cNvPr>
          <p:cNvSpPr>
            <a:spLocks noGrp="1"/>
          </p:cNvSpPr>
          <p:nvPr/>
        </p:nvSpPr>
        <p:spPr>
          <a:xfrm>
            <a:off x="2085938" y="3559855"/>
            <a:ext cx="28398" cy="28398"/>
          </a:xfrm>
          <a:prstGeom prst="ellipse">
            <a:avLst/>
          </a:prstGeom>
          <a:solidFill>
            <a:srgbClr val="7F8C97">
              <a:alpha val="48000"/>
            </a:srgbClr>
          </a:solidFill>
          <a:ln w="0">
            <a:noFill/>
            <a:prstDash val="solid"/>
          </a:ln>
        </p:spPr>
      </p:sp>
      <p:sp>
        <p:nvSpPr>
          <p:cNvPr id="648" name="01_find_only_647">
            <a:extLst>
              <a:ext uri="{FF2B5EF4-FFF2-40B4-BE49-F238E27FC236}">
                <a16:creationId xmlns:a16="http://schemas.microsoft.com/office/drawing/2014/main" id="{35BE703E-5D02-4589-9FF0-A20EF7C1B2F2}"/>
              </a:ext>
            </a:extLst>
          </p:cNvPr>
          <p:cNvSpPr>
            <a:spLocks noGrp="1"/>
          </p:cNvSpPr>
          <p:nvPr/>
        </p:nvSpPr>
        <p:spPr>
          <a:xfrm>
            <a:off x="2025562" y="3148021"/>
            <a:ext cx="28398" cy="28398"/>
          </a:xfrm>
          <a:prstGeom prst="ellipse">
            <a:avLst/>
          </a:prstGeom>
          <a:solidFill>
            <a:srgbClr val="7F8C97">
              <a:alpha val="48000"/>
            </a:srgbClr>
          </a:solidFill>
          <a:ln w="0">
            <a:noFill/>
            <a:prstDash val="solid"/>
          </a:ln>
        </p:spPr>
      </p:sp>
      <p:sp>
        <p:nvSpPr>
          <p:cNvPr id="649" name="01_find_only_648">
            <a:extLst>
              <a:ext uri="{FF2B5EF4-FFF2-40B4-BE49-F238E27FC236}">
                <a16:creationId xmlns:a16="http://schemas.microsoft.com/office/drawing/2014/main" id="{88D90D48-F458-4B3D-B2A7-872FF6844F0C}"/>
              </a:ext>
            </a:extLst>
          </p:cNvPr>
          <p:cNvSpPr>
            <a:spLocks noGrp="1"/>
          </p:cNvSpPr>
          <p:nvPr/>
        </p:nvSpPr>
        <p:spPr>
          <a:xfrm>
            <a:off x="2043494" y="3161475"/>
            <a:ext cx="28398" cy="28398"/>
          </a:xfrm>
          <a:prstGeom prst="ellipse">
            <a:avLst/>
          </a:prstGeom>
          <a:solidFill>
            <a:srgbClr val="7F8C97">
              <a:alpha val="48000"/>
            </a:srgbClr>
          </a:solidFill>
          <a:ln w="0">
            <a:noFill/>
            <a:prstDash val="solid"/>
          </a:ln>
        </p:spPr>
      </p:sp>
      <p:sp>
        <p:nvSpPr>
          <p:cNvPr id="650" name="01_find_only_649">
            <a:extLst>
              <a:ext uri="{FF2B5EF4-FFF2-40B4-BE49-F238E27FC236}">
                <a16:creationId xmlns:a16="http://schemas.microsoft.com/office/drawing/2014/main" id="{455425FA-D113-44BF-A08E-332775E3D3E2}"/>
              </a:ext>
            </a:extLst>
          </p:cNvPr>
          <p:cNvSpPr>
            <a:spLocks noGrp="1"/>
          </p:cNvSpPr>
          <p:nvPr/>
        </p:nvSpPr>
        <p:spPr>
          <a:xfrm>
            <a:off x="2086606" y="3853185"/>
            <a:ext cx="28398" cy="28398"/>
          </a:xfrm>
          <a:prstGeom prst="ellipse">
            <a:avLst/>
          </a:prstGeom>
          <a:solidFill>
            <a:srgbClr val="7F8C97">
              <a:alpha val="48000"/>
            </a:srgbClr>
          </a:solidFill>
          <a:ln w="0">
            <a:noFill/>
            <a:prstDash val="solid"/>
          </a:ln>
        </p:spPr>
      </p:sp>
      <p:sp>
        <p:nvSpPr>
          <p:cNvPr id="651" name="01_find_only_650">
            <a:extLst>
              <a:ext uri="{FF2B5EF4-FFF2-40B4-BE49-F238E27FC236}">
                <a16:creationId xmlns:a16="http://schemas.microsoft.com/office/drawing/2014/main" id="{6E81C34F-2DC4-4C99-95AE-0A411A9B31B9}"/>
              </a:ext>
            </a:extLst>
          </p:cNvPr>
          <p:cNvSpPr>
            <a:spLocks noGrp="1"/>
          </p:cNvSpPr>
          <p:nvPr/>
        </p:nvSpPr>
        <p:spPr>
          <a:xfrm>
            <a:off x="2086701" y="3489410"/>
            <a:ext cx="28398" cy="28398"/>
          </a:xfrm>
          <a:prstGeom prst="ellipse">
            <a:avLst/>
          </a:prstGeom>
          <a:solidFill>
            <a:srgbClr val="7F8C97">
              <a:alpha val="48000"/>
            </a:srgbClr>
          </a:solidFill>
          <a:ln w="0">
            <a:noFill/>
            <a:prstDash val="solid"/>
          </a:ln>
        </p:spPr>
      </p:sp>
      <p:sp>
        <p:nvSpPr>
          <p:cNvPr id="652" name="01_find_only_651">
            <a:extLst>
              <a:ext uri="{FF2B5EF4-FFF2-40B4-BE49-F238E27FC236}">
                <a16:creationId xmlns:a16="http://schemas.microsoft.com/office/drawing/2014/main" id="{B684BC34-19A5-42AE-A396-2BA583ACDFD7}"/>
              </a:ext>
            </a:extLst>
          </p:cNvPr>
          <p:cNvSpPr>
            <a:spLocks noGrp="1"/>
          </p:cNvSpPr>
          <p:nvPr/>
        </p:nvSpPr>
        <p:spPr>
          <a:xfrm>
            <a:off x="2080788" y="2855402"/>
            <a:ext cx="28398" cy="28398"/>
          </a:xfrm>
          <a:prstGeom prst="ellipse">
            <a:avLst/>
          </a:prstGeom>
          <a:solidFill>
            <a:srgbClr val="7F8C97">
              <a:alpha val="48000"/>
            </a:srgbClr>
          </a:solidFill>
          <a:ln w="0">
            <a:noFill/>
            <a:prstDash val="solid"/>
          </a:ln>
        </p:spPr>
      </p:sp>
      <p:sp>
        <p:nvSpPr>
          <p:cNvPr id="653" name="01_find_only_652">
            <a:extLst>
              <a:ext uri="{FF2B5EF4-FFF2-40B4-BE49-F238E27FC236}">
                <a16:creationId xmlns:a16="http://schemas.microsoft.com/office/drawing/2014/main" id="{9C44A346-5B06-424C-8F16-BA473FE6618F}"/>
              </a:ext>
            </a:extLst>
          </p:cNvPr>
          <p:cNvSpPr>
            <a:spLocks noGrp="1"/>
          </p:cNvSpPr>
          <p:nvPr/>
        </p:nvSpPr>
        <p:spPr>
          <a:xfrm>
            <a:off x="2089181" y="3489410"/>
            <a:ext cx="28398" cy="28398"/>
          </a:xfrm>
          <a:prstGeom prst="ellipse">
            <a:avLst/>
          </a:prstGeom>
          <a:solidFill>
            <a:srgbClr val="7F8C97">
              <a:alpha val="48000"/>
            </a:srgbClr>
          </a:solidFill>
          <a:ln w="0">
            <a:noFill/>
            <a:prstDash val="solid"/>
          </a:ln>
        </p:spPr>
      </p:sp>
      <p:sp>
        <p:nvSpPr>
          <p:cNvPr id="654" name="01_find_only_653">
            <a:extLst>
              <a:ext uri="{FF2B5EF4-FFF2-40B4-BE49-F238E27FC236}">
                <a16:creationId xmlns:a16="http://schemas.microsoft.com/office/drawing/2014/main" id="{6ECF3BC8-670C-4337-A8DD-7EDC208B1000}"/>
              </a:ext>
            </a:extLst>
          </p:cNvPr>
          <p:cNvSpPr>
            <a:spLocks noGrp="1"/>
          </p:cNvSpPr>
          <p:nvPr/>
        </p:nvSpPr>
        <p:spPr>
          <a:xfrm>
            <a:off x="2034337" y="3616211"/>
            <a:ext cx="28398" cy="28398"/>
          </a:xfrm>
          <a:prstGeom prst="ellipse">
            <a:avLst/>
          </a:prstGeom>
          <a:solidFill>
            <a:srgbClr val="7F8C97">
              <a:alpha val="48000"/>
            </a:srgbClr>
          </a:solidFill>
          <a:ln w="0">
            <a:noFill/>
            <a:prstDash val="solid"/>
          </a:ln>
        </p:spPr>
      </p:sp>
      <p:sp>
        <p:nvSpPr>
          <p:cNvPr id="655" name="01_find_only_654">
            <a:extLst>
              <a:ext uri="{FF2B5EF4-FFF2-40B4-BE49-F238E27FC236}">
                <a16:creationId xmlns:a16="http://schemas.microsoft.com/office/drawing/2014/main" id="{22EA166E-7B08-4394-900C-D2C3F1A4D046}"/>
              </a:ext>
            </a:extLst>
          </p:cNvPr>
          <p:cNvSpPr>
            <a:spLocks noGrp="1"/>
          </p:cNvSpPr>
          <p:nvPr/>
        </p:nvSpPr>
        <p:spPr>
          <a:xfrm>
            <a:off x="2019934" y="3489410"/>
            <a:ext cx="28398" cy="28398"/>
          </a:xfrm>
          <a:prstGeom prst="ellipse">
            <a:avLst/>
          </a:prstGeom>
          <a:solidFill>
            <a:srgbClr val="7F8C97">
              <a:alpha val="48000"/>
            </a:srgbClr>
          </a:solidFill>
          <a:ln w="0">
            <a:noFill/>
            <a:prstDash val="solid"/>
          </a:ln>
        </p:spPr>
      </p:sp>
      <p:sp>
        <p:nvSpPr>
          <p:cNvPr id="656" name="01_find_only_655">
            <a:extLst>
              <a:ext uri="{FF2B5EF4-FFF2-40B4-BE49-F238E27FC236}">
                <a16:creationId xmlns:a16="http://schemas.microsoft.com/office/drawing/2014/main" id="{AF3988E8-5FC1-48F4-86B2-0ED07A43EB34}"/>
              </a:ext>
            </a:extLst>
          </p:cNvPr>
          <p:cNvSpPr>
            <a:spLocks noGrp="1"/>
          </p:cNvSpPr>
          <p:nvPr/>
        </p:nvSpPr>
        <p:spPr>
          <a:xfrm>
            <a:off x="2075446" y="2855402"/>
            <a:ext cx="28398" cy="28398"/>
          </a:xfrm>
          <a:prstGeom prst="ellipse">
            <a:avLst/>
          </a:prstGeom>
          <a:solidFill>
            <a:srgbClr val="7F8C97">
              <a:alpha val="48000"/>
            </a:srgbClr>
          </a:solidFill>
          <a:ln w="0">
            <a:noFill/>
            <a:prstDash val="solid"/>
          </a:ln>
        </p:spPr>
      </p:sp>
      <p:sp>
        <p:nvSpPr>
          <p:cNvPr id="657" name="01_find_only_656">
            <a:extLst>
              <a:ext uri="{FF2B5EF4-FFF2-40B4-BE49-F238E27FC236}">
                <a16:creationId xmlns:a16="http://schemas.microsoft.com/office/drawing/2014/main" id="{3B3ADF3B-050F-4474-9A77-B08803C35038}"/>
              </a:ext>
            </a:extLst>
          </p:cNvPr>
          <p:cNvSpPr>
            <a:spLocks noGrp="1"/>
          </p:cNvSpPr>
          <p:nvPr/>
        </p:nvSpPr>
        <p:spPr>
          <a:xfrm>
            <a:off x="2015451" y="2855402"/>
            <a:ext cx="28398" cy="28398"/>
          </a:xfrm>
          <a:prstGeom prst="ellipse">
            <a:avLst/>
          </a:prstGeom>
          <a:solidFill>
            <a:srgbClr val="7F8C97">
              <a:alpha val="48000"/>
            </a:srgbClr>
          </a:solidFill>
          <a:ln w="0">
            <a:noFill/>
            <a:prstDash val="solid"/>
          </a:ln>
        </p:spPr>
      </p:sp>
      <p:sp>
        <p:nvSpPr>
          <p:cNvPr id="658" name="01_find_only_657">
            <a:extLst>
              <a:ext uri="{FF2B5EF4-FFF2-40B4-BE49-F238E27FC236}">
                <a16:creationId xmlns:a16="http://schemas.microsoft.com/office/drawing/2014/main" id="{C8F7E232-7C6C-4C06-B980-6C21F1736673}"/>
              </a:ext>
            </a:extLst>
          </p:cNvPr>
          <p:cNvSpPr>
            <a:spLocks noGrp="1"/>
          </p:cNvSpPr>
          <p:nvPr/>
        </p:nvSpPr>
        <p:spPr>
          <a:xfrm>
            <a:off x="2021460" y="4123418"/>
            <a:ext cx="28398" cy="28398"/>
          </a:xfrm>
          <a:prstGeom prst="ellipse">
            <a:avLst/>
          </a:prstGeom>
          <a:solidFill>
            <a:srgbClr val="7F8C97">
              <a:alpha val="48000"/>
            </a:srgbClr>
          </a:solidFill>
          <a:ln w="0">
            <a:noFill/>
            <a:prstDash val="solid"/>
          </a:ln>
        </p:spPr>
      </p:sp>
      <p:sp>
        <p:nvSpPr>
          <p:cNvPr id="659" name="01_find_only_658">
            <a:extLst>
              <a:ext uri="{FF2B5EF4-FFF2-40B4-BE49-F238E27FC236}">
                <a16:creationId xmlns:a16="http://schemas.microsoft.com/office/drawing/2014/main" id="{8D059B33-7743-46E6-BC31-B6721FD19DA7}"/>
              </a:ext>
            </a:extLst>
          </p:cNvPr>
          <p:cNvSpPr>
            <a:spLocks noGrp="1"/>
          </p:cNvSpPr>
          <p:nvPr/>
        </p:nvSpPr>
        <p:spPr>
          <a:xfrm>
            <a:off x="2077831" y="3330908"/>
            <a:ext cx="28398" cy="28398"/>
          </a:xfrm>
          <a:prstGeom prst="ellipse">
            <a:avLst/>
          </a:prstGeom>
          <a:solidFill>
            <a:srgbClr val="7F8C97">
              <a:alpha val="48000"/>
            </a:srgbClr>
          </a:solidFill>
          <a:ln w="0">
            <a:noFill/>
            <a:prstDash val="solid"/>
          </a:ln>
        </p:spPr>
      </p:sp>
      <p:sp>
        <p:nvSpPr>
          <p:cNvPr id="660" name="01_find_only_659">
            <a:extLst>
              <a:ext uri="{FF2B5EF4-FFF2-40B4-BE49-F238E27FC236}">
                <a16:creationId xmlns:a16="http://schemas.microsoft.com/office/drawing/2014/main" id="{154E215A-F24C-43EA-A0C6-C63E55C534C8}"/>
              </a:ext>
            </a:extLst>
          </p:cNvPr>
          <p:cNvSpPr>
            <a:spLocks noGrp="1"/>
          </p:cNvSpPr>
          <p:nvPr/>
        </p:nvSpPr>
        <p:spPr>
          <a:xfrm>
            <a:off x="2016310" y="2855402"/>
            <a:ext cx="28398" cy="28398"/>
          </a:xfrm>
          <a:prstGeom prst="ellipse">
            <a:avLst/>
          </a:prstGeom>
          <a:solidFill>
            <a:srgbClr val="7F8C97">
              <a:alpha val="48000"/>
            </a:srgbClr>
          </a:solidFill>
          <a:ln w="0">
            <a:noFill/>
            <a:prstDash val="solid"/>
          </a:ln>
        </p:spPr>
      </p:sp>
      <p:sp>
        <p:nvSpPr>
          <p:cNvPr id="661" name="01_find_only_660">
            <a:extLst>
              <a:ext uri="{FF2B5EF4-FFF2-40B4-BE49-F238E27FC236}">
                <a16:creationId xmlns:a16="http://schemas.microsoft.com/office/drawing/2014/main" id="{A179D178-64BF-4351-AA75-1FB016B3C473}"/>
              </a:ext>
            </a:extLst>
          </p:cNvPr>
          <p:cNvSpPr>
            <a:spLocks noGrp="1"/>
          </p:cNvSpPr>
          <p:nvPr/>
        </p:nvSpPr>
        <p:spPr>
          <a:xfrm>
            <a:off x="2096144" y="3489410"/>
            <a:ext cx="28398" cy="28398"/>
          </a:xfrm>
          <a:prstGeom prst="ellipse">
            <a:avLst/>
          </a:prstGeom>
          <a:solidFill>
            <a:srgbClr val="7F8C97">
              <a:alpha val="48000"/>
            </a:srgbClr>
          </a:solidFill>
          <a:ln w="0">
            <a:noFill/>
            <a:prstDash val="solid"/>
          </a:ln>
        </p:spPr>
      </p:sp>
      <p:sp>
        <p:nvSpPr>
          <p:cNvPr id="662" name="01_find_only_661">
            <a:extLst>
              <a:ext uri="{FF2B5EF4-FFF2-40B4-BE49-F238E27FC236}">
                <a16:creationId xmlns:a16="http://schemas.microsoft.com/office/drawing/2014/main" id="{97644341-3AF7-4EE7-8B70-CA9ADE3FBA23}"/>
              </a:ext>
            </a:extLst>
          </p:cNvPr>
          <p:cNvSpPr>
            <a:spLocks noGrp="1"/>
          </p:cNvSpPr>
          <p:nvPr/>
        </p:nvSpPr>
        <p:spPr>
          <a:xfrm>
            <a:off x="2081551" y="3700746"/>
            <a:ext cx="28398" cy="28398"/>
          </a:xfrm>
          <a:prstGeom prst="ellipse">
            <a:avLst/>
          </a:prstGeom>
          <a:solidFill>
            <a:srgbClr val="7F8C97">
              <a:alpha val="48000"/>
            </a:srgbClr>
          </a:solidFill>
          <a:ln w="0">
            <a:noFill/>
            <a:prstDash val="solid"/>
          </a:ln>
        </p:spPr>
      </p:sp>
      <p:sp>
        <p:nvSpPr>
          <p:cNvPr id="663" name="01_find_only_662">
            <a:extLst>
              <a:ext uri="{FF2B5EF4-FFF2-40B4-BE49-F238E27FC236}">
                <a16:creationId xmlns:a16="http://schemas.microsoft.com/office/drawing/2014/main" id="{B236E6A4-5B55-4F59-976B-7B98ABB042E6}"/>
              </a:ext>
            </a:extLst>
          </p:cNvPr>
          <p:cNvSpPr>
            <a:spLocks noGrp="1"/>
          </p:cNvSpPr>
          <p:nvPr/>
        </p:nvSpPr>
        <p:spPr>
          <a:xfrm>
            <a:off x="2047023" y="2855402"/>
            <a:ext cx="28398" cy="28398"/>
          </a:xfrm>
          <a:prstGeom prst="ellipse">
            <a:avLst/>
          </a:prstGeom>
          <a:solidFill>
            <a:srgbClr val="7F8C97">
              <a:alpha val="48000"/>
            </a:srgbClr>
          </a:solidFill>
          <a:ln w="0">
            <a:noFill/>
            <a:prstDash val="solid"/>
          </a:ln>
        </p:spPr>
      </p:sp>
      <p:sp>
        <p:nvSpPr>
          <p:cNvPr id="664" name="01_find_only_663">
            <a:extLst>
              <a:ext uri="{FF2B5EF4-FFF2-40B4-BE49-F238E27FC236}">
                <a16:creationId xmlns:a16="http://schemas.microsoft.com/office/drawing/2014/main" id="{44F97702-1B51-4B7D-942E-3146B3D4899C}"/>
              </a:ext>
            </a:extLst>
          </p:cNvPr>
          <p:cNvSpPr>
            <a:spLocks noGrp="1"/>
          </p:cNvSpPr>
          <p:nvPr/>
        </p:nvSpPr>
        <p:spPr>
          <a:xfrm>
            <a:off x="2030903" y="2855402"/>
            <a:ext cx="28398" cy="28398"/>
          </a:xfrm>
          <a:prstGeom prst="ellipse">
            <a:avLst/>
          </a:prstGeom>
          <a:solidFill>
            <a:srgbClr val="7F8C97">
              <a:alpha val="48000"/>
            </a:srgbClr>
          </a:solidFill>
          <a:ln w="0">
            <a:noFill/>
            <a:prstDash val="solid"/>
          </a:ln>
        </p:spPr>
      </p:sp>
      <p:sp>
        <p:nvSpPr>
          <p:cNvPr id="665" name="01_find_only_664">
            <a:extLst>
              <a:ext uri="{FF2B5EF4-FFF2-40B4-BE49-F238E27FC236}">
                <a16:creationId xmlns:a16="http://schemas.microsoft.com/office/drawing/2014/main" id="{1DB054D7-E57F-4FC7-97A6-6786A4A9CAE4}"/>
              </a:ext>
            </a:extLst>
          </p:cNvPr>
          <p:cNvSpPr>
            <a:spLocks noGrp="1"/>
          </p:cNvSpPr>
          <p:nvPr/>
        </p:nvSpPr>
        <p:spPr>
          <a:xfrm>
            <a:off x="2094713" y="3141728"/>
            <a:ext cx="28398" cy="28398"/>
          </a:xfrm>
          <a:prstGeom prst="ellipse">
            <a:avLst/>
          </a:prstGeom>
          <a:solidFill>
            <a:srgbClr val="7F8C97">
              <a:alpha val="48000"/>
            </a:srgbClr>
          </a:solidFill>
          <a:ln w="0">
            <a:noFill/>
            <a:prstDash val="solid"/>
          </a:ln>
        </p:spPr>
      </p:sp>
      <p:sp>
        <p:nvSpPr>
          <p:cNvPr id="666" name="01_find_only_665">
            <a:extLst>
              <a:ext uri="{FF2B5EF4-FFF2-40B4-BE49-F238E27FC236}">
                <a16:creationId xmlns:a16="http://schemas.microsoft.com/office/drawing/2014/main" id="{7A6F9F26-BDA9-4181-8ABC-58EBCC03C5DB}"/>
              </a:ext>
            </a:extLst>
          </p:cNvPr>
          <p:cNvSpPr>
            <a:spLocks noGrp="1"/>
          </p:cNvSpPr>
          <p:nvPr/>
        </p:nvSpPr>
        <p:spPr>
          <a:xfrm>
            <a:off x="2098815" y="3217692"/>
            <a:ext cx="28398" cy="28398"/>
          </a:xfrm>
          <a:prstGeom prst="ellipse">
            <a:avLst/>
          </a:prstGeom>
          <a:solidFill>
            <a:srgbClr val="7F8C97">
              <a:alpha val="48000"/>
            </a:srgbClr>
          </a:solidFill>
          <a:ln w="0">
            <a:noFill/>
            <a:prstDash val="solid"/>
          </a:ln>
        </p:spPr>
      </p:sp>
      <p:sp>
        <p:nvSpPr>
          <p:cNvPr id="667" name="01_find_only_666">
            <a:extLst>
              <a:ext uri="{FF2B5EF4-FFF2-40B4-BE49-F238E27FC236}">
                <a16:creationId xmlns:a16="http://schemas.microsoft.com/office/drawing/2014/main" id="{B7D6E43F-AD3B-4A8E-8FCE-B6FF437D90C6}"/>
              </a:ext>
            </a:extLst>
          </p:cNvPr>
          <p:cNvSpPr>
            <a:spLocks noGrp="1"/>
          </p:cNvSpPr>
          <p:nvPr/>
        </p:nvSpPr>
        <p:spPr>
          <a:xfrm>
            <a:off x="2064191" y="4123418"/>
            <a:ext cx="28398" cy="28398"/>
          </a:xfrm>
          <a:prstGeom prst="ellipse">
            <a:avLst/>
          </a:prstGeom>
          <a:solidFill>
            <a:srgbClr val="7F8C97">
              <a:alpha val="48000"/>
            </a:srgbClr>
          </a:solidFill>
          <a:ln w="0">
            <a:noFill/>
            <a:prstDash val="solid"/>
          </a:ln>
        </p:spPr>
      </p:sp>
      <p:sp>
        <p:nvSpPr>
          <p:cNvPr id="668" name="01_find_only_667">
            <a:extLst>
              <a:ext uri="{FF2B5EF4-FFF2-40B4-BE49-F238E27FC236}">
                <a16:creationId xmlns:a16="http://schemas.microsoft.com/office/drawing/2014/main" id="{89738F65-C008-449E-A99D-E3A9324BC419}"/>
              </a:ext>
            </a:extLst>
          </p:cNvPr>
          <p:cNvSpPr>
            <a:spLocks noGrp="1"/>
          </p:cNvSpPr>
          <p:nvPr/>
        </p:nvSpPr>
        <p:spPr>
          <a:xfrm>
            <a:off x="2085938" y="3489410"/>
            <a:ext cx="28398" cy="28398"/>
          </a:xfrm>
          <a:prstGeom prst="ellipse">
            <a:avLst/>
          </a:prstGeom>
          <a:solidFill>
            <a:srgbClr val="7F8C97">
              <a:alpha val="48000"/>
            </a:srgbClr>
          </a:solidFill>
          <a:ln w="0">
            <a:noFill/>
            <a:prstDash val="solid"/>
          </a:ln>
        </p:spPr>
      </p:sp>
      <p:sp>
        <p:nvSpPr>
          <p:cNvPr id="669" name="01_find_only_668">
            <a:extLst>
              <a:ext uri="{FF2B5EF4-FFF2-40B4-BE49-F238E27FC236}">
                <a16:creationId xmlns:a16="http://schemas.microsoft.com/office/drawing/2014/main" id="{9628C760-7B34-46A6-A26F-FC9AB8454E94}"/>
              </a:ext>
            </a:extLst>
          </p:cNvPr>
          <p:cNvSpPr>
            <a:spLocks noGrp="1"/>
          </p:cNvSpPr>
          <p:nvPr/>
        </p:nvSpPr>
        <p:spPr>
          <a:xfrm>
            <a:off x="2019076" y="2855402"/>
            <a:ext cx="28398" cy="28398"/>
          </a:xfrm>
          <a:prstGeom prst="ellipse">
            <a:avLst/>
          </a:prstGeom>
          <a:solidFill>
            <a:srgbClr val="7F8C97">
              <a:alpha val="48000"/>
            </a:srgbClr>
          </a:solidFill>
          <a:ln w="0">
            <a:noFill/>
            <a:prstDash val="solid"/>
          </a:ln>
        </p:spPr>
      </p:sp>
      <p:sp>
        <p:nvSpPr>
          <p:cNvPr id="670" name="01_find_only_669">
            <a:extLst>
              <a:ext uri="{FF2B5EF4-FFF2-40B4-BE49-F238E27FC236}">
                <a16:creationId xmlns:a16="http://schemas.microsoft.com/office/drawing/2014/main" id="{5054AEFD-4FA1-4329-A670-931FAE5C4D3F}"/>
              </a:ext>
            </a:extLst>
          </p:cNvPr>
          <p:cNvSpPr>
            <a:spLocks noGrp="1"/>
          </p:cNvSpPr>
          <p:nvPr/>
        </p:nvSpPr>
        <p:spPr>
          <a:xfrm>
            <a:off x="2045973" y="2855402"/>
            <a:ext cx="28398" cy="28398"/>
          </a:xfrm>
          <a:prstGeom prst="ellipse">
            <a:avLst/>
          </a:prstGeom>
          <a:solidFill>
            <a:srgbClr val="7F8C97">
              <a:alpha val="48000"/>
            </a:srgbClr>
          </a:solidFill>
          <a:ln w="0">
            <a:noFill/>
            <a:prstDash val="solid"/>
          </a:ln>
        </p:spPr>
      </p:sp>
      <p:sp>
        <p:nvSpPr>
          <p:cNvPr id="671" name="01_find_only_670">
            <a:extLst>
              <a:ext uri="{FF2B5EF4-FFF2-40B4-BE49-F238E27FC236}">
                <a16:creationId xmlns:a16="http://schemas.microsoft.com/office/drawing/2014/main" id="{059EBC6B-017C-4CAC-89DA-C10ADF6063D4}"/>
              </a:ext>
            </a:extLst>
          </p:cNvPr>
          <p:cNvSpPr>
            <a:spLocks noGrp="1"/>
          </p:cNvSpPr>
          <p:nvPr/>
        </p:nvSpPr>
        <p:spPr>
          <a:xfrm>
            <a:off x="2080025" y="3398837"/>
            <a:ext cx="28398" cy="28398"/>
          </a:xfrm>
          <a:prstGeom prst="ellipse">
            <a:avLst/>
          </a:prstGeom>
          <a:solidFill>
            <a:srgbClr val="7F8C97">
              <a:alpha val="48000"/>
            </a:srgbClr>
          </a:solidFill>
          <a:ln w="0">
            <a:noFill/>
            <a:prstDash val="solid"/>
          </a:ln>
        </p:spPr>
      </p:sp>
      <p:sp>
        <p:nvSpPr>
          <p:cNvPr id="672" name="01_find_only_671">
            <a:extLst>
              <a:ext uri="{FF2B5EF4-FFF2-40B4-BE49-F238E27FC236}">
                <a16:creationId xmlns:a16="http://schemas.microsoft.com/office/drawing/2014/main" id="{E895B4B4-CC25-4165-AF00-BB64610BC52F}"/>
              </a:ext>
            </a:extLst>
          </p:cNvPr>
          <p:cNvSpPr>
            <a:spLocks noGrp="1"/>
          </p:cNvSpPr>
          <p:nvPr/>
        </p:nvSpPr>
        <p:spPr>
          <a:xfrm>
            <a:off x="2013258" y="2855402"/>
            <a:ext cx="28398" cy="28398"/>
          </a:xfrm>
          <a:prstGeom prst="ellipse">
            <a:avLst/>
          </a:prstGeom>
          <a:solidFill>
            <a:srgbClr val="7F8C97">
              <a:alpha val="48000"/>
            </a:srgbClr>
          </a:solidFill>
          <a:ln w="0">
            <a:noFill/>
            <a:prstDash val="solid"/>
          </a:ln>
        </p:spPr>
      </p:sp>
      <p:sp>
        <p:nvSpPr>
          <p:cNvPr id="673" name="01_find_only_672">
            <a:extLst>
              <a:ext uri="{FF2B5EF4-FFF2-40B4-BE49-F238E27FC236}">
                <a16:creationId xmlns:a16="http://schemas.microsoft.com/office/drawing/2014/main" id="{32148291-3344-4D1C-9A0C-167E21376C4B}"/>
              </a:ext>
            </a:extLst>
          </p:cNvPr>
          <p:cNvSpPr>
            <a:spLocks noGrp="1"/>
          </p:cNvSpPr>
          <p:nvPr/>
        </p:nvSpPr>
        <p:spPr>
          <a:xfrm>
            <a:off x="2009824" y="2855402"/>
            <a:ext cx="28398" cy="28398"/>
          </a:xfrm>
          <a:prstGeom prst="ellipse">
            <a:avLst/>
          </a:prstGeom>
          <a:solidFill>
            <a:srgbClr val="7F8C97">
              <a:alpha val="48000"/>
            </a:srgbClr>
          </a:solidFill>
          <a:ln w="0">
            <a:noFill/>
            <a:prstDash val="solid"/>
          </a:ln>
        </p:spPr>
      </p:sp>
      <p:sp>
        <p:nvSpPr>
          <p:cNvPr id="674" name="01_find_only_673">
            <a:extLst>
              <a:ext uri="{FF2B5EF4-FFF2-40B4-BE49-F238E27FC236}">
                <a16:creationId xmlns:a16="http://schemas.microsoft.com/office/drawing/2014/main" id="{5F27858A-9957-4DE3-827F-4062F52DFA9F}"/>
              </a:ext>
            </a:extLst>
          </p:cNvPr>
          <p:cNvSpPr>
            <a:spLocks noGrp="1"/>
          </p:cNvSpPr>
          <p:nvPr/>
        </p:nvSpPr>
        <p:spPr>
          <a:xfrm>
            <a:off x="2066194" y="2855402"/>
            <a:ext cx="28398" cy="28398"/>
          </a:xfrm>
          <a:prstGeom prst="ellipse">
            <a:avLst/>
          </a:prstGeom>
          <a:solidFill>
            <a:srgbClr val="7F8C97">
              <a:alpha val="48000"/>
            </a:srgbClr>
          </a:solidFill>
          <a:ln w="0">
            <a:noFill/>
            <a:prstDash val="solid"/>
          </a:ln>
        </p:spPr>
      </p:sp>
      <p:sp>
        <p:nvSpPr>
          <p:cNvPr id="675" name="01_find_only_674">
            <a:extLst>
              <a:ext uri="{FF2B5EF4-FFF2-40B4-BE49-F238E27FC236}">
                <a16:creationId xmlns:a16="http://schemas.microsoft.com/office/drawing/2014/main" id="{768784C2-DDE0-417F-B0DE-3E25A3775515}"/>
              </a:ext>
            </a:extLst>
          </p:cNvPr>
          <p:cNvSpPr>
            <a:spLocks noGrp="1"/>
          </p:cNvSpPr>
          <p:nvPr/>
        </p:nvSpPr>
        <p:spPr>
          <a:xfrm>
            <a:off x="2094141" y="2855402"/>
            <a:ext cx="28398" cy="28398"/>
          </a:xfrm>
          <a:prstGeom prst="ellipse">
            <a:avLst/>
          </a:prstGeom>
          <a:solidFill>
            <a:srgbClr val="7F8C97">
              <a:alpha val="48000"/>
            </a:srgbClr>
          </a:solidFill>
          <a:ln w="0">
            <a:noFill/>
            <a:prstDash val="solid"/>
          </a:ln>
        </p:spPr>
      </p:sp>
      <p:sp>
        <p:nvSpPr>
          <p:cNvPr id="676" name="01_find_only_675">
            <a:extLst>
              <a:ext uri="{FF2B5EF4-FFF2-40B4-BE49-F238E27FC236}">
                <a16:creationId xmlns:a16="http://schemas.microsoft.com/office/drawing/2014/main" id="{92C7F1D8-20A4-4C60-A53F-6DC1B4C6CEAE}"/>
              </a:ext>
            </a:extLst>
          </p:cNvPr>
          <p:cNvSpPr>
            <a:spLocks noGrp="1"/>
          </p:cNvSpPr>
          <p:nvPr/>
        </p:nvSpPr>
        <p:spPr>
          <a:xfrm>
            <a:off x="2005627" y="3489410"/>
            <a:ext cx="28398" cy="28398"/>
          </a:xfrm>
          <a:prstGeom prst="ellipse">
            <a:avLst/>
          </a:prstGeom>
          <a:solidFill>
            <a:srgbClr val="7F8C97">
              <a:alpha val="48000"/>
            </a:srgbClr>
          </a:solidFill>
          <a:ln w="0">
            <a:noFill/>
            <a:prstDash val="solid"/>
          </a:ln>
        </p:spPr>
      </p:sp>
      <p:sp>
        <p:nvSpPr>
          <p:cNvPr id="677" name="01_find_only_676">
            <a:extLst>
              <a:ext uri="{FF2B5EF4-FFF2-40B4-BE49-F238E27FC236}">
                <a16:creationId xmlns:a16="http://schemas.microsoft.com/office/drawing/2014/main" id="{909865B1-0523-46B8-8ED2-561309D6D6DB}"/>
              </a:ext>
            </a:extLst>
          </p:cNvPr>
          <p:cNvSpPr>
            <a:spLocks noGrp="1"/>
          </p:cNvSpPr>
          <p:nvPr/>
        </p:nvSpPr>
        <p:spPr>
          <a:xfrm>
            <a:off x="2042921" y="2855402"/>
            <a:ext cx="28398" cy="28398"/>
          </a:xfrm>
          <a:prstGeom prst="ellipse">
            <a:avLst/>
          </a:prstGeom>
          <a:solidFill>
            <a:srgbClr val="7F8C97">
              <a:alpha val="48000"/>
            </a:srgbClr>
          </a:solidFill>
          <a:ln w="0">
            <a:noFill/>
            <a:prstDash val="solid"/>
          </a:ln>
        </p:spPr>
      </p:sp>
      <p:sp>
        <p:nvSpPr>
          <p:cNvPr id="678" name="01_find_only_677">
            <a:extLst>
              <a:ext uri="{FF2B5EF4-FFF2-40B4-BE49-F238E27FC236}">
                <a16:creationId xmlns:a16="http://schemas.microsoft.com/office/drawing/2014/main" id="{23B03E84-9EBE-489B-93DB-0F4B8C618E40}"/>
              </a:ext>
            </a:extLst>
          </p:cNvPr>
          <p:cNvSpPr>
            <a:spLocks noGrp="1"/>
          </p:cNvSpPr>
          <p:nvPr/>
        </p:nvSpPr>
        <p:spPr>
          <a:xfrm>
            <a:off x="2073539" y="2855402"/>
            <a:ext cx="28398" cy="28398"/>
          </a:xfrm>
          <a:prstGeom prst="ellipse">
            <a:avLst/>
          </a:prstGeom>
          <a:solidFill>
            <a:srgbClr val="7F8C97">
              <a:alpha val="48000"/>
            </a:srgbClr>
          </a:solidFill>
          <a:ln w="0">
            <a:noFill/>
            <a:prstDash val="solid"/>
          </a:ln>
        </p:spPr>
      </p:sp>
      <p:sp>
        <p:nvSpPr>
          <p:cNvPr id="679" name="01_find_only_678">
            <a:extLst>
              <a:ext uri="{FF2B5EF4-FFF2-40B4-BE49-F238E27FC236}">
                <a16:creationId xmlns:a16="http://schemas.microsoft.com/office/drawing/2014/main" id="{3B131B73-D6E2-4AE8-A7CC-7A937A58CA2D}"/>
              </a:ext>
            </a:extLst>
          </p:cNvPr>
          <p:cNvSpPr>
            <a:spLocks noGrp="1"/>
          </p:cNvSpPr>
          <p:nvPr/>
        </p:nvSpPr>
        <p:spPr>
          <a:xfrm>
            <a:off x="2044924" y="4123418"/>
            <a:ext cx="28398" cy="28398"/>
          </a:xfrm>
          <a:prstGeom prst="ellipse">
            <a:avLst/>
          </a:prstGeom>
          <a:solidFill>
            <a:srgbClr val="7F8C97">
              <a:alpha val="48000"/>
            </a:srgbClr>
          </a:solidFill>
          <a:ln w="0">
            <a:noFill/>
            <a:prstDash val="solid"/>
          </a:ln>
        </p:spPr>
      </p:sp>
      <p:sp>
        <p:nvSpPr>
          <p:cNvPr id="680" name="01_find_only_679">
            <a:extLst>
              <a:ext uri="{FF2B5EF4-FFF2-40B4-BE49-F238E27FC236}">
                <a16:creationId xmlns:a16="http://schemas.microsoft.com/office/drawing/2014/main" id="{3E60C500-3CBE-47C0-9378-FE78D653970E}"/>
              </a:ext>
            </a:extLst>
          </p:cNvPr>
          <p:cNvSpPr>
            <a:spLocks noGrp="1"/>
          </p:cNvSpPr>
          <p:nvPr/>
        </p:nvSpPr>
        <p:spPr>
          <a:xfrm>
            <a:off x="2028805" y="3785280"/>
            <a:ext cx="28398" cy="28398"/>
          </a:xfrm>
          <a:prstGeom prst="ellipse">
            <a:avLst/>
          </a:prstGeom>
          <a:solidFill>
            <a:srgbClr val="7F8C97">
              <a:alpha val="48000"/>
            </a:srgbClr>
          </a:solidFill>
          <a:ln w="0">
            <a:noFill/>
            <a:prstDash val="solid"/>
          </a:ln>
        </p:spPr>
      </p:sp>
      <p:sp>
        <p:nvSpPr>
          <p:cNvPr id="681" name="01_find_only_680">
            <a:extLst>
              <a:ext uri="{FF2B5EF4-FFF2-40B4-BE49-F238E27FC236}">
                <a16:creationId xmlns:a16="http://schemas.microsoft.com/office/drawing/2014/main" id="{DE6FEA47-5628-47B0-8B66-43481644718F}"/>
              </a:ext>
            </a:extLst>
          </p:cNvPr>
          <p:cNvSpPr>
            <a:spLocks noGrp="1"/>
          </p:cNvSpPr>
          <p:nvPr/>
        </p:nvSpPr>
        <p:spPr>
          <a:xfrm>
            <a:off x="2065813" y="4123418"/>
            <a:ext cx="28398" cy="28398"/>
          </a:xfrm>
          <a:prstGeom prst="ellipse">
            <a:avLst/>
          </a:prstGeom>
          <a:solidFill>
            <a:srgbClr val="7F8C97">
              <a:alpha val="48000"/>
            </a:srgbClr>
          </a:solidFill>
          <a:ln w="0">
            <a:noFill/>
            <a:prstDash val="solid"/>
          </a:ln>
        </p:spPr>
      </p:sp>
      <p:sp>
        <p:nvSpPr>
          <p:cNvPr id="682" name="01_find_only_681">
            <a:extLst>
              <a:ext uri="{FF2B5EF4-FFF2-40B4-BE49-F238E27FC236}">
                <a16:creationId xmlns:a16="http://schemas.microsoft.com/office/drawing/2014/main" id="{EC172A94-0557-49BA-9FF2-9E54BB6FD76C}"/>
              </a:ext>
            </a:extLst>
          </p:cNvPr>
          <p:cNvSpPr>
            <a:spLocks noGrp="1"/>
          </p:cNvSpPr>
          <p:nvPr/>
        </p:nvSpPr>
        <p:spPr>
          <a:xfrm>
            <a:off x="2062761" y="3489410"/>
            <a:ext cx="28398" cy="28398"/>
          </a:xfrm>
          <a:prstGeom prst="ellipse">
            <a:avLst/>
          </a:prstGeom>
          <a:solidFill>
            <a:srgbClr val="7F8C97">
              <a:alpha val="48000"/>
            </a:srgbClr>
          </a:solidFill>
          <a:ln w="0">
            <a:noFill/>
            <a:prstDash val="solid"/>
          </a:ln>
        </p:spPr>
      </p:sp>
      <p:sp>
        <p:nvSpPr>
          <p:cNvPr id="683" name="01_find_only_682">
            <a:extLst>
              <a:ext uri="{FF2B5EF4-FFF2-40B4-BE49-F238E27FC236}">
                <a16:creationId xmlns:a16="http://schemas.microsoft.com/office/drawing/2014/main" id="{BAD41E17-CE7B-454C-B3BF-8CBF11FB166F}"/>
              </a:ext>
            </a:extLst>
          </p:cNvPr>
          <p:cNvSpPr>
            <a:spLocks noGrp="1"/>
          </p:cNvSpPr>
          <p:nvPr/>
        </p:nvSpPr>
        <p:spPr>
          <a:xfrm>
            <a:off x="2051219" y="2855402"/>
            <a:ext cx="28398" cy="28398"/>
          </a:xfrm>
          <a:prstGeom prst="ellipse">
            <a:avLst/>
          </a:prstGeom>
          <a:solidFill>
            <a:srgbClr val="7F8C97">
              <a:alpha val="48000"/>
            </a:srgbClr>
          </a:solidFill>
          <a:ln w="0">
            <a:noFill/>
            <a:prstDash val="solid"/>
          </a:ln>
        </p:spPr>
      </p:sp>
      <p:sp>
        <p:nvSpPr>
          <p:cNvPr id="684" name="01_find_only_683">
            <a:extLst>
              <a:ext uri="{FF2B5EF4-FFF2-40B4-BE49-F238E27FC236}">
                <a16:creationId xmlns:a16="http://schemas.microsoft.com/office/drawing/2014/main" id="{9A277E1F-61B4-42FF-AD03-A022C1B2C553}"/>
              </a:ext>
            </a:extLst>
          </p:cNvPr>
          <p:cNvSpPr>
            <a:spLocks noGrp="1"/>
          </p:cNvSpPr>
          <p:nvPr/>
        </p:nvSpPr>
        <p:spPr>
          <a:xfrm>
            <a:off x="2060471" y="2855402"/>
            <a:ext cx="28398" cy="28398"/>
          </a:xfrm>
          <a:prstGeom prst="ellipse">
            <a:avLst/>
          </a:prstGeom>
          <a:solidFill>
            <a:srgbClr val="7F8C97">
              <a:alpha val="48000"/>
            </a:srgbClr>
          </a:solidFill>
          <a:ln w="0">
            <a:noFill/>
            <a:prstDash val="solid"/>
          </a:ln>
        </p:spPr>
      </p:sp>
      <p:sp>
        <p:nvSpPr>
          <p:cNvPr id="685" name="01_find_only_684">
            <a:extLst>
              <a:ext uri="{FF2B5EF4-FFF2-40B4-BE49-F238E27FC236}">
                <a16:creationId xmlns:a16="http://schemas.microsoft.com/office/drawing/2014/main" id="{6155EFE8-C450-45A5-926B-58C935788A91}"/>
              </a:ext>
            </a:extLst>
          </p:cNvPr>
          <p:cNvSpPr>
            <a:spLocks noGrp="1"/>
          </p:cNvSpPr>
          <p:nvPr/>
        </p:nvSpPr>
        <p:spPr>
          <a:xfrm>
            <a:off x="2033097" y="4123418"/>
            <a:ext cx="28398" cy="28398"/>
          </a:xfrm>
          <a:prstGeom prst="ellipse">
            <a:avLst/>
          </a:prstGeom>
          <a:solidFill>
            <a:srgbClr val="7F8C97">
              <a:alpha val="48000"/>
            </a:srgbClr>
          </a:solidFill>
          <a:ln w="0">
            <a:noFill/>
            <a:prstDash val="solid"/>
          </a:ln>
        </p:spPr>
      </p:sp>
      <p:sp>
        <p:nvSpPr>
          <p:cNvPr id="686" name="01_find_only_685">
            <a:extLst>
              <a:ext uri="{FF2B5EF4-FFF2-40B4-BE49-F238E27FC236}">
                <a16:creationId xmlns:a16="http://schemas.microsoft.com/office/drawing/2014/main" id="{E47E8E5E-C10D-444B-81B6-8D6EB78D35B3}"/>
              </a:ext>
            </a:extLst>
          </p:cNvPr>
          <p:cNvSpPr>
            <a:spLocks noGrp="1"/>
          </p:cNvSpPr>
          <p:nvPr/>
        </p:nvSpPr>
        <p:spPr>
          <a:xfrm>
            <a:off x="2054462" y="3489410"/>
            <a:ext cx="28398" cy="28398"/>
          </a:xfrm>
          <a:prstGeom prst="ellipse">
            <a:avLst/>
          </a:prstGeom>
          <a:solidFill>
            <a:srgbClr val="7F8C97">
              <a:alpha val="48000"/>
            </a:srgbClr>
          </a:solidFill>
          <a:ln w="0">
            <a:noFill/>
            <a:prstDash val="solid"/>
          </a:ln>
        </p:spPr>
      </p:sp>
      <p:sp>
        <p:nvSpPr>
          <p:cNvPr id="687" name="01_find_only_686">
            <a:extLst>
              <a:ext uri="{FF2B5EF4-FFF2-40B4-BE49-F238E27FC236}">
                <a16:creationId xmlns:a16="http://schemas.microsoft.com/office/drawing/2014/main" id="{D2616CAD-2A8A-4275-BD69-C4FD1F71B5F2}"/>
              </a:ext>
            </a:extLst>
          </p:cNvPr>
          <p:cNvSpPr>
            <a:spLocks noGrp="1"/>
          </p:cNvSpPr>
          <p:nvPr/>
        </p:nvSpPr>
        <p:spPr>
          <a:xfrm>
            <a:off x="2034051" y="3109005"/>
            <a:ext cx="28398" cy="28398"/>
          </a:xfrm>
          <a:prstGeom prst="ellipse">
            <a:avLst/>
          </a:prstGeom>
          <a:solidFill>
            <a:srgbClr val="7F8C97">
              <a:alpha val="48000"/>
            </a:srgbClr>
          </a:solidFill>
          <a:ln w="0">
            <a:noFill/>
            <a:prstDash val="solid"/>
          </a:ln>
        </p:spPr>
      </p:sp>
      <p:sp>
        <p:nvSpPr>
          <p:cNvPr id="688" name="01_find_only_687">
            <a:extLst>
              <a:ext uri="{FF2B5EF4-FFF2-40B4-BE49-F238E27FC236}">
                <a16:creationId xmlns:a16="http://schemas.microsoft.com/office/drawing/2014/main" id="{77047DCC-B6DC-4A84-B0FA-71F312ABF584}"/>
              </a:ext>
            </a:extLst>
          </p:cNvPr>
          <p:cNvSpPr>
            <a:spLocks noGrp="1"/>
          </p:cNvSpPr>
          <p:nvPr/>
        </p:nvSpPr>
        <p:spPr>
          <a:xfrm>
            <a:off x="2042444" y="3727163"/>
            <a:ext cx="28398" cy="28398"/>
          </a:xfrm>
          <a:prstGeom prst="ellipse">
            <a:avLst/>
          </a:prstGeom>
          <a:solidFill>
            <a:srgbClr val="7F8C97">
              <a:alpha val="48000"/>
            </a:srgbClr>
          </a:solidFill>
          <a:ln w="0">
            <a:noFill/>
            <a:prstDash val="solid"/>
          </a:ln>
        </p:spPr>
      </p:sp>
      <p:sp>
        <p:nvSpPr>
          <p:cNvPr id="689" name="01_find_only_688">
            <a:extLst>
              <a:ext uri="{FF2B5EF4-FFF2-40B4-BE49-F238E27FC236}">
                <a16:creationId xmlns:a16="http://schemas.microsoft.com/office/drawing/2014/main" id="{E77402A0-D517-4D05-AF06-2C49EF2ED052}"/>
              </a:ext>
            </a:extLst>
          </p:cNvPr>
          <p:cNvSpPr>
            <a:spLocks noGrp="1"/>
          </p:cNvSpPr>
          <p:nvPr/>
        </p:nvSpPr>
        <p:spPr>
          <a:xfrm>
            <a:off x="2083649" y="3942273"/>
            <a:ext cx="28398" cy="28398"/>
          </a:xfrm>
          <a:prstGeom prst="ellipse">
            <a:avLst/>
          </a:prstGeom>
          <a:solidFill>
            <a:srgbClr val="7F8C97">
              <a:alpha val="48000"/>
            </a:srgbClr>
          </a:solidFill>
          <a:ln w="0">
            <a:noFill/>
            <a:prstDash val="solid"/>
          </a:ln>
        </p:spPr>
      </p:sp>
      <p:sp>
        <p:nvSpPr>
          <p:cNvPr id="690" name="01_find_only_689">
            <a:extLst>
              <a:ext uri="{FF2B5EF4-FFF2-40B4-BE49-F238E27FC236}">
                <a16:creationId xmlns:a16="http://schemas.microsoft.com/office/drawing/2014/main" id="{F398DAD7-A977-4306-AD04-0F68FD31C237}"/>
              </a:ext>
            </a:extLst>
          </p:cNvPr>
          <p:cNvSpPr>
            <a:spLocks noGrp="1"/>
          </p:cNvSpPr>
          <p:nvPr/>
        </p:nvSpPr>
        <p:spPr>
          <a:xfrm>
            <a:off x="2016119" y="3489410"/>
            <a:ext cx="28398" cy="28398"/>
          </a:xfrm>
          <a:prstGeom prst="ellipse">
            <a:avLst/>
          </a:prstGeom>
          <a:solidFill>
            <a:srgbClr val="7F8C97">
              <a:alpha val="48000"/>
            </a:srgbClr>
          </a:solidFill>
          <a:ln w="0">
            <a:noFill/>
            <a:prstDash val="solid"/>
          </a:ln>
        </p:spPr>
      </p:sp>
      <p:sp>
        <p:nvSpPr>
          <p:cNvPr id="691" name="01_find_only_690">
            <a:extLst>
              <a:ext uri="{FF2B5EF4-FFF2-40B4-BE49-F238E27FC236}">
                <a16:creationId xmlns:a16="http://schemas.microsoft.com/office/drawing/2014/main" id="{4702BAB4-91A2-4807-8D23-7D40AD2D02B2}"/>
              </a:ext>
            </a:extLst>
          </p:cNvPr>
          <p:cNvSpPr>
            <a:spLocks noGrp="1"/>
          </p:cNvSpPr>
          <p:nvPr/>
        </p:nvSpPr>
        <p:spPr>
          <a:xfrm>
            <a:off x="2020507" y="3700746"/>
            <a:ext cx="28398" cy="28398"/>
          </a:xfrm>
          <a:prstGeom prst="ellipse">
            <a:avLst/>
          </a:prstGeom>
          <a:solidFill>
            <a:srgbClr val="7F8C97">
              <a:alpha val="48000"/>
            </a:srgbClr>
          </a:solidFill>
          <a:ln w="0">
            <a:noFill/>
            <a:prstDash val="solid"/>
          </a:ln>
        </p:spPr>
      </p:sp>
      <p:sp>
        <p:nvSpPr>
          <p:cNvPr id="692" name="01_find_only_691">
            <a:extLst>
              <a:ext uri="{FF2B5EF4-FFF2-40B4-BE49-F238E27FC236}">
                <a16:creationId xmlns:a16="http://schemas.microsoft.com/office/drawing/2014/main" id="{F23E7622-3960-411A-B7FA-AB5E8B4EB7B6}"/>
              </a:ext>
            </a:extLst>
          </p:cNvPr>
          <p:cNvSpPr>
            <a:spLocks noGrp="1"/>
          </p:cNvSpPr>
          <p:nvPr/>
        </p:nvSpPr>
        <p:spPr>
          <a:xfrm>
            <a:off x="2060185" y="2855402"/>
            <a:ext cx="28398" cy="28398"/>
          </a:xfrm>
          <a:prstGeom prst="ellipse">
            <a:avLst/>
          </a:prstGeom>
          <a:solidFill>
            <a:srgbClr val="7F8C97">
              <a:alpha val="48000"/>
            </a:srgbClr>
          </a:solidFill>
          <a:ln w="0">
            <a:noFill/>
            <a:prstDash val="solid"/>
          </a:ln>
        </p:spPr>
      </p:sp>
      <p:sp>
        <p:nvSpPr>
          <p:cNvPr id="693" name="01_find_only_692">
            <a:extLst>
              <a:ext uri="{FF2B5EF4-FFF2-40B4-BE49-F238E27FC236}">
                <a16:creationId xmlns:a16="http://schemas.microsoft.com/office/drawing/2014/main" id="{9DEDED11-D534-42D9-913D-B2A89E7D322A}"/>
              </a:ext>
            </a:extLst>
          </p:cNvPr>
          <p:cNvSpPr>
            <a:spLocks noGrp="1"/>
          </p:cNvSpPr>
          <p:nvPr/>
        </p:nvSpPr>
        <p:spPr>
          <a:xfrm>
            <a:off x="2059327" y="3278074"/>
            <a:ext cx="28398" cy="28398"/>
          </a:xfrm>
          <a:prstGeom prst="ellipse">
            <a:avLst/>
          </a:prstGeom>
          <a:solidFill>
            <a:srgbClr val="7F8C97">
              <a:alpha val="48000"/>
            </a:srgbClr>
          </a:solidFill>
          <a:ln w="0">
            <a:noFill/>
            <a:prstDash val="solid"/>
          </a:ln>
        </p:spPr>
      </p:sp>
      <p:sp>
        <p:nvSpPr>
          <p:cNvPr id="694" name="01_find_only_693">
            <a:extLst>
              <a:ext uri="{FF2B5EF4-FFF2-40B4-BE49-F238E27FC236}">
                <a16:creationId xmlns:a16="http://schemas.microsoft.com/office/drawing/2014/main" id="{03107384-CA31-4E09-BCFC-A9F383179CA6}"/>
              </a:ext>
            </a:extLst>
          </p:cNvPr>
          <p:cNvSpPr>
            <a:spLocks noGrp="1"/>
          </p:cNvSpPr>
          <p:nvPr/>
        </p:nvSpPr>
        <p:spPr>
          <a:xfrm>
            <a:off x="2090326" y="3489410"/>
            <a:ext cx="28398" cy="28398"/>
          </a:xfrm>
          <a:prstGeom prst="ellipse">
            <a:avLst/>
          </a:prstGeom>
          <a:solidFill>
            <a:srgbClr val="7F8C97">
              <a:alpha val="48000"/>
            </a:srgbClr>
          </a:solidFill>
          <a:ln w="0">
            <a:noFill/>
            <a:prstDash val="solid"/>
          </a:ln>
        </p:spPr>
      </p:sp>
      <p:sp>
        <p:nvSpPr>
          <p:cNvPr id="695" name="01_find_only_694">
            <a:extLst>
              <a:ext uri="{FF2B5EF4-FFF2-40B4-BE49-F238E27FC236}">
                <a16:creationId xmlns:a16="http://schemas.microsoft.com/office/drawing/2014/main" id="{4F05B875-F34B-4CA7-9FFA-C31B6418D29D}"/>
              </a:ext>
            </a:extLst>
          </p:cNvPr>
          <p:cNvSpPr>
            <a:spLocks noGrp="1"/>
          </p:cNvSpPr>
          <p:nvPr/>
        </p:nvSpPr>
        <p:spPr>
          <a:xfrm>
            <a:off x="2075923" y="2855402"/>
            <a:ext cx="28398" cy="28398"/>
          </a:xfrm>
          <a:prstGeom prst="ellipse">
            <a:avLst/>
          </a:prstGeom>
          <a:solidFill>
            <a:srgbClr val="7F8C97">
              <a:alpha val="48000"/>
            </a:srgbClr>
          </a:solidFill>
          <a:ln w="0">
            <a:noFill/>
            <a:prstDash val="solid"/>
          </a:ln>
        </p:spPr>
      </p:sp>
      <p:sp>
        <p:nvSpPr>
          <p:cNvPr id="696" name="01_find_only_695">
            <a:extLst>
              <a:ext uri="{FF2B5EF4-FFF2-40B4-BE49-F238E27FC236}">
                <a16:creationId xmlns:a16="http://schemas.microsoft.com/office/drawing/2014/main" id="{1AA6FA0E-D8D1-491F-B333-6220520DA1B4}"/>
              </a:ext>
            </a:extLst>
          </p:cNvPr>
          <p:cNvSpPr>
            <a:spLocks noGrp="1"/>
          </p:cNvSpPr>
          <p:nvPr/>
        </p:nvSpPr>
        <p:spPr>
          <a:xfrm>
            <a:off x="2017073" y="4123418"/>
            <a:ext cx="28398" cy="28398"/>
          </a:xfrm>
          <a:prstGeom prst="ellipse">
            <a:avLst/>
          </a:prstGeom>
          <a:solidFill>
            <a:srgbClr val="7F8C97">
              <a:alpha val="48000"/>
            </a:srgbClr>
          </a:solidFill>
          <a:ln w="0">
            <a:noFill/>
            <a:prstDash val="solid"/>
          </a:ln>
        </p:spPr>
      </p:sp>
      <p:sp>
        <p:nvSpPr>
          <p:cNvPr id="697" name="01_find_only_696">
            <a:extLst>
              <a:ext uri="{FF2B5EF4-FFF2-40B4-BE49-F238E27FC236}">
                <a16:creationId xmlns:a16="http://schemas.microsoft.com/office/drawing/2014/main" id="{13C7C40F-9FB8-42FB-8215-7923EF3EC63C}"/>
              </a:ext>
            </a:extLst>
          </p:cNvPr>
          <p:cNvSpPr>
            <a:spLocks noGrp="1"/>
          </p:cNvSpPr>
          <p:nvPr/>
        </p:nvSpPr>
        <p:spPr>
          <a:xfrm>
            <a:off x="2030903" y="3398837"/>
            <a:ext cx="28398" cy="28398"/>
          </a:xfrm>
          <a:prstGeom prst="ellipse">
            <a:avLst/>
          </a:prstGeom>
          <a:solidFill>
            <a:srgbClr val="7F8C97">
              <a:alpha val="48000"/>
            </a:srgbClr>
          </a:solidFill>
          <a:ln w="0">
            <a:noFill/>
            <a:prstDash val="solid"/>
          </a:ln>
        </p:spPr>
      </p:sp>
      <p:sp>
        <p:nvSpPr>
          <p:cNvPr id="698" name="01_find_only_697">
            <a:extLst>
              <a:ext uri="{FF2B5EF4-FFF2-40B4-BE49-F238E27FC236}">
                <a16:creationId xmlns:a16="http://schemas.microsoft.com/office/drawing/2014/main" id="{FA9F4307-84D0-45C0-92D7-234810DEF8F3}"/>
              </a:ext>
            </a:extLst>
          </p:cNvPr>
          <p:cNvSpPr>
            <a:spLocks noGrp="1"/>
          </p:cNvSpPr>
          <p:nvPr/>
        </p:nvSpPr>
        <p:spPr>
          <a:xfrm>
            <a:off x="2068770" y="3066738"/>
            <a:ext cx="28398" cy="28398"/>
          </a:xfrm>
          <a:prstGeom prst="ellipse">
            <a:avLst/>
          </a:prstGeom>
          <a:solidFill>
            <a:srgbClr val="7F8C97">
              <a:alpha val="48000"/>
            </a:srgbClr>
          </a:solidFill>
          <a:ln w="0">
            <a:noFill/>
            <a:prstDash val="solid"/>
          </a:ln>
        </p:spPr>
      </p:sp>
      <p:sp>
        <p:nvSpPr>
          <p:cNvPr id="699" name="01_find_only_698">
            <a:extLst>
              <a:ext uri="{FF2B5EF4-FFF2-40B4-BE49-F238E27FC236}">
                <a16:creationId xmlns:a16="http://schemas.microsoft.com/office/drawing/2014/main" id="{2C1E7B6E-DA06-406A-A30B-582844203F3C}"/>
              </a:ext>
            </a:extLst>
          </p:cNvPr>
          <p:cNvSpPr>
            <a:spLocks noGrp="1"/>
          </p:cNvSpPr>
          <p:nvPr/>
        </p:nvSpPr>
        <p:spPr>
          <a:xfrm>
            <a:off x="2011541" y="2855402"/>
            <a:ext cx="28398" cy="28398"/>
          </a:xfrm>
          <a:prstGeom prst="ellipse">
            <a:avLst/>
          </a:prstGeom>
          <a:solidFill>
            <a:srgbClr val="7F8C97">
              <a:alpha val="48000"/>
            </a:srgbClr>
          </a:solidFill>
          <a:ln w="0">
            <a:noFill/>
            <a:prstDash val="solid"/>
          </a:ln>
        </p:spPr>
      </p:sp>
      <p:sp>
        <p:nvSpPr>
          <p:cNvPr id="700" name="01_find_only_699">
            <a:extLst>
              <a:ext uri="{FF2B5EF4-FFF2-40B4-BE49-F238E27FC236}">
                <a16:creationId xmlns:a16="http://schemas.microsoft.com/office/drawing/2014/main" id="{2773E053-9A9F-4A3F-9125-B6ACA998452A}"/>
              </a:ext>
            </a:extLst>
          </p:cNvPr>
          <p:cNvSpPr>
            <a:spLocks noGrp="1"/>
          </p:cNvSpPr>
          <p:nvPr/>
        </p:nvSpPr>
        <p:spPr>
          <a:xfrm>
            <a:off x="2077831" y="3278074"/>
            <a:ext cx="28398" cy="28398"/>
          </a:xfrm>
          <a:prstGeom prst="ellipse">
            <a:avLst/>
          </a:prstGeom>
          <a:solidFill>
            <a:srgbClr val="7F8C97">
              <a:alpha val="48000"/>
            </a:srgbClr>
          </a:solidFill>
          <a:ln w="0">
            <a:noFill/>
            <a:prstDash val="solid"/>
          </a:ln>
        </p:spPr>
      </p:sp>
      <p:sp>
        <p:nvSpPr>
          <p:cNvPr id="701" name="01_find_only_700">
            <a:extLst>
              <a:ext uri="{FF2B5EF4-FFF2-40B4-BE49-F238E27FC236}">
                <a16:creationId xmlns:a16="http://schemas.microsoft.com/office/drawing/2014/main" id="{189B192A-BF3A-41F9-A4EB-3D8791F0CE43}"/>
              </a:ext>
            </a:extLst>
          </p:cNvPr>
          <p:cNvSpPr>
            <a:spLocks noGrp="1"/>
          </p:cNvSpPr>
          <p:nvPr/>
        </p:nvSpPr>
        <p:spPr>
          <a:xfrm>
            <a:off x="2081074" y="2855402"/>
            <a:ext cx="28398" cy="28398"/>
          </a:xfrm>
          <a:prstGeom prst="ellipse">
            <a:avLst/>
          </a:prstGeom>
          <a:solidFill>
            <a:srgbClr val="7F8C97">
              <a:alpha val="48000"/>
            </a:srgbClr>
          </a:solidFill>
          <a:ln w="0">
            <a:noFill/>
            <a:prstDash val="solid"/>
          </a:ln>
        </p:spPr>
      </p:sp>
      <p:sp>
        <p:nvSpPr>
          <p:cNvPr id="702" name="01_find_only_701">
            <a:extLst>
              <a:ext uri="{FF2B5EF4-FFF2-40B4-BE49-F238E27FC236}">
                <a16:creationId xmlns:a16="http://schemas.microsoft.com/office/drawing/2014/main" id="{58ED1A60-8677-40F4-8595-C3487D51646A}"/>
              </a:ext>
            </a:extLst>
          </p:cNvPr>
          <p:cNvSpPr>
            <a:spLocks noGrp="1"/>
          </p:cNvSpPr>
          <p:nvPr/>
        </p:nvSpPr>
        <p:spPr>
          <a:xfrm>
            <a:off x="2070963" y="2855402"/>
            <a:ext cx="28398" cy="28398"/>
          </a:xfrm>
          <a:prstGeom prst="ellipse">
            <a:avLst/>
          </a:prstGeom>
          <a:solidFill>
            <a:srgbClr val="7F8C97">
              <a:alpha val="48000"/>
            </a:srgbClr>
          </a:solidFill>
          <a:ln w="0">
            <a:noFill/>
            <a:prstDash val="solid"/>
          </a:ln>
        </p:spPr>
      </p:sp>
      <p:sp>
        <p:nvSpPr>
          <p:cNvPr id="703" name="01_find_only_702">
            <a:extLst>
              <a:ext uri="{FF2B5EF4-FFF2-40B4-BE49-F238E27FC236}">
                <a16:creationId xmlns:a16="http://schemas.microsoft.com/office/drawing/2014/main" id="{67051AC2-3569-4871-8128-F180D0671E98}"/>
              </a:ext>
            </a:extLst>
          </p:cNvPr>
          <p:cNvSpPr>
            <a:spLocks noGrp="1"/>
          </p:cNvSpPr>
          <p:nvPr/>
        </p:nvSpPr>
        <p:spPr>
          <a:xfrm>
            <a:off x="2070105" y="2855402"/>
            <a:ext cx="28398" cy="28398"/>
          </a:xfrm>
          <a:prstGeom prst="ellipse">
            <a:avLst/>
          </a:prstGeom>
          <a:solidFill>
            <a:srgbClr val="7F8C97">
              <a:alpha val="48000"/>
            </a:srgbClr>
          </a:solidFill>
          <a:ln w="0">
            <a:noFill/>
            <a:prstDash val="solid"/>
          </a:ln>
        </p:spPr>
      </p:sp>
      <p:sp>
        <p:nvSpPr>
          <p:cNvPr id="704" name="01_find_only_703">
            <a:extLst>
              <a:ext uri="{FF2B5EF4-FFF2-40B4-BE49-F238E27FC236}">
                <a16:creationId xmlns:a16="http://schemas.microsoft.com/office/drawing/2014/main" id="{1883123D-9CD4-4240-B14B-3E23FA17854E}"/>
              </a:ext>
            </a:extLst>
          </p:cNvPr>
          <p:cNvSpPr>
            <a:spLocks noGrp="1"/>
          </p:cNvSpPr>
          <p:nvPr/>
        </p:nvSpPr>
        <p:spPr>
          <a:xfrm>
            <a:off x="2074206" y="2855402"/>
            <a:ext cx="28398" cy="28398"/>
          </a:xfrm>
          <a:prstGeom prst="ellipse">
            <a:avLst/>
          </a:prstGeom>
          <a:solidFill>
            <a:srgbClr val="7F8C97">
              <a:alpha val="48000"/>
            </a:srgbClr>
          </a:solidFill>
          <a:ln w="0">
            <a:noFill/>
            <a:prstDash val="solid"/>
          </a:ln>
        </p:spPr>
      </p:sp>
      <p:sp>
        <p:nvSpPr>
          <p:cNvPr id="705" name="01_find_only_704">
            <a:extLst>
              <a:ext uri="{FF2B5EF4-FFF2-40B4-BE49-F238E27FC236}">
                <a16:creationId xmlns:a16="http://schemas.microsoft.com/office/drawing/2014/main" id="{13731152-9AD7-449F-A4BC-DA25C315CDF1}"/>
              </a:ext>
            </a:extLst>
          </p:cNvPr>
          <p:cNvSpPr>
            <a:spLocks noGrp="1"/>
          </p:cNvSpPr>
          <p:nvPr/>
        </p:nvSpPr>
        <p:spPr>
          <a:xfrm>
            <a:off x="2056179" y="2855402"/>
            <a:ext cx="28398" cy="28398"/>
          </a:xfrm>
          <a:prstGeom prst="ellipse">
            <a:avLst/>
          </a:prstGeom>
          <a:solidFill>
            <a:srgbClr val="7F8C97">
              <a:alpha val="48000"/>
            </a:srgbClr>
          </a:solidFill>
          <a:ln w="0">
            <a:noFill/>
            <a:prstDash val="solid"/>
          </a:ln>
        </p:spPr>
      </p:sp>
      <p:sp>
        <p:nvSpPr>
          <p:cNvPr id="706" name="01_find_only_705">
            <a:extLst>
              <a:ext uri="{FF2B5EF4-FFF2-40B4-BE49-F238E27FC236}">
                <a16:creationId xmlns:a16="http://schemas.microsoft.com/office/drawing/2014/main" id="{6CAF897B-D0CE-4545-B429-6A89F211DEC6}"/>
              </a:ext>
            </a:extLst>
          </p:cNvPr>
          <p:cNvSpPr>
            <a:spLocks noGrp="1"/>
          </p:cNvSpPr>
          <p:nvPr/>
        </p:nvSpPr>
        <p:spPr>
          <a:xfrm>
            <a:off x="2006676" y="2855402"/>
            <a:ext cx="28398" cy="28398"/>
          </a:xfrm>
          <a:prstGeom prst="ellipse">
            <a:avLst/>
          </a:prstGeom>
          <a:solidFill>
            <a:srgbClr val="7F8C97">
              <a:alpha val="48000"/>
            </a:srgbClr>
          </a:solidFill>
          <a:ln w="0">
            <a:noFill/>
            <a:prstDash val="solid"/>
          </a:ln>
        </p:spPr>
      </p:sp>
      <p:sp>
        <p:nvSpPr>
          <p:cNvPr id="707" name="01_find_only_706">
            <a:extLst>
              <a:ext uri="{FF2B5EF4-FFF2-40B4-BE49-F238E27FC236}">
                <a16:creationId xmlns:a16="http://schemas.microsoft.com/office/drawing/2014/main" id="{D90857C2-7311-4D43-88AB-2F3608DDA323}"/>
              </a:ext>
            </a:extLst>
          </p:cNvPr>
          <p:cNvSpPr>
            <a:spLocks noGrp="1"/>
          </p:cNvSpPr>
          <p:nvPr/>
        </p:nvSpPr>
        <p:spPr>
          <a:xfrm>
            <a:off x="2055989" y="3278074"/>
            <a:ext cx="28398" cy="28398"/>
          </a:xfrm>
          <a:prstGeom prst="ellipse">
            <a:avLst/>
          </a:prstGeom>
          <a:solidFill>
            <a:srgbClr val="7F8C97">
              <a:alpha val="48000"/>
            </a:srgbClr>
          </a:solidFill>
          <a:ln w="0">
            <a:noFill/>
            <a:prstDash val="solid"/>
          </a:ln>
        </p:spPr>
      </p:sp>
      <p:sp>
        <p:nvSpPr>
          <p:cNvPr id="708" name="01_find_only_707">
            <a:extLst>
              <a:ext uri="{FF2B5EF4-FFF2-40B4-BE49-F238E27FC236}">
                <a16:creationId xmlns:a16="http://schemas.microsoft.com/office/drawing/2014/main" id="{FC835A2C-6B92-462F-AAA5-DA510F8A881F}"/>
              </a:ext>
            </a:extLst>
          </p:cNvPr>
          <p:cNvSpPr>
            <a:spLocks noGrp="1"/>
          </p:cNvSpPr>
          <p:nvPr/>
        </p:nvSpPr>
        <p:spPr>
          <a:xfrm>
            <a:off x="2019267" y="2855402"/>
            <a:ext cx="28398" cy="28398"/>
          </a:xfrm>
          <a:prstGeom prst="ellipse">
            <a:avLst/>
          </a:prstGeom>
          <a:solidFill>
            <a:srgbClr val="7F8C97">
              <a:alpha val="48000"/>
            </a:srgbClr>
          </a:solidFill>
          <a:ln w="0">
            <a:noFill/>
            <a:prstDash val="solid"/>
          </a:ln>
        </p:spPr>
      </p:sp>
      <p:sp>
        <p:nvSpPr>
          <p:cNvPr id="709" name="01_find_only_708">
            <a:extLst>
              <a:ext uri="{FF2B5EF4-FFF2-40B4-BE49-F238E27FC236}">
                <a16:creationId xmlns:a16="http://schemas.microsoft.com/office/drawing/2014/main" id="{4F91B8FE-32C5-4EE8-B6D1-ACB874DB521E}"/>
              </a:ext>
            </a:extLst>
          </p:cNvPr>
          <p:cNvSpPr>
            <a:spLocks noGrp="1"/>
          </p:cNvSpPr>
          <p:nvPr/>
        </p:nvSpPr>
        <p:spPr>
          <a:xfrm>
            <a:off x="2070487" y="3343100"/>
            <a:ext cx="28398" cy="28398"/>
          </a:xfrm>
          <a:prstGeom prst="ellipse">
            <a:avLst/>
          </a:prstGeom>
          <a:solidFill>
            <a:srgbClr val="7F8C97">
              <a:alpha val="48000"/>
            </a:srgbClr>
          </a:solidFill>
          <a:ln w="0">
            <a:noFill/>
            <a:prstDash val="solid"/>
          </a:ln>
        </p:spPr>
      </p:sp>
      <p:sp>
        <p:nvSpPr>
          <p:cNvPr id="710" name="01_find_only_709">
            <a:extLst>
              <a:ext uri="{FF2B5EF4-FFF2-40B4-BE49-F238E27FC236}">
                <a16:creationId xmlns:a16="http://schemas.microsoft.com/office/drawing/2014/main" id="{FE0D968B-D88C-4FE0-ACC0-302D09CFA5A3}"/>
              </a:ext>
            </a:extLst>
          </p:cNvPr>
          <p:cNvSpPr>
            <a:spLocks noGrp="1"/>
          </p:cNvSpPr>
          <p:nvPr/>
        </p:nvSpPr>
        <p:spPr>
          <a:xfrm>
            <a:off x="2083077" y="3348519"/>
            <a:ext cx="28398" cy="28398"/>
          </a:xfrm>
          <a:prstGeom prst="ellipse">
            <a:avLst/>
          </a:prstGeom>
          <a:solidFill>
            <a:srgbClr val="7F8C97">
              <a:alpha val="48000"/>
            </a:srgbClr>
          </a:solidFill>
          <a:ln w="0">
            <a:noFill/>
            <a:prstDash val="solid"/>
          </a:ln>
        </p:spPr>
      </p:sp>
      <p:sp>
        <p:nvSpPr>
          <p:cNvPr id="711" name="01_find_only_710">
            <a:extLst>
              <a:ext uri="{FF2B5EF4-FFF2-40B4-BE49-F238E27FC236}">
                <a16:creationId xmlns:a16="http://schemas.microsoft.com/office/drawing/2014/main" id="{26E1C85A-4F95-4C54-998A-C7E400894CF7}"/>
              </a:ext>
            </a:extLst>
          </p:cNvPr>
          <p:cNvSpPr>
            <a:spLocks noGrp="1"/>
          </p:cNvSpPr>
          <p:nvPr/>
        </p:nvSpPr>
        <p:spPr>
          <a:xfrm>
            <a:off x="2017741" y="2855402"/>
            <a:ext cx="28398" cy="28398"/>
          </a:xfrm>
          <a:prstGeom prst="ellipse">
            <a:avLst/>
          </a:prstGeom>
          <a:solidFill>
            <a:srgbClr val="7F8C97">
              <a:alpha val="48000"/>
            </a:srgbClr>
          </a:solidFill>
          <a:ln w="0">
            <a:noFill/>
            <a:prstDash val="solid"/>
          </a:ln>
        </p:spPr>
      </p:sp>
      <p:sp>
        <p:nvSpPr>
          <p:cNvPr id="712" name="01_find_only_711">
            <a:extLst>
              <a:ext uri="{FF2B5EF4-FFF2-40B4-BE49-F238E27FC236}">
                <a16:creationId xmlns:a16="http://schemas.microsoft.com/office/drawing/2014/main" id="{7285BA9E-FDCF-44EA-AF6F-879645B55C82}"/>
              </a:ext>
            </a:extLst>
          </p:cNvPr>
          <p:cNvSpPr>
            <a:spLocks noGrp="1"/>
          </p:cNvSpPr>
          <p:nvPr/>
        </p:nvSpPr>
        <p:spPr>
          <a:xfrm>
            <a:off x="2071345" y="2855402"/>
            <a:ext cx="28398" cy="28398"/>
          </a:xfrm>
          <a:prstGeom prst="ellipse">
            <a:avLst/>
          </a:prstGeom>
          <a:solidFill>
            <a:srgbClr val="7F8C97">
              <a:alpha val="48000"/>
            </a:srgbClr>
          </a:solidFill>
          <a:ln w="0">
            <a:noFill/>
            <a:prstDash val="solid"/>
          </a:ln>
        </p:spPr>
      </p:sp>
      <p:sp>
        <p:nvSpPr>
          <p:cNvPr id="713" name="01_find_only_712">
            <a:extLst>
              <a:ext uri="{FF2B5EF4-FFF2-40B4-BE49-F238E27FC236}">
                <a16:creationId xmlns:a16="http://schemas.microsoft.com/office/drawing/2014/main" id="{B939E4A8-A6F6-43AC-867C-8520DAB16851}"/>
              </a:ext>
            </a:extLst>
          </p:cNvPr>
          <p:cNvSpPr>
            <a:spLocks noGrp="1"/>
          </p:cNvSpPr>
          <p:nvPr/>
        </p:nvSpPr>
        <p:spPr>
          <a:xfrm>
            <a:off x="2022510" y="3489410"/>
            <a:ext cx="28398" cy="28398"/>
          </a:xfrm>
          <a:prstGeom prst="ellipse">
            <a:avLst/>
          </a:prstGeom>
          <a:solidFill>
            <a:srgbClr val="7F8C97">
              <a:alpha val="48000"/>
            </a:srgbClr>
          </a:solidFill>
          <a:ln w="0">
            <a:noFill/>
            <a:prstDash val="solid"/>
          </a:ln>
        </p:spPr>
      </p:sp>
      <p:sp>
        <p:nvSpPr>
          <p:cNvPr id="714" name="01_find_only_713">
            <a:extLst>
              <a:ext uri="{FF2B5EF4-FFF2-40B4-BE49-F238E27FC236}">
                <a16:creationId xmlns:a16="http://schemas.microsoft.com/office/drawing/2014/main" id="{17F5DC51-BC94-4EE6-B2A4-BE6BB4F2571A}"/>
              </a:ext>
            </a:extLst>
          </p:cNvPr>
          <p:cNvSpPr>
            <a:spLocks noGrp="1"/>
          </p:cNvSpPr>
          <p:nvPr/>
        </p:nvSpPr>
        <p:spPr>
          <a:xfrm>
            <a:off x="2026706" y="3278074"/>
            <a:ext cx="28398" cy="28398"/>
          </a:xfrm>
          <a:prstGeom prst="ellipse">
            <a:avLst/>
          </a:prstGeom>
          <a:solidFill>
            <a:srgbClr val="7F8C97">
              <a:alpha val="48000"/>
            </a:srgbClr>
          </a:solidFill>
          <a:ln w="0">
            <a:noFill/>
            <a:prstDash val="solid"/>
          </a:ln>
        </p:spPr>
      </p:sp>
      <p:sp>
        <p:nvSpPr>
          <p:cNvPr id="715" name="01_find_only_714">
            <a:extLst>
              <a:ext uri="{FF2B5EF4-FFF2-40B4-BE49-F238E27FC236}">
                <a16:creationId xmlns:a16="http://schemas.microsoft.com/office/drawing/2014/main" id="{4B760B7E-9BDD-4784-8136-9A030B860F68}"/>
              </a:ext>
            </a:extLst>
          </p:cNvPr>
          <p:cNvSpPr>
            <a:spLocks noGrp="1"/>
          </p:cNvSpPr>
          <p:nvPr/>
        </p:nvSpPr>
        <p:spPr>
          <a:xfrm>
            <a:off x="2015356" y="2855402"/>
            <a:ext cx="28398" cy="28398"/>
          </a:xfrm>
          <a:prstGeom prst="ellipse">
            <a:avLst/>
          </a:prstGeom>
          <a:solidFill>
            <a:srgbClr val="7F8C97">
              <a:alpha val="48000"/>
            </a:srgbClr>
          </a:solidFill>
          <a:ln w="0">
            <a:noFill/>
            <a:prstDash val="solid"/>
          </a:ln>
        </p:spPr>
      </p:sp>
      <p:sp>
        <p:nvSpPr>
          <p:cNvPr id="716" name="01_find_only_715">
            <a:extLst>
              <a:ext uri="{FF2B5EF4-FFF2-40B4-BE49-F238E27FC236}">
                <a16:creationId xmlns:a16="http://schemas.microsoft.com/office/drawing/2014/main" id="{EB88E461-9E4B-4B13-8ED4-8BC25A297FF7}"/>
              </a:ext>
            </a:extLst>
          </p:cNvPr>
          <p:cNvSpPr>
            <a:spLocks noGrp="1"/>
          </p:cNvSpPr>
          <p:nvPr/>
        </p:nvSpPr>
        <p:spPr>
          <a:xfrm>
            <a:off x="2070296" y="3013904"/>
            <a:ext cx="28398" cy="28398"/>
          </a:xfrm>
          <a:prstGeom prst="ellipse">
            <a:avLst/>
          </a:prstGeom>
          <a:solidFill>
            <a:srgbClr val="7F8C97">
              <a:alpha val="48000"/>
            </a:srgbClr>
          </a:solidFill>
          <a:ln w="0">
            <a:noFill/>
            <a:prstDash val="solid"/>
          </a:ln>
        </p:spPr>
      </p:sp>
      <p:sp>
        <p:nvSpPr>
          <p:cNvPr id="717" name="01_find_only_716">
            <a:extLst>
              <a:ext uri="{FF2B5EF4-FFF2-40B4-BE49-F238E27FC236}">
                <a16:creationId xmlns:a16="http://schemas.microsoft.com/office/drawing/2014/main" id="{22AD2C80-F5EC-4128-930A-4EB4DC2DF674}"/>
              </a:ext>
            </a:extLst>
          </p:cNvPr>
          <p:cNvSpPr>
            <a:spLocks noGrp="1"/>
          </p:cNvSpPr>
          <p:nvPr/>
        </p:nvSpPr>
        <p:spPr>
          <a:xfrm>
            <a:off x="2094904" y="2855402"/>
            <a:ext cx="28398" cy="28398"/>
          </a:xfrm>
          <a:prstGeom prst="ellipse">
            <a:avLst/>
          </a:prstGeom>
          <a:solidFill>
            <a:srgbClr val="7F8C97">
              <a:alpha val="48000"/>
            </a:srgbClr>
          </a:solidFill>
          <a:ln w="0">
            <a:noFill/>
            <a:prstDash val="solid"/>
          </a:ln>
        </p:spPr>
      </p:sp>
      <p:sp>
        <p:nvSpPr>
          <p:cNvPr id="718" name="01_find_only_717">
            <a:extLst>
              <a:ext uri="{FF2B5EF4-FFF2-40B4-BE49-F238E27FC236}">
                <a16:creationId xmlns:a16="http://schemas.microsoft.com/office/drawing/2014/main" id="{279BDC4F-DAF7-4F5B-B74C-4DEA29D8B6C9}"/>
              </a:ext>
            </a:extLst>
          </p:cNvPr>
          <p:cNvSpPr>
            <a:spLocks noGrp="1"/>
          </p:cNvSpPr>
          <p:nvPr/>
        </p:nvSpPr>
        <p:spPr>
          <a:xfrm>
            <a:off x="2099006" y="3579982"/>
            <a:ext cx="28398" cy="28398"/>
          </a:xfrm>
          <a:prstGeom prst="ellipse">
            <a:avLst/>
          </a:prstGeom>
          <a:solidFill>
            <a:srgbClr val="7F8C97">
              <a:alpha val="48000"/>
            </a:srgbClr>
          </a:solidFill>
          <a:ln w="0">
            <a:noFill/>
            <a:prstDash val="solid"/>
          </a:ln>
        </p:spPr>
      </p:sp>
      <p:sp>
        <p:nvSpPr>
          <p:cNvPr id="719" name="01_find_only_718">
            <a:extLst>
              <a:ext uri="{FF2B5EF4-FFF2-40B4-BE49-F238E27FC236}">
                <a16:creationId xmlns:a16="http://schemas.microsoft.com/office/drawing/2014/main" id="{E5908473-D4DC-4BAE-B3AE-0E5794A04C4A}"/>
              </a:ext>
            </a:extLst>
          </p:cNvPr>
          <p:cNvSpPr>
            <a:spLocks noGrp="1"/>
          </p:cNvSpPr>
          <p:nvPr/>
        </p:nvSpPr>
        <p:spPr>
          <a:xfrm>
            <a:off x="2040060" y="2855402"/>
            <a:ext cx="28398" cy="28398"/>
          </a:xfrm>
          <a:prstGeom prst="ellipse">
            <a:avLst/>
          </a:prstGeom>
          <a:solidFill>
            <a:srgbClr val="7F8C97">
              <a:alpha val="48000"/>
            </a:srgbClr>
          </a:solidFill>
          <a:ln w="0">
            <a:noFill/>
            <a:prstDash val="solid"/>
          </a:ln>
        </p:spPr>
      </p:sp>
      <p:sp>
        <p:nvSpPr>
          <p:cNvPr id="720" name="01_find_only_719">
            <a:extLst>
              <a:ext uri="{FF2B5EF4-FFF2-40B4-BE49-F238E27FC236}">
                <a16:creationId xmlns:a16="http://schemas.microsoft.com/office/drawing/2014/main" id="{A06CAADD-03B7-49CF-A31D-04F8CA9EBD9F}"/>
              </a:ext>
            </a:extLst>
          </p:cNvPr>
          <p:cNvSpPr>
            <a:spLocks noGrp="1"/>
          </p:cNvSpPr>
          <p:nvPr/>
        </p:nvSpPr>
        <p:spPr>
          <a:xfrm>
            <a:off x="2075065" y="3278074"/>
            <a:ext cx="28398" cy="28398"/>
          </a:xfrm>
          <a:prstGeom prst="ellipse">
            <a:avLst/>
          </a:prstGeom>
          <a:solidFill>
            <a:srgbClr val="7F8C97">
              <a:alpha val="48000"/>
            </a:srgbClr>
          </a:solidFill>
          <a:ln w="0">
            <a:noFill/>
            <a:prstDash val="solid"/>
          </a:ln>
        </p:spPr>
      </p:sp>
      <p:sp>
        <p:nvSpPr>
          <p:cNvPr id="721" name="01_find_only_720">
            <a:extLst>
              <a:ext uri="{FF2B5EF4-FFF2-40B4-BE49-F238E27FC236}">
                <a16:creationId xmlns:a16="http://schemas.microsoft.com/office/drawing/2014/main" id="{26E3FFC9-E5E2-4DF2-984A-928974628F3E}"/>
              </a:ext>
            </a:extLst>
          </p:cNvPr>
          <p:cNvSpPr>
            <a:spLocks noGrp="1"/>
          </p:cNvSpPr>
          <p:nvPr/>
        </p:nvSpPr>
        <p:spPr>
          <a:xfrm>
            <a:off x="2093569" y="2855402"/>
            <a:ext cx="28398" cy="28398"/>
          </a:xfrm>
          <a:prstGeom prst="ellipse">
            <a:avLst/>
          </a:prstGeom>
          <a:solidFill>
            <a:srgbClr val="7F8C97">
              <a:alpha val="48000"/>
            </a:srgbClr>
          </a:solidFill>
          <a:ln w="0">
            <a:noFill/>
            <a:prstDash val="solid"/>
          </a:ln>
        </p:spPr>
      </p:sp>
      <p:sp>
        <p:nvSpPr>
          <p:cNvPr id="722" name="01_find_only_721">
            <a:extLst>
              <a:ext uri="{FF2B5EF4-FFF2-40B4-BE49-F238E27FC236}">
                <a16:creationId xmlns:a16="http://schemas.microsoft.com/office/drawing/2014/main" id="{7CC11C69-C227-4D61-B2D7-8591D629347F}"/>
              </a:ext>
            </a:extLst>
          </p:cNvPr>
          <p:cNvSpPr>
            <a:spLocks noGrp="1"/>
          </p:cNvSpPr>
          <p:nvPr/>
        </p:nvSpPr>
        <p:spPr>
          <a:xfrm>
            <a:off x="2082314" y="3278074"/>
            <a:ext cx="28398" cy="28398"/>
          </a:xfrm>
          <a:prstGeom prst="ellipse">
            <a:avLst/>
          </a:prstGeom>
          <a:solidFill>
            <a:srgbClr val="7F8C97">
              <a:alpha val="48000"/>
            </a:srgbClr>
          </a:solidFill>
          <a:ln w="0">
            <a:noFill/>
            <a:prstDash val="solid"/>
          </a:ln>
        </p:spPr>
      </p:sp>
      <p:sp>
        <p:nvSpPr>
          <p:cNvPr id="723" name="01_find_only_722">
            <a:extLst>
              <a:ext uri="{FF2B5EF4-FFF2-40B4-BE49-F238E27FC236}">
                <a16:creationId xmlns:a16="http://schemas.microsoft.com/office/drawing/2014/main" id="{FB1BCF93-5CD6-4B82-9A61-F90D53C8C781}"/>
              </a:ext>
            </a:extLst>
          </p:cNvPr>
          <p:cNvSpPr>
            <a:spLocks noGrp="1"/>
          </p:cNvSpPr>
          <p:nvPr/>
        </p:nvSpPr>
        <p:spPr>
          <a:xfrm>
            <a:off x="2072203" y="4123418"/>
            <a:ext cx="28398" cy="28398"/>
          </a:xfrm>
          <a:prstGeom prst="ellipse">
            <a:avLst/>
          </a:prstGeom>
          <a:solidFill>
            <a:srgbClr val="7F8C97">
              <a:alpha val="48000"/>
            </a:srgbClr>
          </a:solidFill>
          <a:ln w="0">
            <a:noFill/>
            <a:prstDash val="solid"/>
          </a:ln>
        </p:spPr>
      </p:sp>
      <p:sp>
        <p:nvSpPr>
          <p:cNvPr id="724" name="01_find_only_723">
            <a:extLst>
              <a:ext uri="{FF2B5EF4-FFF2-40B4-BE49-F238E27FC236}">
                <a16:creationId xmlns:a16="http://schemas.microsoft.com/office/drawing/2014/main" id="{FE8B58E2-76DF-49DE-9F7B-4968EF4B80BA}"/>
              </a:ext>
            </a:extLst>
          </p:cNvPr>
          <p:cNvSpPr>
            <a:spLocks noGrp="1"/>
          </p:cNvSpPr>
          <p:nvPr/>
        </p:nvSpPr>
        <p:spPr>
          <a:xfrm>
            <a:off x="2048835" y="2855402"/>
            <a:ext cx="28398" cy="28398"/>
          </a:xfrm>
          <a:prstGeom prst="ellipse">
            <a:avLst/>
          </a:prstGeom>
          <a:solidFill>
            <a:srgbClr val="7F8C97">
              <a:alpha val="48000"/>
            </a:srgbClr>
          </a:solidFill>
          <a:ln w="0">
            <a:noFill/>
            <a:prstDash val="solid"/>
          </a:ln>
        </p:spPr>
      </p:sp>
      <p:sp>
        <p:nvSpPr>
          <p:cNvPr id="725" name="01_find_only_724">
            <a:extLst>
              <a:ext uri="{FF2B5EF4-FFF2-40B4-BE49-F238E27FC236}">
                <a16:creationId xmlns:a16="http://schemas.microsoft.com/office/drawing/2014/main" id="{3CC08ACE-307C-44F0-8F9C-095A6665DE10}"/>
              </a:ext>
            </a:extLst>
          </p:cNvPr>
          <p:cNvSpPr>
            <a:spLocks noGrp="1"/>
          </p:cNvSpPr>
          <p:nvPr/>
        </p:nvSpPr>
        <p:spPr>
          <a:xfrm>
            <a:off x="2045973" y="3805042"/>
            <a:ext cx="28398" cy="28398"/>
          </a:xfrm>
          <a:prstGeom prst="ellipse">
            <a:avLst/>
          </a:prstGeom>
          <a:solidFill>
            <a:srgbClr val="7F8C97">
              <a:alpha val="48000"/>
            </a:srgbClr>
          </a:solidFill>
          <a:ln w="0">
            <a:noFill/>
            <a:prstDash val="solid"/>
          </a:ln>
        </p:spPr>
      </p:sp>
      <p:sp>
        <p:nvSpPr>
          <p:cNvPr id="726" name="01_find_only_725">
            <a:extLst>
              <a:ext uri="{FF2B5EF4-FFF2-40B4-BE49-F238E27FC236}">
                <a16:creationId xmlns:a16="http://schemas.microsoft.com/office/drawing/2014/main" id="{8048B92D-A244-423B-994F-BD3754275FCE}"/>
              </a:ext>
            </a:extLst>
          </p:cNvPr>
          <p:cNvSpPr>
            <a:spLocks noGrp="1"/>
          </p:cNvSpPr>
          <p:nvPr/>
        </p:nvSpPr>
        <p:spPr>
          <a:xfrm>
            <a:off x="2014211" y="2855402"/>
            <a:ext cx="28398" cy="28398"/>
          </a:xfrm>
          <a:prstGeom prst="ellipse">
            <a:avLst/>
          </a:prstGeom>
          <a:solidFill>
            <a:srgbClr val="7F8C97">
              <a:alpha val="48000"/>
            </a:srgbClr>
          </a:solidFill>
          <a:ln w="0">
            <a:noFill/>
            <a:prstDash val="solid"/>
          </a:ln>
        </p:spPr>
      </p:sp>
      <p:sp>
        <p:nvSpPr>
          <p:cNvPr id="727" name="01_find_only_726">
            <a:extLst>
              <a:ext uri="{FF2B5EF4-FFF2-40B4-BE49-F238E27FC236}">
                <a16:creationId xmlns:a16="http://schemas.microsoft.com/office/drawing/2014/main" id="{29595B33-6DA7-4CA2-9489-A9FD40CF840C}"/>
              </a:ext>
            </a:extLst>
          </p:cNvPr>
          <p:cNvSpPr>
            <a:spLocks noGrp="1"/>
          </p:cNvSpPr>
          <p:nvPr/>
        </p:nvSpPr>
        <p:spPr>
          <a:xfrm>
            <a:off x="2093855" y="2855402"/>
            <a:ext cx="28398" cy="28398"/>
          </a:xfrm>
          <a:prstGeom prst="ellipse">
            <a:avLst/>
          </a:prstGeom>
          <a:solidFill>
            <a:srgbClr val="7F8C97">
              <a:alpha val="48000"/>
            </a:srgbClr>
          </a:solidFill>
          <a:ln w="0">
            <a:noFill/>
            <a:prstDash val="solid"/>
          </a:ln>
        </p:spPr>
      </p:sp>
      <p:sp>
        <p:nvSpPr>
          <p:cNvPr id="728" name="01_find_only_727">
            <a:extLst>
              <a:ext uri="{FF2B5EF4-FFF2-40B4-BE49-F238E27FC236}">
                <a16:creationId xmlns:a16="http://schemas.microsoft.com/office/drawing/2014/main" id="{16DD90FA-B699-4077-A5C3-2499FEFF4D69}"/>
              </a:ext>
            </a:extLst>
          </p:cNvPr>
          <p:cNvSpPr>
            <a:spLocks noGrp="1"/>
          </p:cNvSpPr>
          <p:nvPr/>
        </p:nvSpPr>
        <p:spPr>
          <a:xfrm>
            <a:off x="2083745" y="2855402"/>
            <a:ext cx="28398" cy="28398"/>
          </a:xfrm>
          <a:prstGeom prst="ellipse">
            <a:avLst/>
          </a:prstGeom>
          <a:solidFill>
            <a:srgbClr val="7F8C97">
              <a:alpha val="48000"/>
            </a:srgbClr>
          </a:solidFill>
          <a:ln w="0">
            <a:noFill/>
            <a:prstDash val="solid"/>
          </a:ln>
        </p:spPr>
      </p:sp>
      <p:sp>
        <p:nvSpPr>
          <p:cNvPr id="729" name="01_find_only_728">
            <a:extLst>
              <a:ext uri="{FF2B5EF4-FFF2-40B4-BE49-F238E27FC236}">
                <a16:creationId xmlns:a16="http://schemas.microsoft.com/office/drawing/2014/main" id="{CE50685B-3EC8-409A-8E04-6D625BBE6009}"/>
              </a:ext>
            </a:extLst>
          </p:cNvPr>
          <p:cNvSpPr>
            <a:spLocks noGrp="1"/>
          </p:cNvSpPr>
          <p:nvPr/>
        </p:nvSpPr>
        <p:spPr>
          <a:xfrm>
            <a:off x="2069342" y="2855402"/>
            <a:ext cx="28398" cy="28398"/>
          </a:xfrm>
          <a:prstGeom prst="ellipse">
            <a:avLst/>
          </a:prstGeom>
          <a:solidFill>
            <a:srgbClr val="7F8C97">
              <a:alpha val="48000"/>
            </a:srgbClr>
          </a:solidFill>
          <a:ln w="0">
            <a:noFill/>
            <a:prstDash val="solid"/>
          </a:ln>
        </p:spPr>
      </p:sp>
      <p:sp>
        <p:nvSpPr>
          <p:cNvPr id="730" name="01_find_only_729">
            <a:extLst>
              <a:ext uri="{FF2B5EF4-FFF2-40B4-BE49-F238E27FC236}">
                <a16:creationId xmlns:a16="http://schemas.microsoft.com/office/drawing/2014/main" id="{F6DDD177-2669-49C1-8EE0-01A128BA52B1}"/>
              </a:ext>
            </a:extLst>
          </p:cNvPr>
          <p:cNvSpPr>
            <a:spLocks noGrp="1"/>
          </p:cNvSpPr>
          <p:nvPr/>
        </p:nvSpPr>
        <p:spPr>
          <a:xfrm>
            <a:off x="2010873" y="2855402"/>
            <a:ext cx="28398" cy="28398"/>
          </a:xfrm>
          <a:prstGeom prst="ellipse">
            <a:avLst/>
          </a:prstGeom>
          <a:solidFill>
            <a:srgbClr val="7F8C97">
              <a:alpha val="48000"/>
            </a:srgbClr>
          </a:solidFill>
          <a:ln w="0">
            <a:noFill/>
            <a:prstDash val="solid"/>
          </a:ln>
        </p:spPr>
      </p:sp>
      <p:sp>
        <p:nvSpPr>
          <p:cNvPr id="731" name="01_find_only_730">
            <a:extLst>
              <a:ext uri="{FF2B5EF4-FFF2-40B4-BE49-F238E27FC236}">
                <a16:creationId xmlns:a16="http://schemas.microsoft.com/office/drawing/2014/main" id="{75507AA9-1490-4DA4-93EC-C7F183FFA3C2}"/>
              </a:ext>
            </a:extLst>
          </p:cNvPr>
          <p:cNvSpPr>
            <a:spLocks noGrp="1"/>
          </p:cNvSpPr>
          <p:nvPr/>
        </p:nvSpPr>
        <p:spPr>
          <a:xfrm>
            <a:off x="2020125" y="3743013"/>
            <a:ext cx="28398" cy="28398"/>
          </a:xfrm>
          <a:prstGeom prst="ellipse">
            <a:avLst/>
          </a:prstGeom>
          <a:solidFill>
            <a:srgbClr val="7F8C97">
              <a:alpha val="48000"/>
            </a:srgbClr>
          </a:solidFill>
          <a:ln w="0">
            <a:noFill/>
            <a:prstDash val="solid"/>
          </a:ln>
        </p:spPr>
      </p:sp>
      <p:sp>
        <p:nvSpPr>
          <p:cNvPr id="732" name="01_find_only_731">
            <a:extLst>
              <a:ext uri="{FF2B5EF4-FFF2-40B4-BE49-F238E27FC236}">
                <a16:creationId xmlns:a16="http://schemas.microsoft.com/office/drawing/2014/main" id="{E48203E6-B921-4D80-A973-3605D4A2DCC3}"/>
              </a:ext>
            </a:extLst>
          </p:cNvPr>
          <p:cNvSpPr>
            <a:spLocks noGrp="1"/>
          </p:cNvSpPr>
          <p:nvPr/>
        </p:nvSpPr>
        <p:spPr>
          <a:xfrm>
            <a:off x="2029377" y="2855402"/>
            <a:ext cx="28398" cy="28398"/>
          </a:xfrm>
          <a:prstGeom prst="ellipse">
            <a:avLst/>
          </a:prstGeom>
          <a:solidFill>
            <a:srgbClr val="7F8C97">
              <a:alpha val="48000"/>
            </a:srgbClr>
          </a:solidFill>
          <a:ln w="0">
            <a:noFill/>
            <a:prstDash val="solid"/>
          </a:ln>
        </p:spPr>
      </p:sp>
      <p:sp>
        <p:nvSpPr>
          <p:cNvPr id="733" name="01_find_only_732">
            <a:extLst>
              <a:ext uri="{FF2B5EF4-FFF2-40B4-BE49-F238E27FC236}">
                <a16:creationId xmlns:a16="http://schemas.microsoft.com/office/drawing/2014/main" id="{948E35EB-380F-451E-A6FA-F92474EC4E44}"/>
              </a:ext>
            </a:extLst>
          </p:cNvPr>
          <p:cNvSpPr>
            <a:spLocks noGrp="1"/>
          </p:cNvSpPr>
          <p:nvPr/>
        </p:nvSpPr>
        <p:spPr>
          <a:xfrm>
            <a:off x="2070296" y="2855402"/>
            <a:ext cx="28398" cy="28398"/>
          </a:xfrm>
          <a:prstGeom prst="ellipse">
            <a:avLst/>
          </a:prstGeom>
          <a:solidFill>
            <a:srgbClr val="7F8C97">
              <a:alpha val="48000"/>
            </a:srgbClr>
          </a:solidFill>
          <a:ln w="0">
            <a:noFill/>
            <a:prstDash val="solid"/>
          </a:ln>
        </p:spPr>
      </p:sp>
      <p:sp>
        <p:nvSpPr>
          <p:cNvPr id="734" name="01_find_only_733">
            <a:extLst>
              <a:ext uri="{FF2B5EF4-FFF2-40B4-BE49-F238E27FC236}">
                <a16:creationId xmlns:a16="http://schemas.microsoft.com/office/drawing/2014/main" id="{3F9278EB-A963-466F-B713-2DE150801262}"/>
              </a:ext>
            </a:extLst>
          </p:cNvPr>
          <p:cNvSpPr>
            <a:spLocks noGrp="1"/>
          </p:cNvSpPr>
          <p:nvPr/>
        </p:nvSpPr>
        <p:spPr>
          <a:xfrm>
            <a:off x="2060662" y="3489410"/>
            <a:ext cx="28398" cy="28398"/>
          </a:xfrm>
          <a:prstGeom prst="ellipse">
            <a:avLst/>
          </a:prstGeom>
          <a:solidFill>
            <a:srgbClr val="7F8C97">
              <a:alpha val="48000"/>
            </a:srgbClr>
          </a:solidFill>
          <a:ln w="0">
            <a:noFill/>
            <a:prstDash val="solid"/>
          </a:ln>
        </p:spPr>
      </p:sp>
      <p:sp>
        <p:nvSpPr>
          <p:cNvPr id="735" name="01_find_only_734">
            <a:extLst>
              <a:ext uri="{FF2B5EF4-FFF2-40B4-BE49-F238E27FC236}">
                <a16:creationId xmlns:a16="http://schemas.microsoft.com/office/drawing/2014/main" id="{C0F49BF7-A38E-4C75-8E5B-9177E27E32F4}"/>
              </a:ext>
            </a:extLst>
          </p:cNvPr>
          <p:cNvSpPr>
            <a:spLocks noGrp="1"/>
          </p:cNvSpPr>
          <p:nvPr/>
        </p:nvSpPr>
        <p:spPr>
          <a:xfrm>
            <a:off x="2024131" y="3278074"/>
            <a:ext cx="28398" cy="28398"/>
          </a:xfrm>
          <a:prstGeom prst="ellipse">
            <a:avLst/>
          </a:prstGeom>
          <a:solidFill>
            <a:srgbClr val="7F8C97">
              <a:alpha val="48000"/>
            </a:srgbClr>
          </a:solidFill>
          <a:ln w="0">
            <a:noFill/>
            <a:prstDash val="solid"/>
          </a:ln>
        </p:spPr>
      </p:sp>
      <p:sp>
        <p:nvSpPr>
          <p:cNvPr id="736" name="01_find_only_735">
            <a:extLst>
              <a:ext uri="{FF2B5EF4-FFF2-40B4-BE49-F238E27FC236}">
                <a16:creationId xmlns:a16="http://schemas.microsoft.com/office/drawing/2014/main" id="{726D8704-E0D0-4002-8CE6-BFA3116F95E3}"/>
              </a:ext>
            </a:extLst>
          </p:cNvPr>
          <p:cNvSpPr>
            <a:spLocks noGrp="1"/>
          </p:cNvSpPr>
          <p:nvPr/>
        </p:nvSpPr>
        <p:spPr>
          <a:xfrm>
            <a:off x="2041395" y="3489410"/>
            <a:ext cx="28398" cy="28398"/>
          </a:xfrm>
          <a:prstGeom prst="ellipse">
            <a:avLst/>
          </a:prstGeom>
          <a:solidFill>
            <a:srgbClr val="7F8C97">
              <a:alpha val="48000"/>
            </a:srgbClr>
          </a:solidFill>
          <a:ln w="0">
            <a:noFill/>
            <a:prstDash val="solid"/>
          </a:ln>
        </p:spPr>
      </p:sp>
      <p:sp>
        <p:nvSpPr>
          <p:cNvPr id="737" name="01_find_only_736">
            <a:extLst>
              <a:ext uri="{FF2B5EF4-FFF2-40B4-BE49-F238E27FC236}">
                <a16:creationId xmlns:a16="http://schemas.microsoft.com/office/drawing/2014/main" id="{7246BCF6-6B54-4DD9-B32C-2593CDAEAB15}"/>
              </a:ext>
            </a:extLst>
          </p:cNvPr>
          <p:cNvSpPr>
            <a:spLocks noGrp="1"/>
          </p:cNvSpPr>
          <p:nvPr/>
        </p:nvSpPr>
        <p:spPr>
          <a:xfrm>
            <a:off x="2007630" y="3987559"/>
            <a:ext cx="28398" cy="28398"/>
          </a:xfrm>
          <a:prstGeom prst="ellipse">
            <a:avLst/>
          </a:prstGeom>
          <a:solidFill>
            <a:srgbClr val="7F8C97">
              <a:alpha val="48000"/>
            </a:srgbClr>
          </a:solidFill>
          <a:ln w="0">
            <a:noFill/>
            <a:prstDash val="solid"/>
          </a:ln>
        </p:spPr>
      </p:sp>
      <p:sp>
        <p:nvSpPr>
          <p:cNvPr id="738" name="01_find_only_737">
            <a:extLst>
              <a:ext uri="{FF2B5EF4-FFF2-40B4-BE49-F238E27FC236}">
                <a16:creationId xmlns:a16="http://schemas.microsoft.com/office/drawing/2014/main" id="{98B3E2C7-E86A-4D49-BE53-B55F40BF7F5D}"/>
              </a:ext>
            </a:extLst>
          </p:cNvPr>
          <p:cNvSpPr>
            <a:spLocks noGrp="1"/>
          </p:cNvSpPr>
          <p:nvPr/>
        </p:nvSpPr>
        <p:spPr>
          <a:xfrm>
            <a:off x="550800" y="2806200"/>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739" name="01_find_only_738">
            <a:extLst>
              <a:ext uri="{FF2B5EF4-FFF2-40B4-BE49-F238E27FC236}">
                <a16:creationId xmlns:a16="http://schemas.microsoft.com/office/drawing/2014/main" id="{8E424746-306B-46AD-9A97-AE47F61F3D93}"/>
              </a:ext>
            </a:extLst>
          </p:cNvPr>
          <p:cNvSpPr>
            <a:spLocks noGrp="1"/>
          </p:cNvSpPr>
          <p:nvPr/>
        </p:nvSpPr>
        <p:spPr>
          <a:xfrm>
            <a:off x="550800" y="4201018"/>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740" name="text_739">
            <a:extLst>
              <a:ext uri="{FF2B5EF4-FFF2-40B4-BE49-F238E27FC236}">
                <a16:creationId xmlns:a16="http://schemas.microsoft.com/office/drawing/2014/main" id="{0A124A7F-F502-40F8-8544-9C50918D7049}"/>
              </a:ext>
            </a:extLst>
          </p:cNvPr>
          <p:cNvSpPr>
            <a:spLocks noGrp="1"/>
          </p:cNvSpPr>
          <p:nvPr/>
        </p:nvSpPr>
        <p:spPr>
          <a:xfrm>
            <a:off x="324000" y="261544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741" name="text_740">
            <a:extLst>
              <a:ext uri="{FF2B5EF4-FFF2-40B4-BE49-F238E27FC236}">
                <a16:creationId xmlns:a16="http://schemas.microsoft.com/office/drawing/2014/main" id="{9A192918-2242-4049-AFC5-20101E0CA184}"/>
              </a:ext>
            </a:extLst>
          </p:cNvPr>
          <p:cNvSpPr>
            <a:spLocks noGrp="1"/>
          </p:cNvSpPr>
          <p:nvPr/>
        </p:nvSpPr>
        <p:spPr>
          <a:xfrm>
            <a:off x="550800" y="2606620"/>
            <a:ext cx="71459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GT</a:t>
            </a:r>
          </a:p>
        </p:txBody>
      </p:sp>
      <p:sp>
        <p:nvSpPr>
          <p:cNvPr id="742" name="01_find_only_741">
            <a:extLst>
              <a:ext uri="{FF2B5EF4-FFF2-40B4-BE49-F238E27FC236}">
                <a16:creationId xmlns:a16="http://schemas.microsoft.com/office/drawing/2014/main" id="{1FF7936F-FAC0-4A66-AECD-6B05FDBD29C5}"/>
              </a:ext>
            </a:extLst>
          </p:cNvPr>
          <p:cNvSpPr>
            <a:spLocks noGrp="1"/>
          </p:cNvSpPr>
          <p:nvPr/>
        </p:nvSpPr>
        <p:spPr>
          <a:xfrm>
            <a:off x="565800" y="3228242"/>
            <a:ext cx="1500000" cy="909375"/>
          </a:xfrm>
          <a:custGeom>
            <a:avLst/>
            <a:gdLst/>
            <a:ahLst/>
            <a:cxnLst/>
            <a:rect l="0" t="0" r="0" b="0"/>
            <a:pathLst>
              <a:path w="1500000" h="909375">
                <a:moveTo>
                  <a:pt x="0" y="909375"/>
                </a:moveTo>
                <a:lnTo>
                  <a:pt x="14493" y="907968"/>
                </a:lnTo>
                <a:lnTo>
                  <a:pt x="15217" y="907819"/>
                </a:lnTo>
                <a:lnTo>
                  <a:pt x="19231" y="906685"/>
                </a:lnTo>
                <a:lnTo>
                  <a:pt x="20161" y="905157"/>
                </a:lnTo>
                <a:lnTo>
                  <a:pt x="25000" y="904094"/>
                </a:lnTo>
                <a:lnTo>
                  <a:pt x="26316" y="902388"/>
                </a:lnTo>
                <a:lnTo>
                  <a:pt x="27778" y="902296"/>
                </a:lnTo>
                <a:lnTo>
                  <a:pt x="28986" y="899983"/>
                </a:lnTo>
                <a:lnTo>
                  <a:pt x="33333" y="898663"/>
                </a:lnTo>
                <a:lnTo>
                  <a:pt x="34632" y="897546"/>
                </a:lnTo>
                <a:lnTo>
                  <a:pt x="35714" y="897531"/>
                </a:lnTo>
                <a:lnTo>
                  <a:pt x="36797" y="894852"/>
                </a:lnTo>
                <a:lnTo>
                  <a:pt x="40984" y="893518"/>
                </a:lnTo>
                <a:lnTo>
                  <a:pt x="41667" y="889204"/>
                </a:lnTo>
                <a:lnTo>
                  <a:pt x="47826" y="887800"/>
                </a:lnTo>
                <a:lnTo>
                  <a:pt x="49180" y="887577"/>
                </a:lnTo>
                <a:lnTo>
                  <a:pt x="50000" y="887546"/>
                </a:lnTo>
                <a:lnTo>
                  <a:pt x="51282" y="885905"/>
                </a:lnTo>
                <a:lnTo>
                  <a:pt x="55556" y="884583"/>
                </a:lnTo>
                <a:lnTo>
                  <a:pt x="56522" y="881191"/>
                </a:lnTo>
                <a:lnTo>
                  <a:pt x="62500" y="880020"/>
                </a:lnTo>
                <a:lnTo>
                  <a:pt x="62771" y="870396"/>
                </a:lnTo>
                <a:lnTo>
                  <a:pt x="68966" y="869137"/>
                </a:lnTo>
                <a:lnTo>
                  <a:pt x="69444" y="868666"/>
                </a:lnTo>
                <a:lnTo>
                  <a:pt x="71429" y="868559"/>
                </a:lnTo>
                <a:lnTo>
                  <a:pt x="72826" y="863251"/>
                </a:lnTo>
                <a:lnTo>
                  <a:pt x="76923" y="862140"/>
                </a:lnTo>
                <a:lnTo>
                  <a:pt x="78261" y="860626"/>
                </a:lnTo>
                <a:lnTo>
                  <a:pt x="83333" y="859835"/>
                </a:lnTo>
                <a:lnTo>
                  <a:pt x="84416" y="841339"/>
                </a:lnTo>
                <a:lnTo>
                  <a:pt x="90909" y="840348"/>
                </a:lnTo>
                <a:lnTo>
                  <a:pt x="91667" y="839479"/>
                </a:lnTo>
                <a:lnTo>
                  <a:pt x="95652" y="838077"/>
                </a:lnTo>
                <a:lnTo>
                  <a:pt x="96774" y="836517"/>
                </a:lnTo>
                <a:lnTo>
                  <a:pt x="100000" y="836127"/>
                </a:lnTo>
                <a:lnTo>
                  <a:pt x="101087" y="827478"/>
                </a:lnTo>
                <a:lnTo>
                  <a:pt x="107143" y="826270"/>
                </a:lnTo>
                <a:lnTo>
                  <a:pt x="108333" y="823784"/>
                </a:lnTo>
                <a:lnTo>
                  <a:pt x="111111" y="823544"/>
                </a:lnTo>
                <a:lnTo>
                  <a:pt x="111957" y="820184"/>
                </a:lnTo>
                <a:lnTo>
                  <a:pt x="115385" y="820015"/>
                </a:lnTo>
                <a:lnTo>
                  <a:pt x="116667" y="818090"/>
                </a:lnTo>
                <a:lnTo>
                  <a:pt x="125000" y="816994"/>
                </a:lnTo>
                <a:lnTo>
                  <a:pt x="126087" y="773019"/>
                </a:lnTo>
                <a:lnTo>
                  <a:pt x="133333" y="772223"/>
                </a:lnTo>
                <a:lnTo>
                  <a:pt x="134615" y="769851"/>
                </a:lnTo>
                <a:lnTo>
                  <a:pt x="138889" y="768784"/>
                </a:lnTo>
                <a:lnTo>
                  <a:pt x="140217" y="766982"/>
                </a:lnTo>
                <a:lnTo>
                  <a:pt x="142857" y="766742"/>
                </a:lnTo>
                <a:lnTo>
                  <a:pt x="143478" y="761583"/>
                </a:lnTo>
                <a:lnTo>
                  <a:pt x="150000" y="760941"/>
                </a:lnTo>
                <a:lnTo>
                  <a:pt x="151087" y="758709"/>
                </a:lnTo>
                <a:lnTo>
                  <a:pt x="155172" y="757424"/>
                </a:lnTo>
                <a:lnTo>
                  <a:pt x="156522" y="755745"/>
                </a:lnTo>
                <a:lnTo>
                  <a:pt x="166667" y="754892"/>
                </a:lnTo>
                <a:lnTo>
                  <a:pt x="167391" y="700943"/>
                </a:lnTo>
                <a:lnTo>
                  <a:pt x="173077" y="700546"/>
                </a:lnTo>
                <a:lnTo>
                  <a:pt x="173913" y="698990"/>
                </a:lnTo>
                <a:lnTo>
                  <a:pt x="178571" y="697687"/>
                </a:lnTo>
                <a:lnTo>
                  <a:pt x="179487" y="696078"/>
                </a:lnTo>
                <a:lnTo>
                  <a:pt x="187500" y="694848"/>
                </a:lnTo>
                <a:lnTo>
                  <a:pt x="188406" y="685356"/>
                </a:lnTo>
                <a:lnTo>
                  <a:pt x="192308" y="684729"/>
                </a:lnTo>
                <a:lnTo>
                  <a:pt x="193548" y="683714"/>
                </a:lnTo>
                <a:lnTo>
                  <a:pt x="194444" y="683714"/>
                </a:lnTo>
                <a:lnTo>
                  <a:pt x="195652" y="682006"/>
                </a:lnTo>
                <a:lnTo>
                  <a:pt x="200000" y="681808"/>
                </a:lnTo>
                <a:lnTo>
                  <a:pt x="201087" y="671742"/>
                </a:lnTo>
                <a:lnTo>
                  <a:pt x="208333" y="671135"/>
                </a:lnTo>
                <a:lnTo>
                  <a:pt x="209677" y="667089"/>
                </a:lnTo>
                <a:lnTo>
                  <a:pt x="211538" y="666582"/>
                </a:lnTo>
                <a:lnTo>
                  <a:pt x="211957" y="665386"/>
                </a:lnTo>
                <a:lnTo>
                  <a:pt x="214286" y="665356"/>
                </a:lnTo>
                <a:lnTo>
                  <a:pt x="215217" y="659361"/>
                </a:lnTo>
                <a:lnTo>
                  <a:pt x="222222" y="658041"/>
                </a:lnTo>
                <a:lnTo>
                  <a:pt x="222222" y="655286"/>
                </a:lnTo>
                <a:lnTo>
                  <a:pt x="227273" y="653893"/>
                </a:lnTo>
                <a:lnTo>
                  <a:pt x="228261" y="653233"/>
                </a:lnTo>
                <a:lnTo>
                  <a:pt x="233696" y="651828"/>
                </a:lnTo>
                <a:lnTo>
                  <a:pt x="234783" y="651797"/>
                </a:lnTo>
                <a:lnTo>
                  <a:pt x="247826" y="650395"/>
                </a:lnTo>
                <a:lnTo>
                  <a:pt x="247826" y="650379"/>
                </a:lnTo>
                <a:lnTo>
                  <a:pt x="250000" y="650379"/>
                </a:lnTo>
                <a:lnTo>
                  <a:pt x="251087" y="511223"/>
                </a:lnTo>
                <a:lnTo>
                  <a:pt x="263158" y="509861"/>
                </a:lnTo>
                <a:lnTo>
                  <a:pt x="264130" y="509397"/>
                </a:lnTo>
                <a:lnTo>
                  <a:pt x="269231" y="509054"/>
                </a:lnTo>
                <a:lnTo>
                  <a:pt x="269565" y="507585"/>
                </a:lnTo>
                <a:lnTo>
                  <a:pt x="275862" y="506197"/>
                </a:lnTo>
                <a:lnTo>
                  <a:pt x="277174" y="505922"/>
                </a:lnTo>
                <a:lnTo>
                  <a:pt x="277778" y="505922"/>
                </a:lnTo>
                <a:lnTo>
                  <a:pt x="278261" y="503151"/>
                </a:lnTo>
                <a:lnTo>
                  <a:pt x="285714" y="502168"/>
                </a:lnTo>
                <a:lnTo>
                  <a:pt x="286957" y="498764"/>
                </a:lnTo>
                <a:lnTo>
                  <a:pt x="289855" y="497452"/>
                </a:lnTo>
                <a:lnTo>
                  <a:pt x="290323" y="497258"/>
                </a:lnTo>
                <a:lnTo>
                  <a:pt x="291667" y="497242"/>
                </a:lnTo>
                <a:lnTo>
                  <a:pt x="292391" y="494748"/>
                </a:lnTo>
                <a:lnTo>
                  <a:pt x="300000" y="494401"/>
                </a:lnTo>
                <a:lnTo>
                  <a:pt x="301282" y="485954"/>
                </a:lnTo>
                <a:lnTo>
                  <a:pt x="307692" y="484579"/>
                </a:lnTo>
                <a:lnTo>
                  <a:pt x="308696" y="483383"/>
                </a:lnTo>
                <a:lnTo>
                  <a:pt x="312500" y="482592"/>
                </a:lnTo>
                <a:lnTo>
                  <a:pt x="313043" y="477854"/>
                </a:lnTo>
                <a:lnTo>
                  <a:pt x="321429" y="476623"/>
                </a:lnTo>
                <a:lnTo>
                  <a:pt x="322581" y="475520"/>
                </a:lnTo>
                <a:lnTo>
                  <a:pt x="333333" y="474169"/>
                </a:lnTo>
                <a:lnTo>
                  <a:pt x="333333" y="425726"/>
                </a:lnTo>
                <a:lnTo>
                  <a:pt x="346154" y="424925"/>
                </a:lnTo>
                <a:lnTo>
                  <a:pt x="346739" y="424002"/>
                </a:lnTo>
                <a:lnTo>
                  <a:pt x="354167" y="422829"/>
                </a:lnTo>
                <a:lnTo>
                  <a:pt x="355435" y="422324"/>
                </a:lnTo>
                <a:lnTo>
                  <a:pt x="357143" y="422324"/>
                </a:lnTo>
                <a:lnTo>
                  <a:pt x="358333" y="418817"/>
                </a:lnTo>
                <a:lnTo>
                  <a:pt x="362069" y="417454"/>
                </a:lnTo>
                <a:lnTo>
                  <a:pt x="363043" y="417092"/>
                </a:lnTo>
                <a:lnTo>
                  <a:pt x="365385" y="416432"/>
                </a:lnTo>
                <a:lnTo>
                  <a:pt x="366667" y="415315"/>
                </a:lnTo>
                <a:lnTo>
                  <a:pt x="375000" y="414999"/>
                </a:lnTo>
                <a:lnTo>
                  <a:pt x="376344" y="393095"/>
                </a:lnTo>
                <a:lnTo>
                  <a:pt x="389130" y="391689"/>
                </a:lnTo>
                <a:lnTo>
                  <a:pt x="390217" y="391658"/>
                </a:lnTo>
                <a:lnTo>
                  <a:pt x="392857" y="391240"/>
                </a:lnTo>
                <a:lnTo>
                  <a:pt x="393478" y="390212"/>
                </a:lnTo>
                <a:lnTo>
                  <a:pt x="400000" y="389601"/>
                </a:lnTo>
                <a:lnTo>
                  <a:pt x="401087" y="383077"/>
                </a:lnTo>
                <a:lnTo>
                  <a:pt x="409091" y="382186"/>
                </a:lnTo>
                <a:lnTo>
                  <a:pt x="410256" y="381451"/>
                </a:lnTo>
                <a:lnTo>
                  <a:pt x="416667" y="381088"/>
                </a:lnTo>
                <a:lnTo>
                  <a:pt x="417391" y="364945"/>
                </a:lnTo>
                <a:lnTo>
                  <a:pt x="428571" y="364459"/>
                </a:lnTo>
                <a:lnTo>
                  <a:pt x="429487" y="362328"/>
                </a:lnTo>
                <a:lnTo>
                  <a:pt x="437500" y="361860"/>
                </a:lnTo>
                <a:lnTo>
                  <a:pt x="438043" y="358893"/>
                </a:lnTo>
                <a:lnTo>
                  <a:pt x="444444" y="358483"/>
                </a:lnTo>
                <a:lnTo>
                  <a:pt x="444444" y="357303"/>
                </a:lnTo>
                <a:lnTo>
                  <a:pt x="458333" y="356084"/>
                </a:lnTo>
                <a:lnTo>
                  <a:pt x="458696" y="353589"/>
                </a:lnTo>
                <a:lnTo>
                  <a:pt x="464286" y="352938"/>
                </a:lnTo>
                <a:lnTo>
                  <a:pt x="464286" y="351926"/>
                </a:lnTo>
                <a:lnTo>
                  <a:pt x="500000" y="350611"/>
                </a:lnTo>
                <a:lnTo>
                  <a:pt x="500000" y="67402"/>
                </a:lnTo>
                <a:lnTo>
                  <a:pt x="541667" y="66404"/>
                </a:lnTo>
                <a:lnTo>
                  <a:pt x="541667" y="65814"/>
                </a:lnTo>
                <a:lnTo>
                  <a:pt x="562500" y="65106"/>
                </a:lnTo>
                <a:lnTo>
                  <a:pt x="562500" y="63925"/>
                </a:lnTo>
                <a:lnTo>
                  <a:pt x="583333" y="62913"/>
                </a:lnTo>
                <a:lnTo>
                  <a:pt x="583333" y="57797"/>
                </a:lnTo>
                <a:lnTo>
                  <a:pt x="600000" y="57797"/>
                </a:lnTo>
                <a:lnTo>
                  <a:pt x="600000" y="56380"/>
                </a:lnTo>
                <a:lnTo>
                  <a:pt x="625000" y="55691"/>
                </a:lnTo>
                <a:lnTo>
                  <a:pt x="625000" y="53478"/>
                </a:lnTo>
                <a:lnTo>
                  <a:pt x="642857" y="53478"/>
                </a:lnTo>
                <a:lnTo>
                  <a:pt x="642857" y="51454"/>
                </a:lnTo>
                <a:lnTo>
                  <a:pt x="666667" y="51011"/>
                </a:lnTo>
                <a:lnTo>
                  <a:pt x="666667" y="47076"/>
                </a:lnTo>
                <a:lnTo>
                  <a:pt x="694444" y="45747"/>
                </a:lnTo>
                <a:lnTo>
                  <a:pt x="694444" y="45354"/>
                </a:lnTo>
                <a:lnTo>
                  <a:pt x="750000" y="44911"/>
                </a:lnTo>
                <a:lnTo>
                  <a:pt x="750000" y="19675"/>
                </a:lnTo>
                <a:lnTo>
                  <a:pt x="833333" y="18848"/>
                </a:lnTo>
                <a:lnTo>
                  <a:pt x="833333" y="16487"/>
                </a:lnTo>
                <a:lnTo>
                  <a:pt x="875000" y="16251"/>
                </a:lnTo>
                <a:lnTo>
                  <a:pt x="875000" y="12709"/>
                </a:lnTo>
                <a:lnTo>
                  <a:pt x="1000000" y="12473"/>
                </a:lnTo>
                <a:lnTo>
                  <a:pt x="1000000" y="10162"/>
                </a:lnTo>
                <a:lnTo>
                  <a:pt x="1312500" y="8981"/>
                </a:lnTo>
                <a:lnTo>
                  <a:pt x="1312500" y="8096"/>
                </a:lnTo>
                <a:lnTo>
                  <a:pt x="1500000" y="7084"/>
                </a:lnTo>
                <a:lnTo>
                  <a:pt x="1500000" y="0"/>
                </a:lnTo>
                <a:lnTo>
                  <a:pt x="1500000" y="0"/>
                </a:lnTo>
              </a:path>
            </a:pathLst>
          </a:custGeom>
          <a:noFill/>
          <a:ln w="22860">
            <a:solidFill>
              <a:srgbClr val="00878B"/>
            </a:solidFill>
            <a:prstDash val="solid"/>
          </a:ln>
        </p:spPr>
      </p:sp>
      <p:sp>
        <p:nvSpPr>
          <p:cNvPr id="743" name="01_find_only_742">
            <a:extLst>
              <a:ext uri="{FF2B5EF4-FFF2-40B4-BE49-F238E27FC236}">
                <a16:creationId xmlns:a16="http://schemas.microsoft.com/office/drawing/2014/main" id="{6E1374A8-128D-4B38-A69A-C59848BB3D46}"/>
              </a:ext>
            </a:extLst>
          </p:cNvPr>
          <p:cNvSpPr>
            <a:spLocks noGrp="1"/>
          </p:cNvSpPr>
          <p:nvPr/>
        </p:nvSpPr>
        <p:spPr>
          <a:xfrm>
            <a:off x="565800" y="3080937"/>
            <a:ext cx="1500000" cy="1056680"/>
          </a:xfrm>
          <a:custGeom>
            <a:avLst/>
            <a:gdLst/>
            <a:ahLst/>
            <a:cxnLst/>
            <a:rect l="0" t="0" r="0" b="0"/>
            <a:pathLst>
              <a:path w="1500000" h="1056680">
                <a:moveTo>
                  <a:pt x="0" y="1056680"/>
                </a:moveTo>
                <a:lnTo>
                  <a:pt x="125000" y="1056680"/>
                </a:lnTo>
                <a:lnTo>
                  <a:pt x="125000" y="1005550"/>
                </a:lnTo>
                <a:lnTo>
                  <a:pt x="126087" y="1005550"/>
                </a:lnTo>
                <a:lnTo>
                  <a:pt x="142857" y="1005550"/>
                </a:lnTo>
                <a:lnTo>
                  <a:pt x="142857" y="920821"/>
                </a:lnTo>
                <a:lnTo>
                  <a:pt x="143478" y="920821"/>
                </a:lnTo>
                <a:lnTo>
                  <a:pt x="166667" y="920821"/>
                </a:lnTo>
                <a:lnTo>
                  <a:pt x="166667" y="786447"/>
                </a:lnTo>
                <a:lnTo>
                  <a:pt x="167391" y="786447"/>
                </a:lnTo>
                <a:lnTo>
                  <a:pt x="173077" y="786447"/>
                </a:lnTo>
                <a:lnTo>
                  <a:pt x="173913" y="774899"/>
                </a:lnTo>
                <a:lnTo>
                  <a:pt x="173913" y="774899"/>
                </a:lnTo>
                <a:lnTo>
                  <a:pt x="187500" y="774899"/>
                </a:lnTo>
                <a:lnTo>
                  <a:pt x="187500" y="764061"/>
                </a:lnTo>
                <a:lnTo>
                  <a:pt x="188406" y="764061"/>
                </a:lnTo>
                <a:lnTo>
                  <a:pt x="194444" y="764061"/>
                </a:lnTo>
                <a:lnTo>
                  <a:pt x="194444" y="739676"/>
                </a:lnTo>
                <a:lnTo>
                  <a:pt x="195652" y="739676"/>
                </a:lnTo>
                <a:lnTo>
                  <a:pt x="250000" y="739676"/>
                </a:lnTo>
                <a:lnTo>
                  <a:pt x="250000" y="563563"/>
                </a:lnTo>
                <a:lnTo>
                  <a:pt x="251087" y="563563"/>
                </a:lnTo>
                <a:lnTo>
                  <a:pt x="270833" y="563563"/>
                </a:lnTo>
                <a:lnTo>
                  <a:pt x="270833" y="549474"/>
                </a:lnTo>
                <a:lnTo>
                  <a:pt x="271739" y="549474"/>
                </a:lnTo>
                <a:lnTo>
                  <a:pt x="300000" y="549474"/>
                </a:lnTo>
                <a:lnTo>
                  <a:pt x="300000" y="520212"/>
                </a:lnTo>
                <a:lnTo>
                  <a:pt x="301282" y="520212"/>
                </a:lnTo>
                <a:lnTo>
                  <a:pt x="307692" y="520212"/>
                </a:lnTo>
                <a:lnTo>
                  <a:pt x="307692" y="513245"/>
                </a:lnTo>
                <a:lnTo>
                  <a:pt x="308696" y="513245"/>
                </a:lnTo>
                <a:lnTo>
                  <a:pt x="312500" y="513245"/>
                </a:lnTo>
                <a:lnTo>
                  <a:pt x="312500" y="486073"/>
                </a:lnTo>
                <a:lnTo>
                  <a:pt x="313043" y="486073"/>
                </a:lnTo>
                <a:lnTo>
                  <a:pt x="325000" y="486073"/>
                </a:lnTo>
                <a:lnTo>
                  <a:pt x="325000" y="475506"/>
                </a:lnTo>
                <a:lnTo>
                  <a:pt x="326087" y="475506"/>
                </a:lnTo>
                <a:lnTo>
                  <a:pt x="333333" y="475506"/>
                </a:lnTo>
                <a:lnTo>
                  <a:pt x="333333" y="422672"/>
                </a:lnTo>
                <a:lnTo>
                  <a:pt x="500000" y="422672"/>
                </a:lnTo>
                <a:lnTo>
                  <a:pt x="500000" y="211336"/>
                </a:lnTo>
                <a:lnTo>
                  <a:pt x="562500" y="211336"/>
                </a:lnTo>
                <a:lnTo>
                  <a:pt x="562500" y="184919"/>
                </a:lnTo>
                <a:lnTo>
                  <a:pt x="583333" y="184919"/>
                </a:lnTo>
                <a:lnTo>
                  <a:pt x="583333" y="180095"/>
                </a:lnTo>
                <a:lnTo>
                  <a:pt x="625000" y="180095"/>
                </a:lnTo>
                <a:lnTo>
                  <a:pt x="625000" y="150954"/>
                </a:lnTo>
                <a:lnTo>
                  <a:pt x="642857" y="150954"/>
                </a:lnTo>
                <a:lnTo>
                  <a:pt x="642857" y="105668"/>
                </a:lnTo>
                <a:lnTo>
                  <a:pt x="750000" y="105668"/>
                </a:lnTo>
                <a:lnTo>
                  <a:pt x="750000" y="74990"/>
                </a:lnTo>
                <a:lnTo>
                  <a:pt x="875000" y="74990"/>
                </a:lnTo>
                <a:lnTo>
                  <a:pt x="875000" y="52834"/>
                </a:lnTo>
                <a:lnTo>
                  <a:pt x="1250000" y="52834"/>
                </a:lnTo>
                <a:lnTo>
                  <a:pt x="1250000" y="42267"/>
                </a:lnTo>
                <a:lnTo>
                  <a:pt x="1500000" y="42267"/>
                </a:lnTo>
                <a:lnTo>
                  <a:pt x="1500000" y="0"/>
                </a:lnTo>
                <a:lnTo>
                  <a:pt x="1500000" y="0"/>
                </a:lnTo>
              </a:path>
            </a:pathLst>
          </a:custGeom>
          <a:noFill/>
          <a:ln w="13335">
            <a:solidFill>
              <a:srgbClr val="3A64C8"/>
            </a:solidFill>
            <a:prstDash val="solid"/>
          </a:ln>
        </p:spPr>
      </p:sp>
      <p:sp>
        <p:nvSpPr>
          <p:cNvPr id="744" name="01_find_only_743">
            <a:extLst>
              <a:ext uri="{FF2B5EF4-FFF2-40B4-BE49-F238E27FC236}">
                <a16:creationId xmlns:a16="http://schemas.microsoft.com/office/drawing/2014/main" id="{ABFDB78E-F521-4A7A-9BD3-98BD3E74851F}"/>
              </a:ext>
            </a:extLst>
          </p:cNvPr>
          <p:cNvSpPr>
            <a:spLocks noGrp="1"/>
          </p:cNvSpPr>
          <p:nvPr/>
        </p:nvSpPr>
        <p:spPr>
          <a:xfrm>
            <a:off x="794210" y="3717891"/>
            <a:ext cx="43180" cy="43180"/>
          </a:xfrm>
          <a:prstGeom prst="ellipse">
            <a:avLst/>
          </a:prstGeom>
          <a:solidFill>
            <a:srgbClr val="00878B"/>
          </a:solidFill>
          <a:ln w="4445">
            <a:solidFill>
              <a:srgbClr val="FFFFFF"/>
            </a:solidFill>
            <a:prstDash val="solid"/>
          </a:ln>
        </p:spPr>
      </p:sp>
      <p:sp>
        <p:nvSpPr>
          <p:cNvPr id="745" name="01_find_only_744">
            <a:extLst>
              <a:ext uri="{FF2B5EF4-FFF2-40B4-BE49-F238E27FC236}">
                <a16:creationId xmlns:a16="http://schemas.microsoft.com/office/drawing/2014/main" id="{609BB1C8-9654-4E8B-AC42-7BEA8E126E44}"/>
              </a:ext>
            </a:extLst>
          </p:cNvPr>
          <p:cNvSpPr>
            <a:spLocks noGrp="1"/>
          </p:cNvSpPr>
          <p:nvPr/>
        </p:nvSpPr>
        <p:spPr>
          <a:xfrm>
            <a:off x="1044210" y="3274054"/>
            <a:ext cx="43180" cy="43180"/>
          </a:xfrm>
          <a:prstGeom prst="ellipse">
            <a:avLst/>
          </a:prstGeom>
          <a:solidFill>
            <a:srgbClr val="00878B"/>
          </a:solidFill>
          <a:ln w="4445">
            <a:solidFill>
              <a:srgbClr val="FFFFFF"/>
            </a:solidFill>
            <a:prstDash val="solid"/>
          </a:ln>
        </p:spPr>
      </p:sp>
      <p:sp>
        <p:nvSpPr>
          <p:cNvPr id="746" name="01_find_only_745">
            <a:extLst>
              <a:ext uri="{FF2B5EF4-FFF2-40B4-BE49-F238E27FC236}">
                <a16:creationId xmlns:a16="http://schemas.microsoft.com/office/drawing/2014/main" id="{E59B639D-C3AF-4C69-BD83-CD35D4530323}"/>
              </a:ext>
            </a:extLst>
          </p:cNvPr>
          <p:cNvSpPr>
            <a:spLocks noGrp="1"/>
          </p:cNvSpPr>
          <p:nvPr/>
        </p:nvSpPr>
        <p:spPr>
          <a:xfrm>
            <a:off x="1544210" y="3216814"/>
            <a:ext cx="43180" cy="43180"/>
          </a:xfrm>
          <a:prstGeom prst="ellipse">
            <a:avLst/>
          </a:prstGeom>
          <a:solidFill>
            <a:srgbClr val="00878B"/>
          </a:solidFill>
          <a:ln w="4445">
            <a:solidFill>
              <a:srgbClr val="FFFFFF"/>
            </a:solidFill>
            <a:prstDash val="solid"/>
          </a:ln>
        </p:spPr>
      </p:sp>
      <p:sp>
        <p:nvSpPr>
          <p:cNvPr id="747" name="01_find_only_746">
            <a:extLst>
              <a:ext uri="{FF2B5EF4-FFF2-40B4-BE49-F238E27FC236}">
                <a16:creationId xmlns:a16="http://schemas.microsoft.com/office/drawing/2014/main" id="{873FB967-2873-44B9-BB04-0F90209D6F0F}"/>
              </a:ext>
            </a:extLst>
          </p:cNvPr>
          <p:cNvSpPr>
            <a:spLocks noGrp="1"/>
          </p:cNvSpPr>
          <p:nvPr/>
        </p:nvSpPr>
        <p:spPr>
          <a:xfrm>
            <a:off x="2044210" y="3206652"/>
            <a:ext cx="43180" cy="43180"/>
          </a:xfrm>
          <a:prstGeom prst="ellipse">
            <a:avLst/>
          </a:prstGeom>
          <a:solidFill>
            <a:srgbClr val="00878B"/>
          </a:solidFill>
          <a:ln w="4445">
            <a:solidFill>
              <a:srgbClr val="FFFFFF"/>
            </a:solidFill>
            <a:prstDash val="solid"/>
          </a:ln>
        </p:spPr>
      </p:sp>
      <p:sp>
        <p:nvSpPr>
          <p:cNvPr id="748" name="01_find_only_747">
            <a:extLst>
              <a:ext uri="{FF2B5EF4-FFF2-40B4-BE49-F238E27FC236}">
                <a16:creationId xmlns:a16="http://schemas.microsoft.com/office/drawing/2014/main" id="{7CFA6148-5EE7-4E12-AAF8-C6A2F313B222}"/>
              </a:ext>
            </a:extLst>
          </p:cNvPr>
          <p:cNvSpPr>
            <a:spLocks noGrp="1"/>
          </p:cNvSpPr>
          <p:nvPr/>
        </p:nvSpPr>
        <p:spPr>
          <a:xfrm>
            <a:off x="779879" y="360857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49" name="01_find_only_748">
            <a:extLst>
              <a:ext uri="{FF2B5EF4-FFF2-40B4-BE49-F238E27FC236}">
                <a16:creationId xmlns:a16="http://schemas.microsoft.com/office/drawing/2014/main" id="{C7BAE0C0-1295-4677-B806-E18C7EF3CA0C}"/>
              </a:ext>
            </a:extLst>
          </p:cNvPr>
          <p:cNvSpPr>
            <a:spLocks noGrp="1"/>
          </p:cNvSpPr>
          <p:nvPr/>
        </p:nvSpPr>
        <p:spPr>
          <a:xfrm>
            <a:off x="1029879" y="325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0" name="01_find_only_749">
            <a:extLst>
              <a:ext uri="{FF2B5EF4-FFF2-40B4-BE49-F238E27FC236}">
                <a16:creationId xmlns:a16="http://schemas.microsoft.com/office/drawing/2014/main" id="{7AE9296E-5D12-4317-90BC-F269478899B1}"/>
              </a:ext>
            </a:extLst>
          </p:cNvPr>
          <p:cNvSpPr>
            <a:spLocks noGrp="1"/>
          </p:cNvSpPr>
          <p:nvPr/>
        </p:nvSpPr>
        <p:spPr>
          <a:xfrm>
            <a:off x="1529879" y="309785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1" name="01_find_only_750">
            <a:extLst>
              <a:ext uri="{FF2B5EF4-FFF2-40B4-BE49-F238E27FC236}">
                <a16:creationId xmlns:a16="http://schemas.microsoft.com/office/drawing/2014/main" id="{F95BC273-9357-46D8-AE24-410B2A63D62B}"/>
              </a:ext>
            </a:extLst>
          </p:cNvPr>
          <p:cNvSpPr>
            <a:spLocks noGrp="1"/>
          </p:cNvSpPr>
          <p:nvPr/>
        </p:nvSpPr>
        <p:spPr>
          <a:xfrm>
            <a:off x="2029879" y="3045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2" name="01_find_only_751">
            <a:extLst>
              <a:ext uri="{FF2B5EF4-FFF2-40B4-BE49-F238E27FC236}">
                <a16:creationId xmlns:a16="http://schemas.microsoft.com/office/drawing/2014/main" id="{A69B40DB-8D01-409F-A425-5CF454E9E4DB}"/>
              </a:ext>
            </a:extLst>
          </p:cNvPr>
          <p:cNvSpPr>
            <a:spLocks noGrp="1"/>
          </p:cNvSpPr>
          <p:nvPr/>
        </p:nvSpPr>
        <p:spPr>
          <a:xfrm>
            <a:off x="2673000" y="2806200"/>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753" name="01_find_only_752">
            <a:extLst>
              <a:ext uri="{FF2B5EF4-FFF2-40B4-BE49-F238E27FC236}">
                <a16:creationId xmlns:a16="http://schemas.microsoft.com/office/drawing/2014/main" id="{0277F843-9592-4EFD-A1CD-02C776A9C51E}"/>
              </a:ext>
            </a:extLst>
          </p:cNvPr>
          <p:cNvSpPr>
            <a:spLocks noGrp="1"/>
          </p:cNvSpPr>
          <p:nvPr/>
        </p:nvSpPr>
        <p:spPr>
          <a:xfrm>
            <a:off x="2873000" y="2869601"/>
            <a:ext cx="130000" cy="1268016"/>
          </a:xfrm>
          <a:custGeom>
            <a:avLst/>
            <a:gdLst/>
            <a:ahLst/>
            <a:cxnLst/>
            <a:rect l="0" t="0" r="0" b="0"/>
            <a:pathLst>
              <a:path w="130000" h="1268016">
                <a:moveTo>
                  <a:pt x="130000" y="1268016"/>
                </a:moveTo>
                <a:lnTo>
                  <a:pt x="0" y="1268016"/>
                </a:lnTo>
                <a:lnTo>
                  <a:pt x="697" y="1257449"/>
                </a:lnTo>
                <a:lnTo>
                  <a:pt x="2740" y="1246883"/>
                </a:lnTo>
                <a:lnTo>
                  <a:pt x="5991" y="1236316"/>
                </a:lnTo>
                <a:lnTo>
                  <a:pt x="10236" y="1225749"/>
                </a:lnTo>
                <a:lnTo>
                  <a:pt x="15209" y="1215182"/>
                </a:lnTo>
                <a:lnTo>
                  <a:pt x="20619" y="1204615"/>
                </a:lnTo>
                <a:lnTo>
                  <a:pt x="26177" y="1194049"/>
                </a:lnTo>
                <a:lnTo>
                  <a:pt x="31617" y="1183482"/>
                </a:lnTo>
                <a:lnTo>
                  <a:pt x="36723" y="1172915"/>
                </a:lnTo>
                <a:lnTo>
                  <a:pt x="41329" y="1162348"/>
                </a:lnTo>
                <a:lnTo>
                  <a:pt x="45332" y="1151781"/>
                </a:lnTo>
                <a:lnTo>
                  <a:pt x="48685" y="1141215"/>
                </a:lnTo>
                <a:lnTo>
                  <a:pt x="51387" y="1130648"/>
                </a:lnTo>
                <a:lnTo>
                  <a:pt x="53478" y="1120081"/>
                </a:lnTo>
                <a:lnTo>
                  <a:pt x="55020" y="1109514"/>
                </a:lnTo>
                <a:lnTo>
                  <a:pt x="56088" y="1098947"/>
                </a:lnTo>
                <a:lnTo>
                  <a:pt x="56762" y="1088381"/>
                </a:lnTo>
                <a:lnTo>
                  <a:pt x="57115" y="1077814"/>
                </a:lnTo>
                <a:lnTo>
                  <a:pt x="57215" y="1067247"/>
                </a:lnTo>
                <a:lnTo>
                  <a:pt x="57115" y="1056680"/>
                </a:lnTo>
                <a:lnTo>
                  <a:pt x="56858" y="1046113"/>
                </a:lnTo>
                <a:lnTo>
                  <a:pt x="56478" y="1035547"/>
                </a:lnTo>
                <a:lnTo>
                  <a:pt x="55996" y="1024980"/>
                </a:lnTo>
                <a:lnTo>
                  <a:pt x="55431" y="1014413"/>
                </a:lnTo>
                <a:lnTo>
                  <a:pt x="54794" y="1003846"/>
                </a:lnTo>
                <a:lnTo>
                  <a:pt x="54095" y="993279"/>
                </a:lnTo>
                <a:lnTo>
                  <a:pt x="53341" y="982713"/>
                </a:lnTo>
                <a:lnTo>
                  <a:pt x="52538" y="972146"/>
                </a:lnTo>
                <a:lnTo>
                  <a:pt x="51692" y="961579"/>
                </a:lnTo>
                <a:lnTo>
                  <a:pt x="50810" y="951012"/>
                </a:lnTo>
                <a:lnTo>
                  <a:pt x="49901" y="940445"/>
                </a:lnTo>
                <a:lnTo>
                  <a:pt x="48975" y="929879"/>
                </a:lnTo>
                <a:lnTo>
                  <a:pt x="48047" y="919312"/>
                </a:lnTo>
                <a:lnTo>
                  <a:pt x="47131" y="908745"/>
                </a:lnTo>
                <a:lnTo>
                  <a:pt x="46248" y="898178"/>
                </a:lnTo>
                <a:lnTo>
                  <a:pt x="45416" y="887611"/>
                </a:lnTo>
                <a:lnTo>
                  <a:pt x="44654" y="877045"/>
                </a:lnTo>
                <a:lnTo>
                  <a:pt x="43980" y="866478"/>
                </a:lnTo>
                <a:lnTo>
                  <a:pt x="43401" y="855911"/>
                </a:lnTo>
                <a:lnTo>
                  <a:pt x="42919" y="845344"/>
                </a:lnTo>
                <a:lnTo>
                  <a:pt x="42525" y="834777"/>
                </a:lnTo>
                <a:lnTo>
                  <a:pt x="42197" y="824211"/>
                </a:lnTo>
                <a:lnTo>
                  <a:pt x="41901" y="813644"/>
                </a:lnTo>
                <a:lnTo>
                  <a:pt x="41593" y="803077"/>
                </a:lnTo>
                <a:lnTo>
                  <a:pt x="41224" y="792510"/>
                </a:lnTo>
                <a:lnTo>
                  <a:pt x="40737" y="781943"/>
                </a:lnTo>
                <a:lnTo>
                  <a:pt x="40082" y="771377"/>
                </a:lnTo>
                <a:lnTo>
                  <a:pt x="39214" y="760810"/>
                </a:lnTo>
                <a:lnTo>
                  <a:pt x="38104" y="750243"/>
                </a:lnTo>
                <a:lnTo>
                  <a:pt x="36744" y="739676"/>
                </a:lnTo>
                <a:lnTo>
                  <a:pt x="35150" y="729109"/>
                </a:lnTo>
                <a:lnTo>
                  <a:pt x="33370" y="718543"/>
                </a:lnTo>
                <a:lnTo>
                  <a:pt x="31479" y="707976"/>
                </a:lnTo>
                <a:lnTo>
                  <a:pt x="29582" y="697409"/>
                </a:lnTo>
                <a:lnTo>
                  <a:pt x="27806" y="686842"/>
                </a:lnTo>
                <a:lnTo>
                  <a:pt x="26287" y="676275"/>
                </a:lnTo>
                <a:lnTo>
                  <a:pt x="25163" y="665709"/>
                </a:lnTo>
                <a:lnTo>
                  <a:pt x="24558" y="655142"/>
                </a:lnTo>
                <a:lnTo>
                  <a:pt x="24567" y="644575"/>
                </a:lnTo>
                <a:lnTo>
                  <a:pt x="25248" y="634008"/>
                </a:lnTo>
                <a:lnTo>
                  <a:pt x="26613" y="623441"/>
                </a:lnTo>
                <a:lnTo>
                  <a:pt x="28625" y="612874"/>
                </a:lnTo>
                <a:lnTo>
                  <a:pt x="31203" y="602308"/>
                </a:lnTo>
                <a:lnTo>
                  <a:pt x="34229" y="591741"/>
                </a:lnTo>
                <a:lnTo>
                  <a:pt x="37560" y="581174"/>
                </a:lnTo>
                <a:lnTo>
                  <a:pt x="41043" y="570607"/>
                </a:lnTo>
                <a:lnTo>
                  <a:pt x="44528" y="560040"/>
                </a:lnTo>
                <a:lnTo>
                  <a:pt x="47883" y="549474"/>
                </a:lnTo>
                <a:lnTo>
                  <a:pt x="50998" y="538907"/>
                </a:lnTo>
                <a:lnTo>
                  <a:pt x="53798" y="528340"/>
                </a:lnTo>
                <a:lnTo>
                  <a:pt x="56234" y="517773"/>
                </a:lnTo>
                <a:lnTo>
                  <a:pt x="58293" y="507206"/>
                </a:lnTo>
                <a:lnTo>
                  <a:pt x="59982" y="496640"/>
                </a:lnTo>
                <a:lnTo>
                  <a:pt x="61330" y="486073"/>
                </a:lnTo>
                <a:lnTo>
                  <a:pt x="62375" y="475506"/>
                </a:lnTo>
                <a:lnTo>
                  <a:pt x="63165" y="464939"/>
                </a:lnTo>
                <a:lnTo>
                  <a:pt x="63746" y="454372"/>
                </a:lnTo>
                <a:lnTo>
                  <a:pt x="64162" y="443806"/>
                </a:lnTo>
                <a:lnTo>
                  <a:pt x="64453" y="433239"/>
                </a:lnTo>
                <a:lnTo>
                  <a:pt x="64651" y="422672"/>
                </a:lnTo>
                <a:lnTo>
                  <a:pt x="64782" y="412105"/>
                </a:lnTo>
                <a:lnTo>
                  <a:pt x="64867" y="401538"/>
                </a:lnTo>
                <a:lnTo>
                  <a:pt x="64921" y="390972"/>
                </a:lnTo>
                <a:lnTo>
                  <a:pt x="64954" y="380405"/>
                </a:lnTo>
                <a:lnTo>
                  <a:pt x="64974" y="369838"/>
                </a:lnTo>
                <a:lnTo>
                  <a:pt x="64985" y="359271"/>
                </a:lnTo>
                <a:lnTo>
                  <a:pt x="64992" y="348704"/>
                </a:lnTo>
                <a:lnTo>
                  <a:pt x="64996" y="338138"/>
                </a:lnTo>
                <a:lnTo>
                  <a:pt x="64998" y="327571"/>
                </a:lnTo>
                <a:lnTo>
                  <a:pt x="64999" y="317004"/>
                </a:lnTo>
                <a:lnTo>
                  <a:pt x="64999"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1" y="306437"/>
                </a:lnTo>
                <a:lnTo>
                  <a:pt x="65001" y="317004"/>
                </a:lnTo>
                <a:lnTo>
                  <a:pt x="65002" y="327571"/>
                </a:lnTo>
                <a:lnTo>
                  <a:pt x="65004" y="338138"/>
                </a:lnTo>
                <a:lnTo>
                  <a:pt x="65008" y="348704"/>
                </a:lnTo>
                <a:lnTo>
                  <a:pt x="65015" y="359271"/>
                </a:lnTo>
                <a:lnTo>
                  <a:pt x="65026" y="369838"/>
                </a:lnTo>
                <a:lnTo>
                  <a:pt x="65046" y="380405"/>
                </a:lnTo>
                <a:lnTo>
                  <a:pt x="65079" y="390972"/>
                </a:lnTo>
                <a:lnTo>
                  <a:pt x="65133" y="401538"/>
                </a:lnTo>
                <a:lnTo>
                  <a:pt x="65218" y="412105"/>
                </a:lnTo>
                <a:lnTo>
                  <a:pt x="65349" y="422672"/>
                </a:lnTo>
                <a:lnTo>
                  <a:pt x="65547" y="433239"/>
                </a:lnTo>
                <a:lnTo>
                  <a:pt x="65838" y="443806"/>
                </a:lnTo>
                <a:lnTo>
                  <a:pt x="66254" y="454372"/>
                </a:lnTo>
                <a:lnTo>
                  <a:pt x="66835" y="464939"/>
                </a:lnTo>
                <a:lnTo>
                  <a:pt x="67625" y="475506"/>
                </a:lnTo>
                <a:lnTo>
                  <a:pt x="68670" y="486073"/>
                </a:lnTo>
                <a:lnTo>
                  <a:pt x="70018" y="496640"/>
                </a:lnTo>
                <a:lnTo>
                  <a:pt x="71707" y="507206"/>
                </a:lnTo>
                <a:lnTo>
                  <a:pt x="73766" y="517773"/>
                </a:lnTo>
                <a:lnTo>
                  <a:pt x="76202" y="528340"/>
                </a:lnTo>
                <a:lnTo>
                  <a:pt x="79002" y="538907"/>
                </a:lnTo>
                <a:lnTo>
                  <a:pt x="82117" y="549474"/>
                </a:lnTo>
                <a:lnTo>
                  <a:pt x="85472" y="560040"/>
                </a:lnTo>
                <a:lnTo>
                  <a:pt x="88958" y="570607"/>
                </a:lnTo>
                <a:lnTo>
                  <a:pt x="92440" y="581174"/>
                </a:lnTo>
                <a:lnTo>
                  <a:pt x="95771" y="591741"/>
                </a:lnTo>
                <a:lnTo>
                  <a:pt x="98797" y="602308"/>
                </a:lnTo>
                <a:lnTo>
                  <a:pt x="101375" y="612874"/>
                </a:lnTo>
                <a:lnTo>
                  <a:pt x="103387" y="623441"/>
                </a:lnTo>
                <a:lnTo>
                  <a:pt x="104752" y="634008"/>
                </a:lnTo>
                <a:lnTo>
                  <a:pt x="105433" y="644575"/>
                </a:lnTo>
                <a:lnTo>
                  <a:pt x="105442" y="655142"/>
                </a:lnTo>
                <a:lnTo>
                  <a:pt x="104837" y="665709"/>
                </a:lnTo>
                <a:lnTo>
                  <a:pt x="103713" y="676275"/>
                </a:lnTo>
                <a:lnTo>
                  <a:pt x="102194" y="686842"/>
                </a:lnTo>
                <a:lnTo>
                  <a:pt x="100418" y="697409"/>
                </a:lnTo>
                <a:lnTo>
                  <a:pt x="98521" y="707976"/>
                </a:lnTo>
                <a:lnTo>
                  <a:pt x="96630" y="718543"/>
                </a:lnTo>
                <a:lnTo>
                  <a:pt x="94850" y="729109"/>
                </a:lnTo>
                <a:lnTo>
                  <a:pt x="93256" y="739676"/>
                </a:lnTo>
                <a:lnTo>
                  <a:pt x="91896" y="750243"/>
                </a:lnTo>
                <a:lnTo>
                  <a:pt x="90786" y="760810"/>
                </a:lnTo>
                <a:lnTo>
                  <a:pt x="89918" y="771377"/>
                </a:lnTo>
                <a:lnTo>
                  <a:pt x="89263" y="781943"/>
                </a:lnTo>
                <a:lnTo>
                  <a:pt x="88776" y="792510"/>
                </a:lnTo>
                <a:lnTo>
                  <a:pt x="88407" y="803077"/>
                </a:lnTo>
                <a:lnTo>
                  <a:pt x="88099" y="813644"/>
                </a:lnTo>
                <a:lnTo>
                  <a:pt x="87803" y="824211"/>
                </a:lnTo>
                <a:lnTo>
                  <a:pt x="87475" y="834777"/>
                </a:lnTo>
                <a:lnTo>
                  <a:pt x="87081" y="845344"/>
                </a:lnTo>
                <a:lnTo>
                  <a:pt x="86599" y="855911"/>
                </a:lnTo>
                <a:lnTo>
                  <a:pt x="86020" y="866478"/>
                </a:lnTo>
                <a:lnTo>
                  <a:pt x="85346" y="877045"/>
                </a:lnTo>
                <a:lnTo>
                  <a:pt x="84584" y="887611"/>
                </a:lnTo>
                <a:lnTo>
                  <a:pt x="83752" y="898178"/>
                </a:lnTo>
                <a:lnTo>
                  <a:pt x="82869" y="908745"/>
                </a:lnTo>
                <a:lnTo>
                  <a:pt x="81953" y="919312"/>
                </a:lnTo>
                <a:lnTo>
                  <a:pt x="81025" y="929879"/>
                </a:lnTo>
                <a:lnTo>
                  <a:pt x="80099" y="940445"/>
                </a:lnTo>
                <a:lnTo>
                  <a:pt x="79190" y="951012"/>
                </a:lnTo>
                <a:lnTo>
                  <a:pt x="78308" y="961579"/>
                </a:lnTo>
                <a:lnTo>
                  <a:pt x="77462" y="972146"/>
                </a:lnTo>
                <a:lnTo>
                  <a:pt x="76659" y="982713"/>
                </a:lnTo>
                <a:lnTo>
                  <a:pt x="75905" y="993279"/>
                </a:lnTo>
                <a:lnTo>
                  <a:pt x="75206" y="1003846"/>
                </a:lnTo>
                <a:lnTo>
                  <a:pt x="74569" y="1014413"/>
                </a:lnTo>
                <a:lnTo>
                  <a:pt x="74004" y="1024980"/>
                </a:lnTo>
                <a:lnTo>
                  <a:pt x="73522" y="1035547"/>
                </a:lnTo>
                <a:lnTo>
                  <a:pt x="73142" y="1046113"/>
                </a:lnTo>
                <a:lnTo>
                  <a:pt x="72885" y="1056680"/>
                </a:lnTo>
                <a:lnTo>
                  <a:pt x="72785" y="1067247"/>
                </a:lnTo>
                <a:lnTo>
                  <a:pt x="72885" y="1077814"/>
                </a:lnTo>
                <a:lnTo>
                  <a:pt x="73238" y="1088381"/>
                </a:lnTo>
                <a:lnTo>
                  <a:pt x="73912" y="1098947"/>
                </a:lnTo>
                <a:lnTo>
                  <a:pt x="74980" y="1109514"/>
                </a:lnTo>
                <a:lnTo>
                  <a:pt x="76522" y="1120081"/>
                </a:lnTo>
                <a:lnTo>
                  <a:pt x="78613" y="1130648"/>
                </a:lnTo>
                <a:lnTo>
                  <a:pt x="81315" y="1141215"/>
                </a:lnTo>
                <a:lnTo>
                  <a:pt x="84668" y="1151781"/>
                </a:lnTo>
                <a:lnTo>
                  <a:pt x="88671" y="1162348"/>
                </a:lnTo>
                <a:lnTo>
                  <a:pt x="93277" y="1172915"/>
                </a:lnTo>
                <a:lnTo>
                  <a:pt x="98383" y="1183482"/>
                </a:lnTo>
                <a:lnTo>
                  <a:pt x="103823" y="1194049"/>
                </a:lnTo>
                <a:lnTo>
                  <a:pt x="109381" y="1204615"/>
                </a:lnTo>
                <a:lnTo>
                  <a:pt x="114791" y="1215182"/>
                </a:lnTo>
                <a:lnTo>
                  <a:pt x="119764" y="1225749"/>
                </a:lnTo>
                <a:lnTo>
                  <a:pt x="124009" y="1236316"/>
                </a:lnTo>
                <a:lnTo>
                  <a:pt x="127260" y="1246883"/>
                </a:lnTo>
                <a:lnTo>
                  <a:pt x="129303" y="1257449"/>
                </a:lnTo>
                <a:lnTo>
                  <a:pt x="130000" y="1268016"/>
                </a:lnTo>
                <a:lnTo>
                  <a:pt x="130000" y="1268016"/>
                </a:lnTo>
                <a:close/>
              </a:path>
            </a:pathLst>
          </a:custGeom>
          <a:solidFill>
            <a:srgbClr val="596BC0">
              <a:alpha val="12000"/>
            </a:srgbClr>
          </a:solidFill>
          <a:ln w="6985">
            <a:solidFill>
              <a:srgbClr val="596BC0">
                <a:alpha val="12000"/>
              </a:srgbClr>
            </a:solidFill>
            <a:prstDash val="solid"/>
          </a:ln>
        </p:spPr>
      </p:sp>
      <p:sp>
        <p:nvSpPr>
          <p:cNvPr id="754" name="01_find_only_753">
            <a:extLst>
              <a:ext uri="{FF2B5EF4-FFF2-40B4-BE49-F238E27FC236}">
                <a16:creationId xmlns:a16="http://schemas.microsoft.com/office/drawing/2014/main" id="{2053B9FF-BB73-4410-A252-A830BE183721}"/>
              </a:ext>
            </a:extLst>
          </p:cNvPr>
          <p:cNvSpPr>
            <a:spLocks noGrp="1"/>
          </p:cNvSpPr>
          <p:nvPr/>
        </p:nvSpPr>
        <p:spPr>
          <a:xfrm>
            <a:off x="3123000" y="2869601"/>
            <a:ext cx="130000" cy="1268016"/>
          </a:xfrm>
          <a:custGeom>
            <a:avLst/>
            <a:gdLst/>
            <a:ahLst/>
            <a:cxnLst/>
            <a:rect l="0" t="0" r="0" b="0"/>
            <a:pathLst>
              <a:path w="130000" h="1268016">
                <a:moveTo>
                  <a:pt x="106859" y="1268016"/>
                </a:moveTo>
                <a:lnTo>
                  <a:pt x="23141" y="1268016"/>
                </a:lnTo>
                <a:lnTo>
                  <a:pt x="23581" y="1257449"/>
                </a:lnTo>
                <a:lnTo>
                  <a:pt x="24871" y="1246883"/>
                </a:lnTo>
                <a:lnTo>
                  <a:pt x="26925" y="1236316"/>
                </a:lnTo>
                <a:lnTo>
                  <a:pt x="29609" y="1225749"/>
                </a:lnTo>
                <a:lnTo>
                  <a:pt x="32758" y="1215182"/>
                </a:lnTo>
                <a:lnTo>
                  <a:pt x="36188" y="1204615"/>
                </a:lnTo>
                <a:lnTo>
                  <a:pt x="39719" y="1194049"/>
                </a:lnTo>
                <a:lnTo>
                  <a:pt x="43183" y="1183482"/>
                </a:lnTo>
                <a:lnTo>
                  <a:pt x="46443" y="1172915"/>
                </a:lnTo>
                <a:lnTo>
                  <a:pt x="49393" y="1162348"/>
                </a:lnTo>
                <a:lnTo>
                  <a:pt x="51967" y="1151781"/>
                </a:lnTo>
                <a:lnTo>
                  <a:pt x="54130" y="1141215"/>
                </a:lnTo>
                <a:lnTo>
                  <a:pt x="55882" y="1130648"/>
                </a:lnTo>
                <a:lnTo>
                  <a:pt x="57241" y="1120081"/>
                </a:lnTo>
                <a:lnTo>
                  <a:pt x="58243" y="1109514"/>
                </a:lnTo>
                <a:lnTo>
                  <a:pt x="58933" y="1098947"/>
                </a:lnTo>
                <a:lnTo>
                  <a:pt x="59357" y="1088381"/>
                </a:lnTo>
                <a:lnTo>
                  <a:pt x="59557" y="1077814"/>
                </a:lnTo>
                <a:lnTo>
                  <a:pt x="59573" y="1067247"/>
                </a:lnTo>
                <a:lnTo>
                  <a:pt x="59438" y="1056680"/>
                </a:lnTo>
                <a:lnTo>
                  <a:pt x="59177" y="1046113"/>
                </a:lnTo>
                <a:lnTo>
                  <a:pt x="58811" y="1035547"/>
                </a:lnTo>
                <a:lnTo>
                  <a:pt x="58357" y="1024980"/>
                </a:lnTo>
                <a:lnTo>
                  <a:pt x="57829" y="1014413"/>
                </a:lnTo>
                <a:lnTo>
                  <a:pt x="57241" y="1003846"/>
                </a:lnTo>
                <a:lnTo>
                  <a:pt x="56602" y="993279"/>
                </a:lnTo>
                <a:lnTo>
                  <a:pt x="55923" y="982713"/>
                </a:lnTo>
                <a:lnTo>
                  <a:pt x="55216" y="972146"/>
                </a:lnTo>
                <a:lnTo>
                  <a:pt x="54491" y="961579"/>
                </a:lnTo>
                <a:lnTo>
                  <a:pt x="53758" y="951012"/>
                </a:lnTo>
                <a:lnTo>
                  <a:pt x="53030" y="940445"/>
                </a:lnTo>
                <a:lnTo>
                  <a:pt x="52319" y="929879"/>
                </a:lnTo>
                <a:lnTo>
                  <a:pt x="51639" y="919312"/>
                </a:lnTo>
                <a:lnTo>
                  <a:pt x="51008" y="908745"/>
                </a:lnTo>
                <a:lnTo>
                  <a:pt x="50442" y="898178"/>
                </a:lnTo>
                <a:lnTo>
                  <a:pt x="49960" y="887611"/>
                </a:lnTo>
                <a:lnTo>
                  <a:pt x="49576" y="877045"/>
                </a:lnTo>
                <a:lnTo>
                  <a:pt x="49302" y="866478"/>
                </a:lnTo>
                <a:lnTo>
                  <a:pt x="49145" y="855911"/>
                </a:lnTo>
                <a:lnTo>
                  <a:pt x="49099" y="845344"/>
                </a:lnTo>
                <a:lnTo>
                  <a:pt x="49152" y="834777"/>
                </a:lnTo>
                <a:lnTo>
                  <a:pt x="49277" y="824211"/>
                </a:lnTo>
                <a:lnTo>
                  <a:pt x="49438" y="813644"/>
                </a:lnTo>
                <a:lnTo>
                  <a:pt x="49590" y="803077"/>
                </a:lnTo>
                <a:lnTo>
                  <a:pt x="49682" y="792510"/>
                </a:lnTo>
                <a:lnTo>
                  <a:pt x="49657" y="781943"/>
                </a:lnTo>
                <a:lnTo>
                  <a:pt x="49466" y="771377"/>
                </a:lnTo>
                <a:lnTo>
                  <a:pt x="49064" y="760810"/>
                </a:lnTo>
                <a:lnTo>
                  <a:pt x="48418" y="750243"/>
                </a:lnTo>
                <a:lnTo>
                  <a:pt x="47514" y="739676"/>
                </a:lnTo>
                <a:lnTo>
                  <a:pt x="46358" y="729109"/>
                </a:lnTo>
                <a:lnTo>
                  <a:pt x="44979" y="718543"/>
                </a:lnTo>
                <a:lnTo>
                  <a:pt x="43429" y="707976"/>
                </a:lnTo>
                <a:lnTo>
                  <a:pt x="41784" y="697409"/>
                </a:lnTo>
                <a:lnTo>
                  <a:pt x="40132" y="686842"/>
                </a:lnTo>
                <a:lnTo>
                  <a:pt x="38577" y="676275"/>
                </a:lnTo>
                <a:lnTo>
                  <a:pt x="37220" y="665709"/>
                </a:lnTo>
                <a:lnTo>
                  <a:pt x="36156" y="655142"/>
                </a:lnTo>
                <a:lnTo>
                  <a:pt x="35460" y="644575"/>
                </a:lnTo>
                <a:lnTo>
                  <a:pt x="35182" y="634008"/>
                </a:lnTo>
                <a:lnTo>
                  <a:pt x="35339" y="623441"/>
                </a:lnTo>
                <a:lnTo>
                  <a:pt x="35916" y="612874"/>
                </a:lnTo>
                <a:lnTo>
                  <a:pt x="36862" y="602308"/>
                </a:lnTo>
                <a:lnTo>
                  <a:pt x="38099" y="591741"/>
                </a:lnTo>
                <a:lnTo>
                  <a:pt x="39530" y="581174"/>
                </a:lnTo>
                <a:lnTo>
                  <a:pt x="41046" y="570607"/>
                </a:lnTo>
                <a:lnTo>
                  <a:pt x="42538" y="560040"/>
                </a:lnTo>
                <a:lnTo>
                  <a:pt x="43908" y="549474"/>
                </a:lnTo>
                <a:lnTo>
                  <a:pt x="45074" y="538907"/>
                </a:lnTo>
                <a:lnTo>
                  <a:pt x="45977" y="528340"/>
                </a:lnTo>
                <a:lnTo>
                  <a:pt x="46588" y="517773"/>
                </a:lnTo>
                <a:lnTo>
                  <a:pt x="46904" y="507206"/>
                </a:lnTo>
                <a:lnTo>
                  <a:pt x="46947" y="496640"/>
                </a:lnTo>
                <a:lnTo>
                  <a:pt x="46763" y="486073"/>
                </a:lnTo>
                <a:lnTo>
                  <a:pt x="46413" y="475506"/>
                </a:lnTo>
                <a:lnTo>
                  <a:pt x="45969" y="464939"/>
                </a:lnTo>
                <a:lnTo>
                  <a:pt x="45503" y="454372"/>
                </a:lnTo>
                <a:lnTo>
                  <a:pt x="45085" y="443806"/>
                </a:lnTo>
                <a:lnTo>
                  <a:pt x="44772" y="433239"/>
                </a:lnTo>
                <a:lnTo>
                  <a:pt x="44606" y="422672"/>
                </a:lnTo>
                <a:lnTo>
                  <a:pt x="44613" y="412105"/>
                </a:lnTo>
                <a:lnTo>
                  <a:pt x="44799" y="401538"/>
                </a:lnTo>
                <a:lnTo>
                  <a:pt x="45154" y="390972"/>
                </a:lnTo>
                <a:lnTo>
                  <a:pt x="45657" y="380405"/>
                </a:lnTo>
                <a:lnTo>
                  <a:pt x="46277" y="369838"/>
                </a:lnTo>
                <a:lnTo>
                  <a:pt x="46981" y="359271"/>
                </a:lnTo>
                <a:lnTo>
                  <a:pt x="47736" y="348704"/>
                </a:lnTo>
                <a:lnTo>
                  <a:pt x="48514" y="338138"/>
                </a:lnTo>
                <a:lnTo>
                  <a:pt x="49293" y="327571"/>
                </a:lnTo>
                <a:lnTo>
                  <a:pt x="50057" y="317004"/>
                </a:lnTo>
                <a:lnTo>
                  <a:pt x="50798" y="306437"/>
                </a:lnTo>
                <a:lnTo>
                  <a:pt x="51511" y="295870"/>
                </a:lnTo>
                <a:lnTo>
                  <a:pt x="52195" y="285304"/>
                </a:lnTo>
                <a:lnTo>
                  <a:pt x="52848" y="274737"/>
                </a:lnTo>
                <a:lnTo>
                  <a:pt x="53468" y="264170"/>
                </a:lnTo>
                <a:lnTo>
                  <a:pt x="54051" y="253603"/>
                </a:lnTo>
                <a:lnTo>
                  <a:pt x="54586" y="243036"/>
                </a:lnTo>
                <a:lnTo>
                  <a:pt x="55060" y="232470"/>
                </a:lnTo>
                <a:lnTo>
                  <a:pt x="55453" y="221903"/>
                </a:lnTo>
                <a:lnTo>
                  <a:pt x="55735" y="211336"/>
                </a:lnTo>
                <a:lnTo>
                  <a:pt x="55870" y="200769"/>
                </a:lnTo>
                <a:lnTo>
                  <a:pt x="55811" y="190202"/>
                </a:lnTo>
                <a:lnTo>
                  <a:pt x="55501" y="179636"/>
                </a:lnTo>
                <a:lnTo>
                  <a:pt x="54873" y="169069"/>
                </a:lnTo>
                <a:lnTo>
                  <a:pt x="53854" y="158502"/>
                </a:lnTo>
                <a:lnTo>
                  <a:pt x="52367" y="147935"/>
                </a:lnTo>
                <a:lnTo>
                  <a:pt x="50338" y="137368"/>
                </a:lnTo>
                <a:lnTo>
                  <a:pt x="47707" y="126802"/>
                </a:lnTo>
                <a:lnTo>
                  <a:pt x="44438" y="116235"/>
                </a:lnTo>
                <a:lnTo>
                  <a:pt x="40529" y="105668"/>
                </a:lnTo>
                <a:lnTo>
                  <a:pt x="36027" y="95101"/>
                </a:lnTo>
                <a:lnTo>
                  <a:pt x="31032" y="84534"/>
                </a:lnTo>
                <a:lnTo>
                  <a:pt x="25703" y="73968"/>
                </a:lnTo>
                <a:lnTo>
                  <a:pt x="20255" y="63401"/>
                </a:lnTo>
                <a:lnTo>
                  <a:pt x="14947" y="52834"/>
                </a:lnTo>
                <a:lnTo>
                  <a:pt x="10063" y="42267"/>
                </a:lnTo>
                <a:lnTo>
                  <a:pt x="5891" y="31700"/>
                </a:lnTo>
                <a:lnTo>
                  <a:pt x="2695" y="21134"/>
                </a:lnTo>
                <a:lnTo>
                  <a:pt x="686" y="10567"/>
                </a:lnTo>
                <a:lnTo>
                  <a:pt x="0" y="0"/>
                </a:lnTo>
                <a:lnTo>
                  <a:pt x="130000" y="0"/>
                </a:lnTo>
                <a:lnTo>
                  <a:pt x="130000" y="0"/>
                </a:lnTo>
                <a:lnTo>
                  <a:pt x="129314" y="10567"/>
                </a:lnTo>
                <a:lnTo>
                  <a:pt x="127305" y="21134"/>
                </a:lnTo>
                <a:lnTo>
                  <a:pt x="124109" y="31700"/>
                </a:lnTo>
                <a:lnTo>
                  <a:pt x="119937" y="42267"/>
                </a:lnTo>
                <a:lnTo>
                  <a:pt x="115053" y="52834"/>
                </a:lnTo>
                <a:lnTo>
                  <a:pt x="109745" y="63401"/>
                </a:lnTo>
                <a:lnTo>
                  <a:pt x="104297" y="73968"/>
                </a:lnTo>
                <a:lnTo>
                  <a:pt x="98968" y="84534"/>
                </a:lnTo>
                <a:lnTo>
                  <a:pt x="93973" y="95101"/>
                </a:lnTo>
                <a:lnTo>
                  <a:pt x="89471" y="105668"/>
                </a:lnTo>
                <a:lnTo>
                  <a:pt x="85562" y="116235"/>
                </a:lnTo>
                <a:lnTo>
                  <a:pt x="82293" y="126802"/>
                </a:lnTo>
                <a:lnTo>
                  <a:pt x="79662" y="137368"/>
                </a:lnTo>
                <a:lnTo>
                  <a:pt x="77633" y="147935"/>
                </a:lnTo>
                <a:lnTo>
                  <a:pt x="76146" y="158502"/>
                </a:lnTo>
                <a:lnTo>
                  <a:pt x="75127" y="169069"/>
                </a:lnTo>
                <a:lnTo>
                  <a:pt x="74499" y="179636"/>
                </a:lnTo>
                <a:lnTo>
                  <a:pt x="74189" y="190202"/>
                </a:lnTo>
                <a:lnTo>
                  <a:pt x="74130" y="200769"/>
                </a:lnTo>
                <a:lnTo>
                  <a:pt x="74265" y="211336"/>
                </a:lnTo>
                <a:lnTo>
                  <a:pt x="74547" y="221903"/>
                </a:lnTo>
                <a:lnTo>
                  <a:pt x="74940" y="232470"/>
                </a:lnTo>
                <a:lnTo>
                  <a:pt x="75414" y="243036"/>
                </a:lnTo>
                <a:lnTo>
                  <a:pt x="75949" y="253603"/>
                </a:lnTo>
                <a:lnTo>
                  <a:pt x="76532" y="264170"/>
                </a:lnTo>
                <a:lnTo>
                  <a:pt x="77152" y="274737"/>
                </a:lnTo>
                <a:lnTo>
                  <a:pt x="77805" y="285304"/>
                </a:lnTo>
                <a:lnTo>
                  <a:pt x="78489" y="295870"/>
                </a:lnTo>
                <a:lnTo>
                  <a:pt x="79202" y="306437"/>
                </a:lnTo>
                <a:lnTo>
                  <a:pt x="79943" y="317004"/>
                </a:lnTo>
                <a:lnTo>
                  <a:pt x="80707" y="327571"/>
                </a:lnTo>
                <a:lnTo>
                  <a:pt x="81486" y="338138"/>
                </a:lnTo>
                <a:lnTo>
                  <a:pt x="82264" y="348704"/>
                </a:lnTo>
                <a:lnTo>
                  <a:pt x="83019" y="359271"/>
                </a:lnTo>
                <a:lnTo>
                  <a:pt x="83723" y="369838"/>
                </a:lnTo>
                <a:lnTo>
                  <a:pt x="84343" y="380405"/>
                </a:lnTo>
                <a:lnTo>
                  <a:pt x="84846" y="390972"/>
                </a:lnTo>
                <a:lnTo>
                  <a:pt x="85201" y="401538"/>
                </a:lnTo>
                <a:lnTo>
                  <a:pt x="85387" y="412105"/>
                </a:lnTo>
                <a:lnTo>
                  <a:pt x="85394" y="422672"/>
                </a:lnTo>
                <a:lnTo>
                  <a:pt x="85228" y="433239"/>
                </a:lnTo>
                <a:lnTo>
                  <a:pt x="84915" y="443806"/>
                </a:lnTo>
                <a:lnTo>
                  <a:pt x="84497" y="454372"/>
                </a:lnTo>
                <a:lnTo>
                  <a:pt x="84031" y="464939"/>
                </a:lnTo>
                <a:lnTo>
                  <a:pt x="83587" y="475506"/>
                </a:lnTo>
                <a:lnTo>
                  <a:pt x="83237" y="486073"/>
                </a:lnTo>
                <a:lnTo>
                  <a:pt x="83053" y="496640"/>
                </a:lnTo>
                <a:lnTo>
                  <a:pt x="83096" y="507206"/>
                </a:lnTo>
                <a:lnTo>
                  <a:pt x="83412" y="517773"/>
                </a:lnTo>
                <a:lnTo>
                  <a:pt x="84023" y="528340"/>
                </a:lnTo>
                <a:lnTo>
                  <a:pt x="84926" y="538907"/>
                </a:lnTo>
                <a:lnTo>
                  <a:pt x="86092" y="549474"/>
                </a:lnTo>
                <a:lnTo>
                  <a:pt x="87462" y="560040"/>
                </a:lnTo>
                <a:lnTo>
                  <a:pt x="88954" y="570607"/>
                </a:lnTo>
                <a:lnTo>
                  <a:pt x="90470" y="581174"/>
                </a:lnTo>
                <a:lnTo>
                  <a:pt x="91901" y="591741"/>
                </a:lnTo>
                <a:lnTo>
                  <a:pt x="93138" y="602308"/>
                </a:lnTo>
                <a:lnTo>
                  <a:pt x="94084" y="612874"/>
                </a:lnTo>
                <a:lnTo>
                  <a:pt x="94661" y="623441"/>
                </a:lnTo>
                <a:lnTo>
                  <a:pt x="94818" y="634008"/>
                </a:lnTo>
                <a:lnTo>
                  <a:pt x="94540" y="644575"/>
                </a:lnTo>
                <a:lnTo>
                  <a:pt x="93844" y="655142"/>
                </a:lnTo>
                <a:lnTo>
                  <a:pt x="92780" y="665709"/>
                </a:lnTo>
                <a:lnTo>
                  <a:pt x="91423" y="676275"/>
                </a:lnTo>
                <a:lnTo>
                  <a:pt x="89868" y="686842"/>
                </a:lnTo>
                <a:lnTo>
                  <a:pt x="88216" y="697409"/>
                </a:lnTo>
                <a:lnTo>
                  <a:pt x="86571" y="707976"/>
                </a:lnTo>
                <a:lnTo>
                  <a:pt x="85021" y="718543"/>
                </a:lnTo>
                <a:lnTo>
                  <a:pt x="83642" y="729109"/>
                </a:lnTo>
                <a:lnTo>
                  <a:pt x="82486" y="739676"/>
                </a:lnTo>
                <a:lnTo>
                  <a:pt x="81582" y="750243"/>
                </a:lnTo>
                <a:lnTo>
                  <a:pt x="80936" y="760810"/>
                </a:lnTo>
                <a:lnTo>
                  <a:pt x="80534" y="771377"/>
                </a:lnTo>
                <a:lnTo>
                  <a:pt x="80343" y="781943"/>
                </a:lnTo>
                <a:lnTo>
                  <a:pt x="80318" y="792510"/>
                </a:lnTo>
                <a:lnTo>
                  <a:pt x="80410" y="803077"/>
                </a:lnTo>
                <a:lnTo>
                  <a:pt x="80562" y="813644"/>
                </a:lnTo>
                <a:lnTo>
                  <a:pt x="80723" y="824211"/>
                </a:lnTo>
                <a:lnTo>
                  <a:pt x="80848" y="834777"/>
                </a:lnTo>
                <a:lnTo>
                  <a:pt x="80901" y="845344"/>
                </a:lnTo>
                <a:lnTo>
                  <a:pt x="80855" y="855911"/>
                </a:lnTo>
                <a:lnTo>
                  <a:pt x="80698" y="866478"/>
                </a:lnTo>
                <a:lnTo>
                  <a:pt x="80424" y="877045"/>
                </a:lnTo>
                <a:lnTo>
                  <a:pt x="80040" y="887611"/>
                </a:lnTo>
                <a:lnTo>
                  <a:pt x="79558" y="898178"/>
                </a:lnTo>
                <a:lnTo>
                  <a:pt x="78992" y="908745"/>
                </a:lnTo>
                <a:lnTo>
                  <a:pt x="78361" y="919312"/>
                </a:lnTo>
                <a:lnTo>
                  <a:pt x="77681" y="929879"/>
                </a:lnTo>
                <a:lnTo>
                  <a:pt x="76970" y="940445"/>
                </a:lnTo>
                <a:lnTo>
                  <a:pt x="76242" y="951012"/>
                </a:lnTo>
                <a:lnTo>
                  <a:pt x="75509" y="961579"/>
                </a:lnTo>
                <a:lnTo>
                  <a:pt x="74784" y="972146"/>
                </a:lnTo>
                <a:lnTo>
                  <a:pt x="74077" y="982713"/>
                </a:lnTo>
                <a:lnTo>
                  <a:pt x="73398" y="993279"/>
                </a:lnTo>
                <a:lnTo>
                  <a:pt x="72759" y="1003846"/>
                </a:lnTo>
                <a:lnTo>
                  <a:pt x="72171" y="1014413"/>
                </a:lnTo>
                <a:lnTo>
                  <a:pt x="71643" y="1024980"/>
                </a:lnTo>
                <a:lnTo>
                  <a:pt x="71189" y="1035547"/>
                </a:lnTo>
                <a:lnTo>
                  <a:pt x="70823" y="1046113"/>
                </a:lnTo>
                <a:lnTo>
                  <a:pt x="70562" y="1056680"/>
                </a:lnTo>
                <a:lnTo>
                  <a:pt x="70427" y="1067247"/>
                </a:lnTo>
                <a:lnTo>
                  <a:pt x="70443" y="1077814"/>
                </a:lnTo>
                <a:lnTo>
                  <a:pt x="70643" y="1088381"/>
                </a:lnTo>
                <a:lnTo>
                  <a:pt x="71067" y="1098947"/>
                </a:lnTo>
                <a:lnTo>
                  <a:pt x="71757" y="1109514"/>
                </a:lnTo>
                <a:lnTo>
                  <a:pt x="72759" y="1120081"/>
                </a:lnTo>
                <a:lnTo>
                  <a:pt x="74118" y="1130648"/>
                </a:lnTo>
                <a:lnTo>
                  <a:pt x="75870" y="1141215"/>
                </a:lnTo>
                <a:lnTo>
                  <a:pt x="78033" y="1151781"/>
                </a:lnTo>
                <a:lnTo>
                  <a:pt x="80607" y="1162348"/>
                </a:lnTo>
                <a:lnTo>
                  <a:pt x="83557" y="1172915"/>
                </a:lnTo>
                <a:lnTo>
                  <a:pt x="86817" y="1183482"/>
                </a:lnTo>
                <a:lnTo>
                  <a:pt x="90281" y="1194049"/>
                </a:lnTo>
                <a:lnTo>
                  <a:pt x="93812" y="1204615"/>
                </a:lnTo>
                <a:lnTo>
                  <a:pt x="97242" y="1215182"/>
                </a:lnTo>
                <a:lnTo>
                  <a:pt x="100391" y="1225749"/>
                </a:lnTo>
                <a:lnTo>
                  <a:pt x="103075" y="1236316"/>
                </a:lnTo>
                <a:lnTo>
                  <a:pt x="105129" y="1246883"/>
                </a:lnTo>
                <a:lnTo>
                  <a:pt x="106419" y="1257449"/>
                </a:lnTo>
                <a:lnTo>
                  <a:pt x="106859" y="1268016"/>
                </a:lnTo>
                <a:lnTo>
                  <a:pt x="106859" y="1268016"/>
                </a:lnTo>
                <a:close/>
              </a:path>
            </a:pathLst>
          </a:custGeom>
          <a:solidFill>
            <a:srgbClr val="596BC0">
              <a:alpha val="12000"/>
            </a:srgbClr>
          </a:solidFill>
          <a:ln w="6985">
            <a:solidFill>
              <a:srgbClr val="596BC0">
                <a:alpha val="12000"/>
              </a:srgbClr>
            </a:solidFill>
            <a:prstDash val="solid"/>
          </a:ln>
        </p:spPr>
      </p:sp>
      <p:sp>
        <p:nvSpPr>
          <p:cNvPr id="755" name="01_find_only_754">
            <a:extLst>
              <a:ext uri="{FF2B5EF4-FFF2-40B4-BE49-F238E27FC236}">
                <a16:creationId xmlns:a16="http://schemas.microsoft.com/office/drawing/2014/main" id="{A6E562CA-1DCE-44E7-B730-8F6FC8B22FC7}"/>
              </a:ext>
            </a:extLst>
          </p:cNvPr>
          <p:cNvSpPr>
            <a:spLocks noGrp="1"/>
          </p:cNvSpPr>
          <p:nvPr/>
        </p:nvSpPr>
        <p:spPr>
          <a:xfrm>
            <a:off x="3623000" y="2869601"/>
            <a:ext cx="130000" cy="1268016"/>
          </a:xfrm>
          <a:custGeom>
            <a:avLst/>
            <a:gdLst/>
            <a:ahLst/>
            <a:cxnLst/>
            <a:rect l="0" t="0" r="0" b="0"/>
            <a:pathLst>
              <a:path w="130000" h="1268016">
                <a:moveTo>
                  <a:pt x="90067" y="1268016"/>
                </a:moveTo>
                <a:lnTo>
                  <a:pt x="39933" y="1268016"/>
                </a:lnTo>
                <a:lnTo>
                  <a:pt x="40194" y="1257449"/>
                </a:lnTo>
                <a:lnTo>
                  <a:pt x="40958" y="1246883"/>
                </a:lnTo>
                <a:lnTo>
                  <a:pt x="42174" y="1236316"/>
                </a:lnTo>
                <a:lnTo>
                  <a:pt x="43763" y="1225749"/>
                </a:lnTo>
                <a:lnTo>
                  <a:pt x="45628" y="1215182"/>
                </a:lnTo>
                <a:lnTo>
                  <a:pt x="47660" y="1204615"/>
                </a:lnTo>
                <a:lnTo>
                  <a:pt x="49751" y="1194049"/>
                </a:lnTo>
                <a:lnTo>
                  <a:pt x="51802" y="1183482"/>
                </a:lnTo>
                <a:lnTo>
                  <a:pt x="53733" y="1172915"/>
                </a:lnTo>
                <a:lnTo>
                  <a:pt x="55479" y="1162348"/>
                </a:lnTo>
                <a:lnTo>
                  <a:pt x="57002" y="1151781"/>
                </a:lnTo>
                <a:lnTo>
                  <a:pt x="58283" y="1141215"/>
                </a:lnTo>
                <a:lnTo>
                  <a:pt x="59319" y="1130648"/>
                </a:lnTo>
                <a:lnTo>
                  <a:pt x="60123" y="1120081"/>
                </a:lnTo>
                <a:lnTo>
                  <a:pt x="60718" y="1109514"/>
                </a:lnTo>
                <a:lnTo>
                  <a:pt x="61129" y="1098947"/>
                </a:lnTo>
                <a:lnTo>
                  <a:pt x="61384" y="1088381"/>
                </a:lnTo>
                <a:lnTo>
                  <a:pt x="61511" y="1077814"/>
                </a:lnTo>
                <a:lnTo>
                  <a:pt x="61533" y="1067247"/>
                </a:lnTo>
                <a:lnTo>
                  <a:pt x="61470" y="1056680"/>
                </a:lnTo>
                <a:lnTo>
                  <a:pt x="61338" y="1046113"/>
                </a:lnTo>
                <a:lnTo>
                  <a:pt x="61151" y="1035547"/>
                </a:lnTo>
                <a:lnTo>
                  <a:pt x="60920" y="1024980"/>
                </a:lnTo>
                <a:lnTo>
                  <a:pt x="60655" y="1014413"/>
                </a:lnTo>
                <a:lnTo>
                  <a:pt x="60365" y="1003846"/>
                </a:lnTo>
                <a:lnTo>
                  <a:pt x="60057" y="993279"/>
                </a:lnTo>
                <a:lnTo>
                  <a:pt x="59739" y="982713"/>
                </a:lnTo>
                <a:lnTo>
                  <a:pt x="59419" y="972146"/>
                </a:lnTo>
                <a:lnTo>
                  <a:pt x="59104" y="961579"/>
                </a:lnTo>
                <a:lnTo>
                  <a:pt x="58799" y="951012"/>
                </a:lnTo>
                <a:lnTo>
                  <a:pt x="58511" y="940445"/>
                </a:lnTo>
                <a:lnTo>
                  <a:pt x="58245" y="929879"/>
                </a:lnTo>
                <a:lnTo>
                  <a:pt x="58005" y="919312"/>
                </a:lnTo>
                <a:lnTo>
                  <a:pt x="57795" y="908745"/>
                </a:lnTo>
                <a:lnTo>
                  <a:pt x="57618" y="898178"/>
                </a:lnTo>
                <a:lnTo>
                  <a:pt x="57477" y="887611"/>
                </a:lnTo>
                <a:lnTo>
                  <a:pt x="57374" y="877045"/>
                </a:lnTo>
                <a:lnTo>
                  <a:pt x="57308" y="866478"/>
                </a:lnTo>
                <a:lnTo>
                  <a:pt x="57278" y="855911"/>
                </a:lnTo>
                <a:lnTo>
                  <a:pt x="57277" y="845344"/>
                </a:lnTo>
                <a:lnTo>
                  <a:pt x="57298" y="834777"/>
                </a:lnTo>
                <a:lnTo>
                  <a:pt x="57328" y="824211"/>
                </a:lnTo>
                <a:lnTo>
                  <a:pt x="57351" y="813644"/>
                </a:lnTo>
                <a:lnTo>
                  <a:pt x="57347" y="803077"/>
                </a:lnTo>
                <a:lnTo>
                  <a:pt x="57295" y="792510"/>
                </a:lnTo>
                <a:lnTo>
                  <a:pt x="57172" y="781943"/>
                </a:lnTo>
                <a:lnTo>
                  <a:pt x="56958" y="771377"/>
                </a:lnTo>
                <a:lnTo>
                  <a:pt x="56633" y="760810"/>
                </a:lnTo>
                <a:lnTo>
                  <a:pt x="56186" y="750243"/>
                </a:lnTo>
                <a:lnTo>
                  <a:pt x="55610" y="739676"/>
                </a:lnTo>
                <a:lnTo>
                  <a:pt x="54911" y="729109"/>
                </a:lnTo>
                <a:lnTo>
                  <a:pt x="54104" y="718543"/>
                </a:lnTo>
                <a:lnTo>
                  <a:pt x="53217" y="707976"/>
                </a:lnTo>
                <a:lnTo>
                  <a:pt x="52286" y="697409"/>
                </a:lnTo>
                <a:lnTo>
                  <a:pt x="51360" y="686842"/>
                </a:lnTo>
                <a:lnTo>
                  <a:pt x="50490" y="676275"/>
                </a:lnTo>
                <a:lnTo>
                  <a:pt x="49728" y="665709"/>
                </a:lnTo>
                <a:lnTo>
                  <a:pt x="49122" y="655142"/>
                </a:lnTo>
                <a:lnTo>
                  <a:pt x="48711" y="644575"/>
                </a:lnTo>
                <a:lnTo>
                  <a:pt x="48518" y="634008"/>
                </a:lnTo>
                <a:lnTo>
                  <a:pt x="48549" y="623441"/>
                </a:lnTo>
                <a:lnTo>
                  <a:pt x="48794" y="612874"/>
                </a:lnTo>
                <a:lnTo>
                  <a:pt x="49222" y="602308"/>
                </a:lnTo>
                <a:lnTo>
                  <a:pt x="49790" y="591741"/>
                </a:lnTo>
                <a:lnTo>
                  <a:pt x="50441" y="581174"/>
                </a:lnTo>
                <a:lnTo>
                  <a:pt x="51118" y="570607"/>
                </a:lnTo>
                <a:lnTo>
                  <a:pt x="51760" y="560040"/>
                </a:lnTo>
                <a:lnTo>
                  <a:pt x="52315" y="549474"/>
                </a:lnTo>
                <a:lnTo>
                  <a:pt x="52741" y="538907"/>
                </a:lnTo>
                <a:lnTo>
                  <a:pt x="53011" y="528340"/>
                </a:lnTo>
                <a:lnTo>
                  <a:pt x="53114" y="517773"/>
                </a:lnTo>
                <a:lnTo>
                  <a:pt x="53055" y="507206"/>
                </a:lnTo>
                <a:lnTo>
                  <a:pt x="52857" y="496640"/>
                </a:lnTo>
                <a:lnTo>
                  <a:pt x="52553" y="486073"/>
                </a:lnTo>
                <a:lnTo>
                  <a:pt x="52187" y="475506"/>
                </a:lnTo>
                <a:lnTo>
                  <a:pt x="51809" y="464939"/>
                </a:lnTo>
                <a:lnTo>
                  <a:pt x="51470" y="454372"/>
                </a:lnTo>
                <a:lnTo>
                  <a:pt x="51214" y="443806"/>
                </a:lnTo>
                <a:lnTo>
                  <a:pt x="51080" y="433239"/>
                </a:lnTo>
                <a:lnTo>
                  <a:pt x="51093" y="422672"/>
                </a:lnTo>
                <a:lnTo>
                  <a:pt x="51267" y="412105"/>
                </a:lnTo>
                <a:lnTo>
                  <a:pt x="51600" y="401538"/>
                </a:lnTo>
                <a:lnTo>
                  <a:pt x="52080" y="390972"/>
                </a:lnTo>
                <a:lnTo>
                  <a:pt x="52682" y="380405"/>
                </a:lnTo>
                <a:lnTo>
                  <a:pt x="53376" y="369838"/>
                </a:lnTo>
                <a:lnTo>
                  <a:pt x="54128" y="359271"/>
                </a:lnTo>
                <a:lnTo>
                  <a:pt x="54906" y="348704"/>
                </a:lnTo>
                <a:lnTo>
                  <a:pt x="55677" y="338138"/>
                </a:lnTo>
                <a:lnTo>
                  <a:pt x="56416" y="327571"/>
                </a:lnTo>
                <a:lnTo>
                  <a:pt x="57104" y="317004"/>
                </a:lnTo>
                <a:lnTo>
                  <a:pt x="57726" y="306437"/>
                </a:lnTo>
                <a:lnTo>
                  <a:pt x="58274" y="295870"/>
                </a:lnTo>
                <a:lnTo>
                  <a:pt x="58742" y="285304"/>
                </a:lnTo>
                <a:lnTo>
                  <a:pt x="59131" y="274737"/>
                </a:lnTo>
                <a:lnTo>
                  <a:pt x="59440" y="264170"/>
                </a:lnTo>
                <a:lnTo>
                  <a:pt x="59669" y="253603"/>
                </a:lnTo>
                <a:lnTo>
                  <a:pt x="59817" y="243036"/>
                </a:lnTo>
                <a:lnTo>
                  <a:pt x="59880" y="232470"/>
                </a:lnTo>
                <a:lnTo>
                  <a:pt x="59848" y="221903"/>
                </a:lnTo>
                <a:lnTo>
                  <a:pt x="59704" y="211336"/>
                </a:lnTo>
                <a:lnTo>
                  <a:pt x="59422" y="200769"/>
                </a:lnTo>
                <a:lnTo>
                  <a:pt x="58965" y="190202"/>
                </a:lnTo>
                <a:lnTo>
                  <a:pt x="58283" y="179636"/>
                </a:lnTo>
                <a:lnTo>
                  <a:pt x="57314" y="169069"/>
                </a:lnTo>
                <a:lnTo>
                  <a:pt x="55987" y="158502"/>
                </a:lnTo>
                <a:lnTo>
                  <a:pt x="54225" y="147935"/>
                </a:lnTo>
                <a:lnTo>
                  <a:pt x="51951" y="137368"/>
                </a:lnTo>
                <a:lnTo>
                  <a:pt x="49102" y="126802"/>
                </a:lnTo>
                <a:lnTo>
                  <a:pt x="45637" y="116235"/>
                </a:lnTo>
                <a:lnTo>
                  <a:pt x="41549" y="105668"/>
                </a:lnTo>
                <a:lnTo>
                  <a:pt x="36882" y="95101"/>
                </a:lnTo>
                <a:lnTo>
                  <a:pt x="31733" y="84534"/>
                </a:lnTo>
                <a:lnTo>
                  <a:pt x="26261" y="73968"/>
                </a:lnTo>
                <a:lnTo>
                  <a:pt x="20681" y="63401"/>
                </a:lnTo>
                <a:lnTo>
                  <a:pt x="15253" y="52834"/>
                </a:lnTo>
                <a:lnTo>
                  <a:pt x="10265" y="42267"/>
                </a:lnTo>
                <a:lnTo>
                  <a:pt x="6008" y="31700"/>
                </a:lnTo>
                <a:lnTo>
                  <a:pt x="2748" y="21134"/>
                </a:lnTo>
                <a:lnTo>
                  <a:pt x="699" y="10567"/>
                </a:lnTo>
                <a:lnTo>
                  <a:pt x="0" y="0"/>
                </a:lnTo>
                <a:lnTo>
                  <a:pt x="130000" y="0"/>
                </a:lnTo>
                <a:lnTo>
                  <a:pt x="130000" y="0"/>
                </a:lnTo>
                <a:lnTo>
                  <a:pt x="129301" y="10567"/>
                </a:lnTo>
                <a:lnTo>
                  <a:pt x="127252" y="21134"/>
                </a:lnTo>
                <a:lnTo>
                  <a:pt x="123992" y="31700"/>
                </a:lnTo>
                <a:lnTo>
                  <a:pt x="119735" y="42267"/>
                </a:lnTo>
                <a:lnTo>
                  <a:pt x="114747" y="52834"/>
                </a:lnTo>
                <a:lnTo>
                  <a:pt x="109319" y="63401"/>
                </a:lnTo>
                <a:lnTo>
                  <a:pt x="103739" y="73968"/>
                </a:lnTo>
                <a:lnTo>
                  <a:pt x="98267" y="84534"/>
                </a:lnTo>
                <a:lnTo>
                  <a:pt x="93118" y="95101"/>
                </a:lnTo>
                <a:lnTo>
                  <a:pt x="88451" y="105668"/>
                </a:lnTo>
                <a:lnTo>
                  <a:pt x="84363" y="116235"/>
                </a:lnTo>
                <a:lnTo>
                  <a:pt x="80898" y="126802"/>
                </a:lnTo>
                <a:lnTo>
                  <a:pt x="78048" y="137368"/>
                </a:lnTo>
                <a:lnTo>
                  <a:pt x="75775" y="147935"/>
                </a:lnTo>
                <a:lnTo>
                  <a:pt x="74013" y="158502"/>
                </a:lnTo>
                <a:lnTo>
                  <a:pt x="72686" y="169069"/>
                </a:lnTo>
                <a:lnTo>
                  <a:pt x="71717" y="179636"/>
                </a:lnTo>
                <a:lnTo>
                  <a:pt x="71035" y="190202"/>
                </a:lnTo>
                <a:lnTo>
                  <a:pt x="70578" y="200769"/>
                </a:lnTo>
                <a:lnTo>
                  <a:pt x="70296" y="211336"/>
                </a:lnTo>
                <a:lnTo>
                  <a:pt x="70152" y="221903"/>
                </a:lnTo>
                <a:lnTo>
                  <a:pt x="70120" y="232470"/>
                </a:lnTo>
                <a:lnTo>
                  <a:pt x="70183" y="243036"/>
                </a:lnTo>
                <a:lnTo>
                  <a:pt x="70331" y="253603"/>
                </a:lnTo>
                <a:lnTo>
                  <a:pt x="70560" y="264170"/>
                </a:lnTo>
                <a:lnTo>
                  <a:pt x="70869" y="274737"/>
                </a:lnTo>
                <a:lnTo>
                  <a:pt x="71258" y="285304"/>
                </a:lnTo>
                <a:lnTo>
                  <a:pt x="71726" y="295870"/>
                </a:lnTo>
                <a:lnTo>
                  <a:pt x="72274" y="306437"/>
                </a:lnTo>
                <a:lnTo>
                  <a:pt x="72896" y="317004"/>
                </a:lnTo>
                <a:lnTo>
                  <a:pt x="73584" y="327571"/>
                </a:lnTo>
                <a:lnTo>
                  <a:pt x="74323" y="338138"/>
                </a:lnTo>
                <a:lnTo>
                  <a:pt x="75094" y="348704"/>
                </a:lnTo>
                <a:lnTo>
                  <a:pt x="75872" y="359271"/>
                </a:lnTo>
                <a:lnTo>
                  <a:pt x="76624" y="369838"/>
                </a:lnTo>
                <a:lnTo>
                  <a:pt x="77318" y="380405"/>
                </a:lnTo>
                <a:lnTo>
                  <a:pt x="77920" y="390972"/>
                </a:lnTo>
                <a:lnTo>
                  <a:pt x="78400" y="401538"/>
                </a:lnTo>
                <a:lnTo>
                  <a:pt x="78733" y="412105"/>
                </a:lnTo>
                <a:lnTo>
                  <a:pt x="78907" y="422672"/>
                </a:lnTo>
                <a:lnTo>
                  <a:pt x="78920" y="433239"/>
                </a:lnTo>
                <a:lnTo>
                  <a:pt x="78786" y="443806"/>
                </a:lnTo>
                <a:lnTo>
                  <a:pt x="78530" y="454372"/>
                </a:lnTo>
                <a:lnTo>
                  <a:pt x="78191" y="464939"/>
                </a:lnTo>
                <a:lnTo>
                  <a:pt x="77813" y="475506"/>
                </a:lnTo>
                <a:lnTo>
                  <a:pt x="77447" y="486073"/>
                </a:lnTo>
                <a:lnTo>
                  <a:pt x="77143" y="496640"/>
                </a:lnTo>
                <a:lnTo>
                  <a:pt x="76944" y="507206"/>
                </a:lnTo>
                <a:lnTo>
                  <a:pt x="76886" y="517773"/>
                </a:lnTo>
                <a:lnTo>
                  <a:pt x="76989" y="528340"/>
                </a:lnTo>
                <a:lnTo>
                  <a:pt x="77259" y="538907"/>
                </a:lnTo>
                <a:lnTo>
                  <a:pt x="77685" y="549474"/>
                </a:lnTo>
                <a:lnTo>
                  <a:pt x="78240" y="560040"/>
                </a:lnTo>
                <a:lnTo>
                  <a:pt x="78882" y="570607"/>
                </a:lnTo>
                <a:lnTo>
                  <a:pt x="79559" y="581174"/>
                </a:lnTo>
                <a:lnTo>
                  <a:pt x="80210" y="591741"/>
                </a:lnTo>
                <a:lnTo>
                  <a:pt x="80778" y="602308"/>
                </a:lnTo>
                <a:lnTo>
                  <a:pt x="81206" y="612874"/>
                </a:lnTo>
                <a:lnTo>
                  <a:pt x="81451" y="623441"/>
                </a:lnTo>
                <a:lnTo>
                  <a:pt x="81482" y="634008"/>
                </a:lnTo>
                <a:lnTo>
                  <a:pt x="81289" y="644575"/>
                </a:lnTo>
                <a:lnTo>
                  <a:pt x="80878" y="655142"/>
                </a:lnTo>
                <a:lnTo>
                  <a:pt x="80272" y="665709"/>
                </a:lnTo>
                <a:lnTo>
                  <a:pt x="79510" y="676275"/>
                </a:lnTo>
                <a:lnTo>
                  <a:pt x="78640" y="686842"/>
                </a:lnTo>
                <a:lnTo>
                  <a:pt x="77714" y="697409"/>
                </a:lnTo>
                <a:lnTo>
                  <a:pt x="76783" y="707976"/>
                </a:lnTo>
                <a:lnTo>
                  <a:pt x="75896" y="718543"/>
                </a:lnTo>
                <a:lnTo>
                  <a:pt x="75089" y="729109"/>
                </a:lnTo>
                <a:lnTo>
                  <a:pt x="74390" y="739676"/>
                </a:lnTo>
                <a:lnTo>
                  <a:pt x="73814" y="750243"/>
                </a:lnTo>
                <a:lnTo>
                  <a:pt x="73367" y="760810"/>
                </a:lnTo>
                <a:lnTo>
                  <a:pt x="73042" y="771377"/>
                </a:lnTo>
                <a:lnTo>
                  <a:pt x="72828" y="781943"/>
                </a:lnTo>
                <a:lnTo>
                  <a:pt x="72705" y="792510"/>
                </a:lnTo>
                <a:lnTo>
                  <a:pt x="72653" y="803077"/>
                </a:lnTo>
                <a:lnTo>
                  <a:pt x="72649" y="813644"/>
                </a:lnTo>
                <a:lnTo>
                  <a:pt x="72672" y="824211"/>
                </a:lnTo>
                <a:lnTo>
                  <a:pt x="72702" y="834777"/>
                </a:lnTo>
                <a:lnTo>
                  <a:pt x="72723" y="845344"/>
                </a:lnTo>
                <a:lnTo>
                  <a:pt x="72722" y="855911"/>
                </a:lnTo>
                <a:lnTo>
                  <a:pt x="72692" y="866478"/>
                </a:lnTo>
                <a:lnTo>
                  <a:pt x="72626" y="877045"/>
                </a:lnTo>
                <a:lnTo>
                  <a:pt x="72523" y="887611"/>
                </a:lnTo>
                <a:lnTo>
                  <a:pt x="72382" y="898178"/>
                </a:lnTo>
                <a:lnTo>
                  <a:pt x="72205" y="908745"/>
                </a:lnTo>
                <a:lnTo>
                  <a:pt x="71995" y="919312"/>
                </a:lnTo>
                <a:lnTo>
                  <a:pt x="71755" y="929879"/>
                </a:lnTo>
                <a:lnTo>
                  <a:pt x="71489" y="940445"/>
                </a:lnTo>
                <a:lnTo>
                  <a:pt x="71201" y="951012"/>
                </a:lnTo>
                <a:lnTo>
                  <a:pt x="70896" y="961579"/>
                </a:lnTo>
                <a:lnTo>
                  <a:pt x="70581" y="972146"/>
                </a:lnTo>
                <a:lnTo>
                  <a:pt x="70261" y="982713"/>
                </a:lnTo>
                <a:lnTo>
                  <a:pt x="69943" y="993279"/>
                </a:lnTo>
                <a:lnTo>
                  <a:pt x="69635" y="1003846"/>
                </a:lnTo>
                <a:lnTo>
                  <a:pt x="69345" y="1014413"/>
                </a:lnTo>
                <a:lnTo>
                  <a:pt x="69080" y="1024980"/>
                </a:lnTo>
                <a:lnTo>
                  <a:pt x="68849" y="1035547"/>
                </a:lnTo>
                <a:lnTo>
                  <a:pt x="68662" y="1046113"/>
                </a:lnTo>
                <a:lnTo>
                  <a:pt x="68530" y="1056680"/>
                </a:lnTo>
                <a:lnTo>
                  <a:pt x="68467" y="1067247"/>
                </a:lnTo>
                <a:lnTo>
                  <a:pt x="68489" y="1077814"/>
                </a:lnTo>
                <a:lnTo>
                  <a:pt x="68616" y="1088381"/>
                </a:lnTo>
                <a:lnTo>
                  <a:pt x="68871" y="1098947"/>
                </a:lnTo>
                <a:lnTo>
                  <a:pt x="69282" y="1109514"/>
                </a:lnTo>
                <a:lnTo>
                  <a:pt x="69877" y="1120081"/>
                </a:lnTo>
                <a:lnTo>
                  <a:pt x="70681" y="1130648"/>
                </a:lnTo>
                <a:lnTo>
                  <a:pt x="71717" y="1141215"/>
                </a:lnTo>
                <a:lnTo>
                  <a:pt x="72998" y="1151781"/>
                </a:lnTo>
                <a:lnTo>
                  <a:pt x="74521" y="1162348"/>
                </a:lnTo>
                <a:lnTo>
                  <a:pt x="76267" y="1172915"/>
                </a:lnTo>
                <a:lnTo>
                  <a:pt x="78198" y="1183482"/>
                </a:lnTo>
                <a:lnTo>
                  <a:pt x="80249" y="1194049"/>
                </a:lnTo>
                <a:lnTo>
                  <a:pt x="82340" y="1204615"/>
                </a:lnTo>
                <a:lnTo>
                  <a:pt x="84372" y="1215182"/>
                </a:lnTo>
                <a:lnTo>
                  <a:pt x="86237" y="1225749"/>
                </a:lnTo>
                <a:lnTo>
                  <a:pt x="87826" y="1236316"/>
                </a:lnTo>
                <a:lnTo>
                  <a:pt x="89042" y="1246883"/>
                </a:lnTo>
                <a:lnTo>
                  <a:pt x="89806" y="1257449"/>
                </a:lnTo>
                <a:lnTo>
                  <a:pt x="90067" y="1268016"/>
                </a:lnTo>
                <a:lnTo>
                  <a:pt x="90067" y="1268016"/>
                </a:lnTo>
                <a:close/>
              </a:path>
            </a:pathLst>
          </a:custGeom>
          <a:solidFill>
            <a:srgbClr val="596BC0">
              <a:alpha val="12000"/>
            </a:srgbClr>
          </a:solidFill>
          <a:ln w="6985">
            <a:solidFill>
              <a:srgbClr val="596BC0">
                <a:alpha val="12000"/>
              </a:srgbClr>
            </a:solidFill>
            <a:prstDash val="solid"/>
          </a:ln>
        </p:spPr>
      </p:sp>
      <p:sp>
        <p:nvSpPr>
          <p:cNvPr id="756" name="01_find_only_755">
            <a:extLst>
              <a:ext uri="{FF2B5EF4-FFF2-40B4-BE49-F238E27FC236}">
                <a16:creationId xmlns:a16="http://schemas.microsoft.com/office/drawing/2014/main" id="{E650887C-8231-4C8C-8C26-904044EC6BD9}"/>
              </a:ext>
            </a:extLst>
          </p:cNvPr>
          <p:cNvSpPr>
            <a:spLocks noGrp="1"/>
          </p:cNvSpPr>
          <p:nvPr/>
        </p:nvSpPr>
        <p:spPr>
          <a:xfrm>
            <a:off x="4123000" y="2869601"/>
            <a:ext cx="130000" cy="1268016"/>
          </a:xfrm>
          <a:custGeom>
            <a:avLst/>
            <a:gdLst/>
            <a:ahLst/>
            <a:cxnLst/>
            <a:rect l="0" t="0" r="0" b="0"/>
            <a:pathLst>
              <a:path w="130000" h="1268016">
                <a:moveTo>
                  <a:pt x="87607" y="1268016"/>
                </a:moveTo>
                <a:lnTo>
                  <a:pt x="42393" y="1268016"/>
                </a:lnTo>
                <a:lnTo>
                  <a:pt x="42627" y="1257449"/>
                </a:lnTo>
                <a:lnTo>
                  <a:pt x="43312" y="1246883"/>
                </a:lnTo>
                <a:lnTo>
                  <a:pt x="44404" y="1236316"/>
                </a:lnTo>
                <a:lnTo>
                  <a:pt x="45832" y="1225749"/>
                </a:lnTo>
                <a:lnTo>
                  <a:pt x="47506" y="1215182"/>
                </a:lnTo>
                <a:lnTo>
                  <a:pt x="49330" y="1204615"/>
                </a:lnTo>
                <a:lnTo>
                  <a:pt x="51208" y="1194049"/>
                </a:lnTo>
                <a:lnTo>
                  <a:pt x="53050" y="1183482"/>
                </a:lnTo>
                <a:lnTo>
                  <a:pt x="54782" y="1172915"/>
                </a:lnTo>
                <a:lnTo>
                  <a:pt x="56350" y="1162348"/>
                </a:lnTo>
                <a:lnTo>
                  <a:pt x="57716" y="1151781"/>
                </a:lnTo>
                <a:lnTo>
                  <a:pt x="58864" y="1141215"/>
                </a:lnTo>
                <a:lnTo>
                  <a:pt x="59792" y="1130648"/>
                </a:lnTo>
                <a:lnTo>
                  <a:pt x="60511" y="1120081"/>
                </a:lnTo>
                <a:lnTo>
                  <a:pt x="61041" y="1109514"/>
                </a:lnTo>
                <a:lnTo>
                  <a:pt x="61405" y="1098947"/>
                </a:lnTo>
                <a:lnTo>
                  <a:pt x="61629" y="1088381"/>
                </a:lnTo>
                <a:lnTo>
                  <a:pt x="61736" y="1077814"/>
                </a:lnTo>
                <a:lnTo>
                  <a:pt x="61748" y="1067247"/>
                </a:lnTo>
                <a:lnTo>
                  <a:pt x="61683" y="1056680"/>
                </a:lnTo>
                <a:lnTo>
                  <a:pt x="61554" y="1046113"/>
                </a:lnTo>
                <a:lnTo>
                  <a:pt x="61376" y="1035547"/>
                </a:lnTo>
                <a:lnTo>
                  <a:pt x="61157" y="1024980"/>
                </a:lnTo>
                <a:lnTo>
                  <a:pt x="60906" y="1014413"/>
                </a:lnTo>
                <a:lnTo>
                  <a:pt x="60632" y="1003846"/>
                </a:lnTo>
                <a:lnTo>
                  <a:pt x="60341" y="993279"/>
                </a:lnTo>
                <a:lnTo>
                  <a:pt x="60041" y="982713"/>
                </a:lnTo>
                <a:lnTo>
                  <a:pt x="59739" y="972146"/>
                </a:lnTo>
                <a:lnTo>
                  <a:pt x="59442" y="961579"/>
                </a:lnTo>
                <a:lnTo>
                  <a:pt x="59155" y="951012"/>
                </a:lnTo>
                <a:lnTo>
                  <a:pt x="58884" y="940445"/>
                </a:lnTo>
                <a:lnTo>
                  <a:pt x="58633" y="929879"/>
                </a:lnTo>
                <a:lnTo>
                  <a:pt x="58407" y="919312"/>
                </a:lnTo>
                <a:lnTo>
                  <a:pt x="58209" y="908745"/>
                </a:lnTo>
                <a:lnTo>
                  <a:pt x="58042" y="898178"/>
                </a:lnTo>
                <a:lnTo>
                  <a:pt x="57910" y="887611"/>
                </a:lnTo>
                <a:lnTo>
                  <a:pt x="57814" y="877045"/>
                </a:lnTo>
                <a:lnTo>
                  <a:pt x="57753" y="866478"/>
                </a:lnTo>
                <a:lnTo>
                  <a:pt x="57727" y="855911"/>
                </a:lnTo>
                <a:lnTo>
                  <a:pt x="57731" y="845344"/>
                </a:lnTo>
                <a:lnTo>
                  <a:pt x="57757" y="834777"/>
                </a:lnTo>
                <a:lnTo>
                  <a:pt x="57793" y="824211"/>
                </a:lnTo>
                <a:lnTo>
                  <a:pt x="57827" y="813644"/>
                </a:lnTo>
                <a:lnTo>
                  <a:pt x="57841" y="803077"/>
                </a:lnTo>
                <a:lnTo>
                  <a:pt x="57815" y="792510"/>
                </a:lnTo>
                <a:lnTo>
                  <a:pt x="57731" y="781943"/>
                </a:lnTo>
                <a:lnTo>
                  <a:pt x="57569" y="771377"/>
                </a:lnTo>
                <a:lnTo>
                  <a:pt x="57313" y="760810"/>
                </a:lnTo>
                <a:lnTo>
                  <a:pt x="56953" y="750243"/>
                </a:lnTo>
                <a:lnTo>
                  <a:pt x="56483" y="739676"/>
                </a:lnTo>
                <a:lnTo>
                  <a:pt x="55908" y="729109"/>
                </a:lnTo>
                <a:lnTo>
                  <a:pt x="55241" y="718543"/>
                </a:lnTo>
                <a:lnTo>
                  <a:pt x="54506" y="707976"/>
                </a:lnTo>
                <a:lnTo>
                  <a:pt x="53736" y="697409"/>
                </a:lnTo>
                <a:lnTo>
                  <a:pt x="52971" y="686842"/>
                </a:lnTo>
                <a:lnTo>
                  <a:pt x="52256" y="676275"/>
                </a:lnTo>
                <a:lnTo>
                  <a:pt x="51636" y="665709"/>
                </a:lnTo>
                <a:lnTo>
                  <a:pt x="51152" y="655142"/>
                </a:lnTo>
                <a:lnTo>
                  <a:pt x="50836" y="644575"/>
                </a:lnTo>
                <a:lnTo>
                  <a:pt x="50709" y="634008"/>
                </a:lnTo>
                <a:lnTo>
                  <a:pt x="50775" y="623441"/>
                </a:lnTo>
                <a:lnTo>
                  <a:pt x="51022" y="612874"/>
                </a:lnTo>
                <a:lnTo>
                  <a:pt x="51423" y="602308"/>
                </a:lnTo>
                <a:lnTo>
                  <a:pt x="51939" y="591741"/>
                </a:lnTo>
                <a:lnTo>
                  <a:pt x="52519" y="581174"/>
                </a:lnTo>
                <a:lnTo>
                  <a:pt x="53111" y="570607"/>
                </a:lnTo>
                <a:lnTo>
                  <a:pt x="53662" y="560040"/>
                </a:lnTo>
                <a:lnTo>
                  <a:pt x="54125" y="549474"/>
                </a:lnTo>
                <a:lnTo>
                  <a:pt x="54464" y="538907"/>
                </a:lnTo>
                <a:lnTo>
                  <a:pt x="54654" y="528340"/>
                </a:lnTo>
                <a:lnTo>
                  <a:pt x="54687" y="517773"/>
                </a:lnTo>
                <a:lnTo>
                  <a:pt x="54568" y="507206"/>
                </a:lnTo>
                <a:lnTo>
                  <a:pt x="54319" y="496640"/>
                </a:lnTo>
                <a:lnTo>
                  <a:pt x="53970" y="486073"/>
                </a:lnTo>
                <a:lnTo>
                  <a:pt x="53563" y="475506"/>
                </a:lnTo>
                <a:lnTo>
                  <a:pt x="53143" y="464939"/>
                </a:lnTo>
                <a:lnTo>
                  <a:pt x="52755" y="454372"/>
                </a:lnTo>
                <a:lnTo>
                  <a:pt x="52442" y="443806"/>
                </a:lnTo>
                <a:lnTo>
                  <a:pt x="52239" y="433239"/>
                </a:lnTo>
                <a:lnTo>
                  <a:pt x="52170" y="422672"/>
                </a:lnTo>
                <a:lnTo>
                  <a:pt x="52249" y="412105"/>
                </a:lnTo>
                <a:lnTo>
                  <a:pt x="52477" y="401538"/>
                </a:lnTo>
                <a:lnTo>
                  <a:pt x="52843" y="390972"/>
                </a:lnTo>
                <a:lnTo>
                  <a:pt x="53328" y="380405"/>
                </a:lnTo>
                <a:lnTo>
                  <a:pt x="53904" y="369838"/>
                </a:lnTo>
                <a:lnTo>
                  <a:pt x="54542" y="359271"/>
                </a:lnTo>
                <a:lnTo>
                  <a:pt x="55212" y="348704"/>
                </a:lnTo>
                <a:lnTo>
                  <a:pt x="55886" y="338138"/>
                </a:lnTo>
                <a:lnTo>
                  <a:pt x="56538" y="327571"/>
                </a:lnTo>
                <a:lnTo>
                  <a:pt x="57148" y="317004"/>
                </a:lnTo>
                <a:lnTo>
                  <a:pt x="57703" y="306437"/>
                </a:lnTo>
                <a:lnTo>
                  <a:pt x="58193" y="295870"/>
                </a:lnTo>
                <a:lnTo>
                  <a:pt x="58613" y="285304"/>
                </a:lnTo>
                <a:lnTo>
                  <a:pt x="58962" y="274737"/>
                </a:lnTo>
                <a:lnTo>
                  <a:pt x="59239" y="264170"/>
                </a:lnTo>
                <a:lnTo>
                  <a:pt x="59446" y="253603"/>
                </a:lnTo>
                <a:lnTo>
                  <a:pt x="59583" y="243036"/>
                </a:lnTo>
                <a:lnTo>
                  <a:pt x="59647" y="232470"/>
                </a:lnTo>
                <a:lnTo>
                  <a:pt x="59629" y="221903"/>
                </a:lnTo>
                <a:lnTo>
                  <a:pt x="59514" y="211336"/>
                </a:lnTo>
                <a:lnTo>
                  <a:pt x="59276" y="200769"/>
                </a:lnTo>
                <a:lnTo>
                  <a:pt x="58877" y="190202"/>
                </a:lnTo>
                <a:lnTo>
                  <a:pt x="58266" y="179636"/>
                </a:lnTo>
                <a:lnTo>
                  <a:pt x="57376" y="169069"/>
                </a:lnTo>
                <a:lnTo>
                  <a:pt x="56133" y="158502"/>
                </a:lnTo>
                <a:lnTo>
                  <a:pt x="54454" y="147935"/>
                </a:lnTo>
                <a:lnTo>
                  <a:pt x="52258" y="137368"/>
                </a:lnTo>
                <a:lnTo>
                  <a:pt x="49474" y="126802"/>
                </a:lnTo>
                <a:lnTo>
                  <a:pt x="46056" y="116235"/>
                </a:lnTo>
                <a:lnTo>
                  <a:pt x="41994" y="105668"/>
                </a:lnTo>
                <a:lnTo>
                  <a:pt x="37329" y="95101"/>
                </a:lnTo>
                <a:lnTo>
                  <a:pt x="32159" y="84534"/>
                </a:lnTo>
                <a:lnTo>
                  <a:pt x="26644" y="73968"/>
                </a:lnTo>
                <a:lnTo>
                  <a:pt x="21003" y="63401"/>
                </a:lnTo>
                <a:lnTo>
                  <a:pt x="15503" y="52834"/>
                </a:lnTo>
                <a:lnTo>
                  <a:pt x="10441" y="42267"/>
                </a:lnTo>
                <a:lnTo>
                  <a:pt x="6114" y="31700"/>
                </a:lnTo>
                <a:lnTo>
                  <a:pt x="2797" y="21134"/>
                </a:lnTo>
                <a:lnTo>
                  <a:pt x="712" y="10567"/>
                </a:lnTo>
                <a:lnTo>
                  <a:pt x="0" y="0"/>
                </a:lnTo>
                <a:lnTo>
                  <a:pt x="130000" y="0"/>
                </a:lnTo>
                <a:lnTo>
                  <a:pt x="130000" y="0"/>
                </a:lnTo>
                <a:lnTo>
                  <a:pt x="129288" y="10567"/>
                </a:lnTo>
                <a:lnTo>
                  <a:pt x="127203" y="21134"/>
                </a:lnTo>
                <a:lnTo>
                  <a:pt x="123886" y="31700"/>
                </a:lnTo>
                <a:lnTo>
                  <a:pt x="119560" y="42267"/>
                </a:lnTo>
                <a:lnTo>
                  <a:pt x="114497" y="52834"/>
                </a:lnTo>
                <a:lnTo>
                  <a:pt x="108997" y="63401"/>
                </a:lnTo>
                <a:lnTo>
                  <a:pt x="103356" y="73968"/>
                </a:lnTo>
                <a:lnTo>
                  <a:pt x="97841" y="84534"/>
                </a:lnTo>
                <a:lnTo>
                  <a:pt x="92671" y="95101"/>
                </a:lnTo>
                <a:lnTo>
                  <a:pt x="88006" y="105668"/>
                </a:lnTo>
                <a:lnTo>
                  <a:pt x="83944" y="116235"/>
                </a:lnTo>
                <a:lnTo>
                  <a:pt x="80526" y="126802"/>
                </a:lnTo>
                <a:lnTo>
                  <a:pt x="77742" y="137368"/>
                </a:lnTo>
                <a:lnTo>
                  <a:pt x="75546" y="147935"/>
                </a:lnTo>
                <a:lnTo>
                  <a:pt x="73867" y="158502"/>
                </a:lnTo>
                <a:lnTo>
                  <a:pt x="72624" y="169069"/>
                </a:lnTo>
                <a:lnTo>
                  <a:pt x="71734" y="179636"/>
                </a:lnTo>
                <a:lnTo>
                  <a:pt x="71123" y="190202"/>
                </a:lnTo>
                <a:lnTo>
                  <a:pt x="70724" y="200769"/>
                </a:lnTo>
                <a:lnTo>
                  <a:pt x="70486" y="211336"/>
                </a:lnTo>
                <a:lnTo>
                  <a:pt x="70371" y="221903"/>
                </a:lnTo>
                <a:lnTo>
                  <a:pt x="70353" y="232470"/>
                </a:lnTo>
                <a:lnTo>
                  <a:pt x="70417" y="243036"/>
                </a:lnTo>
                <a:lnTo>
                  <a:pt x="70554" y="253603"/>
                </a:lnTo>
                <a:lnTo>
                  <a:pt x="70761" y="264170"/>
                </a:lnTo>
                <a:lnTo>
                  <a:pt x="71038" y="274737"/>
                </a:lnTo>
                <a:lnTo>
                  <a:pt x="71387" y="285304"/>
                </a:lnTo>
                <a:lnTo>
                  <a:pt x="71807" y="295870"/>
                </a:lnTo>
                <a:lnTo>
                  <a:pt x="72297" y="306437"/>
                </a:lnTo>
                <a:lnTo>
                  <a:pt x="72852" y="317004"/>
                </a:lnTo>
                <a:lnTo>
                  <a:pt x="73463" y="327571"/>
                </a:lnTo>
                <a:lnTo>
                  <a:pt x="74114" y="338138"/>
                </a:lnTo>
                <a:lnTo>
                  <a:pt x="74788" y="348704"/>
                </a:lnTo>
                <a:lnTo>
                  <a:pt x="75458" y="359271"/>
                </a:lnTo>
                <a:lnTo>
                  <a:pt x="76096" y="369838"/>
                </a:lnTo>
                <a:lnTo>
                  <a:pt x="76672" y="380405"/>
                </a:lnTo>
                <a:lnTo>
                  <a:pt x="77157" y="390972"/>
                </a:lnTo>
                <a:lnTo>
                  <a:pt x="77523" y="401538"/>
                </a:lnTo>
                <a:lnTo>
                  <a:pt x="77751" y="412105"/>
                </a:lnTo>
                <a:lnTo>
                  <a:pt x="77830" y="422672"/>
                </a:lnTo>
                <a:lnTo>
                  <a:pt x="77761" y="433239"/>
                </a:lnTo>
                <a:lnTo>
                  <a:pt x="77558" y="443806"/>
                </a:lnTo>
                <a:lnTo>
                  <a:pt x="77245" y="454372"/>
                </a:lnTo>
                <a:lnTo>
                  <a:pt x="76857" y="464939"/>
                </a:lnTo>
                <a:lnTo>
                  <a:pt x="76437" y="475506"/>
                </a:lnTo>
                <a:lnTo>
                  <a:pt x="76030" y="486073"/>
                </a:lnTo>
                <a:lnTo>
                  <a:pt x="75681" y="496640"/>
                </a:lnTo>
                <a:lnTo>
                  <a:pt x="75432" y="507206"/>
                </a:lnTo>
                <a:lnTo>
                  <a:pt x="75313" y="517773"/>
                </a:lnTo>
                <a:lnTo>
                  <a:pt x="75346" y="528340"/>
                </a:lnTo>
                <a:lnTo>
                  <a:pt x="75536" y="538907"/>
                </a:lnTo>
                <a:lnTo>
                  <a:pt x="75875" y="549474"/>
                </a:lnTo>
                <a:lnTo>
                  <a:pt x="76338" y="560040"/>
                </a:lnTo>
                <a:lnTo>
                  <a:pt x="76889" y="570607"/>
                </a:lnTo>
                <a:lnTo>
                  <a:pt x="77481" y="581174"/>
                </a:lnTo>
                <a:lnTo>
                  <a:pt x="78061" y="591741"/>
                </a:lnTo>
                <a:lnTo>
                  <a:pt x="78577" y="602308"/>
                </a:lnTo>
                <a:lnTo>
                  <a:pt x="78978" y="612874"/>
                </a:lnTo>
                <a:lnTo>
                  <a:pt x="79225" y="623441"/>
                </a:lnTo>
                <a:lnTo>
                  <a:pt x="79291" y="634008"/>
                </a:lnTo>
                <a:lnTo>
                  <a:pt x="79164" y="644575"/>
                </a:lnTo>
                <a:lnTo>
                  <a:pt x="78848" y="655142"/>
                </a:lnTo>
                <a:lnTo>
                  <a:pt x="78364" y="665709"/>
                </a:lnTo>
                <a:lnTo>
                  <a:pt x="77744" y="676275"/>
                </a:lnTo>
                <a:lnTo>
                  <a:pt x="77029" y="686842"/>
                </a:lnTo>
                <a:lnTo>
                  <a:pt x="76264" y="697409"/>
                </a:lnTo>
                <a:lnTo>
                  <a:pt x="75494" y="707976"/>
                </a:lnTo>
                <a:lnTo>
                  <a:pt x="74759" y="718543"/>
                </a:lnTo>
                <a:lnTo>
                  <a:pt x="74092" y="729109"/>
                </a:lnTo>
                <a:lnTo>
                  <a:pt x="73517" y="739676"/>
                </a:lnTo>
                <a:lnTo>
                  <a:pt x="73047" y="750243"/>
                </a:lnTo>
                <a:lnTo>
                  <a:pt x="72687" y="760810"/>
                </a:lnTo>
                <a:lnTo>
                  <a:pt x="72431" y="771377"/>
                </a:lnTo>
                <a:lnTo>
                  <a:pt x="72269" y="781943"/>
                </a:lnTo>
                <a:lnTo>
                  <a:pt x="72185" y="792510"/>
                </a:lnTo>
                <a:lnTo>
                  <a:pt x="72159" y="803077"/>
                </a:lnTo>
                <a:lnTo>
                  <a:pt x="72173" y="813644"/>
                </a:lnTo>
                <a:lnTo>
                  <a:pt x="72207" y="824211"/>
                </a:lnTo>
                <a:lnTo>
                  <a:pt x="72243" y="834777"/>
                </a:lnTo>
                <a:lnTo>
                  <a:pt x="72269" y="845344"/>
                </a:lnTo>
                <a:lnTo>
                  <a:pt x="72273" y="855911"/>
                </a:lnTo>
                <a:lnTo>
                  <a:pt x="72247" y="866478"/>
                </a:lnTo>
                <a:lnTo>
                  <a:pt x="72186" y="877045"/>
                </a:lnTo>
                <a:lnTo>
                  <a:pt x="72090" y="887611"/>
                </a:lnTo>
                <a:lnTo>
                  <a:pt x="71958" y="898178"/>
                </a:lnTo>
                <a:lnTo>
                  <a:pt x="71791" y="908745"/>
                </a:lnTo>
                <a:lnTo>
                  <a:pt x="71593" y="919312"/>
                </a:lnTo>
                <a:lnTo>
                  <a:pt x="71367" y="929879"/>
                </a:lnTo>
                <a:lnTo>
                  <a:pt x="71116" y="940445"/>
                </a:lnTo>
                <a:lnTo>
                  <a:pt x="70845" y="951012"/>
                </a:lnTo>
                <a:lnTo>
                  <a:pt x="70558" y="961579"/>
                </a:lnTo>
                <a:lnTo>
                  <a:pt x="70261" y="972146"/>
                </a:lnTo>
                <a:lnTo>
                  <a:pt x="69959" y="982713"/>
                </a:lnTo>
                <a:lnTo>
                  <a:pt x="69659" y="993279"/>
                </a:lnTo>
                <a:lnTo>
                  <a:pt x="69368" y="1003846"/>
                </a:lnTo>
                <a:lnTo>
                  <a:pt x="69094" y="1014413"/>
                </a:lnTo>
                <a:lnTo>
                  <a:pt x="68843" y="1024980"/>
                </a:lnTo>
                <a:lnTo>
                  <a:pt x="68624" y="1035547"/>
                </a:lnTo>
                <a:lnTo>
                  <a:pt x="68446" y="1046113"/>
                </a:lnTo>
                <a:lnTo>
                  <a:pt x="68317" y="1056680"/>
                </a:lnTo>
                <a:lnTo>
                  <a:pt x="68252" y="1067247"/>
                </a:lnTo>
                <a:lnTo>
                  <a:pt x="68264" y="1077814"/>
                </a:lnTo>
                <a:lnTo>
                  <a:pt x="68371" y="1088381"/>
                </a:lnTo>
                <a:lnTo>
                  <a:pt x="68595" y="1098947"/>
                </a:lnTo>
                <a:lnTo>
                  <a:pt x="68959" y="1109514"/>
                </a:lnTo>
                <a:lnTo>
                  <a:pt x="69489" y="1120081"/>
                </a:lnTo>
                <a:lnTo>
                  <a:pt x="70208" y="1130648"/>
                </a:lnTo>
                <a:lnTo>
                  <a:pt x="71136" y="1141215"/>
                </a:lnTo>
                <a:lnTo>
                  <a:pt x="72284" y="1151781"/>
                </a:lnTo>
                <a:lnTo>
                  <a:pt x="73650" y="1162348"/>
                </a:lnTo>
                <a:lnTo>
                  <a:pt x="75218" y="1172915"/>
                </a:lnTo>
                <a:lnTo>
                  <a:pt x="76950" y="1183482"/>
                </a:lnTo>
                <a:lnTo>
                  <a:pt x="78792" y="1194049"/>
                </a:lnTo>
                <a:lnTo>
                  <a:pt x="80670" y="1204615"/>
                </a:lnTo>
                <a:lnTo>
                  <a:pt x="82494" y="1215182"/>
                </a:lnTo>
                <a:lnTo>
                  <a:pt x="84168" y="1225749"/>
                </a:lnTo>
                <a:lnTo>
                  <a:pt x="85596" y="1236316"/>
                </a:lnTo>
                <a:lnTo>
                  <a:pt x="86688" y="1246883"/>
                </a:lnTo>
                <a:lnTo>
                  <a:pt x="87373" y="1257449"/>
                </a:lnTo>
                <a:lnTo>
                  <a:pt x="87607" y="1268016"/>
                </a:lnTo>
                <a:lnTo>
                  <a:pt x="87607" y="1268016"/>
                </a:lnTo>
                <a:close/>
              </a:path>
            </a:pathLst>
          </a:custGeom>
          <a:solidFill>
            <a:srgbClr val="596BC0">
              <a:alpha val="12000"/>
            </a:srgbClr>
          </a:solidFill>
          <a:ln w="6985">
            <a:solidFill>
              <a:srgbClr val="596BC0">
                <a:alpha val="12000"/>
              </a:srgbClr>
            </a:solidFill>
            <a:prstDash val="solid"/>
          </a:ln>
        </p:spPr>
      </p:sp>
      <p:sp>
        <p:nvSpPr>
          <p:cNvPr id="757" name="01_find_only_756">
            <a:extLst>
              <a:ext uri="{FF2B5EF4-FFF2-40B4-BE49-F238E27FC236}">
                <a16:creationId xmlns:a16="http://schemas.microsoft.com/office/drawing/2014/main" id="{C3787E42-7116-4853-96A8-734993332D47}"/>
              </a:ext>
            </a:extLst>
          </p:cNvPr>
          <p:cNvSpPr>
            <a:spLocks noGrp="1"/>
          </p:cNvSpPr>
          <p:nvPr/>
        </p:nvSpPr>
        <p:spPr>
          <a:xfrm>
            <a:off x="26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58" name="01_find_only_757">
            <a:extLst>
              <a:ext uri="{FF2B5EF4-FFF2-40B4-BE49-F238E27FC236}">
                <a16:creationId xmlns:a16="http://schemas.microsoft.com/office/drawing/2014/main" id="{6FA2F921-7020-4EAB-BCED-B1BEC00897F9}"/>
              </a:ext>
            </a:extLst>
          </p:cNvPr>
          <p:cNvSpPr>
            <a:spLocks noGrp="1"/>
          </p:cNvSpPr>
          <p:nvPr/>
        </p:nvSpPr>
        <p:spPr>
          <a:xfrm>
            <a:off x="293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59" name="01_find_only_758">
            <a:extLst>
              <a:ext uri="{FF2B5EF4-FFF2-40B4-BE49-F238E27FC236}">
                <a16:creationId xmlns:a16="http://schemas.microsoft.com/office/drawing/2014/main" id="{BB617A84-4280-411A-BBF8-779C76D6D184}"/>
              </a:ext>
            </a:extLst>
          </p:cNvPr>
          <p:cNvSpPr>
            <a:spLocks noGrp="1"/>
          </p:cNvSpPr>
          <p:nvPr/>
        </p:nvSpPr>
        <p:spPr>
          <a:xfrm>
            <a:off x="31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0" name="01_find_only_759">
            <a:extLst>
              <a:ext uri="{FF2B5EF4-FFF2-40B4-BE49-F238E27FC236}">
                <a16:creationId xmlns:a16="http://schemas.microsoft.com/office/drawing/2014/main" id="{39490DA4-F402-40D3-A945-9370DC20A97A}"/>
              </a:ext>
            </a:extLst>
          </p:cNvPr>
          <p:cNvSpPr>
            <a:spLocks noGrp="1"/>
          </p:cNvSpPr>
          <p:nvPr/>
        </p:nvSpPr>
        <p:spPr>
          <a:xfrm>
            <a:off x="36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1" name="01_find_only_760">
            <a:extLst>
              <a:ext uri="{FF2B5EF4-FFF2-40B4-BE49-F238E27FC236}">
                <a16:creationId xmlns:a16="http://schemas.microsoft.com/office/drawing/2014/main" id="{B113BB1E-01B5-4525-ABBD-7BB4D004FC06}"/>
              </a:ext>
            </a:extLst>
          </p:cNvPr>
          <p:cNvSpPr>
            <a:spLocks noGrp="1"/>
          </p:cNvSpPr>
          <p:nvPr/>
        </p:nvSpPr>
        <p:spPr>
          <a:xfrm>
            <a:off x="41880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2" name="01_find_only_761">
            <a:extLst>
              <a:ext uri="{FF2B5EF4-FFF2-40B4-BE49-F238E27FC236}">
                <a16:creationId xmlns:a16="http://schemas.microsoft.com/office/drawing/2014/main" id="{44D0064C-2F99-4ACB-BFBB-581828434E86}"/>
              </a:ext>
            </a:extLst>
          </p:cNvPr>
          <p:cNvSpPr>
            <a:spLocks noGrp="1"/>
          </p:cNvSpPr>
          <p:nvPr/>
        </p:nvSpPr>
        <p:spPr>
          <a:xfrm>
            <a:off x="2673000" y="4137617"/>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763" name="01_find_only_762">
            <a:extLst>
              <a:ext uri="{FF2B5EF4-FFF2-40B4-BE49-F238E27FC236}">
                <a16:creationId xmlns:a16="http://schemas.microsoft.com/office/drawing/2014/main" id="{C2135438-2341-47C1-ABA1-A461C3293C60}"/>
              </a:ext>
            </a:extLst>
          </p:cNvPr>
          <p:cNvSpPr>
            <a:spLocks noGrp="1"/>
          </p:cNvSpPr>
          <p:nvPr/>
        </p:nvSpPr>
        <p:spPr>
          <a:xfrm>
            <a:off x="2634900" y="413761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64" name="text_763">
            <a:extLst>
              <a:ext uri="{FF2B5EF4-FFF2-40B4-BE49-F238E27FC236}">
                <a16:creationId xmlns:a16="http://schemas.microsoft.com/office/drawing/2014/main" id="{B80C62F7-D804-4F9F-A33D-BDE50E7D3CE4}"/>
              </a:ext>
            </a:extLst>
          </p:cNvPr>
          <p:cNvSpPr>
            <a:spLocks noGrp="1"/>
          </p:cNvSpPr>
          <p:nvPr/>
        </p:nvSpPr>
        <p:spPr>
          <a:xfrm>
            <a:off x="2545253" y="409755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765" name="01_find_only_764">
            <a:extLst>
              <a:ext uri="{FF2B5EF4-FFF2-40B4-BE49-F238E27FC236}">
                <a16:creationId xmlns:a16="http://schemas.microsoft.com/office/drawing/2014/main" id="{A3D7058D-87CA-42E4-9D86-6D66BA47595E}"/>
              </a:ext>
            </a:extLst>
          </p:cNvPr>
          <p:cNvSpPr>
            <a:spLocks noGrp="1"/>
          </p:cNvSpPr>
          <p:nvPr/>
        </p:nvSpPr>
        <p:spPr>
          <a:xfrm>
            <a:off x="2673000" y="350360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766" name="01_find_only_765">
            <a:extLst>
              <a:ext uri="{FF2B5EF4-FFF2-40B4-BE49-F238E27FC236}">
                <a16:creationId xmlns:a16="http://schemas.microsoft.com/office/drawing/2014/main" id="{C8A42C4A-FB6E-4C66-A2EB-6B88D7FD34FA}"/>
              </a:ext>
            </a:extLst>
          </p:cNvPr>
          <p:cNvSpPr>
            <a:spLocks noGrp="1"/>
          </p:cNvSpPr>
          <p:nvPr/>
        </p:nvSpPr>
        <p:spPr>
          <a:xfrm>
            <a:off x="2634900" y="350360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67" name="text_766">
            <a:extLst>
              <a:ext uri="{FF2B5EF4-FFF2-40B4-BE49-F238E27FC236}">
                <a16:creationId xmlns:a16="http://schemas.microsoft.com/office/drawing/2014/main" id="{3129352A-1B03-45F6-AC0F-E0D74E59B7DC}"/>
              </a:ext>
            </a:extLst>
          </p:cNvPr>
          <p:cNvSpPr>
            <a:spLocks noGrp="1"/>
          </p:cNvSpPr>
          <p:nvPr/>
        </p:nvSpPr>
        <p:spPr>
          <a:xfrm>
            <a:off x="2493706" y="346354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768" name="01_find_only_767">
            <a:extLst>
              <a:ext uri="{FF2B5EF4-FFF2-40B4-BE49-F238E27FC236}">
                <a16:creationId xmlns:a16="http://schemas.microsoft.com/office/drawing/2014/main" id="{56D83581-701E-4F4B-9BD2-B01480130CE3}"/>
              </a:ext>
            </a:extLst>
          </p:cNvPr>
          <p:cNvSpPr>
            <a:spLocks noGrp="1"/>
          </p:cNvSpPr>
          <p:nvPr/>
        </p:nvSpPr>
        <p:spPr>
          <a:xfrm>
            <a:off x="2673000" y="286960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769" name="01_find_only_768">
            <a:extLst>
              <a:ext uri="{FF2B5EF4-FFF2-40B4-BE49-F238E27FC236}">
                <a16:creationId xmlns:a16="http://schemas.microsoft.com/office/drawing/2014/main" id="{E1A9F60D-38AB-4797-A8F0-00DC60EE65C9}"/>
              </a:ext>
            </a:extLst>
          </p:cNvPr>
          <p:cNvSpPr>
            <a:spLocks noGrp="1"/>
          </p:cNvSpPr>
          <p:nvPr/>
        </p:nvSpPr>
        <p:spPr>
          <a:xfrm>
            <a:off x="2634900" y="28696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70" name="text_769">
            <a:extLst>
              <a:ext uri="{FF2B5EF4-FFF2-40B4-BE49-F238E27FC236}">
                <a16:creationId xmlns:a16="http://schemas.microsoft.com/office/drawing/2014/main" id="{2312DC90-06CA-43D1-B33D-951F0B6B4743}"/>
              </a:ext>
            </a:extLst>
          </p:cNvPr>
          <p:cNvSpPr>
            <a:spLocks noGrp="1"/>
          </p:cNvSpPr>
          <p:nvPr/>
        </p:nvSpPr>
        <p:spPr>
          <a:xfrm>
            <a:off x="2442160" y="2829540"/>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771" name="01_find_only_770">
            <a:extLst>
              <a:ext uri="{FF2B5EF4-FFF2-40B4-BE49-F238E27FC236}">
                <a16:creationId xmlns:a16="http://schemas.microsoft.com/office/drawing/2014/main" id="{D34FAF5C-0DE2-435B-8262-756A6EFA9548}"/>
              </a:ext>
            </a:extLst>
          </p:cNvPr>
          <p:cNvSpPr>
            <a:spLocks noGrp="1"/>
          </p:cNvSpPr>
          <p:nvPr/>
        </p:nvSpPr>
        <p:spPr>
          <a:xfrm>
            <a:off x="2900623" y="3806414"/>
            <a:ext cx="28398" cy="28398"/>
          </a:xfrm>
          <a:prstGeom prst="ellipse">
            <a:avLst/>
          </a:prstGeom>
          <a:solidFill>
            <a:srgbClr val="7F8C97">
              <a:alpha val="48000"/>
            </a:srgbClr>
          </a:solidFill>
          <a:ln w="0">
            <a:noFill/>
            <a:prstDash val="solid"/>
          </a:ln>
        </p:spPr>
      </p:sp>
      <p:sp>
        <p:nvSpPr>
          <p:cNvPr id="772" name="01_find_only_771">
            <a:extLst>
              <a:ext uri="{FF2B5EF4-FFF2-40B4-BE49-F238E27FC236}">
                <a16:creationId xmlns:a16="http://schemas.microsoft.com/office/drawing/2014/main" id="{E3972A0E-8320-4F0F-BE83-9B14EA832744}"/>
              </a:ext>
            </a:extLst>
          </p:cNvPr>
          <p:cNvSpPr>
            <a:spLocks noGrp="1"/>
          </p:cNvSpPr>
          <p:nvPr/>
        </p:nvSpPr>
        <p:spPr>
          <a:xfrm>
            <a:off x="2882310" y="3595078"/>
            <a:ext cx="28398" cy="28398"/>
          </a:xfrm>
          <a:prstGeom prst="ellipse">
            <a:avLst/>
          </a:prstGeom>
          <a:solidFill>
            <a:srgbClr val="7F8C97">
              <a:alpha val="48000"/>
            </a:srgbClr>
          </a:solidFill>
          <a:ln w="0">
            <a:noFill/>
            <a:prstDash val="solid"/>
          </a:ln>
        </p:spPr>
      </p:sp>
      <p:sp>
        <p:nvSpPr>
          <p:cNvPr id="773" name="01_find_only_772">
            <a:extLst>
              <a:ext uri="{FF2B5EF4-FFF2-40B4-BE49-F238E27FC236}">
                <a16:creationId xmlns:a16="http://schemas.microsoft.com/office/drawing/2014/main" id="{A63FB22A-6667-4D3D-AF0D-029BE0120596}"/>
              </a:ext>
            </a:extLst>
          </p:cNvPr>
          <p:cNvSpPr>
            <a:spLocks noGrp="1"/>
          </p:cNvSpPr>
          <p:nvPr/>
        </p:nvSpPr>
        <p:spPr>
          <a:xfrm>
            <a:off x="2897190" y="3489410"/>
            <a:ext cx="28398" cy="28398"/>
          </a:xfrm>
          <a:prstGeom prst="ellipse">
            <a:avLst/>
          </a:prstGeom>
          <a:solidFill>
            <a:srgbClr val="7F8C97">
              <a:alpha val="48000"/>
            </a:srgbClr>
          </a:solidFill>
          <a:ln w="0">
            <a:noFill/>
            <a:prstDash val="solid"/>
          </a:ln>
        </p:spPr>
      </p:sp>
      <p:sp>
        <p:nvSpPr>
          <p:cNvPr id="774" name="01_find_only_773">
            <a:extLst>
              <a:ext uri="{FF2B5EF4-FFF2-40B4-BE49-F238E27FC236}">
                <a16:creationId xmlns:a16="http://schemas.microsoft.com/office/drawing/2014/main" id="{B8A7991E-AF5B-41C7-A4AC-096B7C2C4E11}"/>
              </a:ext>
            </a:extLst>
          </p:cNvPr>
          <p:cNvSpPr>
            <a:spLocks noGrp="1"/>
          </p:cNvSpPr>
          <p:nvPr/>
        </p:nvSpPr>
        <p:spPr>
          <a:xfrm>
            <a:off x="2896808" y="3489410"/>
            <a:ext cx="28398" cy="28398"/>
          </a:xfrm>
          <a:prstGeom prst="ellipse">
            <a:avLst/>
          </a:prstGeom>
          <a:solidFill>
            <a:srgbClr val="7F8C97">
              <a:alpha val="48000"/>
            </a:srgbClr>
          </a:solidFill>
          <a:ln w="0">
            <a:noFill/>
            <a:prstDash val="solid"/>
          </a:ln>
        </p:spPr>
      </p:sp>
      <p:sp>
        <p:nvSpPr>
          <p:cNvPr id="775" name="01_find_only_774">
            <a:extLst>
              <a:ext uri="{FF2B5EF4-FFF2-40B4-BE49-F238E27FC236}">
                <a16:creationId xmlns:a16="http://schemas.microsoft.com/office/drawing/2014/main" id="{D3321B67-601E-4801-8333-463CF8733335}"/>
              </a:ext>
            </a:extLst>
          </p:cNvPr>
          <p:cNvSpPr>
            <a:spLocks noGrp="1"/>
          </p:cNvSpPr>
          <p:nvPr/>
        </p:nvSpPr>
        <p:spPr>
          <a:xfrm>
            <a:off x="2913023" y="3489410"/>
            <a:ext cx="28398" cy="28398"/>
          </a:xfrm>
          <a:prstGeom prst="ellipse">
            <a:avLst/>
          </a:prstGeom>
          <a:solidFill>
            <a:srgbClr val="7F8C97">
              <a:alpha val="48000"/>
            </a:srgbClr>
          </a:solidFill>
          <a:ln w="0">
            <a:noFill/>
            <a:prstDash val="solid"/>
          </a:ln>
        </p:spPr>
      </p:sp>
      <p:sp>
        <p:nvSpPr>
          <p:cNvPr id="776" name="01_find_only_775">
            <a:extLst>
              <a:ext uri="{FF2B5EF4-FFF2-40B4-BE49-F238E27FC236}">
                <a16:creationId xmlns:a16="http://schemas.microsoft.com/office/drawing/2014/main" id="{548764AC-2625-48D0-9505-40A2D163E356}"/>
              </a:ext>
            </a:extLst>
          </p:cNvPr>
          <p:cNvSpPr>
            <a:spLocks noGrp="1"/>
          </p:cNvSpPr>
          <p:nvPr/>
        </p:nvSpPr>
        <p:spPr>
          <a:xfrm>
            <a:off x="2940779" y="4123418"/>
            <a:ext cx="28398" cy="28398"/>
          </a:xfrm>
          <a:prstGeom prst="ellipse">
            <a:avLst/>
          </a:prstGeom>
          <a:solidFill>
            <a:srgbClr val="7F8C97">
              <a:alpha val="48000"/>
            </a:srgbClr>
          </a:solidFill>
          <a:ln w="0">
            <a:noFill/>
            <a:prstDash val="solid"/>
          </a:ln>
        </p:spPr>
      </p:sp>
      <p:sp>
        <p:nvSpPr>
          <p:cNvPr id="777" name="01_find_only_776">
            <a:extLst>
              <a:ext uri="{FF2B5EF4-FFF2-40B4-BE49-F238E27FC236}">
                <a16:creationId xmlns:a16="http://schemas.microsoft.com/office/drawing/2014/main" id="{7DC72BE6-287E-4D35-9CBC-F4FB8F0EC963}"/>
              </a:ext>
            </a:extLst>
          </p:cNvPr>
          <p:cNvSpPr>
            <a:spLocks noGrp="1"/>
          </p:cNvSpPr>
          <p:nvPr/>
        </p:nvSpPr>
        <p:spPr>
          <a:xfrm>
            <a:off x="2958234" y="3489410"/>
            <a:ext cx="28398" cy="28398"/>
          </a:xfrm>
          <a:prstGeom prst="ellipse">
            <a:avLst/>
          </a:prstGeom>
          <a:solidFill>
            <a:srgbClr val="7F8C97">
              <a:alpha val="48000"/>
            </a:srgbClr>
          </a:solidFill>
          <a:ln w="0">
            <a:noFill/>
            <a:prstDash val="solid"/>
          </a:ln>
        </p:spPr>
      </p:sp>
      <p:sp>
        <p:nvSpPr>
          <p:cNvPr id="778" name="01_find_only_777">
            <a:extLst>
              <a:ext uri="{FF2B5EF4-FFF2-40B4-BE49-F238E27FC236}">
                <a16:creationId xmlns:a16="http://schemas.microsoft.com/office/drawing/2014/main" id="{63234485-8ED1-45CB-A454-2B55099EAD30}"/>
              </a:ext>
            </a:extLst>
          </p:cNvPr>
          <p:cNvSpPr>
            <a:spLocks noGrp="1"/>
          </p:cNvSpPr>
          <p:nvPr/>
        </p:nvSpPr>
        <p:spPr>
          <a:xfrm>
            <a:off x="2887365" y="3912082"/>
            <a:ext cx="28398" cy="28398"/>
          </a:xfrm>
          <a:prstGeom prst="ellipse">
            <a:avLst/>
          </a:prstGeom>
          <a:solidFill>
            <a:srgbClr val="7F8C97">
              <a:alpha val="48000"/>
            </a:srgbClr>
          </a:solidFill>
          <a:ln w="0">
            <a:noFill/>
            <a:prstDash val="solid"/>
          </a:ln>
        </p:spPr>
      </p:sp>
      <p:sp>
        <p:nvSpPr>
          <p:cNvPr id="779" name="01_find_only_778">
            <a:extLst>
              <a:ext uri="{FF2B5EF4-FFF2-40B4-BE49-F238E27FC236}">
                <a16:creationId xmlns:a16="http://schemas.microsoft.com/office/drawing/2014/main" id="{E82A166E-6BD1-49C7-95EB-4C540BD0C88F}"/>
              </a:ext>
            </a:extLst>
          </p:cNvPr>
          <p:cNvSpPr>
            <a:spLocks noGrp="1"/>
          </p:cNvSpPr>
          <p:nvPr/>
        </p:nvSpPr>
        <p:spPr>
          <a:xfrm>
            <a:off x="2930955" y="3489410"/>
            <a:ext cx="28398" cy="28398"/>
          </a:xfrm>
          <a:prstGeom prst="ellipse">
            <a:avLst/>
          </a:prstGeom>
          <a:solidFill>
            <a:srgbClr val="7F8C97">
              <a:alpha val="48000"/>
            </a:srgbClr>
          </a:solidFill>
          <a:ln w="0">
            <a:noFill/>
            <a:prstDash val="solid"/>
          </a:ln>
        </p:spPr>
      </p:sp>
      <p:sp>
        <p:nvSpPr>
          <p:cNvPr id="780" name="01_find_only_779">
            <a:extLst>
              <a:ext uri="{FF2B5EF4-FFF2-40B4-BE49-F238E27FC236}">
                <a16:creationId xmlns:a16="http://schemas.microsoft.com/office/drawing/2014/main" id="{FEA111F8-D902-409B-9524-3DAD36D386A6}"/>
              </a:ext>
            </a:extLst>
          </p:cNvPr>
          <p:cNvSpPr>
            <a:spLocks noGrp="1"/>
          </p:cNvSpPr>
          <p:nvPr/>
        </p:nvSpPr>
        <p:spPr>
          <a:xfrm>
            <a:off x="2887651" y="4123418"/>
            <a:ext cx="28398" cy="28398"/>
          </a:xfrm>
          <a:prstGeom prst="ellipse">
            <a:avLst/>
          </a:prstGeom>
          <a:solidFill>
            <a:srgbClr val="7F8C97">
              <a:alpha val="48000"/>
            </a:srgbClr>
          </a:solidFill>
          <a:ln w="0">
            <a:noFill/>
            <a:prstDash val="solid"/>
          </a:ln>
        </p:spPr>
      </p:sp>
      <p:sp>
        <p:nvSpPr>
          <p:cNvPr id="781" name="01_find_only_780">
            <a:extLst>
              <a:ext uri="{FF2B5EF4-FFF2-40B4-BE49-F238E27FC236}">
                <a16:creationId xmlns:a16="http://schemas.microsoft.com/office/drawing/2014/main" id="{7D7F4A00-C1C8-4B03-9C82-86FFC7FE3727}"/>
              </a:ext>
            </a:extLst>
          </p:cNvPr>
          <p:cNvSpPr>
            <a:spLocks noGrp="1"/>
          </p:cNvSpPr>
          <p:nvPr/>
        </p:nvSpPr>
        <p:spPr>
          <a:xfrm>
            <a:off x="2877159" y="4123418"/>
            <a:ext cx="28398" cy="28398"/>
          </a:xfrm>
          <a:prstGeom prst="ellipse">
            <a:avLst/>
          </a:prstGeom>
          <a:solidFill>
            <a:srgbClr val="7F8C97">
              <a:alpha val="48000"/>
            </a:srgbClr>
          </a:solidFill>
          <a:ln w="0">
            <a:noFill/>
            <a:prstDash val="solid"/>
          </a:ln>
        </p:spPr>
      </p:sp>
      <p:sp>
        <p:nvSpPr>
          <p:cNvPr id="782" name="01_find_only_781">
            <a:extLst>
              <a:ext uri="{FF2B5EF4-FFF2-40B4-BE49-F238E27FC236}">
                <a16:creationId xmlns:a16="http://schemas.microsoft.com/office/drawing/2014/main" id="{718FE267-9CE9-445D-9428-A0D966504F1E}"/>
              </a:ext>
            </a:extLst>
          </p:cNvPr>
          <p:cNvSpPr>
            <a:spLocks noGrp="1"/>
          </p:cNvSpPr>
          <p:nvPr/>
        </p:nvSpPr>
        <p:spPr>
          <a:xfrm>
            <a:off x="2950603" y="3647912"/>
            <a:ext cx="28398" cy="28398"/>
          </a:xfrm>
          <a:prstGeom prst="ellipse">
            <a:avLst/>
          </a:prstGeom>
          <a:solidFill>
            <a:srgbClr val="7F8C97">
              <a:alpha val="48000"/>
            </a:srgbClr>
          </a:solidFill>
          <a:ln w="0">
            <a:noFill/>
            <a:prstDash val="solid"/>
          </a:ln>
        </p:spPr>
      </p:sp>
      <p:sp>
        <p:nvSpPr>
          <p:cNvPr id="783" name="01_find_only_782">
            <a:extLst>
              <a:ext uri="{FF2B5EF4-FFF2-40B4-BE49-F238E27FC236}">
                <a16:creationId xmlns:a16="http://schemas.microsoft.com/office/drawing/2014/main" id="{D9A49048-6858-4ADD-8CF0-D3EF1F83F2BA}"/>
              </a:ext>
            </a:extLst>
          </p:cNvPr>
          <p:cNvSpPr>
            <a:spLocks noGrp="1"/>
          </p:cNvSpPr>
          <p:nvPr/>
        </p:nvSpPr>
        <p:spPr>
          <a:xfrm>
            <a:off x="2970156" y="4123418"/>
            <a:ext cx="28398" cy="28398"/>
          </a:xfrm>
          <a:prstGeom prst="ellipse">
            <a:avLst/>
          </a:prstGeom>
          <a:solidFill>
            <a:srgbClr val="7F8C97">
              <a:alpha val="48000"/>
            </a:srgbClr>
          </a:solidFill>
          <a:ln w="0">
            <a:noFill/>
            <a:prstDash val="solid"/>
          </a:ln>
        </p:spPr>
      </p:sp>
      <p:sp>
        <p:nvSpPr>
          <p:cNvPr id="784" name="01_find_only_783">
            <a:extLst>
              <a:ext uri="{FF2B5EF4-FFF2-40B4-BE49-F238E27FC236}">
                <a16:creationId xmlns:a16="http://schemas.microsoft.com/office/drawing/2014/main" id="{42683E3F-CF67-45A6-AAB5-2EDA06B1456D}"/>
              </a:ext>
            </a:extLst>
          </p:cNvPr>
          <p:cNvSpPr>
            <a:spLocks noGrp="1"/>
          </p:cNvSpPr>
          <p:nvPr/>
        </p:nvSpPr>
        <p:spPr>
          <a:xfrm>
            <a:off x="2912737" y="4123418"/>
            <a:ext cx="28398" cy="28398"/>
          </a:xfrm>
          <a:prstGeom prst="ellipse">
            <a:avLst/>
          </a:prstGeom>
          <a:solidFill>
            <a:srgbClr val="7F8C97">
              <a:alpha val="48000"/>
            </a:srgbClr>
          </a:solidFill>
          <a:ln w="0">
            <a:noFill/>
            <a:prstDash val="solid"/>
          </a:ln>
        </p:spPr>
      </p:sp>
      <p:sp>
        <p:nvSpPr>
          <p:cNvPr id="785" name="01_find_only_784">
            <a:extLst>
              <a:ext uri="{FF2B5EF4-FFF2-40B4-BE49-F238E27FC236}">
                <a16:creationId xmlns:a16="http://schemas.microsoft.com/office/drawing/2014/main" id="{7B25DB88-6F33-4F9D-A282-C6C027BAB41F}"/>
              </a:ext>
            </a:extLst>
          </p:cNvPr>
          <p:cNvSpPr>
            <a:spLocks noGrp="1"/>
          </p:cNvSpPr>
          <p:nvPr/>
        </p:nvSpPr>
        <p:spPr>
          <a:xfrm>
            <a:off x="2965006" y="3489410"/>
            <a:ext cx="28398" cy="28398"/>
          </a:xfrm>
          <a:prstGeom prst="ellipse">
            <a:avLst/>
          </a:prstGeom>
          <a:solidFill>
            <a:srgbClr val="7F8C97">
              <a:alpha val="48000"/>
            </a:srgbClr>
          </a:solidFill>
          <a:ln w="0">
            <a:noFill/>
            <a:prstDash val="solid"/>
          </a:ln>
        </p:spPr>
      </p:sp>
      <p:sp>
        <p:nvSpPr>
          <p:cNvPr id="786" name="01_find_only_785">
            <a:extLst>
              <a:ext uri="{FF2B5EF4-FFF2-40B4-BE49-F238E27FC236}">
                <a16:creationId xmlns:a16="http://schemas.microsoft.com/office/drawing/2014/main" id="{67E72F6F-0246-430B-A60B-F048735327B8}"/>
              </a:ext>
            </a:extLst>
          </p:cNvPr>
          <p:cNvSpPr>
            <a:spLocks noGrp="1"/>
          </p:cNvSpPr>
          <p:nvPr/>
        </p:nvSpPr>
        <p:spPr>
          <a:xfrm>
            <a:off x="2897094" y="3700746"/>
            <a:ext cx="28398" cy="28398"/>
          </a:xfrm>
          <a:prstGeom prst="ellipse">
            <a:avLst/>
          </a:prstGeom>
          <a:solidFill>
            <a:srgbClr val="7F8C97">
              <a:alpha val="48000"/>
            </a:srgbClr>
          </a:solidFill>
          <a:ln w="0">
            <a:noFill/>
            <a:prstDash val="solid"/>
          </a:ln>
        </p:spPr>
      </p:sp>
      <p:sp>
        <p:nvSpPr>
          <p:cNvPr id="787" name="01_find_only_786">
            <a:extLst>
              <a:ext uri="{FF2B5EF4-FFF2-40B4-BE49-F238E27FC236}">
                <a16:creationId xmlns:a16="http://schemas.microsoft.com/office/drawing/2014/main" id="{6E25E43D-D697-4267-8520-39A42C76C8C7}"/>
              </a:ext>
            </a:extLst>
          </p:cNvPr>
          <p:cNvSpPr>
            <a:spLocks noGrp="1"/>
          </p:cNvSpPr>
          <p:nvPr/>
        </p:nvSpPr>
        <p:spPr>
          <a:xfrm>
            <a:off x="2915217" y="3594159"/>
            <a:ext cx="28398" cy="28398"/>
          </a:xfrm>
          <a:prstGeom prst="ellipse">
            <a:avLst/>
          </a:prstGeom>
          <a:solidFill>
            <a:srgbClr val="7F8C97">
              <a:alpha val="48000"/>
            </a:srgbClr>
          </a:solidFill>
          <a:ln w="0">
            <a:noFill/>
            <a:prstDash val="solid"/>
          </a:ln>
        </p:spPr>
      </p:sp>
      <p:sp>
        <p:nvSpPr>
          <p:cNvPr id="788" name="01_find_only_787">
            <a:extLst>
              <a:ext uri="{FF2B5EF4-FFF2-40B4-BE49-F238E27FC236}">
                <a16:creationId xmlns:a16="http://schemas.microsoft.com/office/drawing/2014/main" id="{DD0213F2-D402-4597-8EB4-A9638946F1CD}"/>
              </a:ext>
            </a:extLst>
          </p:cNvPr>
          <p:cNvSpPr>
            <a:spLocks noGrp="1"/>
          </p:cNvSpPr>
          <p:nvPr/>
        </p:nvSpPr>
        <p:spPr>
          <a:xfrm>
            <a:off x="2943640" y="3679612"/>
            <a:ext cx="28398" cy="28398"/>
          </a:xfrm>
          <a:prstGeom prst="ellipse">
            <a:avLst/>
          </a:prstGeom>
          <a:solidFill>
            <a:srgbClr val="7F8C97">
              <a:alpha val="48000"/>
            </a:srgbClr>
          </a:solidFill>
          <a:ln w="0">
            <a:noFill/>
            <a:prstDash val="solid"/>
          </a:ln>
        </p:spPr>
      </p:sp>
      <p:sp>
        <p:nvSpPr>
          <p:cNvPr id="789" name="01_find_only_788">
            <a:extLst>
              <a:ext uri="{FF2B5EF4-FFF2-40B4-BE49-F238E27FC236}">
                <a16:creationId xmlns:a16="http://schemas.microsoft.com/office/drawing/2014/main" id="{8653D111-8010-4924-8D0A-847428C0130B}"/>
              </a:ext>
            </a:extLst>
          </p:cNvPr>
          <p:cNvSpPr>
            <a:spLocks noGrp="1"/>
          </p:cNvSpPr>
          <p:nvPr/>
        </p:nvSpPr>
        <p:spPr>
          <a:xfrm>
            <a:off x="2960714" y="3489410"/>
            <a:ext cx="28398" cy="28398"/>
          </a:xfrm>
          <a:prstGeom prst="ellipse">
            <a:avLst/>
          </a:prstGeom>
          <a:solidFill>
            <a:srgbClr val="7F8C97">
              <a:alpha val="48000"/>
            </a:srgbClr>
          </a:solidFill>
          <a:ln w="0">
            <a:noFill/>
            <a:prstDash val="solid"/>
          </a:ln>
        </p:spPr>
      </p:sp>
      <p:sp>
        <p:nvSpPr>
          <p:cNvPr id="790" name="01_find_only_789">
            <a:extLst>
              <a:ext uri="{FF2B5EF4-FFF2-40B4-BE49-F238E27FC236}">
                <a16:creationId xmlns:a16="http://schemas.microsoft.com/office/drawing/2014/main" id="{EBE7F05F-6EE4-4D02-9D07-09F4581C9E35}"/>
              </a:ext>
            </a:extLst>
          </p:cNvPr>
          <p:cNvSpPr>
            <a:spLocks noGrp="1"/>
          </p:cNvSpPr>
          <p:nvPr/>
        </p:nvSpPr>
        <p:spPr>
          <a:xfrm>
            <a:off x="2969966" y="4123418"/>
            <a:ext cx="28398" cy="28398"/>
          </a:xfrm>
          <a:prstGeom prst="ellipse">
            <a:avLst/>
          </a:prstGeom>
          <a:solidFill>
            <a:srgbClr val="7F8C97">
              <a:alpha val="48000"/>
            </a:srgbClr>
          </a:solidFill>
          <a:ln w="0">
            <a:noFill/>
            <a:prstDash val="solid"/>
          </a:ln>
        </p:spPr>
      </p:sp>
      <p:sp>
        <p:nvSpPr>
          <p:cNvPr id="791" name="01_find_only_790">
            <a:extLst>
              <a:ext uri="{FF2B5EF4-FFF2-40B4-BE49-F238E27FC236}">
                <a16:creationId xmlns:a16="http://schemas.microsoft.com/office/drawing/2014/main" id="{0BD72D7A-2145-47AA-988F-943AF5289054}"/>
              </a:ext>
            </a:extLst>
          </p:cNvPr>
          <p:cNvSpPr>
            <a:spLocks noGrp="1"/>
          </p:cNvSpPr>
          <p:nvPr/>
        </p:nvSpPr>
        <p:spPr>
          <a:xfrm>
            <a:off x="2937059" y="3806414"/>
            <a:ext cx="28398" cy="28398"/>
          </a:xfrm>
          <a:prstGeom prst="ellipse">
            <a:avLst/>
          </a:prstGeom>
          <a:solidFill>
            <a:srgbClr val="7F8C97">
              <a:alpha val="48000"/>
            </a:srgbClr>
          </a:solidFill>
          <a:ln w="0">
            <a:noFill/>
            <a:prstDash val="solid"/>
          </a:ln>
        </p:spPr>
      </p:sp>
      <p:sp>
        <p:nvSpPr>
          <p:cNvPr id="792" name="01_find_only_791">
            <a:extLst>
              <a:ext uri="{FF2B5EF4-FFF2-40B4-BE49-F238E27FC236}">
                <a16:creationId xmlns:a16="http://schemas.microsoft.com/office/drawing/2014/main" id="{9545D964-AD01-4A64-8FA4-A9CD70947060}"/>
              </a:ext>
            </a:extLst>
          </p:cNvPr>
          <p:cNvSpPr>
            <a:spLocks noGrp="1"/>
          </p:cNvSpPr>
          <p:nvPr/>
        </p:nvSpPr>
        <p:spPr>
          <a:xfrm>
            <a:off x="2880498" y="3522779"/>
            <a:ext cx="28398" cy="28398"/>
          </a:xfrm>
          <a:prstGeom prst="ellipse">
            <a:avLst/>
          </a:prstGeom>
          <a:solidFill>
            <a:srgbClr val="7F8C97">
              <a:alpha val="48000"/>
            </a:srgbClr>
          </a:solidFill>
          <a:ln w="0">
            <a:noFill/>
            <a:prstDash val="solid"/>
          </a:ln>
        </p:spPr>
      </p:sp>
      <p:sp>
        <p:nvSpPr>
          <p:cNvPr id="793" name="01_find_only_792">
            <a:extLst>
              <a:ext uri="{FF2B5EF4-FFF2-40B4-BE49-F238E27FC236}">
                <a16:creationId xmlns:a16="http://schemas.microsoft.com/office/drawing/2014/main" id="{648E5165-8766-4BC0-9A0C-433E8B9C711A}"/>
              </a:ext>
            </a:extLst>
          </p:cNvPr>
          <p:cNvSpPr>
            <a:spLocks noGrp="1"/>
          </p:cNvSpPr>
          <p:nvPr/>
        </p:nvSpPr>
        <p:spPr>
          <a:xfrm>
            <a:off x="2894614" y="3489410"/>
            <a:ext cx="28398" cy="28398"/>
          </a:xfrm>
          <a:prstGeom prst="ellipse">
            <a:avLst/>
          </a:prstGeom>
          <a:solidFill>
            <a:srgbClr val="7F8C97">
              <a:alpha val="48000"/>
            </a:srgbClr>
          </a:solidFill>
          <a:ln w="0">
            <a:noFill/>
            <a:prstDash val="solid"/>
          </a:ln>
        </p:spPr>
      </p:sp>
      <p:sp>
        <p:nvSpPr>
          <p:cNvPr id="794" name="01_find_only_793">
            <a:extLst>
              <a:ext uri="{FF2B5EF4-FFF2-40B4-BE49-F238E27FC236}">
                <a16:creationId xmlns:a16="http://schemas.microsoft.com/office/drawing/2014/main" id="{3DB8897B-E4AF-4214-8B41-3CA5A81CD91F}"/>
              </a:ext>
            </a:extLst>
          </p:cNvPr>
          <p:cNvSpPr>
            <a:spLocks noGrp="1"/>
          </p:cNvSpPr>
          <p:nvPr/>
        </p:nvSpPr>
        <p:spPr>
          <a:xfrm>
            <a:off x="2900814" y="4123418"/>
            <a:ext cx="28398" cy="28398"/>
          </a:xfrm>
          <a:prstGeom prst="ellipse">
            <a:avLst/>
          </a:prstGeom>
          <a:solidFill>
            <a:srgbClr val="7F8C97">
              <a:alpha val="48000"/>
            </a:srgbClr>
          </a:solidFill>
          <a:ln w="0">
            <a:noFill/>
            <a:prstDash val="solid"/>
          </a:ln>
        </p:spPr>
      </p:sp>
      <p:sp>
        <p:nvSpPr>
          <p:cNvPr id="795" name="01_find_only_794">
            <a:extLst>
              <a:ext uri="{FF2B5EF4-FFF2-40B4-BE49-F238E27FC236}">
                <a16:creationId xmlns:a16="http://schemas.microsoft.com/office/drawing/2014/main" id="{881B4E08-E12F-4DEB-A6EC-98ECFDA63EFE}"/>
              </a:ext>
            </a:extLst>
          </p:cNvPr>
          <p:cNvSpPr>
            <a:spLocks noGrp="1"/>
          </p:cNvSpPr>
          <p:nvPr/>
        </p:nvSpPr>
        <p:spPr>
          <a:xfrm>
            <a:off x="2880307" y="3700746"/>
            <a:ext cx="28398" cy="28398"/>
          </a:xfrm>
          <a:prstGeom prst="ellipse">
            <a:avLst/>
          </a:prstGeom>
          <a:solidFill>
            <a:srgbClr val="7F8C97">
              <a:alpha val="48000"/>
            </a:srgbClr>
          </a:solidFill>
          <a:ln w="0">
            <a:noFill/>
            <a:prstDash val="solid"/>
          </a:ln>
        </p:spPr>
      </p:sp>
      <p:sp>
        <p:nvSpPr>
          <p:cNvPr id="796" name="01_find_only_795">
            <a:extLst>
              <a:ext uri="{FF2B5EF4-FFF2-40B4-BE49-F238E27FC236}">
                <a16:creationId xmlns:a16="http://schemas.microsoft.com/office/drawing/2014/main" id="{420FFC93-721B-4254-9956-631CE1E1B71C}"/>
              </a:ext>
            </a:extLst>
          </p:cNvPr>
          <p:cNvSpPr>
            <a:spLocks noGrp="1"/>
          </p:cNvSpPr>
          <p:nvPr/>
        </p:nvSpPr>
        <p:spPr>
          <a:xfrm>
            <a:off x="2879735" y="3616211"/>
            <a:ext cx="28398" cy="28398"/>
          </a:xfrm>
          <a:prstGeom prst="ellipse">
            <a:avLst/>
          </a:prstGeom>
          <a:solidFill>
            <a:srgbClr val="7F8C97">
              <a:alpha val="48000"/>
            </a:srgbClr>
          </a:solidFill>
          <a:ln w="0">
            <a:noFill/>
            <a:prstDash val="solid"/>
          </a:ln>
        </p:spPr>
      </p:sp>
      <p:sp>
        <p:nvSpPr>
          <p:cNvPr id="797" name="01_find_only_796">
            <a:extLst>
              <a:ext uri="{FF2B5EF4-FFF2-40B4-BE49-F238E27FC236}">
                <a16:creationId xmlns:a16="http://schemas.microsoft.com/office/drawing/2014/main" id="{23AA2AF8-554C-489A-8BBB-45C801CEB59E}"/>
              </a:ext>
            </a:extLst>
          </p:cNvPr>
          <p:cNvSpPr>
            <a:spLocks noGrp="1"/>
          </p:cNvSpPr>
          <p:nvPr/>
        </p:nvSpPr>
        <p:spPr>
          <a:xfrm>
            <a:off x="2898239" y="4123418"/>
            <a:ext cx="28398" cy="28398"/>
          </a:xfrm>
          <a:prstGeom prst="ellipse">
            <a:avLst/>
          </a:prstGeom>
          <a:solidFill>
            <a:srgbClr val="7F8C97">
              <a:alpha val="48000"/>
            </a:srgbClr>
          </a:solidFill>
          <a:ln w="0">
            <a:noFill/>
            <a:prstDash val="solid"/>
          </a:ln>
        </p:spPr>
      </p:sp>
      <p:sp>
        <p:nvSpPr>
          <p:cNvPr id="798" name="01_find_only_797">
            <a:extLst>
              <a:ext uri="{FF2B5EF4-FFF2-40B4-BE49-F238E27FC236}">
                <a16:creationId xmlns:a16="http://schemas.microsoft.com/office/drawing/2014/main" id="{4FE4ABA8-4B38-433F-858F-921EEDC34273}"/>
              </a:ext>
            </a:extLst>
          </p:cNvPr>
          <p:cNvSpPr>
            <a:spLocks noGrp="1"/>
          </p:cNvSpPr>
          <p:nvPr/>
        </p:nvSpPr>
        <p:spPr>
          <a:xfrm>
            <a:off x="2934198" y="3489410"/>
            <a:ext cx="28398" cy="28398"/>
          </a:xfrm>
          <a:prstGeom prst="ellipse">
            <a:avLst/>
          </a:prstGeom>
          <a:solidFill>
            <a:srgbClr val="7F8C97">
              <a:alpha val="48000"/>
            </a:srgbClr>
          </a:solidFill>
          <a:ln w="0">
            <a:noFill/>
            <a:prstDash val="solid"/>
          </a:ln>
        </p:spPr>
      </p:sp>
      <p:sp>
        <p:nvSpPr>
          <p:cNvPr id="799" name="01_find_only_798">
            <a:extLst>
              <a:ext uri="{FF2B5EF4-FFF2-40B4-BE49-F238E27FC236}">
                <a16:creationId xmlns:a16="http://schemas.microsoft.com/office/drawing/2014/main" id="{66A6DE24-CB71-4C8F-ADC7-AE5640BF524B}"/>
              </a:ext>
            </a:extLst>
          </p:cNvPr>
          <p:cNvSpPr>
            <a:spLocks noGrp="1"/>
          </p:cNvSpPr>
          <p:nvPr/>
        </p:nvSpPr>
        <p:spPr>
          <a:xfrm>
            <a:off x="2893183" y="3700746"/>
            <a:ext cx="28398" cy="28398"/>
          </a:xfrm>
          <a:prstGeom prst="ellipse">
            <a:avLst/>
          </a:prstGeom>
          <a:solidFill>
            <a:srgbClr val="7F8C97">
              <a:alpha val="48000"/>
            </a:srgbClr>
          </a:solidFill>
          <a:ln w="0">
            <a:noFill/>
            <a:prstDash val="solid"/>
          </a:ln>
        </p:spPr>
      </p:sp>
      <p:sp>
        <p:nvSpPr>
          <p:cNvPr id="800" name="01_find_only_799">
            <a:extLst>
              <a:ext uri="{FF2B5EF4-FFF2-40B4-BE49-F238E27FC236}">
                <a16:creationId xmlns:a16="http://schemas.microsoft.com/office/drawing/2014/main" id="{61942F86-D345-4881-89A7-D9C93FA7E7A7}"/>
              </a:ext>
            </a:extLst>
          </p:cNvPr>
          <p:cNvSpPr>
            <a:spLocks noGrp="1"/>
          </p:cNvSpPr>
          <p:nvPr/>
        </p:nvSpPr>
        <p:spPr>
          <a:xfrm>
            <a:off x="2921798" y="4123418"/>
            <a:ext cx="28398" cy="28398"/>
          </a:xfrm>
          <a:prstGeom prst="ellipse">
            <a:avLst/>
          </a:prstGeom>
          <a:solidFill>
            <a:srgbClr val="7F8C97">
              <a:alpha val="48000"/>
            </a:srgbClr>
          </a:solidFill>
          <a:ln w="0">
            <a:noFill/>
            <a:prstDash val="solid"/>
          </a:ln>
        </p:spPr>
      </p:sp>
      <p:sp>
        <p:nvSpPr>
          <p:cNvPr id="801" name="01_find_only_800">
            <a:extLst>
              <a:ext uri="{FF2B5EF4-FFF2-40B4-BE49-F238E27FC236}">
                <a16:creationId xmlns:a16="http://schemas.microsoft.com/office/drawing/2014/main" id="{2DE03083-5327-45FF-B9A6-BC9ECC72CA1E}"/>
              </a:ext>
            </a:extLst>
          </p:cNvPr>
          <p:cNvSpPr>
            <a:spLocks noGrp="1"/>
          </p:cNvSpPr>
          <p:nvPr/>
        </p:nvSpPr>
        <p:spPr>
          <a:xfrm>
            <a:off x="2911688" y="4123418"/>
            <a:ext cx="28398" cy="28398"/>
          </a:xfrm>
          <a:prstGeom prst="ellipse">
            <a:avLst/>
          </a:prstGeom>
          <a:solidFill>
            <a:srgbClr val="7F8C97">
              <a:alpha val="48000"/>
            </a:srgbClr>
          </a:solidFill>
          <a:ln w="0">
            <a:noFill/>
            <a:prstDash val="solid"/>
          </a:ln>
        </p:spPr>
      </p:sp>
      <p:sp>
        <p:nvSpPr>
          <p:cNvPr id="802" name="01_find_only_801">
            <a:extLst>
              <a:ext uri="{FF2B5EF4-FFF2-40B4-BE49-F238E27FC236}">
                <a16:creationId xmlns:a16="http://schemas.microsoft.com/office/drawing/2014/main" id="{F419C174-1DB7-41FF-9ABB-48032DE79FA1}"/>
              </a:ext>
            </a:extLst>
          </p:cNvPr>
          <p:cNvSpPr>
            <a:spLocks noGrp="1"/>
          </p:cNvSpPr>
          <p:nvPr/>
        </p:nvSpPr>
        <p:spPr>
          <a:xfrm>
            <a:off x="2958997" y="4123418"/>
            <a:ext cx="28398" cy="28398"/>
          </a:xfrm>
          <a:prstGeom prst="ellipse">
            <a:avLst/>
          </a:prstGeom>
          <a:solidFill>
            <a:srgbClr val="7F8C97">
              <a:alpha val="48000"/>
            </a:srgbClr>
          </a:solidFill>
          <a:ln w="0">
            <a:noFill/>
            <a:prstDash val="solid"/>
          </a:ln>
        </p:spPr>
      </p:sp>
      <p:sp>
        <p:nvSpPr>
          <p:cNvPr id="803" name="01_find_only_802">
            <a:extLst>
              <a:ext uri="{FF2B5EF4-FFF2-40B4-BE49-F238E27FC236}">
                <a16:creationId xmlns:a16="http://schemas.microsoft.com/office/drawing/2014/main" id="{28427838-A3AB-44F6-A06C-C3674ACA6259}"/>
              </a:ext>
            </a:extLst>
          </p:cNvPr>
          <p:cNvSpPr>
            <a:spLocks noGrp="1"/>
          </p:cNvSpPr>
          <p:nvPr/>
        </p:nvSpPr>
        <p:spPr>
          <a:xfrm>
            <a:off x="2902245" y="4077401"/>
            <a:ext cx="28398" cy="28398"/>
          </a:xfrm>
          <a:prstGeom prst="ellipse">
            <a:avLst/>
          </a:prstGeom>
          <a:solidFill>
            <a:srgbClr val="7F8C97">
              <a:alpha val="48000"/>
            </a:srgbClr>
          </a:solidFill>
          <a:ln w="0">
            <a:noFill/>
            <a:prstDash val="solid"/>
          </a:ln>
        </p:spPr>
      </p:sp>
      <p:sp>
        <p:nvSpPr>
          <p:cNvPr id="804" name="01_find_only_803">
            <a:extLst>
              <a:ext uri="{FF2B5EF4-FFF2-40B4-BE49-F238E27FC236}">
                <a16:creationId xmlns:a16="http://schemas.microsoft.com/office/drawing/2014/main" id="{F59E649C-9CC8-47B6-B743-8F99ED220B5B}"/>
              </a:ext>
            </a:extLst>
          </p:cNvPr>
          <p:cNvSpPr>
            <a:spLocks noGrp="1"/>
          </p:cNvSpPr>
          <p:nvPr/>
        </p:nvSpPr>
        <p:spPr>
          <a:xfrm>
            <a:off x="2941447" y="3519601"/>
            <a:ext cx="28398" cy="28398"/>
          </a:xfrm>
          <a:prstGeom prst="ellipse">
            <a:avLst/>
          </a:prstGeom>
          <a:solidFill>
            <a:srgbClr val="7F8C97">
              <a:alpha val="48000"/>
            </a:srgbClr>
          </a:solidFill>
          <a:ln w="0">
            <a:noFill/>
            <a:prstDash val="solid"/>
          </a:ln>
        </p:spPr>
      </p:sp>
      <p:sp>
        <p:nvSpPr>
          <p:cNvPr id="805" name="01_find_only_804">
            <a:extLst>
              <a:ext uri="{FF2B5EF4-FFF2-40B4-BE49-F238E27FC236}">
                <a16:creationId xmlns:a16="http://schemas.microsoft.com/office/drawing/2014/main" id="{ECC5FD28-AE9F-4AFC-B73A-2237085A4382}"/>
              </a:ext>
            </a:extLst>
          </p:cNvPr>
          <p:cNvSpPr>
            <a:spLocks noGrp="1"/>
          </p:cNvSpPr>
          <p:nvPr/>
        </p:nvSpPr>
        <p:spPr>
          <a:xfrm>
            <a:off x="2943831" y="4123418"/>
            <a:ext cx="28398" cy="28398"/>
          </a:xfrm>
          <a:prstGeom prst="ellipse">
            <a:avLst/>
          </a:prstGeom>
          <a:solidFill>
            <a:srgbClr val="7F8C97">
              <a:alpha val="48000"/>
            </a:srgbClr>
          </a:solidFill>
          <a:ln w="0">
            <a:noFill/>
            <a:prstDash val="solid"/>
          </a:ln>
        </p:spPr>
      </p:sp>
      <p:sp>
        <p:nvSpPr>
          <p:cNvPr id="806" name="01_find_only_805">
            <a:extLst>
              <a:ext uri="{FF2B5EF4-FFF2-40B4-BE49-F238E27FC236}">
                <a16:creationId xmlns:a16="http://schemas.microsoft.com/office/drawing/2014/main" id="{AB17EF67-6CE3-40EB-9740-6D8E3F8BCEC2}"/>
              </a:ext>
            </a:extLst>
          </p:cNvPr>
          <p:cNvSpPr>
            <a:spLocks noGrp="1"/>
          </p:cNvSpPr>
          <p:nvPr/>
        </p:nvSpPr>
        <p:spPr>
          <a:xfrm>
            <a:off x="2880021" y="3489410"/>
            <a:ext cx="28398" cy="28398"/>
          </a:xfrm>
          <a:prstGeom prst="ellipse">
            <a:avLst/>
          </a:prstGeom>
          <a:solidFill>
            <a:srgbClr val="7F8C97">
              <a:alpha val="48000"/>
            </a:srgbClr>
          </a:solidFill>
          <a:ln w="0">
            <a:noFill/>
            <a:prstDash val="solid"/>
          </a:ln>
        </p:spPr>
      </p:sp>
      <p:sp>
        <p:nvSpPr>
          <p:cNvPr id="807" name="01_find_only_806">
            <a:extLst>
              <a:ext uri="{FF2B5EF4-FFF2-40B4-BE49-F238E27FC236}">
                <a16:creationId xmlns:a16="http://schemas.microsoft.com/office/drawing/2014/main" id="{6E1C33D1-3696-4EA6-8239-D3189ED09A92}"/>
              </a:ext>
            </a:extLst>
          </p:cNvPr>
          <p:cNvSpPr>
            <a:spLocks noGrp="1"/>
          </p:cNvSpPr>
          <p:nvPr/>
        </p:nvSpPr>
        <p:spPr>
          <a:xfrm>
            <a:off x="2957757" y="3489410"/>
            <a:ext cx="28398" cy="28398"/>
          </a:xfrm>
          <a:prstGeom prst="ellipse">
            <a:avLst/>
          </a:prstGeom>
          <a:solidFill>
            <a:srgbClr val="7F8C97">
              <a:alpha val="48000"/>
            </a:srgbClr>
          </a:solidFill>
          <a:ln w="0">
            <a:noFill/>
            <a:prstDash val="solid"/>
          </a:ln>
        </p:spPr>
      </p:sp>
      <p:sp>
        <p:nvSpPr>
          <p:cNvPr id="808" name="01_find_only_807">
            <a:extLst>
              <a:ext uri="{FF2B5EF4-FFF2-40B4-BE49-F238E27FC236}">
                <a16:creationId xmlns:a16="http://schemas.microsoft.com/office/drawing/2014/main" id="{5E1E1E61-E144-450E-A6B3-2F5776EA995A}"/>
              </a:ext>
            </a:extLst>
          </p:cNvPr>
          <p:cNvSpPr>
            <a:spLocks noGrp="1"/>
          </p:cNvSpPr>
          <p:nvPr/>
        </p:nvSpPr>
        <p:spPr>
          <a:xfrm>
            <a:off x="2877732" y="4123418"/>
            <a:ext cx="28398" cy="28398"/>
          </a:xfrm>
          <a:prstGeom prst="ellipse">
            <a:avLst/>
          </a:prstGeom>
          <a:solidFill>
            <a:srgbClr val="7F8C97">
              <a:alpha val="48000"/>
            </a:srgbClr>
          </a:solidFill>
          <a:ln w="0">
            <a:noFill/>
            <a:prstDash val="solid"/>
          </a:ln>
        </p:spPr>
      </p:sp>
      <p:sp>
        <p:nvSpPr>
          <p:cNvPr id="809" name="01_find_only_808">
            <a:extLst>
              <a:ext uri="{FF2B5EF4-FFF2-40B4-BE49-F238E27FC236}">
                <a16:creationId xmlns:a16="http://schemas.microsoft.com/office/drawing/2014/main" id="{02CFCFAA-30A2-4FC1-8B20-3D645FEC7AAF}"/>
              </a:ext>
            </a:extLst>
          </p:cNvPr>
          <p:cNvSpPr>
            <a:spLocks noGrp="1"/>
          </p:cNvSpPr>
          <p:nvPr/>
        </p:nvSpPr>
        <p:spPr>
          <a:xfrm>
            <a:off x="2957566" y="3806414"/>
            <a:ext cx="28398" cy="28398"/>
          </a:xfrm>
          <a:prstGeom prst="ellipse">
            <a:avLst/>
          </a:prstGeom>
          <a:solidFill>
            <a:srgbClr val="7F8C97">
              <a:alpha val="48000"/>
            </a:srgbClr>
          </a:solidFill>
          <a:ln w="0">
            <a:noFill/>
            <a:prstDash val="solid"/>
          </a:ln>
        </p:spPr>
      </p:sp>
      <p:sp>
        <p:nvSpPr>
          <p:cNvPr id="810" name="01_find_only_809">
            <a:extLst>
              <a:ext uri="{FF2B5EF4-FFF2-40B4-BE49-F238E27FC236}">
                <a16:creationId xmlns:a16="http://schemas.microsoft.com/office/drawing/2014/main" id="{C2D2182B-F597-49CA-8236-AD965E8EE319}"/>
              </a:ext>
            </a:extLst>
          </p:cNvPr>
          <p:cNvSpPr>
            <a:spLocks noGrp="1"/>
          </p:cNvSpPr>
          <p:nvPr/>
        </p:nvSpPr>
        <p:spPr>
          <a:xfrm>
            <a:off x="2966818" y="4123418"/>
            <a:ext cx="28398" cy="28398"/>
          </a:xfrm>
          <a:prstGeom prst="ellipse">
            <a:avLst/>
          </a:prstGeom>
          <a:solidFill>
            <a:srgbClr val="7F8C97">
              <a:alpha val="48000"/>
            </a:srgbClr>
          </a:solidFill>
          <a:ln w="0">
            <a:noFill/>
            <a:prstDash val="solid"/>
          </a:ln>
        </p:spPr>
      </p:sp>
      <p:sp>
        <p:nvSpPr>
          <p:cNvPr id="811" name="01_find_only_810">
            <a:extLst>
              <a:ext uri="{FF2B5EF4-FFF2-40B4-BE49-F238E27FC236}">
                <a16:creationId xmlns:a16="http://schemas.microsoft.com/office/drawing/2014/main" id="{66D1AE72-6408-474D-B4E7-3541088908B3}"/>
              </a:ext>
            </a:extLst>
          </p:cNvPr>
          <p:cNvSpPr>
            <a:spLocks noGrp="1"/>
          </p:cNvSpPr>
          <p:nvPr/>
        </p:nvSpPr>
        <p:spPr>
          <a:xfrm>
            <a:off x="2934770" y="4123418"/>
            <a:ext cx="28398" cy="28398"/>
          </a:xfrm>
          <a:prstGeom prst="ellipse">
            <a:avLst/>
          </a:prstGeom>
          <a:solidFill>
            <a:srgbClr val="7F8C97">
              <a:alpha val="48000"/>
            </a:srgbClr>
          </a:solidFill>
          <a:ln w="0">
            <a:noFill/>
            <a:prstDash val="solid"/>
          </a:ln>
        </p:spPr>
      </p:sp>
      <p:sp>
        <p:nvSpPr>
          <p:cNvPr id="812" name="01_find_only_811">
            <a:extLst>
              <a:ext uri="{FF2B5EF4-FFF2-40B4-BE49-F238E27FC236}">
                <a16:creationId xmlns:a16="http://schemas.microsoft.com/office/drawing/2014/main" id="{749360AA-3E55-4863-A264-57642C865532}"/>
              </a:ext>
            </a:extLst>
          </p:cNvPr>
          <p:cNvSpPr>
            <a:spLocks noGrp="1"/>
          </p:cNvSpPr>
          <p:nvPr/>
        </p:nvSpPr>
        <p:spPr>
          <a:xfrm>
            <a:off x="2906155" y="4123418"/>
            <a:ext cx="28398" cy="28398"/>
          </a:xfrm>
          <a:prstGeom prst="ellipse">
            <a:avLst/>
          </a:prstGeom>
          <a:solidFill>
            <a:srgbClr val="7F8C97">
              <a:alpha val="48000"/>
            </a:srgbClr>
          </a:solidFill>
          <a:ln w="0">
            <a:noFill/>
            <a:prstDash val="solid"/>
          </a:ln>
        </p:spPr>
      </p:sp>
      <p:sp>
        <p:nvSpPr>
          <p:cNvPr id="813" name="01_find_only_812">
            <a:extLst>
              <a:ext uri="{FF2B5EF4-FFF2-40B4-BE49-F238E27FC236}">
                <a16:creationId xmlns:a16="http://schemas.microsoft.com/office/drawing/2014/main" id="{90429A73-3752-4BA2-A8F8-923FF7118934}"/>
              </a:ext>
            </a:extLst>
          </p:cNvPr>
          <p:cNvSpPr>
            <a:spLocks noGrp="1"/>
          </p:cNvSpPr>
          <p:nvPr/>
        </p:nvSpPr>
        <p:spPr>
          <a:xfrm>
            <a:off x="2946120" y="4123418"/>
            <a:ext cx="28398" cy="28398"/>
          </a:xfrm>
          <a:prstGeom prst="ellipse">
            <a:avLst/>
          </a:prstGeom>
          <a:solidFill>
            <a:srgbClr val="7F8C97">
              <a:alpha val="48000"/>
            </a:srgbClr>
          </a:solidFill>
          <a:ln w="0">
            <a:noFill/>
            <a:prstDash val="solid"/>
          </a:ln>
        </p:spPr>
      </p:sp>
      <p:sp>
        <p:nvSpPr>
          <p:cNvPr id="814" name="01_find_only_813">
            <a:extLst>
              <a:ext uri="{FF2B5EF4-FFF2-40B4-BE49-F238E27FC236}">
                <a16:creationId xmlns:a16="http://schemas.microsoft.com/office/drawing/2014/main" id="{EE96B2E2-F85F-437E-879D-6902ED307101}"/>
              </a:ext>
            </a:extLst>
          </p:cNvPr>
          <p:cNvSpPr>
            <a:spLocks noGrp="1"/>
          </p:cNvSpPr>
          <p:nvPr/>
        </p:nvSpPr>
        <p:spPr>
          <a:xfrm>
            <a:off x="2897571" y="4123418"/>
            <a:ext cx="28398" cy="28398"/>
          </a:xfrm>
          <a:prstGeom prst="ellipse">
            <a:avLst/>
          </a:prstGeom>
          <a:solidFill>
            <a:srgbClr val="7F8C97">
              <a:alpha val="48000"/>
            </a:srgbClr>
          </a:solidFill>
          <a:ln w="0">
            <a:noFill/>
            <a:prstDash val="solid"/>
          </a:ln>
        </p:spPr>
      </p:sp>
      <p:sp>
        <p:nvSpPr>
          <p:cNvPr id="815" name="01_find_only_814">
            <a:extLst>
              <a:ext uri="{FF2B5EF4-FFF2-40B4-BE49-F238E27FC236}">
                <a16:creationId xmlns:a16="http://schemas.microsoft.com/office/drawing/2014/main" id="{4D613280-B0F6-4D33-A0BF-6D2CAF57FD08}"/>
              </a:ext>
            </a:extLst>
          </p:cNvPr>
          <p:cNvSpPr>
            <a:spLocks noGrp="1"/>
          </p:cNvSpPr>
          <p:nvPr/>
        </p:nvSpPr>
        <p:spPr>
          <a:xfrm>
            <a:off x="2922084" y="3806414"/>
            <a:ext cx="28398" cy="28398"/>
          </a:xfrm>
          <a:prstGeom prst="ellipse">
            <a:avLst/>
          </a:prstGeom>
          <a:solidFill>
            <a:srgbClr val="7F8C97">
              <a:alpha val="48000"/>
            </a:srgbClr>
          </a:solidFill>
          <a:ln w="0">
            <a:noFill/>
            <a:prstDash val="solid"/>
          </a:ln>
        </p:spPr>
      </p:sp>
      <p:sp>
        <p:nvSpPr>
          <p:cNvPr id="816" name="01_find_only_815">
            <a:extLst>
              <a:ext uri="{FF2B5EF4-FFF2-40B4-BE49-F238E27FC236}">
                <a16:creationId xmlns:a16="http://schemas.microsoft.com/office/drawing/2014/main" id="{8D65370D-D7AC-42CF-88DB-6288D0617BC8}"/>
              </a:ext>
            </a:extLst>
          </p:cNvPr>
          <p:cNvSpPr>
            <a:spLocks noGrp="1"/>
          </p:cNvSpPr>
          <p:nvPr/>
        </p:nvSpPr>
        <p:spPr>
          <a:xfrm>
            <a:off x="2922084" y="3489410"/>
            <a:ext cx="28398" cy="28398"/>
          </a:xfrm>
          <a:prstGeom prst="ellipse">
            <a:avLst/>
          </a:prstGeom>
          <a:solidFill>
            <a:srgbClr val="7F8C97">
              <a:alpha val="48000"/>
            </a:srgbClr>
          </a:solidFill>
          <a:ln w="0">
            <a:noFill/>
            <a:prstDash val="solid"/>
          </a:ln>
        </p:spPr>
      </p:sp>
      <p:sp>
        <p:nvSpPr>
          <p:cNvPr id="817" name="01_find_only_816">
            <a:extLst>
              <a:ext uri="{FF2B5EF4-FFF2-40B4-BE49-F238E27FC236}">
                <a16:creationId xmlns:a16="http://schemas.microsoft.com/office/drawing/2014/main" id="{FC041103-3AAA-4833-B93B-D0B4EA561892}"/>
              </a:ext>
            </a:extLst>
          </p:cNvPr>
          <p:cNvSpPr>
            <a:spLocks noGrp="1"/>
          </p:cNvSpPr>
          <p:nvPr/>
        </p:nvSpPr>
        <p:spPr>
          <a:xfrm>
            <a:off x="2893470" y="3579982"/>
            <a:ext cx="28398" cy="28398"/>
          </a:xfrm>
          <a:prstGeom prst="ellipse">
            <a:avLst/>
          </a:prstGeom>
          <a:solidFill>
            <a:srgbClr val="7F8C97">
              <a:alpha val="48000"/>
            </a:srgbClr>
          </a:solidFill>
          <a:ln w="0">
            <a:noFill/>
            <a:prstDash val="solid"/>
          </a:ln>
        </p:spPr>
      </p:sp>
      <p:sp>
        <p:nvSpPr>
          <p:cNvPr id="818" name="01_find_only_817">
            <a:extLst>
              <a:ext uri="{FF2B5EF4-FFF2-40B4-BE49-F238E27FC236}">
                <a16:creationId xmlns:a16="http://schemas.microsoft.com/office/drawing/2014/main" id="{BD3F7953-483B-455A-80A0-65358AE86C90}"/>
              </a:ext>
            </a:extLst>
          </p:cNvPr>
          <p:cNvSpPr>
            <a:spLocks noGrp="1"/>
          </p:cNvSpPr>
          <p:nvPr/>
        </p:nvSpPr>
        <p:spPr>
          <a:xfrm>
            <a:off x="2959951" y="3616211"/>
            <a:ext cx="28398" cy="28398"/>
          </a:xfrm>
          <a:prstGeom prst="ellipse">
            <a:avLst/>
          </a:prstGeom>
          <a:solidFill>
            <a:srgbClr val="7F8C97">
              <a:alpha val="48000"/>
            </a:srgbClr>
          </a:solidFill>
          <a:ln w="0">
            <a:noFill/>
            <a:prstDash val="solid"/>
          </a:ln>
        </p:spPr>
      </p:sp>
      <p:sp>
        <p:nvSpPr>
          <p:cNvPr id="819" name="01_find_only_818">
            <a:extLst>
              <a:ext uri="{FF2B5EF4-FFF2-40B4-BE49-F238E27FC236}">
                <a16:creationId xmlns:a16="http://schemas.microsoft.com/office/drawing/2014/main" id="{DBFB8D5D-488E-4F53-9993-60143E9E8965}"/>
              </a:ext>
            </a:extLst>
          </p:cNvPr>
          <p:cNvSpPr>
            <a:spLocks noGrp="1"/>
          </p:cNvSpPr>
          <p:nvPr/>
        </p:nvSpPr>
        <p:spPr>
          <a:xfrm>
            <a:off x="2907777" y="4123418"/>
            <a:ext cx="28398" cy="28398"/>
          </a:xfrm>
          <a:prstGeom prst="ellipse">
            <a:avLst/>
          </a:prstGeom>
          <a:solidFill>
            <a:srgbClr val="7F8C97">
              <a:alpha val="48000"/>
            </a:srgbClr>
          </a:solidFill>
          <a:ln w="0">
            <a:noFill/>
            <a:prstDash val="solid"/>
          </a:ln>
        </p:spPr>
      </p:sp>
      <p:sp>
        <p:nvSpPr>
          <p:cNvPr id="820" name="01_find_only_819">
            <a:extLst>
              <a:ext uri="{FF2B5EF4-FFF2-40B4-BE49-F238E27FC236}">
                <a16:creationId xmlns:a16="http://schemas.microsoft.com/office/drawing/2014/main" id="{62A44A5B-C3E2-47A7-8388-73BA5272F43E}"/>
              </a:ext>
            </a:extLst>
          </p:cNvPr>
          <p:cNvSpPr>
            <a:spLocks noGrp="1"/>
          </p:cNvSpPr>
          <p:nvPr/>
        </p:nvSpPr>
        <p:spPr>
          <a:xfrm>
            <a:off x="2917029" y="4123418"/>
            <a:ext cx="28398" cy="28398"/>
          </a:xfrm>
          <a:prstGeom prst="ellipse">
            <a:avLst/>
          </a:prstGeom>
          <a:solidFill>
            <a:srgbClr val="7F8C97">
              <a:alpha val="48000"/>
            </a:srgbClr>
          </a:solidFill>
          <a:ln w="0">
            <a:noFill/>
            <a:prstDash val="solid"/>
          </a:ln>
        </p:spPr>
      </p:sp>
      <p:sp>
        <p:nvSpPr>
          <p:cNvPr id="821" name="01_find_only_820">
            <a:extLst>
              <a:ext uri="{FF2B5EF4-FFF2-40B4-BE49-F238E27FC236}">
                <a16:creationId xmlns:a16="http://schemas.microsoft.com/office/drawing/2014/main" id="{9F07CD74-7A43-4F9A-98A1-F7B015E76DE3}"/>
              </a:ext>
            </a:extLst>
          </p:cNvPr>
          <p:cNvSpPr>
            <a:spLocks noGrp="1"/>
          </p:cNvSpPr>
          <p:nvPr/>
        </p:nvSpPr>
        <p:spPr>
          <a:xfrm>
            <a:off x="2969107" y="3489410"/>
            <a:ext cx="28398" cy="28398"/>
          </a:xfrm>
          <a:prstGeom prst="ellipse">
            <a:avLst/>
          </a:prstGeom>
          <a:solidFill>
            <a:srgbClr val="7F8C97">
              <a:alpha val="48000"/>
            </a:srgbClr>
          </a:solidFill>
          <a:ln w="0">
            <a:noFill/>
            <a:prstDash val="solid"/>
          </a:ln>
        </p:spPr>
      </p:sp>
      <p:sp>
        <p:nvSpPr>
          <p:cNvPr id="822" name="01_find_only_821">
            <a:extLst>
              <a:ext uri="{FF2B5EF4-FFF2-40B4-BE49-F238E27FC236}">
                <a16:creationId xmlns:a16="http://schemas.microsoft.com/office/drawing/2014/main" id="{E7464D52-799B-43DE-BBF7-56DBAB486A45}"/>
              </a:ext>
            </a:extLst>
          </p:cNvPr>
          <p:cNvSpPr>
            <a:spLocks noGrp="1"/>
          </p:cNvSpPr>
          <p:nvPr/>
        </p:nvSpPr>
        <p:spPr>
          <a:xfrm>
            <a:off x="2940493" y="4123418"/>
            <a:ext cx="28398" cy="28398"/>
          </a:xfrm>
          <a:prstGeom prst="ellipse">
            <a:avLst/>
          </a:prstGeom>
          <a:solidFill>
            <a:srgbClr val="7F8C97">
              <a:alpha val="48000"/>
            </a:srgbClr>
          </a:solidFill>
          <a:ln w="0">
            <a:noFill/>
            <a:prstDash val="solid"/>
          </a:ln>
        </p:spPr>
      </p:sp>
      <p:sp>
        <p:nvSpPr>
          <p:cNvPr id="823" name="01_find_only_822">
            <a:extLst>
              <a:ext uri="{FF2B5EF4-FFF2-40B4-BE49-F238E27FC236}">
                <a16:creationId xmlns:a16="http://schemas.microsoft.com/office/drawing/2014/main" id="{597A3D4E-AB28-4FC1-A033-8CA4F70DFA84}"/>
              </a:ext>
            </a:extLst>
          </p:cNvPr>
          <p:cNvSpPr>
            <a:spLocks noGrp="1"/>
          </p:cNvSpPr>
          <p:nvPr/>
        </p:nvSpPr>
        <p:spPr>
          <a:xfrm>
            <a:off x="2965673" y="3942273"/>
            <a:ext cx="28398" cy="28398"/>
          </a:xfrm>
          <a:prstGeom prst="ellipse">
            <a:avLst/>
          </a:prstGeom>
          <a:solidFill>
            <a:srgbClr val="7F8C97">
              <a:alpha val="48000"/>
            </a:srgbClr>
          </a:solidFill>
          <a:ln w="0">
            <a:noFill/>
            <a:prstDash val="solid"/>
          </a:ln>
        </p:spPr>
      </p:sp>
      <p:sp>
        <p:nvSpPr>
          <p:cNvPr id="824" name="01_find_only_823">
            <a:extLst>
              <a:ext uri="{FF2B5EF4-FFF2-40B4-BE49-F238E27FC236}">
                <a16:creationId xmlns:a16="http://schemas.microsoft.com/office/drawing/2014/main" id="{0BA1CEC3-DA76-41CE-9DB3-F556A280FE32}"/>
              </a:ext>
            </a:extLst>
          </p:cNvPr>
          <p:cNvSpPr>
            <a:spLocks noGrp="1"/>
          </p:cNvSpPr>
          <p:nvPr/>
        </p:nvSpPr>
        <p:spPr>
          <a:xfrm>
            <a:off x="2881356" y="4123418"/>
            <a:ext cx="28398" cy="28398"/>
          </a:xfrm>
          <a:prstGeom prst="ellipse">
            <a:avLst/>
          </a:prstGeom>
          <a:solidFill>
            <a:srgbClr val="7F8C97">
              <a:alpha val="48000"/>
            </a:srgbClr>
          </a:solidFill>
          <a:ln w="0">
            <a:noFill/>
            <a:prstDash val="solid"/>
          </a:ln>
        </p:spPr>
      </p:sp>
      <p:sp>
        <p:nvSpPr>
          <p:cNvPr id="825" name="01_find_only_824">
            <a:extLst>
              <a:ext uri="{FF2B5EF4-FFF2-40B4-BE49-F238E27FC236}">
                <a16:creationId xmlns:a16="http://schemas.microsoft.com/office/drawing/2014/main" id="{37ED3C3F-7BC6-48FE-A349-C268CA41F2C5}"/>
              </a:ext>
            </a:extLst>
          </p:cNvPr>
          <p:cNvSpPr>
            <a:spLocks noGrp="1"/>
          </p:cNvSpPr>
          <p:nvPr/>
        </p:nvSpPr>
        <p:spPr>
          <a:xfrm>
            <a:off x="2958615" y="4123418"/>
            <a:ext cx="28398" cy="28398"/>
          </a:xfrm>
          <a:prstGeom prst="ellipse">
            <a:avLst/>
          </a:prstGeom>
          <a:solidFill>
            <a:srgbClr val="7F8C97">
              <a:alpha val="48000"/>
            </a:srgbClr>
          </a:solidFill>
          <a:ln w="0">
            <a:noFill/>
            <a:prstDash val="solid"/>
          </a:ln>
        </p:spPr>
      </p:sp>
      <p:sp>
        <p:nvSpPr>
          <p:cNvPr id="826" name="01_find_only_825">
            <a:extLst>
              <a:ext uri="{FF2B5EF4-FFF2-40B4-BE49-F238E27FC236}">
                <a16:creationId xmlns:a16="http://schemas.microsoft.com/office/drawing/2014/main" id="{0B55AFED-40AA-42B7-892D-EC28232531D5}"/>
              </a:ext>
            </a:extLst>
          </p:cNvPr>
          <p:cNvSpPr>
            <a:spLocks noGrp="1"/>
          </p:cNvSpPr>
          <p:nvPr/>
        </p:nvSpPr>
        <p:spPr>
          <a:xfrm>
            <a:off x="2946025" y="3806414"/>
            <a:ext cx="28398" cy="28398"/>
          </a:xfrm>
          <a:prstGeom prst="ellipse">
            <a:avLst/>
          </a:prstGeom>
          <a:solidFill>
            <a:srgbClr val="7F8C97">
              <a:alpha val="48000"/>
            </a:srgbClr>
          </a:solidFill>
          <a:ln w="0">
            <a:noFill/>
            <a:prstDash val="solid"/>
          </a:ln>
        </p:spPr>
      </p:sp>
      <p:sp>
        <p:nvSpPr>
          <p:cNvPr id="827" name="01_find_only_826">
            <a:extLst>
              <a:ext uri="{FF2B5EF4-FFF2-40B4-BE49-F238E27FC236}">
                <a16:creationId xmlns:a16="http://schemas.microsoft.com/office/drawing/2014/main" id="{BA85792D-B5DE-4893-BA27-88808532E33F}"/>
              </a:ext>
            </a:extLst>
          </p:cNvPr>
          <p:cNvSpPr>
            <a:spLocks noGrp="1"/>
          </p:cNvSpPr>
          <p:nvPr/>
        </p:nvSpPr>
        <p:spPr>
          <a:xfrm>
            <a:off x="2913118" y="4123418"/>
            <a:ext cx="28398" cy="28398"/>
          </a:xfrm>
          <a:prstGeom prst="ellipse">
            <a:avLst/>
          </a:prstGeom>
          <a:solidFill>
            <a:srgbClr val="7F8C97">
              <a:alpha val="48000"/>
            </a:srgbClr>
          </a:solidFill>
          <a:ln w="0">
            <a:noFill/>
            <a:prstDash val="solid"/>
          </a:ln>
        </p:spPr>
      </p:sp>
      <p:sp>
        <p:nvSpPr>
          <p:cNvPr id="828" name="01_find_only_827">
            <a:extLst>
              <a:ext uri="{FF2B5EF4-FFF2-40B4-BE49-F238E27FC236}">
                <a16:creationId xmlns:a16="http://schemas.microsoft.com/office/drawing/2014/main" id="{3F0C5801-B832-4E87-86F4-85C207585552}"/>
              </a:ext>
            </a:extLst>
          </p:cNvPr>
          <p:cNvSpPr>
            <a:spLocks noGrp="1"/>
          </p:cNvSpPr>
          <p:nvPr/>
        </p:nvSpPr>
        <p:spPr>
          <a:xfrm>
            <a:off x="2949745" y="3806414"/>
            <a:ext cx="28398" cy="28398"/>
          </a:xfrm>
          <a:prstGeom prst="ellipse">
            <a:avLst/>
          </a:prstGeom>
          <a:solidFill>
            <a:srgbClr val="7F8C97">
              <a:alpha val="48000"/>
            </a:srgbClr>
          </a:solidFill>
          <a:ln w="0">
            <a:noFill/>
            <a:prstDash val="solid"/>
          </a:ln>
        </p:spPr>
      </p:sp>
      <p:sp>
        <p:nvSpPr>
          <p:cNvPr id="829" name="01_find_only_828">
            <a:extLst>
              <a:ext uri="{FF2B5EF4-FFF2-40B4-BE49-F238E27FC236}">
                <a16:creationId xmlns:a16="http://schemas.microsoft.com/office/drawing/2014/main" id="{5AA438CB-FABC-49B2-821A-7AF913B9DAC0}"/>
              </a:ext>
            </a:extLst>
          </p:cNvPr>
          <p:cNvSpPr>
            <a:spLocks noGrp="1"/>
          </p:cNvSpPr>
          <p:nvPr/>
        </p:nvSpPr>
        <p:spPr>
          <a:xfrm>
            <a:off x="2969584" y="3489410"/>
            <a:ext cx="28398" cy="28398"/>
          </a:xfrm>
          <a:prstGeom prst="ellipse">
            <a:avLst/>
          </a:prstGeom>
          <a:solidFill>
            <a:srgbClr val="7F8C97">
              <a:alpha val="48000"/>
            </a:srgbClr>
          </a:solidFill>
          <a:ln w="0">
            <a:noFill/>
            <a:prstDash val="solid"/>
          </a:ln>
        </p:spPr>
      </p:sp>
      <p:sp>
        <p:nvSpPr>
          <p:cNvPr id="830" name="01_find_only_829">
            <a:extLst>
              <a:ext uri="{FF2B5EF4-FFF2-40B4-BE49-F238E27FC236}">
                <a16:creationId xmlns:a16="http://schemas.microsoft.com/office/drawing/2014/main" id="{EE17BF34-56AB-4BC5-A2BF-DA49730E6C73}"/>
              </a:ext>
            </a:extLst>
          </p:cNvPr>
          <p:cNvSpPr>
            <a:spLocks noGrp="1"/>
          </p:cNvSpPr>
          <p:nvPr/>
        </p:nvSpPr>
        <p:spPr>
          <a:xfrm>
            <a:off x="2939730" y="3559855"/>
            <a:ext cx="28398" cy="28398"/>
          </a:xfrm>
          <a:prstGeom prst="ellipse">
            <a:avLst/>
          </a:prstGeom>
          <a:solidFill>
            <a:srgbClr val="7F8C97">
              <a:alpha val="48000"/>
            </a:srgbClr>
          </a:solidFill>
          <a:ln w="0">
            <a:noFill/>
            <a:prstDash val="solid"/>
          </a:ln>
        </p:spPr>
      </p:sp>
      <p:sp>
        <p:nvSpPr>
          <p:cNvPr id="831" name="01_find_only_830">
            <a:extLst>
              <a:ext uri="{FF2B5EF4-FFF2-40B4-BE49-F238E27FC236}">
                <a16:creationId xmlns:a16="http://schemas.microsoft.com/office/drawing/2014/main" id="{9F79EBBB-5A84-4C2E-A0FC-4D8E5482F3C1}"/>
              </a:ext>
            </a:extLst>
          </p:cNvPr>
          <p:cNvSpPr>
            <a:spLocks noGrp="1"/>
          </p:cNvSpPr>
          <p:nvPr/>
        </p:nvSpPr>
        <p:spPr>
          <a:xfrm>
            <a:off x="2947074" y="3700746"/>
            <a:ext cx="28398" cy="28398"/>
          </a:xfrm>
          <a:prstGeom prst="ellipse">
            <a:avLst/>
          </a:prstGeom>
          <a:solidFill>
            <a:srgbClr val="7F8C97">
              <a:alpha val="48000"/>
            </a:srgbClr>
          </a:solidFill>
          <a:ln w="0">
            <a:noFill/>
            <a:prstDash val="solid"/>
          </a:ln>
        </p:spPr>
      </p:sp>
      <p:sp>
        <p:nvSpPr>
          <p:cNvPr id="832" name="01_find_only_831">
            <a:extLst>
              <a:ext uri="{FF2B5EF4-FFF2-40B4-BE49-F238E27FC236}">
                <a16:creationId xmlns:a16="http://schemas.microsoft.com/office/drawing/2014/main" id="{42404CA9-5F83-4F08-A015-BFCDBD944C27}"/>
              </a:ext>
            </a:extLst>
          </p:cNvPr>
          <p:cNvSpPr>
            <a:spLocks noGrp="1"/>
          </p:cNvSpPr>
          <p:nvPr/>
        </p:nvSpPr>
        <p:spPr>
          <a:xfrm>
            <a:off x="2946216" y="3841637"/>
            <a:ext cx="28398" cy="28398"/>
          </a:xfrm>
          <a:prstGeom prst="ellipse">
            <a:avLst/>
          </a:prstGeom>
          <a:solidFill>
            <a:srgbClr val="7F8C97">
              <a:alpha val="48000"/>
            </a:srgbClr>
          </a:solidFill>
          <a:ln w="0">
            <a:noFill/>
            <a:prstDash val="solid"/>
          </a:ln>
        </p:spPr>
      </p:sp>
      <p:sp>
        <p:nvSpPr>
          <p:cNvPr id="833" name="01_find_only_832">
            <a:extLst>
              <a:ext uri="{FF2B5EF4-FFF2-40B4-BE49-F238E27FC236}">
                <a16:creationId xmlns:a16="http://schemas.microsoft.com/office/drawing/2014/main" id="{36426D0D-EFAE-4673-AF79-F083C88583A7}"/>
              </a:ext>
            </a:extLst>
          </p:cNvPr>
          <p:cNvSpPr>
            <a:spLocks noGrp="1"/>
          </p:cNvSpPr>
          <p:nvPr/>
        </p:nvSpPr>
        <p:spPr>
          <a:xfrm>
            <a:off x="2930955" y="3700746"/>
            <a:ext cx="28398" cy="28398"/>
          </a:xfrm>
          <a:prstGeom prst="ellipse">
            <a:avLst/>
          </a:prstGeom>
          <a:solidFill>
            <a:srgbClr val="7F8C97">
              <a:alpha val="48000"/>
            </a:srgbClr>
          </a:solidFill>
          <a:ln w="0">
            <a:noFill/>
            <a:prstDash val="solid"/>
          </a:ln>
        </p:spPr>
      </p:sp>
      <p:sp>
        <p:nvSpPr>
          <p:cNvPr id="834" name="01_find_only_833">
            <a:extLst>
              <a:ext uri="{FF2B5EF4-FFF2-40B4-BE49-F238E27FC236}">
                <a16:creationId xmlns:a16="http://schemas.microsoft.com/office/drawing/2014/main" id="{0B39BE81-C7FC-49A9-94FF-8BFE484DC0B5}"/>
              </a:ext>
            </a:extLst>
          </p:cNvPr>
          <p:cNvSpPr>
            <a:spLocks noGrp="1"/>
          </p:cNvSpPr>
          <p:nvPr/>
        </p:nvSpPr>
        <p:spPr>
          <a:xfrm>
            <a:off x="2904343" y="3743013"/>
            <a:ext cx="28398" cy="28398"/>
          </a:xfrm>
          <a:prstGeom prst="ellipse">
            <a:avLst/>
          </a:prstGeom>
          <a:solidFill>
            <a:srgbClr val="7F8C97">
              <a:alpha val="48000"/>
            </a:srgbClr>
          </a:solidFill>
          <a:ln w="0">
            <a:noFill/>
            <a:prstDash val="solid"/>
          </a:ln>
        </p:spPr>
      </p:sp>
      <p:sp>
        <p:nvSpPr>
          <p:cNvPr id="835" name="01_find_only_834">
            <a:extLst>
              <a:ext uri="{FF2B5EF4-FFF2-40B4-BE49-F238E27FC236}">
                <a16:creationId xmlns:a16="http://schemas.microsoft.com/office/drawing/2014/main" id="{3D12CCC9-9707-40F8-BAE0-1A16623C468E}"/>
              </a:ext>
            </a:extLst>
          </p:cNvPr>
          <p:cNvSpPr>
            <a:spLocks noGrp="1"/>
          </p:cNvSpPr>
          <p:nvPr/>
        </p:nvSpPr>
        <p:spPr>
          <a:xfrm>
            <a:off x="2962907" y="4123418"/>
            <a:ext cx="28398" cy="28398"/>
          </a:xfrm>
          <a:prstGeom prst="ellipse">
            <a:avLst/>
          </a:prstGeom>
          <a:solidFill>
            <a:srgbClr val="7F8C97">
              <a:alpha val="48000"/>
            </a:srgbClr>
          </a:solidFill>
          <a:ln w="0">
            <a:noFill/>
            <a:prstDash val="solid"/>
          </a:ln>
        </p:spPr>
      </p:sp>
      <p:sp>
        <p:nvSpPr>
          <p:cNvPr id="836" name="01_find_only_835">
            <a:extLst>
              <a:ext uri="{FF2B5EF4-FFF2-40B4-BE49-F238E27FC236}">
                <a16:creationId xmlns:a16="http://schemas.microsoft.com/office/drawing/2014/main" id="{43CA79CC-C980-4BE3-AA15-D09A3393C73E}"/>
              </a:ext>
            </a:extLst>
          </p:cNvPr>
          <p:cNvSpPr>
            <a:spLocks noGrp="1"/>
          </p:cNvSpPr>
          <p:nvPr/>
        </p:nvSpPr>
        <p:spPr>
          <a:xfrm>
            <a:off x="2894233" y="3700746"/>
            <a:ext cx="28398" cy="28398"/>
          </a:xfrm>
          <a:prstGeom prst="ellipse">
            <a:avLst/>
          </a:prstGeom>
          <a:solidFill>
            <a:srgbClr val="7F8C97">
              <a:alpha val="48000"/>
            </a:srgbClr>
          </a:solidFill>
          <a:ln w="0">
            <a:noFill/>
            <a:prstDash val="solid"/>
          </a:ln>
        </p:spPr>
      </p:sp>
      <p:sp>
        <p:nvSpPr>
          <p:cNvPr id="837" name="01_find_only_836">
            <a:extLst>
              <a:ext uri="{FF2B5EF4-FFF2-40B4-BE49-F238E27FC236}">
                <a16:creationId xmlns:a16="http://schemas.microsoft.com/office/drawing/2014/main" id="{8BCAD1DE-24DD-4EA2-8714-B432DDE5A7EA}"/>
              </a:ext>
            </a:extLst>
          </p:cNvPr>
          <p:cNvSpPr>
            <a:spLocks noGrp="1"/>
          </p:cNvSpPr>
          <p:nvPr/>
        </p:nvSpPr>
        <p:spPr>
          <a:xfrm>
            <a:off x="2893470" y="4123418"/>
            <a:ext cx="28398" cy="28398"/>
          </a:xfrm>
          <a:prstGeom prst="ellipse">
            <a:avLst/>
          </a:prstGeom>
          <a:solidFill>
            <a:srgbClr val="7F8C97">
              <a:alpha val="48000"/>
            </a:srgbClr>
          </a:solidFill>
          <a:ln w="0">
            <a:noFill/>
            <a:prstDash val="solid"/>
          </a:ln>
        </p:spPr>
      </p:sp>
      <p:sp>
        <p:nvSpPr>
          <p:cNvPr id="838" name="01_find_only_837">
            <a:extLst>
              <a:ext uri="{FF2B5EF4-FFF2-40B4-BE49-F238E27FC236}">
                <a16:creationId xmlns:a16="http://schemas.microsoft.com/office/drawing/2014/main" id="{15E59F66-56E9-48EB-9963-0972B949551E}"/>
              </a:ext>
            </a:extLst>
          </p:cNvPr>
          <p:cNvSpPr>
            <a:spLocks noGrp="1"/>
          </p:cNvSpPr>
          <p:nvPr/>
        </p:nvSpPr>
        <p:spPr>
          <a:xfrm>
            <a:off x="2897762" y="4123418"/>
            <a:ext cx="28398" cy="28398"/>
          </a:xfrm>
          <a:prstGeom prst="ellipse">
            <a:avLst/>
          </a:prstGeom>
          <a:solidFill>
            <a:srgbClr val="7F8C97">
              <a:alpha val="48000"/>
            </a:srgbClr>
          </a:solidFill>
          <a:ln w="0">
            <a:noFill/>
            <a:prstDash val="solid"/>
          </a:ln>
        </p:spPr>
      </p:sp>
      <p:sp>
        <p:nvSpPr>
          <p:cNvPr id="839" name="01_find_only_838">
            <a:extLst>
              <a:ext uri="{FF2B5EF4-FFF2-40B4-BE49-F238E27FC236}">
                <a16:creationId xmlns:a16="http://schemas.microsoft.com/office/drawing/2014/main" id="{D89E4BFD-ACB3-4F6A-A728-8AD793F4DBAE}"/>
              </a:ext>
            </a:extLst>
          </p:cNvPr>
          <p:cNvSpPr>
            <a:spLocks noGrp="1"/>
          </p:cNvSpPr>
          <p:nvPr/>
        </p:nvSpPr>
        <p:spPr>
          <a:xfrm>
            <a:off x="2964243" y="3700746"/>
            <a:ext cx="28398" cy="28398"/>
          </a:xfrm>
          <a:prstGeom prst="ellipse">
            <a:avLst/>
          </a:prstGeom>
          <a:solidFill>
            <a:srgbClr val="7F8C97">
              <a:alpha val="48000"/>
            </a:srgbClr>
          </a:solidFill>
          <a:ln w="0">
            <a:noFill/>
            <a:prstDash val="solid"/>
          </a:ln>
        </p:spPr>
      </p:sp>
      <p:sp>
        <p:nvSpPr>
          <p:cNvPr id="840" name="01_find_only_839">
            <a:extLst>
              <a:ext uri="{FF2B5EF4-FFF2-40B4-BE49-F238E27FC236}">
                <a16:creationId xmlns:a16="http://schemas.microsoft.com/office/drawing/2014/main" id="{909F229E-05A3-4E2A-A62E-34356F0345D9}"/>
              </a:ext>
            </a:extLst>
          </p:cNvPr>
          <p:cNvSpPr>
            <a:spLocks noGrp="1"/>
          </p:cNvSpPr>
          <p:nvPr/>
        </p:nvSpPr>
        <p:spPr>
          <a:xfrm>
            <a:off x="2954132" y="3684489"/>
            <a:ext cx="28398" cy="28398"/>
          </a:xfrm>
          <a:prstGeom prst="ellipse">
            <a:avLst/>
          </a:prstGeom>
          <a:solidFill>
            <a:srgbClr val="7F8C97">
              <a:alpha val="48000"/>
            </a:srgbClr>
          </a:solidFill>
          <a:ln w="0">
            <a:noFill/>
            <a:prstDash val="solid"/>
          </a:ln>
        </p:spPr>
      </p:sp>
      <p:sp>
        <p:nvSpPr>
          <p:cNvPr id="841" name="01_find_only_840">
            <a:extLst>
              <a:ext uri="{FF2B5EF4-FFF2-40B4-BE49-F238E27FC236}">
                <a16:creationId xmlns:a16="http://schemas.microsoft.com/office/drawing/2014/main" id="{C499D0A9-BC54-4296-95F0-31E10FE0BCB3}"/>
              </a:ext>
            </a:extLst>
          </p:cNvPr>
          <p:cNvSpPr>
            <a:spLocks noGrp="1"/>
          </p:cNvSpPr>
          <p:nvPr/>
        </p:nvSpPr>
        <p:spPr>
          <a:xfrm>
            <a:off x="2958234" y="3489410"/>
            <a:ext cx="28398" cy="28398"/>
          </a:xfrm>
          <a:prstGeom prst="ellipse">
            <a:avLst/>
          </a:prstGeom>
          <a:solidFill>
            <a:srgbClr val="7F8C97">
              <a:alpha val="48000"/>
            </a:srgbClr>
          </a:solidFill>
          <a:ln w="0">
            <a:noFill/>
            <a:prstDash val="solid"/>
          </a:ln>
        </p:spPr>
      </p:sp>
      <p:sp>
        <p:nvSpPr>
          <p:cNvPr id="842" name="01_find_only_841">
            <a:extLst>
              <a:ext uri="{FF2B5EF4-FFF2-40B4-BE49-F238E27FC236}">
                <a16:creationId xmlns:a16="http://schemas.microsoft.com/office/drawing/2014/main" id="{CBE116CC-294B-426D-A8AB-9826BD11532B}"/>
              </a:ext>
            </a:extLst>
          </p:cNvPr>
          <p:cNvSpPr>
            <a:spLocks noGrp="1"/>
          </p:cNvSpPr>
          <p:nvPr/>
        </p:nvSpPr>
        <p:spPr>
          <a:xfrm>
            <a:off x="2946406" y="3662321"/>
            <a:ext cx="28398" cy="28398"/>
          </a:xfrm>
          <a:prstGeom prst="ellipse">
            <a:avLst/>
          </a:prstGeom>
          <a:solidFill>
            <a:srgbClr val="7F8C97">
              <a:alpha val="48000"/>
            </a:srgbClr>
          </a:solidFill>
          <a:ln w="0">
            <a:noFill/>
            <a:prstDash val="solid"/>
          </a:ln>
        </p:spPr>
      </p:sp>
      <p:sp>
        <p:nvSpPr>
          <p:cNvPr id="843" name="01_find_only_842">
            <a:extLst>
              <a:ext uri="{FF2B5EF4-FFF2-40B4-BE49-F238E27FC236}">
                <a16:creationId xmlns:a16="http://schemas.microsoft.com/office/drawing/2014/main" id="{C5BA8BB4-0CDA-4A0F-8BCF-60737B7CFE06}"/>
              </a:ext>
            </a:extLst>
          </p:cNvPr>
          <p:cNvSpPr>
            <a:spLocks noGrp="1"/>
          </p:cNvSpPr>
          <p:nvPr/>
        </p:nvSpPr>
        <p:spPr>
          <a:xfrm>
            <a:off x="2953751" y="4123418"/>
            <a:ext cx="28398" cy="28398"/>
          </a:xfrm>
          <a:prstGeom prst="ellipse">
            <a:avLst/>
          </a:prstGeom>
          <a:solidFill>
            <a:srgbClr val="7F8C97">
              <a:alpha val="48000"/>
            </a:srgbClr>
          </a:solidFill>
          <a:ln w="0">
            <a:noFill/>
            <a:prstDash val="solid"/>
          </a:ln>
        </p:spPr>
      </p:sp>
      <p:sp>
        <p:nvSpPr>
          <p:cNvPr id="844" name="01_find_only_843">
            <a:extLst>
              <a:ext uri="{FF2B5EF4-FFF2-40B4-BE49-F238E27FC236}">
                <a16:creationId xmlns:a16="http://schemas.microsoft.com/office/drawing/2014/main" id="{B1A2BC5F-38D2-400A-A0B9-67F3FFA04EE9}"/>
              </a:ext>
            </a:extLst>
          </p:cNvPr>
          <p:cNvSpPr>
            <a:spLocks noGrp="1"/>
          </p:cNvSpPr>
          <p:nvPr/>
        </p:nvSpPr>
        <p:spPr>
          <a:xfrm>
            <a:off x="2961954" y="4123418"/>
            <a:ext cx="28398" cy="28398"/>
          </a:xfrm>
          <a:prstGeom prst="ellipse">
            <a:avLst/>
          </a:prstGeom>
          <a:solidFill>
            <a:srgbClr val="7F8C97">
              <a:alpha val="48000"/>
            </a:srgbClr>
          </a:solidFill>
          <a:ln w="0">
            <a:noFill/>
            <a:prstDash val="solid"/>
          </a:ln>
        </p:spPr>
      </p:sp>
      <p:sp>
        <p:nvSpPr>
          <p:cNvPr id="845" name="01_find_only_844">
            <a:extLst>
              <a:ext uri="{FF2B5EF4-FFF2-40B4-BE49-F238E27FC236}">
                <a16:creationId xmlns:a16="http://schemas.microsoft.com/office/drawing/2014/main" id="{EED637BC-8C0E-469A-991D-2318674E40D6}"/>
              </a:ext>
            </a:extLst>
          </p:cNvPr>
          <p:cNvSpPr>
            <a:spLocks noGrp="1"/>
          </p:cNvSpPr>
          <p:nvPr/>
        </p:nvSpPr>
        <p:spPr>
          <a:xfrm>
            <a:off x="2891944" y="4123418"/>
            <a:ext cx="28398" cy="28398"/>
          </a:xfrm>
          <a:prstGeom prst="ellipse">
            <a:avLst/>
          </a:prstGeom>
          <a:solidFill>
            <a:srgbClr val="7F8C97">
              <a:alpha val="48000"/>
            </a:srgbClr>
          </a:solidFill>
          <a:ln w="0">
            <a:noFill/>
            <a:prstDash val="solid"/>
          </a:ln>
        </p:spPr>
      </p:sp>
      <p:sp>
        <p:nvSpPr>
          <p:cNvPr id="846" name="01_find_only_845">
            <a:extLst>
              <a:ext uri="{FF2B5EF4-FFF2-40B4-BE49-F238E27FC236}">
                <a16:creationId xmlns:a16="http://schemas.microsoft.com/office/drawing/2014/main" id="{ED3156C4-8D92-49BD-A49B-BAA88909FF9A}"/>
              </a:ext>
            </a:extLst>
          </p:cNvPr>
          <p:cNvSpPr>
            <a:spLocks noGrp="1"/>
          </p:cNvSpPr>
          <p:nvPr/>
        </p:nvSpPr>
        <p:spPr>
          <a:xfrm>
            <a:off x="2899479" y="3489410"/>
            <a:ext cx="28398" cy="28398"/>
          </a:xfrm>
          <a:prstGeom prst="ellipse">
            <a:avLst/>
          </a:prstGeom>
          <a:solidFill>
            <a:srgbClr val="7F8C97">
              <a:alpha val="48000"/>
            </a:srgbClr>
          </a:solidFill>
          <a:ln w="0">
            <a:noFill/>
            <a:prstDash val="solid"/>
          </a:ln>
        </p:spPr>
      </p:sp>
      <p:sp>
        <p:nvSpPr>
          <p:cNvPr id="847" name="01_find_only_846">
            <a:extLst>
              <a:ext uri="{FF2B5EF4-FFF2-40B4-BE49-F238E27FC236}">
                <a16:creationId xmlns:a16="http://schemas.microsoft.com/office/drawing/2014/main" id="{1F642B90-3D2E-4D3E-B7B6-0AB3F6042C93}"/>
              </a:ext>
            </a:extLst>
          </p:cNvPr>
          <p:cNvSpPr>
            <a:spLocks noGrp="1"/>
          </p:cNvSpPr>
          <p:nvPr/>
        </p:nvSpPr>
        <p:spPr>
          <a:xfrm>
            <a:off x="2944785" y="3733259"/>
            <a:ext cx="28398" cy="28398"/>
          </a:xfrm>
          <a:prstGeom prst="ellipse">
            <a:avLst/>
          </a:prstGeom>
          <a:solidFill>
            <a:srgbClr val="7F8C97">
              <a:alpha val="48000"/>
            </a:srgbClr>
          </a:solidFill>
          <a:ln w="0">
            <a:noFill/>
            <a:prstDash val="solid"/>
          </a:ln>
        </p:spPr>
      </p:sp>
      <p:sp>
        <p:nvSpPr>
          <p:cNvPr id="848" name="01_find_only_847">
            <a:extLst>
              <a:ext uri="{FF2B5EF4-FFF2-40B4-BE49-F238E27FC236}">
                <a16:creationId xmlns:a16="http://schemas.microsoft.com/office/drawing/2014/main" id="{AA2ED19F-40D4-4C12-808D-41999CC55854}"/>
              </a:ext>
            </a:extLst>
          </p:cNvPr>
          <p:cNvSpPr>
            <a:spLocks noGrp="1"/>
          </p:cNvSpPr>
          <p:nvPr/>
        </p:nvSpPr>
        <p:spPr>
          <a:xfrm>
            <a:off x="2896808" y="3616211"/>
            <a:ext cx="28398" cy="28398"/>
          </a:xfrm>
          <a:prstGeom prst="ellipse">
            <a:avLst/>
          </a:prstGeom>
          <a:solidFill>
            <a:srgbClr val="7F8C97">
              <a:alpha val="48000"/>
            </a:srgbClr>
          </a:solidFill>
          <a:ln w="0">
            <a:noFill/>
            <a:prstDash val="solid"/>
          </a:ln>
        </p:spPr>
      </p:sp>
      <p:sp>
        <p:nvSpPr>
          <p:cNvPr id="849" name="01_find_only_848">
            <a:extLst>
              <a:ext uri="{FF2B5EF4-FFF2-40B4-BE49-F238E27FC236}">
                <a16:creationId xmlns:a16="http://schemas.microsoft.com/office/drawing/2014/main" id="{F97587DD-7450-4405-AA8A-EC7C70CA2B99}"/>
              </a:ext>
            </a:extLst>
          </p:cNvPr>
          <p:cNvSpPr>
            <a:spLocks noGrp="1"/>
          </p:cNvSpPr>
          <p:nvPr/>
        </p:nvSpPr>
        <p:spPr>
          <a:xfrm>
            <a:off x="2906060" y="3553730"/>
            <a:ext cx="28398" cy="28398"/>
          </a:xfrm>
          <a:prstGeom prst="ellipse">
            <a:avLst/>
          </a:prstGeom>
          <a:solidFill>
            <a:srgbClr val="7F8C97">
              <a:alpha val="48000"/>
            </a:srgbClr>
          </a:solidFill>
          <a:ln w="0">
            <a:noFill/>
            <a:prstDash val="solid"/>
          </a:ln>
        </p:spPr>
      </p:sp>
      <p:sp>
        <p:nvSpPr>
          <p:cNvPr id="850" name="01_find_only_849">
            <a:extLst>
              <a:ext uri="{FF2B5EF4-FFF2-40B4-BE49-F238E27FC236}">
                <a16:creationId xmlns:a16="http://schemas.microsoft.com/office/drawing/2014/main" id="{45974466-B272-4C8F-86B0-ECF8DAD79090}"/>
              </a:ext>
            </a:extLst>
          </p:cNvPr>
          <p:cNvSpPr>
            <a:spLocks noGrp="1"/>
          </p:cNvSpPr>
          <p:nvPr/>
        </p:nvSpPr>
        <p:spPr>
          <a:xfrm>
            <a:off x="2890417" y="4123418"/>
            <a:ext cx="28398" cy="28398"/>
          </a:xfrm>
          <a:prstGeom prst="ellipse">
            <a:avLst/>
          </a:prstGeom>
          <a:solidFill>
            <a:srgbClr val="7F8C97">
              <a:alpha val="48000"/>
            </a:srgbClr>
          </a:solidFill>
          <a:ln w="0">
            <a:noFill/>
            <a:prstDash val="solid"/>
          </a:ln>
        </p:spPr>
      </p:sp>
      <p:sp>
        <p:nvSpPr>
          <p:cNvPr id="851" name="01_find_only_850">
            <a:extLst>
              <a:ext uri="{FF2B5EF4-FFF2-40B4-BE49-F238E27FC236}">
                <a16:creationId xmlns:a16="http://schemas.microsoft.com/office/drawing/2014/main" id="{F0262A9F-25A4-4C5B-821E-93968332FF9D}"/>
              </a:ext>
            </a:extLst>
          </p:cNvPr>
          <p:cNvSpPr>
            <a:spLocks noGrp="1"/>
          </p:cNvSpPr>
          <p:nvPr/>
        </p:nvSpPr>
        <p:spPr>
          <a:xfrm>
            <a:off x="2900528" y="3727163"/>
            <a:ext cx="28398" cy="28398"/>
          </a:xfrm>
          <a:prstGeom prst="ellipse">
            <a:avLst/>
          </a:prstGeom>
          <a:solidFill>
            <a:srgbClr val="7F8C97">
              <a:alpha val="48000"/>
            </a:srgbClr>
          </a:solidFill>
          <a:ln w="0">
            <a:noFill/>
            <a:prstDash val="solid"/>
          </a:ln>
        </p:spPr>
      </p:sp>
      <p:sp>
        <p:nvSpPr>
          <p:cNvPr id="852" name="01_find_only_851">
            <a:extLst>
              <a:ext uri="{FF2B5EF4-FFF2-40B4-BE49-F238E27FC236}">
                <a16:creationId xmlns:a16="http://schemas.microsoft.com/office/drawing/2014/main" id="{77125FC9-024D-4412-A037-CA9C68A54A48}"/>
              </a:ext>
            </a:extLst>
          </p:cNvPr>
          <p:cNvSpPr>
            <a:spLocks noGrp="1"/>
          </p:cNvSpPr>
          <p:nvPr/>
        </p:nvSpPr>
        <p:spPr>
          <a:xfrm>
            <a:off x="2904248" y="3761128"/>
            <a:ext cx="28398" cy="28398"/>
          </a:xfrm>
          <a:prstGeom prst="ellipse">
            <a:avLst/>
          </a:prstGeom>
          <a:solidFill>
            <a:srgbClr val="7F8C97">
              <a:alpha val="48000"/>
            </a:srgbClr>
          </a:solidFill>
          <a:ln w="0">
            <a:noFill/>
            <a:prstDash val="solid"/>
          </a:ln>
        </p:spPr>
      </p:sp>
      <p:sp>
        <p:nvSpPr>
          <p:cNvPr id="853" name="01_find_only_852">
            <a:extLst>
              <a:ext uri="{FF2B5EF4-FFF2-40B4-BE49-F238E27FC236}">
                <a16:creationId xmlns:a16="http://schemas.microsoft.com/office/drawing/2014/main" id="{135F8502-4E3E-47D7-9A8C-F0016D5218D4}"/>
              </a:ext>
            </a:extLst>
          </p:cNvPr>
          <p:cNvSpPr>
            <a:spLocks noGrp="1"/>
          </p:cNvSpPr>
          <p:nvPr/>
        </p:nvSpPr>
        <p:spPr>
          <a:xfrm>
            <a:off x="2963480" y="3912082"/>
            <a:ext cx="28398" cy="28398"/>
          </a:xfrm>
          <a:prstGeom prst="ellipse">
            <a:avLst/>
          </a:prstGeom>
          <a:solidFill>
            <a:srgbClr val="7F8C97">
              <a:alpha val="48000"/>
            </a:srgbClr>
          </a:solidFill>
          <a:ln w="0">
            <a:noFill/>
            <a:prstDash val="solid"/>
          </a:ln>
        </p:spPr>
      </p:sp>
      <p:sp>
        <p:nvSpPr>
          <p:cNvPr id="854" name="01_find_only_853">
            <a:extLst>
              <a:ext uri="{FF2B5EF4-FFF2-40B4-BE49-F238E27FC236}">
                <a16:creationId xmlns:a16="http://schemas.microsoft.com/office/drawing/2014/main" id="{12F685CC-50C0-490E-8444-83B7B4DC5EC7}"/>
              </a:ext>
            </a:extLst>
          </p:cNvPr>
          <p:cNvSpPr>
            <a:spLocks noGrp="1"/>
          </p:cNvSpPr>
          <p:nvPr/>
        </p:nvSpPr>
        <p:spPr>
          <a:xfrm>
            <a:off x="2923038" y="3489410"/>
            <a:ext cx="28398" cy="28398"/>
          </a:xfrm>
          <a:prstGeom prst="ellipse">
            <a:avLst/>
          </a:prstGeom>
          <a:solidFill>
            <a:srgbClr val="7F8C97">
              <a:alpha val="48000"/>
            </a:srgbClr>
          </a:solidFill>
          <a:ln w="0">
            <a:noFill/>
            <a:prstDash val="solid"/>
          </a:ln>
        </p:spPr>
      </p:sp>
      <p:sp>
        <p:nvSpPr>
          <p:cNvPr id="855" name="01_find_only_854">
            <a:extLst>
              <a:ext uri="{FF2B5EF4-FFF2-40B4-BE49-F238E27FC236}">
                <a16:creationId xmlns:a16="http://schemas.microsoft.com/office/drawing/2014/main" id="{0B944C24-ACDA-4D6E-A65F-D633B0BC1CA2}"/>
              </a:ext>
            </a:extLst>
          </p:cNvPr>
          <p:cNvSpPr>
            <a:spLocks noGrp="1"/>
          </p:cNvSpPr>
          <p:nvPr/>
        </p:nvSpPr>
        <p:spPr>
          <a:xfrm>
            <a:off x="2891944" y="3806414"/>
            <a:ext cx="28398" cy="28398"/>
          </a:xfrm>
          <a:prstGeom prst="ellipse">
            <a:avLst/>
          </a:prstGeom>
          <a:solidFill>
            <a:srgbClr val="7F8C97">
              <a:alpha val="48000"/>
            </a:srgbClr>
          </a:solidFill>
          <a:ln w="0">
            <a:noFill/>
            <a:prstDash val="solid"/>
          </a:ln>
        </p:spPr>
      </p:sp>
      <p:sp>
        <p:nvSpPr>
          <p:cNvPr id="856" name="01_find_only_855">
            <a:extLst>
              <a:ext uri="{FF2B5EF4-FFF2-40B4-BE49-F238E27FC236}">
                <a16:creationId xmlns:a16="http://schemas.microsoft.com/office/drawing/2014/main" id="{124344C3-2171-41DF-AAFD-D9DEF8E00D91}"/>
              </a:ext>
            </a:extLst>
          </p:cNvPr>
          <p:cNvSpPr>
            <a:spLocks noGrp="1"/>
          </p:cNvSpPr>
          <p:nvPr/>
        </p:nvSpPr>
        <p:spPr>
          <a:xfrm>
            <a:off x="2905774" y="3489410"/>
            <a:ext cx="28398" cy="28398"/>
          </a:xfrm>
          <a:prstGeom prst="ellipse">
            <a:avLst/>
          </a:prstGeom>
          <a:solidFill>
            <a:srgbClr val="7F8C97">
              <a:alpha val="48000"/>
            </a:srgbClr>
          </a:solidFill>
          <a:ln w="0">
            <a:noFill/>
            <a:prstDash val="solid"/>
          </a:ln>
        </p:spPr>
      </p:sp>
      <p:sp>
        <p:nvSpPr>
          <p:cNvPr id="857" name="01_find_only_856">
            <a:extLst>
              <a:ext uri="{FF2B5EF4-FFF2-40B4-BE49-F238E27FC236}">
                <a16:creationId xmlns:a16="http://schemas.microsoft.com/office/drawing/2014/main" id="{B48538DD-35B0-4E84-A61C-640682B8419C}"/>
              </a:ext>
            </a:extLst>
          </p:cNvPr>
          <p:cNvSpPr>
            <a:spLocks noGrp="1"/>
          </p:cNvSpPr>
          <p:nvPr/>
        </p:nvSpPr>
        <p:spPr>
          <a:xfrm>
            <a:off x="2958520" y="3869815"/>
            <a:ext cx="28398" cy="28398"/>
          </a:xfrm>
          <a:prstGeom prst="ellipse">
            <a:avLst/>
          </a:prstGeom>
          <a:solidFill>
            <a:srgbClr val="7F8C97">
              <a:alpha val="48000"/>
            </a:srgbClr>
          </a:solidFill>
          <a:ln w="0">
            <a:noFill/>
            <a:prstDash val="solid"/>
          </a:ln>
        </p:spPr>
      </p:sp>
      <p:sp>
        <p:nvSpPr>
          <p:cNvPr id="858" name="01_find_only_857">
            <a:extLst>
              <a:ext uri="{FF2B5EF4-FFF2-40B4-BE49-F238E27FC236}">
                <a16:creationId xmlns:a16="http://schemas.microsoft.com/office/drawing/2014/main" id="{47A8CC29-8E6A-4F4D-8026-E3711ADD8EBA}"/>
              </a:ext>
            </a:extLst>
          </p:cNvPr>
          <p:cNvSpPr>
            <a:spLocks noGrp="1"/>
          </p:cNvSpPr>
          <p:nvPr/>
        </p:nvSpPr>
        <p:spPr>
          <a:xfrm>
            <a:off x="2940493" y="3489410"/>
            <a:ext cx="28398" cy="28398"/>
          </a:xfrm>
          <a:prstGeom prst="ellipse">
            <a:avLst/>
          </a:prstGeom>
          <a:solidFill>
            <a:srgbClr val="7F8C97">
              <a:alpha val="48000"/>
            </a:srgbClr>
          </a:solidFill>
          <a:ln w="0">
            <a:noFill/>
            <a:prstDash val="solid"/>
          </a:ln>
        </p:spPr>
      </p:sp>
      <p:sp>
        <p:nvSpPr>
          <p:cNvPr id="859" name="01_find_only_858">
            <a:extLst>
              <a:ext uri="{FF2B5EF4-FFF2-40B4-BE49-F238E27FC236}">
                <a16:creationId xmlns:a16="http://schemas.microsoft.com/office/drawing/2014/main" id="{706FD516-ABAB-4132-ABC4-6DDE3BFE4F78}"/>
              </a:ext>
            </a:extLst>
          </p:cNvPr>
          <p:cNvSpPr>
            <a:spLocks noGrp="1"/>
          </p:cNvSpPr>
          <p:nvPr/>
        </p:nvSpPr>
        <p:spPr>
          <a:xfrm>
            <a:off x="2958138" y="3700746"/>
            <a:ext cx="28398" cy="28398"/>
          </a:xfrm>
          <a:prstGeom prst="ellipse">
            <a:avLst/>
          </a:prstGeom>
          <a:solidFill>
            <a:srgbClr val="7F8C97">
              <a:alpha val="48000"/>
            </a:srgbClr>
          </a:solidFill>
          <a:ln w="0">
            <a:noFill/>
            <a:prstDash val="solid"/>
          </a:ln>
        </p:spPr>
      </p:sp>
      <p:sp>
        <p:nvSpPr>
          <p:cNvPr id="860" name="01_find_only_859">
            <a:extLst>
              <a:ext uri="{FF2B5EF4-FFF2-40B4-BE49-F238E27FC236}">
                <a16:creationId xmlns:a16="http://schemas.microsoft.com/office/drawing/2014/main" id="{236573F4-7921-4C78-B33E-6F9A27F29851}"/>
              </a:ext>
            </a:extLst>
          </p:cNvPr>
          <p:cNvSpPr>
            <a:spLocks noGrp="1"/>
          </p:cNvSpPr>
          <p:nvPr/>
        </p:nvSpPr>
        <p:spPr>
          <a:xfrm>
            <a:off x="2897762" y="3489410"/>
            <a:ext cx="28398" cy="28398"/>
          </a:xfrm>
          <a:prstGeom prst="ellipse">
            <a:avLst/>
          </a:prstGeom>
          <a:solidFill>
            <a:srgbClr val="7F8C97">
              <a:alpha val="48000"/>
            </a:srgbClr>
          </a:solidFill>
          <a:ln w="0">
            <a:noFill/>
            <a:prstDash val="solid"/>
          </a:ln>
        </p:spPr>
      </p:sp>
      <p:sp>
        <p:nvSpPr>
          <p:cNvPr id="861" name="01_find_only_860">
            <a:extLst>
              <a:ext uri="{FF2B5EF4-FFF2-40B4-BE49-F238E27FC236}">
                <a16:creationId xmlns:a16="http://schemas.microsoft.com/office/drawing/2014/main" id="{D52263E9-5713-438F-AD90-4F1558FC773B}"/>
              </a:ext>
            </a:extLst>
          </p:cNvPr>
          <p:cNvSpPr>
            <a:spLocks noGrp="1"/>
          </p:cNvSpPr>
          <p:nvPr/>
        </p:nvSpPr>
        <p:spPr>
          <a:xfrm>
            <a:off x="2915694" y="3598722"/>
            <a:ext cx="28398" cy="28398"/>
          </a:xfrm>
          <a:prstGeom prst="ellipse">
            <a:avLst/>
          </a:prstGeom>
          <a:solidFill>
            <a:srgbClr val="7F8C97">
              <a:alpha val="48000"/>
            </a:srgbClr>
          </a:solidFill>
          <a:ln w="0">
            <a:noFill/>
            <a:prstDash val="solid"/>
          </a:ln>
        </p:spPr>
      </p:sp>
      <p:sp>
        <p:nvSpPr>
          <p:cNvPr id="862" name="01_find_only_861">
            <a:extLst>
              <a:ext uri="{FF2B5EF4-FFF2-40B4-BE49-F238E27FC236}">
                <a16:creationId xmlns:a16="http://schemas.microsoft.com/office/drawing/2014/main" id="{8C164276-026F-4248-93B7-B1754FE583B2}"/>
              </a:ext>
            </a:extLst>
          </p:cNvPr>
          <p:cNvSpPr>
            <a:spLocks noGrp="1"/>
          </p:cNvSpPr>
          <p:nvPr/>
        </p:nvSpPr>
        <p:spPr>
          <a:xfrm>
            <a:off x="2958806" y="3853185"/>
            <a:ext cx="28398" cy="28398"/>
          </a:xfrm>
          <a:prstGeom prst="ellipse">
            <a:avLst/>
          </a:prstGeom>
          <a:solidFill>
            <a:srgbClr val="7F8C97">
              <a:alpha val="48000"/>
            </a:srgbClr>
          </a:solidFill>
          <a:ln w="0">
            <a:noFill/>
            <a:prstDash val="solid"/>
          </a:ln>
        </p:spPr>
      </p:sp>
      <p:sp>
        <p:nvSpPr>
          <p:cNvPr id="863" name="01_find_only_862">
            <a:extLst>
              <a:ext uri="{FF2B5EF4-FFF2-40B4-BE49-F238E27FC236}">
                <a16:creationId xmlns:a16="http://schemas.microsoft.com/office/drawing/2014/main" id="{0E1280D4-48B6-4A5A-AECD-E09186EF937B}"/>
              </a:ext>
            </a:extLst>
          </p:cNvPr>
          <p:cNvSpPr>
            <a:spLocks noGrp="1"/>
          </p:cNvSpPr>
          <p:nvPr/>
        </p:nvSpPr>
        <p:spPr>
          <a:xfrm>
            <a:off x="2958901" y="3489410"/>
            <a:ext cx="28398" cy="28398"/>
          </a:xfrm>
          <a:prstGeom prst="ellipse">
            <a:avLst/>
          </a:prstGeom>
          <a:solidFill>
            <a:srgbClr val="7F8C97">
              <a:alpha val="48000"/>
            </a:srgbClr>
          </a:solidFill>
          <a:ln w="0">
            <a:noFill/>
            <a:prstDash val="solid"/>
          </a:ln>
        </p:spPr>
      </p:sp>
      <p:sp>
        <p:nvSpPr>
          <p:cNvPr id="864" name="01_find_only_863">
            <a:extLst>
              <a:ext uri="{FF2B5EF4-FFF2-40B4-BE49-F238E27FC236}">
                <a16:creationId xmlns:a16="http://schemas.microsoft.com/office/drawing/2014/main" id="{B904F1D1-CF20-4508-BE49-3EB396077732}"/>
              </a:ext>
            </a:extLst>
          </p:cNvPr>
          <p:cNvSpPr>
            <a:spLocks noGrp="1"/>
          </p:cNvSpPr>
          <p:nvPr/>
        </p:nvSpPr>
        <p:spPr>
          <a:xfrm>
            <a:off x="2952988" y="4123418"/>
            <a:ext cx="28398" cy="28398"/>
          </a:xfrm>
          <a:prstGeom prst="ellipse">
            <a:avLst/>
          </a:prstGeom>
          <a:solidFill>
            <a:srgbClr val="7F8C97">
              <a:alpha val="48000"/>
            </a:srgbClr>
          </a:solidFill>
          <a:ln w="0">
            <a:noFill/>
            <a:prstDash val="solid"/>
          </a:ln>
        </p:spPr>
      </p:sp>
      <p:sp>
        <p:nvSpPr>
          <p:cNvPr id="865" name="01_find_only_864">
            <a:extLst>
              <a:ext uri="{FF2B5EF4-FFF2-40B4-BE49-F238E27FC236}">
                <a16:creationId xmlns:a16="http://schemas.microsoft.com/office/drawing/2014/main" id="{899BAA95-524F-4646-8950-48DB8AF67BD0}"/>
              </a:ext>
            </a:extLst>
          </p:cNvPr>
          <p:cNvSpPr>
            <a:spLocks noGrp="1"/>
          </p:cNvSpPr>
          <p:nvPr/>
        </p:nvSpPr>
        <p:spPr>
          <a:xfrm>
            <a:off x="2961381" y="3489410"/>
            <a:ext cx="28398" cy="28398"/>
          </a:xfrm>
          <a:prstGeom prst="ellipse">
            <a:avLst/>
          </a:prstGeom>
          <a:solidFill>
            <a:srgbClr val="7F8C97">
              <a:alpha val="48000"/>
            </a:srgbClr>
          </a:solidFill>
          <a:ln w="0">
            <a:noFill/>
            <a:prstDash val="solid"/>
          </a:ln>
        </p:spPr>
      </p:sp>
      <p:sp>
        <p:nvSpPr>
          <p:cNvPr id="866" name="01_find_only_865">
            <a:extLst>
              <a:ext uri="{FF2B5EF4-FFF2-40B4-BE49-F238E27FC236}">
                <a16:creationId xmlns:a16="http://schemas.microsoft.com/office/drawing/2014/main" id="{037D57B4-1309-42FF-931F-6599220DE57C}"/>
              </a:ext>
            </a:extLst>
          </p:cNvPr>
          <p:cNvSpPr>
            <a:spLocks noGrp="1"/>
          </p:cNvSpPr>
          <p:nvPr/>
        </p:nvSpPr>
        <p:spPr>
          <a:xfrm>
            <a:off x="2906537" y="3616211"/>
            <a:ext cx="28398" cy="28398"/>
          </a:xfrm>
          <a:prstGeom prst="ellipse">
            <a:avLst/>
          </a:prstGeom>
          <a:solidFill>
            <a:srgbClr val="7F8C97">
              <a:alpha val="48000"/>
            </a:srgbClr>
          </a:solidFill>
          <a:ln w="0">
            <a:noFill/>
            <a:prstDash val="solid"/>
          </a:ln>
        </p:spPr>
      </p:sp>
      <p:sp>
        <p:nvSpPr>
          <p:cNvPr id="867" name="01_find_only_866">
            <a:extLst>
              <a:ext uri="{FF2B5EF4-FFF2-40B4-BE49-F238E27FC236}">
                <a16:creationId xmlns:a16="http://schemas.microsoft.com/office/drawing/2014/main" id="{7AFEB390-FCB3-4F72-B623-E160FB7401F5}"/>
              </a:ext>
            </a:extLst>
          </p:cNvPr>
          <p:cNvSpPr>
            <a:spLocks noGrp="1"/>
          </p:cNvSpPr>
          <p:nvPr/>
        </p:nvSpPr>
        <p:spPr>
          <a:xfrm>
            <a:off x="2892134" y="3489410"/>
            <a:ext cx="28398" cy="28398"/>
          </a:xfrm>
          <a:prstGeom prst="ellipse">
            <a:avLst/>
          </a:prstGeom>
          <a:solidFill>
            <a:srgbClr val="7F8C97">
              <a:alpha val="48000"/>
            </a:srgbClr>
          </a:solidFill>
          <a:ln w="0">
            <a:noFill/>
            <a:prstDash val="solid"/>
          </a:ln>
        </p:spPr>
      </p:sp>
      <p:sp>
        <p:nvSpPr>
          <p:cNvPr id="868" name="01_find_only_867">
            <a:extLst>
              <a:ext uri="{FF2B5EF4-FFF2-40B4-BE49-F238E27FC236}">
                <a16:creationId xmlns:a16="http://schemas.microsoft.com/office/drawing/2014/main" id="{F3FCE638-05DD-40B1-B1EA-79FA5A9EE530}"/>
              </a:ext>
            </a:extLst>
          </p:cNvPr>
          <p:cNvSpPr>
            <a:spLocks noGrp="1"/>
          </p:cNvSpPr>
          <p:nvPr/>
        </p:nvSpPr>
        <p:spPr>
          <a:xfrm>
            <a:off x="2947646" y="4123418"/>
            <a:ext cx="28398" cy="28398"/>
          </a:xfrm>
          <a:prstGeom prst="ellipse">
            <a:avLst/>
          </a:prstGeom>
          <a:solidFill>
            <a:srgbClr val="7F8C97">
              <a:alpha val="48000"/>
            </a:srgbClr>
          </a:solidFill>
          <a:ln w="0">
            <a:noFill/>
            <a:prstDash val="solid"/>
          </a:ln>
        </p:spPr>
      </p:sp>
      <p:sp>
        <p:nvSpPr>
          <p:cNvPr id="869" name="01_find_only_868">
            <a:extLst>
              <a:ext uri="{FF2B5EF4-FFF2-40B4-BE49-F238E27FC236}">
                <a16:creationId xmlns:a16="http://schemas.microsoft.com/office/drawing/2014/main" id="{9F7A7B06-805A-4767-943B-2CD645162880}"/>
              </a:ext>
            </a:extLst>
          </p:cNvPr>
          <p:cNvSpPr>
            <a:spLocks noGrp="1"/>
          </p:cNvSpPr>
          <p:nvPr/>
        </p:nvSpPr>
        <p:spPr>
          <a:xfrm>
            <a:off x="2887651" y="3489410"/>
            <a:ext cx="28398" cy="28398"/>
          </a:xfrm>
          <a:prstGeom prst="ellipse">
            <a:avLst/>
          </a:prstGeom>
          <a:solidFill>
            <a:srgbClr val="7F8C97">
              <a:alpha val="48000"/>
            </a:srgbClr>
          </a:solidFill>
          <a:ln w="0">
            <a:noFill/>
            <a:prstDash val="solid"/>
          </a:ln>
        </p:spPr>
      </p:sp>
      <p:sp>
        <p:nvSpPr>
          <p:cNvPr id="870" name="01_find_only_869">
            <a:extLst>
              <a:ext uri="{FF2B5EF4-FFF2-40B4-BE49-F238E27FC236}">
                <a16:creationId xmlns:a16="http://schemas.microsoft.com/office/drawing/2014/main" id="{9E032379-52AA-4C78-B881-F7B488CBB35E}"/>
              </a:ext>
            </a:extLst>
          </p:cNvPr>
          <p:cNvSpPr>
            <a:spLocks noGrp="1"/>
          </p:cNvSpPr>
          <p:nvPr/>
        </p:nvSpPr>
        <p:spPr>
          <a:xfrm>
            <a:off x="2893660" y="4123418"/>
            <a:ext cx="28398" cy="28398"/>
          </a:xfrm>
          <a:prstGeom prst="ellipse">
            <a:avLst/>
          </a:prstGeom>
          <a:solidFill>
            <a:srgbClr val="7F8C97">
              <a:alpha val="48000"/>
            </a:srgbClr>
          </a:solidFill>
          <a:ln w="0">
            <a:noFill/>
            <a:prstDash val="solid"/>
          </a:ln>
        </p:spPr>
      </p:sp>
      <p:sp>
        <p:nvSpPr>
          <p:cNvPr id="871" name="01_find_only_870">
            <a:extLst>
              <a:ext uri="{FF2B5EF4-FFF2-40B4-BE49-F238E27FC236}">
                <a16:creationId xmlns:a16="http://schemas.microsoft.com/office/drawing/2014/main" id="{C41ABDD0-07C4-4235-A723-E5B0E4BD505A}"/>
              </a:ext>
            </a:extLst>
          </p:cNvPr>
          <p:cNvSpPr>
            <a:spLocks noGrp="1"/>
          </p:cNvSpPr>
          <p:nvPr/>
        </p:nvSpPr>
        <p:spPr>
          <a:xfrm>
            <a:off x="2950031" y="3489410"/>
            <a:ext cx="28398" cy="28398"/>
          </a:xfrm>
          <a:prstGeom prst="ellipse">
            <a:avLst/>
          </a:prstGeom>
          <a:solidFill>
            <a:srgbClr val="7F8C97">
              <a:alpha val="48000"/>
            </a:srgbClr>
          </a:solidFill>
          <a:ln w="0">
            <a:noFill/>
            <a:prstDash val="solid"/>
          </a:ln>
        </p:spPr>
      </p:sp>
      <p:sp>
        <p:nvSpPr>
          <p:cNvPr id="872" name="01_find_only_871">
            <a:extLst>
              <a:ext uri="{FF2B5EF4-FFF2-40B4-BE49-F238E27FC236}">
                <a16:creationId xmlns:a16="http://schemas.microsoft.com/office/drawing/2014/main" id="{976F59F0-EC5A-466D-95AB-EB5034F1B093}"/>
              </a:ext>
            </a:extLst>
          </p:cNvPr>
          <p:cNvSpPr>
            <a:spLocks noGrp="1"/>
          </p:cNvSpPr>
          <p:nvPr/>
        </p:nvSpPr>
        <p:spPr>
          <a:xfrm>
            <a:off x="2888510" y="3489410"/>
            <a:ext cx="28398" cy="28398"/>
          </a:xfrm>
          <a:prstGeom prst="ellipse">
            <a:avLst/>
          </a:prstGeom>
          <a:solidFill>
            <a:srgbClr val="7F8C97">
              <a:alpha val="48000"/>
            </a:srgbClr>
          </a:solidFill>
          <a:ln w="0">
            <a:noFill/>
            <a:prstDash val="solid"/>
          </a:ln>
        </p:spPr>
      </p:sp>
      <p:sp>
        <p:nvSpPr>
          <p:cNvPr id="873" name="01_find_only_872">
            <a:extLst>
              <a:ext uri="{FF2B5EF4-FFF2-40B4-BE49-F238E27FC236}">
                <a16:creationId xmlns:a16="http://schemas.microsoft.com/office/drawing/2014/main" id="{31986816-5841-4C62-B35F-35BB34492A37}"/>
              </a:ext>
            </a:extLst>
          </p:cNvPr>
          <p:cNvSpPr>
            <a:spLocks noGrp="1"/>
          </p:cNvSpPr>
          <p:nvPr/>
        </p:nvSpPr>
        <p:spPr>
          <a:xfrm>
            <a:off x="2968344" y="3489410"/>
            <a:ext cx="28398" cy="28398"/>
          </a:xfrm>
          <a:prstGeom prst="ellipse">
            <a:avLst/>
          </a:prstGeom>
          <a:solidFill>
            <a:srgbClr val="7F8C97">
              <a:alpha val="48000"/>
            </a:srgbClr>
          </a:solidFill>
          <a:ln w="0">
            <a:noFill/>
            <a:prstDash val="solid"/>
          </a:ln>
        </p:spPr>
      </p:sp>
      <p:sp>
        <p:nvSpPr>
          <p:cNvPr id="874" name="01_find_only_873">
            <a:extLst>
              <a:ext uri="{FF2B5EF4-FFF2-40B4-BE49-F238E27FC236}">
                <a16:creationId xmlns:a16="http://schemas.microsoft.com/office/drawing/2014/main" id="{C431BCC6-8BB7-4030-92A9-7B573B068920}"/>
              </a:ext>
            </a:extLst>
          </p:cNvPr>
          <p:cNvSpPr>
            <a:spLocks noGrp="1"/>
          </p:cNvSpPr>
          <p:nvPr/>
        </p:nvSpPr>
        <p:spPr>
          <a:xfrm>
            <a:off x="2953751" y="3700746"/>
            <a:ext cx="28398" cy="28398"/>
          </a:xfrm>
          <a:prstGeom prst="ellipse">
            <a:avLst/>
          </a:prstGeom>
          <a:solidFill>
            <a:srgbClr val="7F8C97">
              <a:alpha val="48000"/>
            </a:srgbClr>
          </a:solidFill>
          <a:ln w="0">
            <a:noFill/>
            <a:prstDash val="solid"/>
          </a:ln>
        </p:spPr>
      </p:sp>
      <p:sp>
        <p:nvSpPr>
          <p:cNvPr id="875" name="01_find_only_874">
            <a:extLst>
              <a:ext uri="{FF2B5EF4-FFF2-40B4-BE49-F238E27FC236}">
                <a16:creationId xmlns:a16="http://schemas.microsoft.com/office/drawing/2014/main" id="{A640C973-9825-4F12-95FF-ED2BB7EB977C}"/>
              </a:ext>
            </a:extLst>
          </p:cNvPr>
          <p:cNvSpPr>
            <a:spLocks noGrp="1"/>
          </p:cNvSpPr>
          <p:nvPr/>
        </p:nvSpPr>
        <p:spPr>
          <a:xfrm>
            <a:off x="2919223" y="3806414"/>
            <a:ext cx="28398" cy="28398"/>
          </a:xfrm>
          <a:prstGeom prst="ellipse">
            <a:avLst/>
          </a:prstGeom>
          <a:solidFill>
            <a:srgbClr val="7F8C97">
              <a:alpha val="48000"/>
            </a:srgbClr>
          </a:solidFill>
          <a:ln w="0">
            <a:noFill/>
            <a:prstDash val="solid"/>
          </a:ln>
        </p:spPr>
      </p:sp>
      <p:sp>
        <p:nvSpPr>
          <p:cNvPr id="876" name="01_find_only_875">
            <a:extLst>
              <a:ext uri="{FF2B5EF4-FFF2-40B4-BE49-F238E27FC236}">
                <a16:creationId xmlns:a16="http://schemas.microsoft.com/office/drawing/2014/main" id="{8FC77E2C-AB64-4EE1-844E-F27E2358988E}"/>
              </a:ext>
            </a:extLst>
          </p:cNvPr>
          <p:cNvSpPr>
            <a:spLocks noGrp="1"/>
          </p:cNvSpPr>
          <p:nvPr/>
        </p:nvSpPr>
        <p:spPr>
          <a:xfrm>
            <a:off x="2903103" y="4123418"/>
            <a:ext cx="28398" cy="28398"/>
          </a:xfrm>
          <a:prstGeom prst="ellipse">
            <a:avLst/>
          </a:prstGeom>
          <a:solidFill>
            <a:srgbClr val="7F8C97">
              <a:alpha val="48000"/>
            </a:srgbClr>
          </a:solidFill>
          <a:ln w="0">
            <a:noFill/>
            <a:prstDash val="solid"/>
          </a:ln>
        </p:spPr>
      </p:sp>
      <p:sp>
        <p:nvSpPr>
          <p:cNvPr id="877" name="01_find_only_876">
            <a:extLst>
              <a:ext uri="{FF2B5EF4-FFF2-40B4-BE49-F238E27FC236}">
                <a16:creationId xmlns:a16="http://schemas.microsoft.com/office/drawing/2014/main" id="{8B128A3B-D1B7-47EE-9FA1-69F53CFF52A4}"/>
              </a:ext>
            </a:extLst>
          </p:cNvPr>
          <p:cNvSpPr>
            <a:spLocks noGrp="1"/>
          </p:cNvSpPr>
          <p:nvPr/>
        </p:nvSpPr>
        <p:spPr>
          <a:xfrm>
            <a:off x="2966913" y="3564400"/>
            <a:ext cx="28398" cy="28398"/>
          </a:xfrm>
          <a:prstGeom prst="ellipse">
            <a:avLst/>
          </a:prstGeom>
          <a:solidFill>
            <a:srgbClr val="7F8C97">
              <a:alpha val="48000"/>
            </a:srgbClr>
          </a:solidFill>
          <a:ln w="0">
            <a:noFill/>
            <a:prstDash val="solid"/>
          </a:ln>
        </p:spPr>
      </p:sp>
      <p:sp>
        <p:nvSpPr>
          <p:cNvPr id="878" name="01_find_only_877">
            <a:extLst>
              <a:ext uri="{FF2B5EF4-FFF2-40B4-BE49-F238E27FC236}">
                <a16:creationId xmlns:a16="http://schemas.microsoft.com/office/drawing/2014/main" id="{CF9E7C65-2EE9-4744-886B-BE7016CB4AA1}"/>
              </a:ext>
            </a:extLst>
          </p:cNvPr>
          <p:cNvSpPr>
            <a:spLocks noGrp="1"/>
          </p:cNvSpPr>
          <p:nvPr/>
        </p:nvSpPr>
        <p:spPr>
          <a:xfrm>
            <a:off x="2971015" y="3579982"/>
            <a:ext cx="28398" cy="28398"/>
          </a:xfrm>
          <a:prstGeom prst="ellipse">
            <a:avLst/>
          </a:prstGeom>
          <a:solidFill>
            <a:srgbClr val="7F8C97">
              <a:alpha val="48000"/>
            </a:srgbClr>
          </a:solidFill>
          <a:ln w="0">
            <a:noFill/>
            <a:prstDash val="solid"/>
          </a:ln>
        </p:spPr>
      </p:sp>
      <p:sp>
        <p:nvSpPr>
          <p:cNvPr id="879" name="01_find_only_878">
            <a:extLst>
              <a:ext uri="{FF2B5EF4-FFF2-40B4-BE49-F238E27FC236}">
                <a16:creationId xmlns:a16="http://schemas.microsoft.com/office/drawing/2014/main" id="{E1FA84AB-17C4-4AE3-9C99-0AE3279E129F}"/>
              </a:ext>
            </a:extLst>
          </p:cNvPr>
          <p:cNvSpPr>
            <a:spLocks noGrp="1"/>
          </p:cNvSpPr>
          <p:nvPr/>
        </p:nvSpPr>
        <p:spPr>
          <a:xfrm>
            <a:off x="2936391" y="4123418"/>
            <a:ext cx="28398" cy="28398"/>
          </a:xfrm>
          <a:prstGeom prst="ellipse">
            <a:avLst/>
          </a:prstGeom>
          <a:solidFill>
            <a:srgbClr val="7F8C97">
              <a:alpha val="48000"/>
            </a:srgbClr>
          </a:solidFill>
          <a:ln w="0">
            <a:noFill/>
            <a:prstDash val="solid"/>
          </a:ln>
        </p:spPr>
      </p:sp>
      <p:sp>
        <p:nvSpPr>
          <p:cNvPr id="880" name="01_find_only_879">
            <a:extLst>
              <a:ext uri="{FF2B5EF4-FFF2-40B4-BE49-F238E27FC236}">
                <a16:creationId xmlns:a16="http://schemas.microsoft.com/office/drawing/2014/main" id="{E4714EA2-BDA4-4645-B2A9-062BD49BF954}"/>
              </a:ext>
            </a:extLst>
          </p:cNvPr>
          <p:cNvSpPr>
            <a:spLocks noGrp="1"/>
          </p:cNvSpPr>
          <p:nvPr/>
        </p:nvSpPr>
        <p:spPr>
          <a:xfrm>
            <a:off x="2958138" y="3489410"/>
            <a:ext cx="28398" cy="28398"/>
          </a:xfrm>
          <a:prstGeom prst="ellipse">
            <a:avLst/>
          </a:prstGeom>
          <a:solidFill>
            <a:srgbClr val="7F8C97">
              <a:alpha val="48000"/>
            </a:srgbClr>
          </a:solidFill>
          <a:ln w="0">
            <a:noFill/>
            <a:prstDash val="solid"/>
          </a:ln>
        </p:spPr>
      </p:sp>
      <p:sp>
        <p:nvSpPr>
          <p:cNvPr id="881" name="01_find_only_880">
            <a:extLst>
              <a:ext uri="{FF2B5EF4-FFF2-40B4-BE49-F238E27FC236}">
                <a16:creationId xmlns:a16="http://schemas.microsoft.com/office/drawing/2014/main" id="{F51A9D3A-4FCC-4F46-9FA3-B1BB2BF7462B}"/>
              </a:ext>
            </a:extLst>
          </p:cNvPr>
          <p:cNvSpPr>
            <a:spLocks noGrp="1"/>
          </p:cNvSpPr>
          <p:nvPr/>
        </p:nvSpPr>
        <p:spPr>
          <a:xfrm>
            <a:off x="2891276" y="3616211"/>
            <a:ext cx="28398" cy="28398"/>
          </a:xfrm>
          <a:prstGeom prst="ellipse">
            <a:avLst/>
          </a:prstGeom>
          <a:solidFill>
            <a:srgbClr val="7F8C97">
              <a:alpha val="48000"/>
            </a:srgbClr>
          </a:solidFill>
          <a:ln w="0">
            <a:noFill/>
            <a:prstDash val="solid"/>
          </a:ln>
        </p:spPr>
      </p:sp>
      <p:sp>
        <p:nvSpPr>
          <p:cNvPr id="882" name="01_find_only_881">
            <a:extLst>
              <a:ext uri="{FF2B5EF4-FFF2-40B4-BE49-F238E27FC236}">
                <a16:creationId xmlns:a16="http://schemas.microsoft.com/office/drawing/2014/main" id="{208CADF8-DFDD-4955-B41B-E2CEE39324B1}"/>
              </a:ext>
            </a:extLst>
          </p:cNvPr>
          <p:cNvSpPr>
            <a:spLocks noGrp="1"/>
          </p:cNvSpPr>
          <p:nvPr/>
        </p:nvSpPr>
        <p:spPr>
          <a:xfrm>
            <a:off x="2918173" y="4123418"/>
            <a:ext cx="28398" cy="28398"/>
          </a:xfrm>
          <a:prstGeom prst="ellipse">
            <a:avLst/>
          </a:prstGeom>
          <a:solidFill>
            <a:srgbClr val="7F8C97">
              <a:alpha val="48000"/>
            </a:srgbClr>
          </a:solidFill>
          <a:ln w="0">
            <a:noFill/>
            <a:prstDash val="solid"/>
          </a:ln>
        </p:spPr>
      </p:sp>
      <p:sp>
        <p:nvSpPr>
          <p:cNvPr id="883" name="01_find_only_882">
            <a:extLst>
              <a:ext uri="{FF2B5EF4-FFF2-40B4-BE49-F238E27FC236}">
                <a16:creationId xmlns:a16="http://schemas.microsoft.com/office/drawing/2014/main" id="{FD21165E-86A1-435A-B67D-79D424459EC1}"/>
              </a:ext>
            </a:extLst>
          </p:cNvPr>
          <p:cNvSpPr>
            <a:spLocks noGrp="1"/>
          </p:cNvSpPr>
          <p:nvPr/>
        </p:nvSpPr>
        <p:spPr>
          <a:xfrm>
            <a:off x="2952225" y="3579982"/>
            <a:ext cx="28398" cy="28398"/>
          </a:xfrm>
          <a:prstGeom prst="ellipse">
            <a:avLst/>
          </a:prstGeom>
          <a:solidFill>
            <a:srgbClr val="7F8C97">
              <a:alpha val="48000"/>
            </a:srgbClr>
          </a:solidFill>
          <a:ln w="0">
            <a:noFill/>
            <a:prstDash val="solid"/>
          </a:ln>
        </p:spPr>
      </p:sp>
      <p:sp>
        <p:nvSpPr>
          <p:cNvPr id="884" name="01_find_only_883">
            <a:extLst>
              <a:ext uri="{FF2B5EF4-FFF2-40B4-BE49-F238E27FC236}">
                <a16:creationId xmlns:a16="http://schemas.microsoft.com/office/drawing/2014/main" id="{6C95CFBE-D6AD-45B3-8E8A-E8FA57E7A86B}"/>
              </a:ext>
            </a:extLst>
          </p:cNvPr>
          <p:cNvSpPr>
            <a:spLocks noGrp="1"/>
          </p:cNvSpPr>
          <p:nvPr/>
        </p:nvSpPr>
        <p:spPr>
          <a:xfrm>
            <a:off x="2885458" y="3489410"/>
            <a:ext cx="28398" cy="28398"/>
          </a:xfrm>
          <a:prstGeom prst="ellipse">
            <a:avLst/>
          </a:prstGeom>
          <a:solidFill>
            <a:srgbClr val="7F8C97">
              <a:alpha val="48000"/>
            </a:srgbClr>
          </a:solidFill>
          <a:ln w="0">
            <a:noFill/>
            <a:prstDash val="solid"/>
          </a:ln>
        </p:spPr>
      </p:sp>
      <p:sp>
        <p:nvSpPr>
          <p:cNvPr id="885" name="01_find_only_884">
            <a:extLst>
              <a:ext uri="{FF2B5EF4-FFF2-40B4-BE49-F238E27FC236}">
                <a16:creationId xmlns:a16="http://schemas.microsoft.com/office/drawing/2014/main" id="{18B2C512-004C-47E0-BF40-CD0C63320F2B}"/>
              </a:ext>
            </a:extLst>
          </p:cNvPr>
          <p:cNvSpPr>
            <a:spLocks noGrp="1"/>
          </p:cNvSpPr>
          <p:nvPr/>
        </p:nvSpPr>
        <p:spPr>
          <a:xfrm>
            <a:off x="2882024" y="3489410"/>
            <a:ext cx="28398" cy="28398"/>
          </a:xfrm>
          <a:prstGeom prst="ellipse">
            <a:avLst/>
          </a:prstGeom>
          <a:solidFill>
            <a:srgbClr val="7F8C97">
              <a:alpha val="48000"/>
            </a:srgbClr>
          </a:solidFill>
          <a:ln w="0">
            <a:noFill/>
            <a:prstDash val="solid"/>
          </a:ln>
        </p:spPr>
      </p:sp>
      <p:sp>
        <p:nvSpPr>
          <p:cNvPr id="886" name="01_find_only_885">
            <a:extLst>
              <a:ext uri="{FF2B5EF4-FFF2-40B4-BE49-F238E27FC236}">
                <a16:creationId xmlns:a16="http://schemas.microsoft.com/office/drawing/2014/main" id="{23D234DC-8030-46ED-ADBA-FBF707B7C251}"/>
              </a:ext>
            </a:extLst>
          </p:cNvPr>
          <p:cNvSpPr>
            <a:spLocks noGrp="1"/>
          </p:cNvSpPr>
          <p:nvPr/>
        </p:nvSpPr>
        <p:spPr>
          <a:xfrm>
            <a:off x="2938394" y="3489410"/>
            <a:ext cx="28398" cy="28398"/>
          </a:xfrm>
          <a:prstGeom prst="ellipse">
            <a:avLst/>
          </a:prstGeom>
          <a:solidFill>
            <a:srgbClr val="7F8C97">
              <a:alpha val="48000"/>
            </a:srgbClr>
          </a:solidFill>
          <a:ln w="0">
            <a:noFill/>
            <a:prstDash val="solid"/>
          </a:ln>
        </p:spPr>
      </p:sp>
      <p:sp>
        <p:nvSpPr>
          <p:cNvPr id="887" name="01_find_only_886">
            <a:extLst>
              <a:ext uri="{FF2B5EF4-FFF2-40B4-BE49-F238E27FC236}">
                <a16:creationId xmlns:a16="http://schemas.microsoft.com/office/drawing/2014/main" id="{C2CEA92F-4F22-4A05-9BCE-AC046204BC45}"/>
              </a:ext>
            </a:extLst>
          </p:cNvPr>
          <p:cNvSpPr>
            <a:spLocks noGrp="1"/>
          </p:cNvSpPr>
          <p:nvPr/>
        </p:nvSpPr>
        <p:spPr>
          <a:xfrm>
            <a:off x="2966341" y="3637345"/>
            <a:ext cx="28398" cy="28398"/>
          </a:xfrm>
          <a:prstGeom prst="ellipse">
            <a:avLst/>
          </a:prstGeom>
          <a:solidFill>
            <a:srgbClr val="7F8C97">
              <a:alpha val="48000"/>
            </a:srgbClr>
          </a:solidFill>
          <a:ln w="0">
            <a:noFill/>
            <a:prstDash val="solid"/>
          </a:ln>
        </p:spPr>
      </p:sp>
      <p:sp>
        <p:nvSpPr>
          <p:cNvPr id="888" name="01_find_only_887">
            <a:extLst>
              <a:ext uri="{FF2B5EF4-FFF2-40B4-BE49-F238E27FC236}">
                <a16:creationId xmlns:a16="http://schemas.microsoft.com/office/drawing/2014/main" id="{943D3832-AC92-4B2B-9FE4-0146E5630A01}"/>
              </a:ext>
            </a:extLst>
          </p:cNvPr>
          <p:cNvSpPr>
            <a:spLocks noGrp="1"/>
          </p:cNvSpPr>
          <p:nvPr/>
        </p:nvSpPr>
        <p:spPr>
          <a:xfrm>
            <a:off x="2877827" y="3489410"/>
            <a:ext cx="28398" cy="28398"/>
          </a:xfrm>
          <a:prstGeom prst="ellipse">
            <a:avLst/>
          </a:prstGeom>
          <a:solidFill>
            <a:srgbClr val="7F8C97">
              <a:alpha val="48000"/>
            </a:srgbClr>
          </a:solidFill>
          <a:ln w="0">
            <a:noFill/>
            <a:prstDash val="solid"/>
          </a:ln>
        </p:spPr>
      </p:sp>
      <p:sp>
        <p:nvSpPr>
          <p:cNvPr id="889" name="01_find_only_888">
            <a:extLst>
              <a:ext uri="{FF2B5EF4-FFF2-40B4-BE49-F238E27FC236}">
                <a16:creationId xmlns:a16="http://schemas.microsoft.com/office/drawing/2014/main" id="{7669732A-EDE8-40EE-9AFA-1B76DF1D1A34}"/>
              </a:ext>
            </a:extLst>
          </p:cNvPr>
          <p:cNvSpPr>
            <a:spLocks noGrp="1"/>
          </p:cNvSpPr>
          <p:nvPr/>
        </p:nvSpPr>
        <p:spPr>
          <a:xfrm>
            <a:off x="2915121" y="4123418"/>
            <a:ext cx="28398" cy="28398"/>
          </a:xfrm>
          <a:prstGeom prst="ellipse">
            <a:avLst/>
          </a:prstGeom>
          <a:solidFill>
            <a:srgbClr val="7F8C97">
              <a:alpha val="48000"/>
            </a:srgbClr>
          </a:solidFill>
          <a:ln w="0">
            <a:noFill/>
            <a:prstDash val="solid"/>
          </a:ln>
        </p:spPr>
      </p:sp>
      <p:sp>
        <p:nvSpPr>
          <p:cNvPr id="890" name="01_find_only_889">
            <a:extLst>
              <a:ext uri="{FF2B5EF4-FFF2-40B4-BE49-F238E27FC236}">
                <a16:creationId xmlns:a16="http://schemas.microsoft.com/office/drawing/2014/main" id="{4ED8B6B6-D4BE-4DF7-A2E4-52DED7D4EB1D}"/>
              </a:ext>
            </a:extLst>
          </p:cNvPr>
          <p:cNvSpPr>
            <a:spLocks noGrp="1"/>
          </p:cNvSpPr>
          <p:nvPr/>
        </p:nvSpPr>
        <p:spPr>
          <a:xfrm>
            <a:off x="2945739" y="4123418"/>
            <a:ext cx="28398" cy="28398"/>
          </a:xfrm>
          <a:prstGeom prst="ellipse">
            <a:avLst/>
          </a:prstGeom>
          <a:solidFill>
            <a:srgbClr val="7F8C97">
              <a:alpha val="48000"/>
            </a:srgbClr>
          </a:solidFill>
          <a:ln w="0">
            <a:noFill/>
            <a:prstDash val="solid"/>
          </a:ln>
        </p:spPr>
      </p:sp>
      <p:sp>
        <p:nvSpPr>
          <p:cNvPr id="891" name="01_find_only_890">
            <a:extLst>
              <a:ext uri="{FF2B5EF4-FFF2-40B4-BE49-F238E27FC236}">
                <a16:creationId xmlns:a16="http://schemas.microsoft.com/office/drawing/2014/main" id="{49FF113B-84FE-4DD4-ACC6-94A3B849C74E}"/>
              </a:ext>
            </a:extLst>
          </p:cNvPr>
          <p:cNvSpPr>
            <a:spLocks noGrp="1"/>
          </p:cNvSpPr>
          <p:nvPr/>
        </p:nvSpPr>
        <p:spPr>
          <a:xfrm>
            <a:off x="2917124" y="4123418"/>
            <a:ext cx="28398" cy="28398"/>
          </a:xfrm>
          <a:prstGeom prst="ellipse">
            <a:avLst/>
          </a:prstGeom>
          <a:solidFill>
            <a:srgbClr val="7F8C97">
              <a:alpha val="48000"/>
            </a:srgbClr>
          </a:solidFill>
          <a:ln w="0">
            <a:noFill/>
            <a:prstDash val="solid"/>
          </a:ln>
        </p:spPr>
      </p:sp>
      <p:sp>
        <p:nvSpPr>
          <p:cNvPr id="892" name="01_find_only_891">
            <a:extLst>
              <a:ext uri="{FF2B5EF4-FFF2-40B4-BE49-F238E27FC236}">
                <a16:creationId xmlns:a16="http://schemas.microsoft.com/office/drawing/2014/main" id="{11A2A555-F377-40D6-877E-3572D898C3F2}"/>
              </a:ext>
            </a:extLst>
          </p:cNvPr>
          <p:cNvSpPr>
            <a:spLocks noGrp="1"/>
          </p:cNvSpPr>
          <p:nvPr/>
        </p:nvSpPr>
        <p:spPr>
          <a:xfrm>
            <a:off x="2901005" y="3785280"/>
            <a:ext cx="28398" cy="28398"/>
          </a:xfrm>
          <a:prstGeom prst="ellipse">
            <a:avLst/>
          </a:prstGeom>
          <a:solidFill>
            <a:srgbClr val="7F8C97">
              <a:alpha val="48000"/>
            </a:srgbClr>
          </a:solidFill>
          <a:ln w="0">
            <a:noFill/>
            <a:prstDash val="solid"/>
          </a:ln>
        </p:spPr>
      </p:sp>
      <p:sp>
        <p:nvSpPr>
          <p:cNvPr id="893" name="01_find_only_892">
            <a:extLst>
              <a:ext uri="{FF2B5EF4-FFF2-40B4-BE49-F238E27FC236}">
                <a16:creationId xmlns:a16="http://schemas.microsoft.com/office/drawing/2014/main" id="{1BBCD549-D11F-4DAA-A8EE-2500A709FB96}"/>
              </a:ext>
            </a:extLst>
          </p:cNvPr>
          <p:cNvSpPr>
            <a:spLocks noGrp="1"/>
          </p:cNvSpPr>
          <p:nvPr/>
        </p:nvSpPr>
        <p:spPr>
          <a:xfrm>
            <a:off x="2938013" y="4017750"/>
            <a:ext cx="28398" cy="28398"/>
          </a:xfrm>
          <a:prstGeom prst="ellipse">
            <a:avLst/>
          </a:prstGeom>
          <a:solidFill>
            <a:srgbClr val="7F8C97">
              <a:alpha val="48000"/>
            </a:srgbClr>
          </a:solidFill>
          <a:ln w="0">
            <a:noFill/>
            <a:prstDash val="solid"/>
          </a:ln>
        </p:spPr>
      </p:sp>
      <p:sp>
        <p:nvSpPr>
          <p:cNvPr id="894" name="01_find_only_893">
            <a:extLst>
              <a:ext uri="{FF2B5EF4-FFF2-40B4-BE49-F238E27FC236}">
                <a16:creationId xmlns:a16="http://schemas.microsoft.com/office/drawing/2014/main" id="{92E5D0C8-9173-4DF9-8B9E-12E208AB013C}"/>
              </a:ext>
            </a:extLst>
          </p:cNvPr>
          <p:cNvSpPr>
            <a:spLocks noGrp="1"/>
          </p:cNvSpPr>
          <p:nvPr/>
        </p:nvSpPr>
        <p:spPr>
          <a:xfrm>
            <a:off x="2934961" y="3489410"/>
            <a:ext cx="28398" cy="28398"/>
          </a:xfrm>
          <a:prstGeom prst="ellipse">
            <a:avLst/>
          </a:prstGeom>
          <a:solidFill>
            <a:srgbClr val="7F8C97">
              <a:alpha val="48000"/>
            </a:srgbClr>
          </a:solidFill>
          <a:ln w="0">
            <a:noFill/>
            <a:prstDash val="solid"/>
          </a:ln>
        </p:spPr>
      </p:sp>
      <p:sp>
        <p:nvSpPr>
          <p:cNvPr id="895" name="01_find_only_894">
            <a:extLst>
              <a:ext uri="{FF2B5EF4-FFF2-40B4-BE49-F238E27FC236}">
                <a16:creationId xmlns:a16="http://schemas.microsoft.com/office/drawing/2014/main" id="{58A6E2B8-3849-450F-AA5E-FED54FD2466B}"/>
              </a:ext>
            </a:extLst>
          </p:cNvPr>
          <p:cNvSpPr>
            <a:spLocks noGrp="1"/>
          </p:cNvSpPr>
          <p:nvPr/>
        </p:nvSpPr>
        <p:spPr>
          <a:xfrm>
            <a:off x="2923419" y="3489410"/>
            <a:ext cx="28398" cy="28398"/>
          </a:xfrm>
          <a:prstGeom prst="ellipse">
            <a:avLst/>
          </a:prstGeom>
          <a:solidFill>
            <a:srgbClr val="7F8C97">
              <a:alpha val="48000"/>
            </a:srgbClr>
          </a:solidFill>
          <a:ln w="0">
            <a:noFill/>
            <a:prstDash val="solid"/>
          </a:ln>
        </p:spPr>
      </p:sp>
      <p:sp>
        <p:nvSpPr>
          <p:cNvPr id="896" name="01_find_only_895">
            <a:extLst>
              <a:ext uri="{FF2B5EF4-FFF2-40B4-BE49-F238E27FC236}">
                <a16:creationId xmlns:a16="http://schemas.microsoft.com/office/drawing/2014/main" id="{56BDA100-E649-4018-8E5C-1362DCB2ACE2}"/>
              </a:ext>
            </a:extLst>
          </p:cNvPr>
          <p:cNvSpPr>
            <a:spLocks noGrp="1"/>
          </p:cNvSpPr>
          <p:nvPr/>
        </p:nvSpPr>
        <p:spPr>
          <a:xfrm>
            <a:off x="2932671" y="3489410"/>
            <a:ext cx="28398" cy="28398"/>
          </a:xfrm>
          <a:prstGeom prst="ellipse">
            <a:avLst/>
          </a:prstGeom>
          <a:solidFill>
            <a:srgbClr val="7F8C97">
              <a:alpha val="48000"/>
            </a:srgbClr>
          </a:solidFill>
          <a:ln w="0">
            <a:noFill/>
            <a:prstDash val="solid"/>
          </a:ln>
        </p:spPr>
      </p:sp>
      <p:sp>
        <p:nvSpPr>
          <p:cNvPr id="897" name="01_find_only_896">
            <a:extLst>
              <a:ext uri="{FF2B5EF4-FFF2-40B4-BE49-F238E27FC236}">
                <a16:creationId xmlns:a16="http://schemas.microsoft.com/office/drawing/2014/main" id="{CE3DD761-9015-488E-B8FA-ABBD31B42226}"/>
              </a:ext>
            </a:extLst>
          </p:cNvPr>
          <p:cNvSpPr>
            <a:spLocks noGrp="1"/>
          </p:cNvSpPr>
          <p:nvPr/>
        </p:nvSpPr>
        <p:spPr>
          <a:xfrm>
            <a:off x="2905297" y="4123418"/>
            <a:ext cx="28398" cy="28398"/>
          </a:xfrm>
          <a:prstGeom prst="ellipse">
            <a:avLst/>
          </a:prstGeom>
          <a:solidFill>
            <a:srgbClr val="7F8C97">
              <a:alpha val="48000"/>
            </a:srgbClr>
          </a:solidFill>
          <a:ln w="0">
            <a:noFill/>
            <a:prstDash val="solid"/>
          </a:ln>
        </p:spPr>
      </p:sp>
      <p:sp>
        <p:nvSpPr>
          <p:cNvPr id="898" name="01_find_only_897">
            <a:extLst>
              <a:ext uri="{FF2B5EF4-FFF2-40B4-BE49-F238E27FC236}">
                <a16:creationId xmlns:a16="http://schemas.microsoft.com/office/drawing/2014/main" id="{4406B19E-D247-46D6-B003-63C5A5B310C2}"/>
              </a:ext>
            </a:extLst>
          </p:cNvPr>
          <p:cNvSpPr>
            <a:spLocks noGrp="1"/>
          </p:cNvSpPr>
          <p:nvPr/>
        </p:nvSpPr>
        <p:spPr>
          <a:xfrm>
            <a:off x="2926662" y="3489410"/>
            <a:ext cx="28398" cy="28398"/>
          </a:xfrm>
          <a:prstGeom prst="ellipse">
            <a:avLst/>
          </a:prstGeom>
          <a:solidFill>
            <a:srgbClr val="7F8C97">
              <a:alpha val="48000"/>
            </a:srgbClr>
          </a:solidFill>
          <a:ln w="0">
            <a:noFill/>
            <a:prstDash val="solid"/>
          </a:ln>
        </p:spPr>
      </p:sp>
      <p:sp>
        <p:nvSpPr>
          <p:cNvPr id="899" name="01_find_only_898">
            <a:extLst>
              <a:ext uri="{FF2B5EF4-FFF2-40B4-BE49-F238E27FC236}">
                <a16:creationId xmlns:a16="http://schemas.microsoft.com/office/drawing/2014/main" id="{4C9C4013-FF10-44F6-93FF-1415BDFC51B8}"/>
              </a:ext>
            </a:extLst>
          </p:cNvPr>
          <p:cNvSpPr>
            <a:spLocks noGrp="1"/>
          </p:cNvSpPr>
          <p:nvPr/>
        </p:nvSpPr>
        <p:spPr>
          <a:xfrm>
            <a:off x="2906251" y="3616211"/>
            <a:ext cx="28398" cy="28398"/>
          </a:xfrm>
          <a:prstGeom prst="ellipse">
            <a:avLst/>
          </a:prstGeom>
          <a:solidFill>
            <a:srgbClr val="7F8C97">
              <a:alpha val="48000"/>
            </a:srgbClr>
          </a:solidFill>
          <a:ln w="0">
            <a:noFill/>
            <a:prstDash val="solid"/>
          </a:ln>
        </p:spPr>
      </p:sp>
      <p:sp>
        <p:nvSpPr>
          <p:cNvPr id="900" name="01_find_only_899">
            <a:extLst>
              <a:ext uri="{FF2B5EF4-FFF2-40B4-BE49-F238E27FC236}">
                <a16:creationId xmlns:a16="http://schemas.microsoft.com/office/drawing/2014/main" id="{1693BB57-1C7B-4D26-9859-A4FF1E313558}"/>
              </a:ext>
            </a:extLst>
          </p:cNvPr>
          <p:cNvSpPr>
            <a:spLocks noGrp="1"/>
          </p:cNvSpPr>
          <p:nvPr/>
        </p:nvSpPr>
        <p:spPr>
          <a:xfrm>
            <a:off x="2914644" y="3806414"/>
            <a:ext cx="28398" cy="28398"/>
          </a:xfrm>
          <a:prstGeom prst="ellipse">
            <a:avLst/>
          </a:prstGeom>
          <a:solidFill>
            <a:srgbClr val="7F8C97">
              <a:alpha val="48000"/>
            </a:srgbClr>
          </a:solidFill>
          <a:ln w="0">
            <a:noFill/>
            <a:prstDash val="solid"/>
          </a:ln>
        </p:spPr>
      </p:sp>
      <p:sp>
        <p:nvSpPr>
          <p:cNvPr id="901" name="01_find_only_900">
            <a:extLst>
              <a:ext uri="{FF2B5EF4-FFF2-40B4-BE49-F238E27FC236}">
                <a16:creationId xmlns:a16="http://schemas.microsoft.com/office/drawing/2014/main" id="{5E2B8B7C-A594-4FB3-BB82-701BC325EE48}"/>
              </a:ext>
            </a:extLst>
          </p:cNvPr>
          <p:cNvSpPr>
            <a:spLocks noGrp="1"/>
          </p:cNvSpPr>
          <p:nvPr/>
        </p:nvSpPr>
        <p:spPr>
          <a:xfrm>
            <a:off x="2955849" y="4032845"/>
            <a:ext cx="28398" cy="28398"/>
          </a:xfrm>
          <a:prstGeom prst="ellipse">
            <a:avLst/>
          </a:prstGeom>
          <a:solidFill>
            <a:srgbClr val="7F8C97">
              <a:alpha val="48000"/>
            </a:srgbClr>
          </a:solidFill>
          <a:ln w="0">
            <a:noFill/>
            <a:prstDash val="solid"/>
          </a:ln>
        </p:spPr>
      </p:sp>
      <p:sp>
        <p:nvSpPr>
          <p:cNvPr id="902" name="01_find_only_901">
            <a:extLst>
              <a:ext uri="{FF2B5EF4-FFF2-40B4-BE49-F238E27FC236}">
                <a16:creationId xmlns:a16="http://schemas.microsoft.com/office/drawing/2014/main" id="{61801090-7E04-44EC-8EBD-BC51F8200BFE}"/>
              </a:ext>
            </a:extLst>
          </p:cNvPr>
          <p:cNvSpPr>
            <a:spLocks noGrp="1"/>
          </p:cNvSpPr>
          <p:nvPr/>
        </p:nvSpPr>
        <p:spPr>
          <a:xfrm>
            <a:off x="2888319" y="3489410"/>
            <a:ext cx="28398" cy="28398"/>
          </a:xfrm>
          <a:prstGeom prst="ellipse">
            <a:avLst/>
          </a:prstGeom>
          <a:solidFill>
            <a:srgbClr val="7F8C97">
              <a:alpha val="48000"/>
            </a:srgbClr>
          </a:solidFill>
          <a:ln w="0">
            <a:noFill/>
            <a:prstDash val="solid"/>
          </a:ln>
        </p:spPr>
      </p:sp>
      <p:sp>
        <p:nvSpPr>
          <p:cNvPr id="903" name="01_find_only_902">
            <a:extLst>
              <a:ext uri="{FF2B5EF4-FFF2-40B4-BE49-F238E27FC236}">
                <a16:creationId xmlns:a16="http://schemas.microsoft.com/office/drawing/2014/main" id="{F5CAC02D-87E0-4AA3-8C88-0BD01A4F7793}"/>
              </a:ext>
            </a:extLst>
          </p:cNvPr>
          <p:cNvSpPr>
            <a:spLocks noGrp="1"/>
          </p:cNvSpPr>
          <p:nvPr/>
        </p:nvSpPr>
        <p:spPr>
          <a:xfrm>
            <a:off x="2892707" y="4123418"/>
            <a:ext cx="28398" cy="28398"/>
          </a:xfrm>
          <a:prstGeom prst="ellipse">
            <a:avLst/>
          </a:prstGeom>
          <a:solidFill>
            <a:srgbClr val="7F8C97">
              <a:alpha val="48000"/>
            </a:srgbClr>
          </a:solidFill>
          <a:ln w="0">
            <a:noFill/>
            <a:prstDash val="solid"/>
          </a:ln>
        </p:spPr>
      </p:sp>
      <p:sp>
        <p:nvSpPr>
          <p:cNvPr id="904" name="01_find_only_903">
            <a:extLst>
              <a:ext uri="{FF2B5EF4-FFF2-40B4-BE49-F238E27FC236}">
                <a16:creationId xmlns:a16="http://schemas.microsoft.com/office/drawing/2014/main" id="{DF89383E-3344-47D1-8663-E9D3D556F476}"/>
              </a:ext>
            </a:extLst>
          </p:cNvPr>
          <p:cNvSpPr>
            <a:spLocks noGrp="1"/>
          </p:cNvSpPr>
          <p:nvPr/>
        </p:nvSpPr>
        <p:spPr>
          <a:xfrm>
            <a:off x="2932385" y="3489410"/>
            <a:ext cx="28398" cy="28398"/>
          </a:xfrm>
          <a:prstGeom prst="ellipse">
            <a:avLst/>
          </a:prstGeom>
          <a:solidFill>
            <a:srgbClr val="7F8C97">
              <a:alpha val="48000"/>
            </a:srgbClr>
          </a:solidFill>
          <a:ln w="0">
            <a:noFill/>
            <a:prstDash val="solid"/>
          </a:ln>
        </p:spPr>
      </p:sp>
      <p:sp>
        <p:nvSpPr>
          <p:cNvPr id="905" name="01_find_only_904">
            <a:extLst>
              <a:ext uri="{FF2B5EF4-FFF2-40B4-BE49-F238E27FC236}">
                <a16:creationId xmlns:a16="http://schemas.microsoft.com/office/drawing/2014/main" id="{41FDD833-038E-40C1-8EEA-FE94DFF50B6E}"/>
              </a:ext>
            </a:extLst>
          </p:cNvPr>
          <p:cNvSpPr>
            <a:spLocks noGrp="1"/>
          </p:cNvSpPr>
          <p:nvPr/>
        </p:nvSpPr>
        <p:spPr>
          <a:xfrm>
            <a:off x="2931527" y="3700746"/>
            <a:ext cx="28398" cy="28398"/>
          </a:xfrm>
          <a:prstGeom prst="ellipse">
            <a:avLst/>
          </a:prstGeom>
          <a:solidFill>
            <a:srgbClr val="7F8C97">
              <a:alpha val="48000"/>
            </a:srgbClr>
          </a:solidFill>
          <a:ln w="0">
            <a:noFill/>
            <a:prstDash val="solid"/>
          </a:ln>
        </p:spPr>
      </p:sp>
      <p:sp>
        <p:nvSpPr>
          <p:cNvPr id="906" name="01_find_only_905">
            <a:extLst>
              <a:ext uri="{FF2B5EF4-FFF2-40B4-BE49-F238E27FC236}">
                <a16:creationId xmlns:a16="http://schemas.microsoft.com/office/drawing/2014/main" id="{B385CBE8-37DA-4233-923E-51EDEA134845}"/>
              </a:ext>
            </a:extLst>
          </p:cNvPr>
          <p:cNvSpPr>
            <a:spLocks noGrp="1"/>
          </p:cNvSpPr>
          <p:nvPr/>
        </p:nvSpPr>
        <p:spPr>
          <a:xfrm>
            <a:off x="2962526" y="3489410"/>
            <a:ext cx="28398" cy="28398"/>
          </a:xfrm>
          <a:prstGeom prst="ellipse">
            <a:avLst/>
          </a:prstGeom>
          <a:solidFill>
            <a:srgbClr val="7F8C97">
              <a:alpha val="48000"/>
            </a:srgbClr>
          </a:solidFill>
          <a:ln w="0">
            <a:noFill/>
            <a:prstDash val="solid"/>
          </a:ln>
        </p:spPr>
      </p:sp>
      <p:sp>
        <p:nvSpPr>
          <p:cNvPr id="907" name="01_find_only_906">
            <a:extLst>
              <a:ext uri="{FF2B5EF4-FFF2-40B4-BE49-F238E27FC236}">
                <a16:creationId xmlns:a16="http://schemas.microsoft.com/office/drawing/2014/main" id="{A36AC0F6-21CF-4BEA-B60B-6C2A447B85C3}"/>
              </a:ext>
            </a:extLst>
          </p:cNvPr>
          <p:cNvSpPr>
            <a:spLocks noGrp="1"/>
          </p:cNvSpPr>
          <p:nvPr/>
        </p:nvSpPr>
        <p:spPr>
          <a:xfrm>
            <a:off x="2948123" y="4123418"/>
            <a:ext cx="28398" cy="28398"/>
          </a:xfrm>
          <a:prstGeom prst="ellipse">
            <a:avLst/>
          </a:prstGeom>
          <a:solidFill>
            <a:srgbClr val="7F8C97">
              <a:alpha val="48000"/>
            </a:srgbClr>
          </a:solidFill>
          <a:ln w="0">
            <a:noFill/>
            <a:prstDash val="solid"/>
          </a:ln>
        </p:spPr>
      </p:sp>
      <p:sp>
        <p:nvSpPr>
          <p:cNvPr id="908" name="01_find_only_907">
            <a:extLst>
              <a:ext uri="{FF2B5EF4-FFF2-40B4-BE49-F238E27FC236}">
                <a16:creationId xmlns:a16="http://schemas.microsoft.com/office/drawing/2014/main" id="{5592BBD2-E4B4-457F-B59C-F4E23028A490}"/>
              </a:ext>
            </a:extLst>
          </p:cNvPr>
          <p:cNvSpPr>
            <a:spLocks noGrp="1"/>
          </p:cNvSpPr>
          <p:nvPr/>
        </p:nvSpPr>
        <p:spPr>
          <a:xfrm>
            <a:off x="2889273" y="4123418"/>
            <a:ext cx="28398" cy="28398"/>
          </a:xfrm>
          <a:prstGeom prst="ellipse">
            <a:avLst/>
          </a:prstGeom>
          <a:solidFill>
            <a:srgbClr val="7F8C97">
              <a:alpha val="48000"/>
            </a:srgbClr>
          </a:solidFill>
          <a:ln w="0">
            <a:noFill/>
            <a:prstDash val="solid"/>
          </a:ln>
        </p:spPr>
      </p:sp>
      <p:sp>
        <p:nvSpPr>
          <p:cNvPr id="909" name="01_find_only_908">
            <a:extLst>
              <a:ext uri="{FF2B5EF4-FFF2-40B4-BE49-F238E27FC236}">
                <a16:creationId xmlns:a16="http://schemas.microsoft.com/office/drawing/2014/main" id="{5DB9F38F-3124-40D8-9D99-E96DD7591125}"/>
              </a:ext>
            </a:extLst>
          </p:cNvPr>
          <p:cNvSpPr>
            <a:spLocks noGrp="1"/>
          </p:cNvSpPr>
          <p:nvPr/>
        </p:nvSpPr>
        <p:spPr>
          <a:xfrm>
            <a:off x="2903103" y="3942273"/>
            <a:ext cx="28398" cy="28398"/>
          </a:xfrm>
          <a:prstGeom prst="ellipse">
            <a:avLst/>
          </a:prstGeom>
          <a:solidFill>
            <a:srgbClr val="7F8C97">
              <a:alpha val="48000"/>
            </a:srgbClr>
          </a:solidFill>
          <a:ln w="0">
            <a:noFill/>
            <a:prstDash val="solid"/>
          </a:ln>
        </p:spPr>
      </p:sp>
      <p:sp>
        <p:nvSpPr>
          <p:cNvPr id="910" name="01_find_only_909">
            <a:extLst>
              <a:ext uri="{FF2B5EF4-FFF2-40B4-BE49-F238E27FC236}">
                <a16:creationId xmlns:a16="http://schemas.microsoft.com/office/drawing/2014/main" id="{72C4FB14-4075-4699-B77F-BA33B7B3F659}"/>
              </a:ext>
            </a:extLst>
          </p:cNvPr>
          <p:cNvSpPr>
            <a:spLocks noGrp="1"/>
          </p:cNvSpPr>
          <p:nvPr/>
        </p:nvSpPr>
        <p:spPr>
          <a:xfrm>
            <a:off x="2940970" y="3912082"/>
            <a:ext cx="28398" cy="28398"/>
          </a:xfrm>
          <a:prstGeom prst="ellipse">
            <a:avLst/>
          </a:prstGeom>
          <a:solidFill>
            <a:srgbClr val="7F8C97">
              <a:alpha val="48000"/>
            </a:srgbClr>
          </a:solidFill>
          <a:ln w="0">
            <a:noFill/>
            <a:prstDash val="solid"/>
          </a:ln>
        </p:spPr>
      </p:sp>
      <p:sp>
        <p:nvSpPr>
          <p:cNvPr id="911" name="01_find_only_910">
            <a:extLst>
              <a:ext uri="{FF2B5EF4-FFF2-40B4-BE49-F238E27FC236}">
                <a16:creationId xmlns:a16="http://schemas.microsoft.com/office/drawing/2014/main" id="{CA8B6B64-02D0-4D09-85EB-60D2148DCEC3}"/>
              </a:ext>
            </a:extLst>
          </p:cNvPr>
          <p:cNvSpPr>
            <a:spLocks noGrp="1"/>
          </p:cNvSpPr>
          <p:nvPr/>
        </p:nvSpPr>
        <p:spPr>
          <a:xfrm>
            <a:off x="2883741" y="3489410"/>
            <a:ext cx="28398" cy="28398"/>
          </a:xfrm>
          <a:prstGeom prst="ellipse">
            <a:avLst/>
          </a:prstGeom>
          <a:solidFill>
            <a:srgbClr val="7F8C97">
              <a:alpha val="48000"/>
            </a:srgbClr>
          </a:solidFill>
          <a:ln w="0">
            <a:noFill/>
            <a:prstDash val="solid"/>
          </a:ln>
        </p:spPr>
      </p:sp>
      <p:sp>
        <p:nvSpPr>
          <p:cNvPr id="912" name="01_find_only_911">
            <a:extLst>
              <a:ext uri="{FF2B5EF4-FFF2-40B4-BE49-F238E27FC236}">
                <a16:creationId xmlns:a16="http://schemas.microsoft.com/office/drawing/2014/main" id="{9CE9745C-7272-4A6B-9FFB-BBA0C1542B36}"/>
              </a:ext>
            </a:extLst>
          </p:cNvPr>
          <p:cNvSpPr>
            <a:spLocks noGrp="1"/>
          </p:cNvSpPr>
          <p:nvPr/>
        </p:nvSpPr>
        <p:spPr>
          <a:xfrm>
            <a:off x="2950031" y="3559855"/>
            <a:ext cx="28398" cy="28398"/>
          </a:xfrm>
          <a:prstGeom prst="ellipse">
            <a:avLst/>
          </a:prstGeom>
          <a:solidFill>
            <a:srgbClr val="7F8C97">
              <a:alpha val="48000"/>
            </a:srgbClr>
          </a:solidFill>
          <a:ln w="0">
            <a:noFill/>
            <a:prstDash val="solid"/>
          </a:ln>
        </p:spPr>
      </p:sp>
      <p:sp>
        <p:nvSpPr>
          <p:cNvPr id="913" name="01_find_only_912">
            <a:extLst>
              <a:ext uri="{FF2B5EF4-FFF2-40B4-BE49-F238E27FC236}">
                <a16:creationId xmlns:a16="http://schemas.microsoft.com/office/drawing/2014/main" id="{2A3533C4-37CE-44D8-BE4E-F177218419BD}"/>
              </a:ext>
            </a:extLst>
          </p:cNvPr>
          <p:cNvSpPr>
            <a:spLocks noGrp="1"/>
          </p:cNvSpPr>
          <p:nvPr/>
        </p:nvSpPr>
        <p:spPr>
          <a:xfrm>
            <a:off x="2953274" y="3489410"/>
            <a:ext cx="28398" cy="28398"/>
          </a:xfrm>
          <a:prstGeom prst="ellipse">
            <a:avLst/>
          </a:prstGeom>
          <a:solidFill>
            <a:srgbClr val="7F8C97">
              <a:alpha val="48000"/>
            </a:srgbClr>
          </a:solidFill>
          <a:ln w="0">
            <a:noFill/>
            <a:prstDash val="solid"/>
          </a:ln>
        </p:spPr>
      </p:sp>
      <p:sp>
        <p:nvSpPr>
          <p:cNvPr id="914" name="01_find_only_913">
            <a:extLst>
              <a:ext uri="{FF2B5EF4-FFF2-40B4-BE49-F238E27FC236}">
                <a16:creationId xmlns:a16="http://schemas.microsoft.com/office/drawing/2014/main" id="{5F670503-FDC1-4467-969D-62A3E722FEB4}"/>
              </a:ext>
            </a:extLst>
          </p:cNvPr>
          <p:cNvSpPr>
            <a:spLocks noGrp="1"/>
          </p:cNvSpPr>
          <p:nvPr/>
        </p:nvSpPr>
        <p:spPr>
          <a:xfrm>
            <a:off x="2943163" y="3489410"/>
            <a:ext cx="28398" cy="28398"/>
          </a:xfrm>
          <a:prstGeom prst="ellipse">
            <a:avLst/>
          </a:prstGeom>
          <a:solidFill>
            <a:srgbClr val="7F8C97">
              <a:alpha val="48000"/>
            </a:srgbClr>
          </a:solidFill>
          <a:ln w="0">
            <a:noFill/>
            <a:prstDash val="solid"/>
          </a:ln>
        </p:spPr>
      </p:sp>
      <p:sp>
        <p:nvSpPr>
          <p:cNvPr id="915" name="01_find_only_914">
            <a:extLst>
              <a:ext uri="{FF2B5EF4-FFF2-40B4-BE49-F238E27FC236}">
                <a16:creationId xmlns:a16="http://schemas.microsoft.com/office/drawing/2014/main" id="{E96E0570-CA54-43D6-96D6-5691FA81A255}"/>
              </a:ext>
            </a:extLst>
          </p:cNvPr>
          <p:cNvSpPr>
            <a:spLocks noGrp="1"/>
          </p:cNvSpPr>
          <p:nvPr/>
        </p:nvSpPr>
        <p:spPr>
          <a:xfrm>
            <a:off x="2942305" y="3489410"/>
            <a:ext cx="28398" cy="28398"/>
          </a:xfrm>
          <a:prstGeom prst="ellipse">
            <a:avLst/>
          </a:prstGeom>
          <a:solidFill>
            <a:srgbClr val="7F8C97">
              <a:alpha val="48000"/>
            </a:srgbClr>
          </a:solidFill>
          <a:ln w="0">
            <a:noFill/>
            <a:prstDash val="solid"/>
          </a:ln>
        </p:spPr>
      </p:sp>
      <p:sp>
        <p:nvSpPr>
          <p:cNvPr id="916" name="01_find_only_915">
            <a:extLst>
              <a:ext uri="{FF2B5EF4-FFF2-40B4-BE49-F238E27FC236}">
                <a16:creationId xmlns:a16="http://schemas.microsoft.com/office/drawing/2014/main" id="{D762FCF2-CF5E-4426-8A23-5059803A1267}"/>
              </a:ext>
            </a:extLst>
          </p:cNvPr>
          <p:cNvSpPr>
            <a:spLocks noGrp="1"/>
          </p:cNvSpPr>
          <p:nvPr/>
        </p:nvSpPr>
        <p:spPr>
          <a:xfrm>
            <a:off x="2946406" y="4123418"/>
            <a:ext cx="28398" cy="28398"/>
          </a:xfrm>
          <a:prstGeom prst="ellipse">
            <a:avLst/>
          </a:prstGeom>
          <a:solidFill>
            <a:srgbClr val="7F8C97">
              <a:alpha val="48000"/>
            </a:srgbClr>
          </a:solidFill>
          <a:ln w="0">
            <a:noFill/>
            <a:prstDash val="solid"/>
          </a:ln>
        </p:spPr>
      </p:sp>
      <p:sp>
        <p:nvSpPr>
          <p:cNvPr id="917" name="01_find_only_916">
            <a:extLst>
              <a:ext uri="{FF2B5EF4-FFF2-40B4-BE49-F238E27FC236}">
                <a16:creationId xmlns:a16="http://schemas.microsoft.com/office/drawing/2014/main" id="{A568022E-E1CD-4A1D-81AF-52171A90738A}"/>
              </a:ext>
            </a:extLst>
          </p:cNvPr>
          <p:cNvSpPr>
            <a:spLocks noGrp="1"/>
          </p:cNvSpPr>
          <p:nvPr/>
        </p:nvSpPr>
        <p:spPr>
          <a:xfrm>
            <a:off x="2928379" y="3647912"/>
            <a:ext cx="28398" cy="28398"/>
          </a:xfrm>
          <a:prstGeom prst="ellipse">
            <a:avLst/>
          </a:prstGeom>
          <a:solidFill>
            <a:srgbClr val="7F8C97">
              <a:alpha val="48000"/>
            </a:srgbClr>
          </a:solidFill>
          <a:ln w="0">
            <a:noFill/>
            <a:prstDash val="solid"/>
          </a:ln>
        </p:spPr>
      </p:sp>
      <p:sp>
        <p:nvSpPr>
          <p:cNvPr id="918" name="01_find_only_917">
            <a:extLst>
              <a:ext uri="{FF2B5EF4-FFF2-40B4-BE49-F238E27FC236}">
                <a16:creationId xmlns:a16="http://schemas.microsoft.com/office/drawing/2014/main" id="{9A5B31BD-90C3-44D5-A5AB-92307D9CBB03}"/>
              </a:ext>
            </a:extLst>
          </p:cNvPr>
          <p:cNvSpPr>
            <a:spLocks noGrp="1"/>
          </p:cNvSpPr>
          <p:nvPr/>
        </p:nvSpPr>
        <p:spPr>
          <a:xfrm>
            <a:off x="2878876" y="3489410"/>
            <a:ext cx="28398" cy="28398"/>
          </a:xfrm>
          <a:prstGeom prst="ellipse">
            <a:avLst/>
          </a:prstGeom>
          <a:solidFill>
            <a:srgbClr val="7F8C97">
              <a:alpha val="48000"/>
            </a:srgbClr>
          </a:solidFill>
          <a:ln w="0">
            <a:noFill/>
            <a:prstDash val="solid"/>
          </a:ln>
        </p:spPr>
      </p:sp>
      <p:sp>
        <p:nvSpPr>
          <p:cNvPr id="919" name="01_find_only_918">
            <a:extLst>
              <a:ext uri="{FF2B5EF4-FFF2-40B4-BE49-F238E27FC236}">
                <a16:creationId xmlns:a16="http://schemas.microsoft.com/office/drawing/2014/main" id="{4C92F035-BB4F-48E6-96A9-DCC7ADE84604}"/>
              </a:ext>
            </a:extLst>
          </p:cNvPr>
          <p:cNvSpPr>
            <a:spLocks noGrp="1"/>
          </p:cNvSpPr>
          <p:nvPr/>
        </p:nvSpPr>
        <p:spPr>
          <a:xfrm>
            <a:off x="2928189" y="3700746"/>
            <a:ext cx="28398" cy="28398"/>
          </a:xfrm>
          <a:prstGeom prst="ellipse">
            <a:avLst/>
          </a:prstGeom>
          <a:solidFill>
            <a:srgbClr val="7F8C97">
              <a:alpha val="48000"/>
            </a:srgbClr>
          </a:solidFill>
          <a:ln w="0">
            <a:noFill/>
            <a:prstDash val="solid"/>
          </a:ln>
        </p:spPr>
      </p:sp>
      <p:sp>
        <p:nvSpPr>
          <p:cNvPr id="920" name="01_find_only_919">
            <a:extLst>
              <a:ext uri="{FF2B5EF4-FFF2-40B4-BE49-F238E27FC236}">
                <a16:creationId xmlns:a16="http://schemas.microsoft.com/office/drawing/2014/main" id="{D2AD894D-82B6-43C6-B7DA-D52FEB51C245}"/>
              </a:ext>
            </a:extLst>
          </p:cNvPr>
          <p:cNvSpPr>
            <a:spLocks noGrp="1"/>
          </p:cNvSpPr>
          <p:nvPr/>
        </p:nvSpPr>
        <p:spPr>
          <a:xfrm>
            <a:off x="2891467" y="3489410"/>
            <a:ext cx="28398" cy="28398"/>
          </a:xfrm>
          <a:prstGeom prst="ellipse">
            <a:avLst/>
          </a:prstGeom>
          <a:solidFill>
            <a:srgbClr val="7F8C97">
              <a:alpha val="48000"/>
            </a:srgbClr>
          </a:solidFill>
          <a:ln w="0">
            <a:noFill/>
            <a:prstDash val="solid"/>
          </a:ln>
        </p:spPr>
      </p:sp>
      <p:sp>
        <p:nvSpPr>
          <p:cNvPr id="921" name="01_find_only_920">
            <a:extLst>
              <a:ext uri="{FF2B5EF4-FFF2-40B4-BE49-F238E27FC236}">
                <a16:creationId xmlns:a16="http://schemas.microsoft.com/office/drawing/2014/main" id="{A357F574-FB01-4AB4-96F6-A27F2D241417}"/>
              </a:ext>
            </a:extLst>
          </p:cNvPr>
          <p:cNvSpPr>
            <a:spLocks noGrp="1"/>
          </p:cNvSpPr>
          <p:nvPr/>
        </p:nvSpPr>
        <p:spPr>
          <a:xfrm>
            <a:off x="2942687" y="3733259"/>
            <a:ext cx="28398" cy="28398"/>
          </a:xfrm>
          <a:prstGeom prst="ellipse">
            <a:avLst/>
          </a:prstGeom>
          <a:solidFill>
            <a:srgbClr val="7F8C97">
              <a:alpha val="48000"/>
            </a:srgbClr>
          </a:solidFill>
          <a:ln w="0">
            <a:noFill/>
            <a:prstDash val="solid"/>
          </a:ln>
        </p:spPr>
      </p:sp>
      <p:sp>
        <p:nvSpPr>
          <p:cNvPr id="922" name="01_find_only_921">
            <a:extLst>
              <a:ext uri="{FF2B5EF4-FFF2-40B4-BE49-F238E27FC236}">
                <a16:creationId xmlns:a16="http://schemas.microsoft.com/office/drawing/2014/main" id="{49BAF70E-246F-4334-9994-5B9914498222}"/>
              </a:ext>
            </a:extLst>
          </p:cNvPr>
          <p:cNvSpPr>
            <a:spLocks noGrp="1"/>
          </p:cNvSpPr>
          <p:nvPr/>
        </p:nvSpPr>
        <p:spPr>
          <a:xfrm>
            <a:off x="2955277" y="3630301"/>
            <a:ext cx="28398" cy="28398"/>
          </a:xfrm>
          <a:prstGeom prst="ellipse">
            <a:avLst/>
          </a:prstGeom>
          <a:solidFill>
            <a:srgbClr val="7F8C97">
              <a:alpha val="48000"/>
            </a:srgbClr>
          </a:solidFill>
          <a:ln w="0">
            <a:noFill/>
            <a:prstDash val="solid"/>
          </a:ln>
        </p:spPr>
      </p:sp>
      <p:sp>
        <p:nvSpPr>
          <p:cNvPr id="923" name="01_find_only_922">
            <a:extLst>
              <a:ext uri="{FF2B5EF4-FFF2-40B4-BE49-F238E27FC236}">
                <a16:creationId xmlns:a16="http://schemas.microsoft.com/office/drawing/2014/main" id="{AA270A0A-7C61-40D5-8527-FE9E58651B67}"/>
              </a:ext>
            </a:extLst>
          </p:cNvPr>
          <p:cNvSpPr>
            <a:spLocks noGrp="1"/>
          </p:cNvSpPr>
          <p:nvPr/>
        </p:nvSpPr>
        <p:spPr>
          <a:xfrm>
            <a:off x="2889941" y="3700746"/>
            <a:ext cx="28398" cy="28398"/>
          </a:xfrm>
          <a:prstGeom prst="ellipse">
            <a:avLst/>
          </a:prstGeom>
          <a:solidFill>
            <a:srgbClr val="7F8C97">
              <a:alpha val="48000"/>
            </a:srgbClr>
          </a:solidFill>
          <a:ln w="0">
            <a:noFill/>
            <a:prstDash val="solid"/>
          </a:ln>
        </p:spPr>
      </p:sp>
      <p:sp>
        <p:nvSpPr>
          <p:cNvPr id="924" name="01_find_only_923">
            <a:extLst>
              <a:ext uri="{FF2B5EF4-FFF2-40B4-BE49-F238E27FC236}">
                <a16:creationId xmlns:a16="http://schemas.microsoft.com/office/drawing/2014/main" id="{3278CEC2-2664-47E9-B369-FBF482E0ED65}"/>
              </a:ext>
            </a:extLst>
          </p:cNvPr>
          <p:cNvSpPr>
            <a:spLocks noGrp="1"/>
          </p:cNvSpPr>
          <p:nvPr/>
        </p:nvSpPr>
        <p:spPr>
          <a:xfrm>
            <a:off x="2943545" y="3538180"/>
            <a:ext cx="28398" cy="28398"/>
          </a:xfrm>
          <a:prstGeom prst="ellipse">
            <a:avLst/>
          </a:prstGeom>
          <a:solidFill>
            <a:srgbClr val="7F8C97">
              <a:alpha val="48000"/>
            </a:srgbClr>
          </a:solidFill>
          <a:ln w="0">
            <a:noFill/>
            <a:prstDash val="solid"/>
          </a:ln>
        </p:spPr>
      </p:sp>
      <p:sp>
        <p:nvSpPr>
          <p:cNvPr id="925" name="01_find_only_924">
            <a:extLst>
              <a:ext uri="{FF2B5EF4-FFF2-40B4-BE49-F238E27FC236}">
                <a16:creationId xmlns:a16="http://schemas.microsoft.com/office/drawing/2014/main" id="{6E2FED3D-173B-4D26-81DE-B016F13BDCCA}"/>
              </a:ext>
            </a:extLst>
          </p:cNvPr>
          <p:cNvSpPr>
            <a:spLocks noGrp="1"/>
          </p:cNvSpPr>
          <p:nvPr/>
        </p:nvSpPr>
        <p:spPr>
          <a:xfrm>
            <a:off x="2894710" y="3489410"/>
            <a:ext cx="28398" cy="28398"/>
          </a:xfrm>
          <a:prstGeom prst="ellipse">
            <a:avLst/>
          </a:prstGeom>
          <a:solidFill>
            <a:srgbClr val="7F8C97">
              <a:alpha val="48000"/>
            </a:srgbClr>
          </a:solidFill>
          <a:ln w="0">
            <a:noFill/>
            <a:prstDash val="solid"/>
          </a:ln>
        </p:spPr>
      </p:sp>
      <p:sp>
        <p:nvSpPr>
          <p:cNvPr id="926" name="01_find_only_925">
            <a:extLst>
              <a:ext uri="{FF2B5EF4-FFF2-40B4-BE49-F238E27FC236}">
                <a16:creationId xmlns:a16="http://schemas.microsoft.com/office/drawing/2014/main" id="{151A0231-360E-44B3-B1F7-0F37ABCF1F1E}"/>
              </a:ext>
            </a:extLst>
          </p:cNvPr>
          <p:cNvSpPr>
            <a:spLocks noGrp="1"/>
          </p:cNvSpPr>
          <p:nvPr/>
        </p:nvSpPr>
        <p:spPr>
          <a:xfrm>
            <a:off x="2898906" y="3700746"/>
            <a:ext cx="28398" cy="28398"/>
          </a:xfrm>
          <a:prstGeom prst="ellipse">
            <a:avLst/>
          </a:prstGeom>
          <a:solidFill>
            <a:srgbClr val="7F8C97">
              <a:alpha val="48000"/>
            </a:srgbClr>
          </a:solidFill>
          <a:ln w="0">
            <a:noFill/>
            <a:prstDash val="solid"/>
          </a:ln>
        </p:spPr>
      </p:sp>
      <p:sp>
        <p:nvSpPr>
          <p:cNvPr id="927" name="01_find_only_926">
            <a:extLst>
              <a:ext uri="{FF2B5EF4-FFF2-40B4-BE49-F238E27FC236}">
                <a16:creationId xmlns:a16="http://schemas.microsoft.com/office/drawing/2014/main" id="{0D19C097-80EB-40A1-8CED-311EFCB165E6}"/>
              </a:ext>
            </a:extLst>
          </p:cNvPr>
          <p:cNvSpPr>
            <a:spLocks noGrp="1"/>
          </p:cNvSpPr>
          <p:nvPr/>
        </p:nvSpPr>
        <p:spPr>
          <a:xfrm>
            <a:off x="2887556" y="3700746"/>
            <a:ext cx="28398" cy="28398"/>
          </a:xfrm>
          <a:prstGeom prst="ellipse">
            <a:avLst/>
          </a:prstGeom>
          <a:solidFill>
            <a:srgbClr val="7F8C97">
              <a:alpha val="48000"/>
            </a:srgbClr>
          </a:solidFill>
          <a:ln w="0">
            <a:noFill/>
            <a:prstDash val="solid"/>
          </a:ln>
        </p:spPr>
      </p:sp>
      <p:sp>
        <p:nvSpPr>
          <p:cNvPr id="928" name="01_find_only_927">
            <a:extLst>
              <a:ext uri="{FF2B5EF4-FFF2-40B4-BE49-F238E27FC236}">
                <a16:creationId xmlns:a16="http://schemas.microsoft.com/office/drawing/2014/main" id="{5D02A072-C94D-48A1-8A71-FDEDAF0D0F4A}"/>
              </a:ext>
            </a:extLst>
          </p:cNvPr>
          <p:cNvSpPr>
            <a:spLocks noGrp="1"/>
          </p:cNvSpPr>
          <p:nvPr/>
        </p:nvSpPr>
        <p:spPr>
          <a:xfrm>
            <a:off x="2942496" y="3489410"/>
            <a:ext cx="28398" cy="28398"/>
          </a:xfrm>
          <a:prstGeom prst="ellipse">
            <a:avLst/>
          </a:prstGeom>
          <a:solidFill>
            <a:srgbClr val="7F8C97">
              <a:alpha val="48000"/>
            </a:srgbClr>
          </a:solidFill>
          <a:ln w="0">
            <a:noFill/>
            <a:prstDash val="solid"/>
          </a:ln>
        </p:spPr>
      </p:sp>
      <p:sp>
        <p:nvSpPr>
          <p:cNvPr id="929" name="01_find_only_928">
            <a:extLst>
              <a:ext uri="{FF2B5EF4-FFF2-40B4-BE49-F238E27FC236}">
                <a16:creationId xmlns:a16="http://schemas.microsoft.com/office/drawing/2014/main" id="{D34C7D45-B2C5-436D-910B-F06D4A44E45B}"/>
              </a:ext>
            </a:extLst>
          </p:cNvPr>
          <p:cNvSpPr>
            <a:spLocks noGrp="1"/>
          </p:cNvSpPr>
          <p:nvPr/>
        </p:nvSpPr>
        <p:spPr>
          <a:xfrm>
            <a:off x="2967104" y="3489410"/>
            <a:ext cx="28398" cy="28398"/>
          </a:xfrm>
          <a:prstGeom prst="ellipse">
            <a:avLst/>
          </a:prstGeom>
          <a:solidFill>
            <a:srgbClr val="7F8C97">
              <a:alpha val="48000"/>
            </a:srgbClr>
          </a:solidFill>
          <a:ln w="0">
            <a:noFill/>
            <a:prstDash val="solid"/>
          </a:ln>
        </p:spPr>
      </p:sp>
      <p:sp>
        <p:nvSpPr>
          <p:cNvPr id="930" name="01_find_only_929">
            <a:extLst>
              <a:ext uri="{FF2B5EF4-FFF2-40B4-BE49-F238E27FC236}">
                <a16:creationId xmlns:a16="http://schemas.microsoft.com/office/drawing/2014/main" id="{ABD5AD9D-8CB3-42C5-9DFB-140CCA8152E9}"/>
              </a:ext>
            </a:extLst>
          </p:cNvPr>
          <p:cNvSpPr>
            <a:spLocks noGrp="1"/>
          </p:cNvSpPr>
          <p:nvPr/>
        </p:nvSpPr>
        <p:spPr>
          <a:xfrm>
            <a:off x="2971206" y="3579982"/>
            <a:ext cx="28398" cy="28398"/>
          </a:xfrm>
          <a:prstGeom prst="ellipse">
            <a:avLst/>
          </a:prstGeom>
          <a:solidFill>
            <a:srgbClr val="7F8C97">
              <a:alpha val="48000"/>
            </a:srgbClr>
          </a:solidFill>
          <a:ln w="0">
            <a:noFill/>
            <a:prstDash val="solid"/>
          </a:ln>
        </p:spPr>
      </p:sp>
      <p:sp>
        <p:nvSpPr>
          <p:cNvPr id="931" name="01_find_only_930">
            <a:extLst>
              <a:ext uri="{FF2B5EF4-FFF2-40B4-BE49-F238E27FC236}">
                <a16:creationId xmlns:a16="http://schemas.microsoft.com/office/drawing/2014/main" id="{91B158DC-7B16-4A3C-8057-3CD1C10DBD79}"/>
              </a:ext>
            </a:extLst>
          </p:cNvPr>
          <p:cNvSpPr>
            <a:spLocks noGrp="1"/>
          </p:cNvSpPr>
          <p:nvPr/>
        </p:nvSpPr>
        <p:spPr>
          <a:xfrm>
            <a:off x="2912260" y="3489410"/>
            <a:ext cx="28398" cy="28398"/>
          </a:xfrm>
          <a:prstGeom prst="ellipse">
            <a:avLst/>
          </a:prstGeom>
          <a:solidFill>
            <a:srgbClr val="7F8C97">
              <a:alpha val="48000"/>
            </a:srgbClr>
          </a:solidFill>
          <a:ln w="0">
            <a:noFill/>
            <a:prstDash val="solid"/>
          </a:ln>
        </p:spPr>
      </p:sp>
      <p:sp>
        <p:nvSpPr>
          <p:cNvPr id="932" name="01_find_only_931">
            <a:extLst>
              <a:ext uri="{FF2B5EF4-FFF2-40B4-BE49-F238E27FC236}">
                <a16:creationId xmlns:a16="http://schemas.microsoft.com/office/drawing/2014/main" id="{E83D7B35-D599-41F4-B649-CF60C9C26EC0}"/>
              </a:ext>
            </a:extLst>
          </p:cNvPr>
          <p:cNvSpPr>
            <a:spLocks noGrp="1"/>
          </p:cNvSpPr>
          <p:nvPr/>
        </p:nvSpPr>
        <p:spPr>
          <a:xfrm>
            <a:off x="2947265" y="4123418"/>
            <a:ext cx="28398" cy="28398"/>
          </a:xfrm>
          <a:prstGeom prst="ellipse">
            <a:avLst/>
          </a:prstGeom>
          <a:solidFill>
            <a:srgbClr val="7F8C97">
              <a:alpha val="48000"/>
            </a:srgbClr>
          </a:solidFill>
          <a:ln w="0">
            <a:noFill/>
            <a:prstDash val="solid"/>
          </a:ln>
        </p:spPr>
      </p:sp>
      <p:sp>
        <p:nvSpPr>
          <p:cNvPr id="933" name="01_find_only_932">
            <a:extLst>
              <a:ext uri="{FF2B5EF4-FFF2-40B4-BE49-F238E27FC236}">
                <a16:creationId xmlns:a16="http://schemas.microsoft.com/office/drawing/2014/main" id="{D5256298-ED93-40DA-BF92-BEE931100523}"/>
              </a:ext>
            </a:extLst>
          </p:cNvPr>
          <p:cNvSpPr>
            <a:spLocks noGrp="1"/>
          </p:cNvSpPr>
          <p:nvPr/>
        </p:nvSpPr>
        <p:spPr>
          <a:xfrm>
            <a:off x="2965769" y="4123418"/>
            <a:ext cx="28398" cy="28398"/>
          </a:xfrm>
          <a:prstGeom prst="ellipse">
            <a:avLst/>
          </a:prstGeom>
          <a:solidFill>
            <a:srgbClr val="7F8C97">
              <a:alpha val="48000"/>
            </a:srgbClr>
          </a:solidFill>
          <a:ln w="0">
            <a:noFill/>
            <a:prstDash val="solid"/>
          </a:ln>
        </p:spPr>
      </p:sp>
      <p:sp>
        <p:nvSpPr>
          <p:cNvPr id="934" name="01_find_only_933">
            <a:extLst>
              <a:ext uri="{FF2B5EF4-FFF2-40B4-BE49-F238E27FC236}">
                <a16:creationId xmlns:a16="http://schemas.microsoft.com/office/drawing/2014/main" id="{74DD4962-6ADD-400E-97D1-EE927F73867C}"/>
              </a:ext>
            </a:extLst>
          </p:cNvPr>
          <p:cNvSpPr>
            <a:spLocks noGrp="1"/>
          </p:cNvSpPr>
          <p:nvPr/>
        </p:nvSpPr>
        <p:spPr>
          <a:xfrm>
            <a:off x="2954514" y="3700746"/>
            <a:ext cx="28398" cy="28398"/>
          </a:xfrm>
          <a:prstGeom prst="ellipse">
            <a:avLst/>
          </a:prstGeom>
          <a:solidFill>
            <a:srgbClr val="7F8C97">
              <a:alpha val="48000"/>
            </a:srgbClr>
          </a:solidFill>
          <a:ln w="0">
            <a:noFill/>
            <a:prstDash val="solid"/>
          </a:ln>
        </p:spPr>
      </p:sp>
      <p:sp>
        <p:nvSpPr>
          <p:cNvPr id="935" name="01_find_only_934">
            <a:extLst>
              <a:ext uri="{FF2B5EF4-FFF2-40B4-BE49-F238E27FC236}">
                <a16:creationId xmlns:a16="http://schemas.microsoft.com/office/drawing/2014/main" id="{B96DF132-DEEC-4F5D-9FB4-201407DCE24E}"/>
              </a:ext>
            </a:extLst>
          </p:cNvPr>
          <p:cNvSpPr>
            <a:spLocks noGrp="1"/>
          </p:cNvSpPr>
          <p:nvPr/>
        </p:nvSpPr>
        <p:spPr>
          <a:xfrm>
            <a:off x="2944403" y="4123418"/>
            <a:ext cx="28398" cy="28398"/>
          </a:xfrm>
          <a:prstGeom prst="ellipse">
            <a:avLst/>
          </a:prstGeom>
          <a:solidFill>
            <a:srgbClr val="7F8C97">
              <a:alpha val="48000"/>
            </a:srgbClr>
          </a:solidFill>
          <a:ln w="0">
            <a:noFill/>
            <a:prstDash val="solid"/>
          </a:ln>
        </p:spPr>
      </p:sp>
      <p:sp>
        <p:nvSpPr>
          <p:cNvPr id="936" name="01_find_only_935">
            <a:extLst>
              <a:ext uri="{FF2B5EF4-FFF2-40B4-BE49-F238E27FC236}">
                <a16:creationId xmlns:a16="http://schemas.microsoft.com/office/drawing/2014/main" id="{D2D8FDC9-E182-46AA-99E4-B6B94FDBD035}"/>
              </a:ext>
            </a:extLst>
          </p:cNvPr>
          <p:cNvSpPr>
            <a:spLocks noGrp="1"/>
          </p:cNvSpPr>
          <p:nvPr/>
        </p:nvSpPr>
        <p:spPr>
          <a:xfrm>
            <a:off x="2921035" y="3489410"/>
            <a:ext cx="28398" cy="28398"/>
          </a:xfrm>
          <a:prstGeom prst="ellipse">
            <a:avLst/>
          </a:prstGeom>
          <a:solidFill>
            <a:srgbClr val="7F8C97">
              <a:alpha val="48000"/>
            </a:srgbClr>
          </a:solidFill>
          <a:ln w="0">
            <a:noFill/>
            <a:prstDash val="solid"/>
          </a:ln>
        </p:spPr>
      </p:sp>
      <p:sp>
        <p:nvSpPr>
          <p:cNvPr id="937" name="01_find_only_936">
            <a:extLst>
              <a:ext uri="{FF2B5EF4-FFF2-40B4-BE49-F238E27FC236}">
                <a16:creationId xmlns:a16="http://schemas.microsoft.com/office/drawing/2014/main" id="{734F855A-15C7-4D3C-88CE-08E0575292BE}"/>
              </a:ext>
            </a:extLst>
          </p:cNvPr>
          <p:cNvSpPr>
            <a:spLocks noGrp="1"/>
          </p:cNvSpPr>
          <p:nvPr/>
        </p:nvSpPr>
        <p:spPr>
          <a:xfrm>
            <a:off x="2918173" y="3722703"/>
            <a:ext cx="28398" cy="28398"/>
          </a:xfrm>
          <a:prstGeom prst="ellipse">
            <a:avLst/>
          </a:prstGeom>
          <a:solidFill>
            <a:srgbClr val="7F8C97">
              <a:alpha val="48000"/>
            </a:srgbClr>
          </a:solidFill>
          <a:ln w="0">
            <a:noFill/>
            <a:prstDash val="solid"/>
          </a:ln>
        </p:spPr>
      </p:sp>
      <p:sp>
        <p:nvSpPr>
          <p:cNvPr id="938" name="01_find_only_937">
            <a:extLst>
              <a:ext uri="{FF2B5EF4-FFF2-40B4-BE49-F238E27FC236}">
                <a16:creationId xmlns:a16="http://schemas.microsoft.com/office/drawing/2014/main" id="{A7FAB4C8-2002-43F1-838E-594AEED757F6}"/>
              </a:ext>
            </a:extLst>
          </p:cNvPr>
          <p:cNvSpPr>
            <a:spLocks noGrp="1"/>
          </p:cNvSpPr>
          <p:nvPr/>
        </p:nvSpPr>
        <p:spPr>
          <a:xfrm>
            <a:off x="2886411" y="3489410"/>
            <a:ext cx="28398" cy="28398"/>
          </a:xfrm>
          <a:prstGeom prst="ellipse">
            <a:avLst/>
          </a:prstGeom>
          <a:solidFill>
            <a:srgbClr val="7F8C97">
              <a:alpha val="48000"/>
            </a:srgbClr>
          </a:solidFill>
          <a:ln w="0">
            <a:noFill/>
            <a:prstDash val="solid"/>
          </a:ln>
        </p:spPr>
      </p:sp>
      <p:sp>
        <p:nvSpPr>
          <p:cNvPr id="939" name="01_find_only_938">
            <a:extLst>
              <a:ext uri="{FF2B5EF4-FFF2-40B4-BE49-F238E27FC236}">
                <a16:creationId xmlns:a16="http://schemas.microsoft.com/office/drawing/2014/main" id="{D95BDB4F-3BB3-430A-A579-8C8E790D1CA2}"/>
              </a:ext>
            </a:extLst>
          </p:cNvPr>
          <p:cNvSpPr>
            <a:spLocks noGrp="1"/>
          </p:cNvSpPr>
          <p:nvPr/>
        </p:nvSpPr>
        <p:spPr>
          <a:xfrm>
            <a:off x="2966055" y="4123418"/>
            <a:ext cx="28398" cy="28398"/>
          </a:xfrm>
          <a:prstGeom prst="ellipse">
            <a:avLst/>
          </a:prstGeom>
          <a:solidFill>
            <a:srgbClr val="7F8C97">
              <a:alpha val="48000"/>
            </a:srgbClr>
          </a:solidFill>
          <a:ln w="0">
            <a:noFill/>
            <a:prstDash val="solid"/>
          </a:ln>
        </p:spPr>
      </p:sp>
      <p:sp>
        <p:nvSpPr>
          <p:cNvPr id="940" name="01_find_only_939">
            <a:extLst>
              <a:ext uri="{FF2B5EF4-FFF2-40B4-BE49-F238E27FC236}">
                <a16:creationId xmlns:a16="http://schemas.microsoft.com/office/drawing/2014/main" id="{A9DB0880-A619-4C20-80A2-C5DFC4F099F1}"/>
              </a:ext>
            </a:extLst>
          </p:cNvPr>
          <p:cNvSpPr>
            <a:spLocks noGrp="1"/>
          </p:cNvSpPr>
          <p:nvPr/>
        </p:nvSpPr>
        <p:spPr>
          <a:xfrm>
            <a:off x="2955945" y="4123418"/>
            <a:ext cx="28398" cy="28398"/>
          </a:xfrm>
          <a:prstGeom prst="ellipse">
            <a:avLst/>
          </a:prstGeom>
          <a:solidFill>
            <a:srgbClr val="7F8C97">
              <a:alpha val="48000"/>
            </a:srgbClr>
          </a:solidFill>
          <a:ln w="0">
            <a:noFill/>
            <a:prstDash val="solid"/>
          </a:ln>
        </p:spPr>
      </p:sp>
      <p:sp>
        <p:nvSpPr>
          <p:cNvPr id="941" name="01_find_only_940">
            <a:extLst>
              <a:ext uri="{FF2B5EF4-FFF2-40B4-BE49-F238E27FC236}">
                <a16:creationId xmlns:a16="http://schemas.microsoft.com/office/drawing/2014/main" id="{953001BD-C43E-46AC-9003-0878918EA26A}"/>
              </a:ext>
            </a:extLst>
          </p:cNvPr>
          <p:cNvSpPr>
            <a:spLocks noGrp="1"/>
          </p:cNvSpPr>
          <p:nvPr/>
        </p:nvSpPr>
        <p:spPr>
          <a:xfrm>
            <a:off x="2941542" y="4123418"/>
            <a:ext cx="28398" cy="28398"/>
          </a:xfrm>
          <a:prstGeom prst="ellipse">
            <a:avLst/>
          </a:prstGeom>
          <a:solidFill>
            <a:srgbClr val="7F8C97">
              <a:alpha val="48000"/>
            </a:srgbClr>
          </a:solidFill>
          <a:ln w="0">
            <a:noFill/>
            <a:prstDash val="solid"/>
          </a:ln>
        </p:spPr>
      </p:sp>
      <p:sp>
        <p:nvSpPr>
          <p:cNvPr id="942" name="01_find_only_941">
            <a:extLst>
              <a:ext uri="{FF2B5EF4-FFF2-40B4-BE49-F238E27FC236}">
                <a16:creationId xmlns:a16="http://schemas.microsoft.com/office/drawing/2014/main" id="{03F4B74A-65C2-4275-87F2-DA065B046A5D}"/>
              </a:ext>
            </a:extLst>
          </p:cNvPr>
          <p:cNvSpPr>
            <a:spLocks noGrp="1"/>
          </p:cNvSpPr>
          <p:nvPr/>
        </p:nvSpPr>
        <p:spPr>
          <a:xfrm>
            <a:off x="2883073" y="3489410"/>
            <a:ext cx="28398" cy="28398"/>
          </a:xfrm>
          <a:prstGeom prst="ellipse">
            <a:avLst/>
          </a:prstGeom>
          <a:solidFill>
            <a:srgbClr val="7F8C97">
              <a:alpha val="48000"/>
            </a:srgbClr>
          </a:solidFill>
          <a:ln w="0">
            <a:noFill/>
            <a:prstDash val="solid"/>
          </a:ln>
        </p:spPr>
      </p:sp>
      <p:sp>
        <p:nvSpPr>
          <p:cNvPr id="943" name="01_find_only_942">
            <a:extLst>
              <a:ext uri="{FF2B5EF4-FFF2-40B4-BE49-F238E27FC236}">
                <a16:creationId xmlns:a16="http://schemas.microsoft.com/office/drawing/2014/main" id="{038F066A-A4D1-4A1F-B25F-DD591FC9D5C1}"/>
              </a:ext>
            </a:extLst>
          </p:cNvPr>
          <p:cNvSpPr>
            <a:spLocks noGrp="1"/>
          </p:cNvSpPr>
          <p:nvPr/>
        </p:nvSpPr>
        <p:spPr>
          <a:xfrm>
            <a:off x="2892325" y="3954349"/>
            <a:ext cx="28398" cy="28398"/>
          </a:xfrm>
          <a:prstGeom prst="ellipse">
            <a:avLst/>
          </a:prstGeom>
          <a:solidFill>
            <a:srgbClr val="7F8C97">
              <a:alpha val="48000"/>
            </a:srgbClr>
          </a:solidFill>
          <a:ln w="0">
            <a:noFill/>
            <a:prstDash val="solid"/>
          </a:ln>
        </p:spPr>
      </p:sp>
      <p:sp>
        <p:nvSpPr>
          <p:cNvPr id="944" name="01_find_only_943">
            <a:extLst>
              <a:ext uri="{FF2B5EF4-FFF2-40B4-BE49-F238E27FC236}">
                <a16:creationId xmlns:a16="http://schemas.microsoft.com/office/drawing/2014/main" id="{65525EA6-E21C-43B9-A561-CEA2C1A516BD}"/>
              </a:ext>
            </a:extLst>
          </p:cNvPr>
          <p:cNvSpPr>
            <a:spLocks noGrp="1"/>
          </p:cNvSpPr>
          <p:nvPr/>
        </p:nvSpPr>
        <p:spPr>
          <a:xfrm>
            <a:off x="2901577" y="3489410"/>
            <a:ext cx="28398" cy="28398"/>
          </a:xfrm>
          <a:prstGeom prst="ellipse">
            <a:avLst/>
          </a:prstGeom>
          <a:solidFill>
            <a:srgbClr val="7F8C97">
              <a:alpha val="48000"/>
            </a:srgbClr>
          </a:solidFill>
          <a:ln w="0">
            <a:noFill/>
            <a:prstDash val="solid"/>
          </a:ln>
        </p:spPr>
      </p:sp>
      <p:sp>
        <p:nvSpPr>
          <p:cNvPr id="945" name="01_find_only_944">
            <a:extLst>
              <a:ext uri="{FF2B5EF4-FFF2-40B4-BE49-F238E27FC236}">
                <a16:creationId xmlns:a16="http://schemas.microsoft.com/office/drawing/2014/main" id="{AA918975-6AB4-407F-BC22-533D28A2CF99}"/>
              </a:ext>
            </a:extLst>
          </p:cNvPr>
          <p:cNvSpPr>
            <a:spLocks noGrp="1"/>
          </p:cNvSpPr>
          <p:nvPr/>
        </p:nvSpPr>
        <p:spPr>
          <a:xfrm>
            <a:off x="2942496" y="3489410"/>
            <a:ext cx="28398" cy="28398"/>
          </a:xfrm>
          <a:prstGeom prst="ellipse">
            <a:avLst/>
          </a:prstGeom>
          <a:solidFill>
            <a:srgbClr val="7F8C97">
              <a:alpha val="48000"/>
            </a:srgbClr>
          </a:solidFill>
          <a:ln w="0">
            <a:noFill/>
            <a:prstDash val="solid"/>
          </a:ln>
        </p:spPr>
      </p:sp>
      <p:sp>
        <p:nvSpPr>
          <p:cNvPr id="946" name="01_find_only_945">
            <a:extLst>
              <a:ext uri="{FF2B5EF4-FFF2-40B4-BE49-F238E27FC236}">
                <a16:creationId xmlns:a16="http://schemas.microsoft.com/office/drawing/2014/main" id="{2EB24C79-2026-432E-A10D-38210501C064}"/>
              </a:ext>
            </a:extLst>
          </p:cNvPr>
          <p:cNvSpPr>
            <a:spLocks noGrp="1"/>
          </p:cNvSpPr>
          <p:nvPr/>
        </p:nvSpPr>
        <p:spPr>
          <a:xfrm>
            <a:off x="2932862" y="3489410"/>
            <a:ext cx="28398" cy="28398"/>
          </a:xfrm>
          <a:prstGeom prst="ellipse">
            <a:avLst/>
          </a:prstGeom>
          <a:solidFill>
            <a:srgbClr val="7F8C97">
              <a:alpha val="48000"/>
            </a:srgbClr>
          </a:solidFill>
          <a:ln w="0">
            <a:noFill/>
            <a:prstDash val="solid"/>
          </a:ln>
        </p:spPr>
      </p:sp>
      <p:sp>
        <p:nvSpPr>
          <p:cNvPr id="947" name="01_find_only_946">
            <a:extLst>
              <a:ext uri="{FF2B5EF4-FFF2-40B4-BE49-F238E27FC236}">
                <a16:creationId xmlns:a16="http://schemas.microsoft.com/office/drawing/2014/main" id="{7BBFD0EE-CAF5-4965-8B88-F34D47B18190}"/>
              </a:ext>
            </a:extLst>
          </p:cNvPr>
          <p:cNvSpPr>
            <a:spLocks noGrp="1"/>
          </p:cNvSpPr>
          <p:nvPr/>
        </p:nvSpPr>
        <p:spPr>
          <a:xfrm>
            <a:off x="2896331" y="3700746"/>
            <a:ext cx="28398" cy="28398"/>
          </a:xfrm>
          <a:prstGeom prst="ellipse">
            <a:avLst/>
          </a:prstGeom>
          <a:solidFill>
            <a:srgbClr val="7F8C97">
              <a:alpha val="48000"/>
            </a:srgbClr>
          </a:solidFill>
          <a:ln w="0">
            <a:noFill/>
            <a:prstDash val="solid"/>
          </a:ln>
        </p:spPr>
      </p:sp>
      <p:sp>
        <p:nvSpPr>
          <p:cNvPr id="948" name="01_find_only_947">
            <a:extLst>
              <a:ext uri="{FF2B5EF4-FFF2-40B4-BE49-F238E27FC236}">
                <a16:creationId xmlns:a16="http://schemas.microsoft.com/office/drawing/2014/main" id="{AC9B5B96-F2E2-43AD-993E-D6B9F20A202D}"/>
              </a:ext>
            </a:extLst>
          </p:cNvPr>
          <p:cNvSpPr>
            <a:spLocks noGrp="1"/>
          </p:cNvSpPr>
          <p:nvPr/>
        </p:nvSpPr>
        <p:spPr>
          <a:xfrm>
            <a:off x="2913595" y="3489410"/>
            <a:ext cx="28398" cy="28398"/>
          </a:xfrm>
          <a:prstGeom prst="ellipse">
            <a:avLst/>
          </a:prstGeom>
          <a:solidFill>
            <a:srgbClr val="7F8C97">
              <a:alpha val="48000"/>
            </a:srgbClr>
          </a:solidFill>
          <a:ln w="0">
            <a:noFill/>
            <a:prstDash val="solid"/>
          </a:ln>
        </p:spPr>
      </p:sp>
      <p:sp>
        <p:nvSpPr>
          <p:cNvPr id="949" name="01_find_only_948">
            <a:extLst>
              <a:ext uri="{FF2B5EF4-FFF2-40B4-BE49-F238E27FC236}">
                <a16:creationId xmlns:a16="http://schemas.microsoft.com/office/drawing/2014/main" id="{134F4881-B0E4-480B-9E94-E8DAF2B87CC4}"/>
              </a:ext>
            </a:extLst>
          </p:cNvPr>
          <p:cNvSpPr>
            <a:spLocks noGrp="1"/>
          </p:cNvSpPr>
          <p:nvPr/>
        </p:nvSpPr>
        <p:spPr>
          <a:xfrm>
            <a:off x="2879830" y="4078132"/>
            <a:ext cx="28398" cy="28398"/>
          </a:xfrm>
          <a:prstGeom prst="ellipse">
            <a:avLst/>
          </a:prstGeom>
          <a:solidFill>
            <a:srgbClr val="7F8C97">
              <a:alpha val="48000"/>
            </a:srgbClr>
          </a:solidFill>
          <a:ln w="0">
            <a:noFill/>
            <a:prstDash val="solid"/>
          </a:ln>
        </p:spPr>
      </p:sp>
      <p:sp>
        <p:nvSpPr>
          <p:cNvPr id="950" name="01_find_only_949">
            <a:extLst>
              <a:ext uri="{FF2B5EF4-FFF2-40B4-BE49-F238E27FC236}">
                <a16:creationId xmlns:a16="http://schemas.microsoft.com/office/drawing/2014/main" id="{1BDDD292-95AD-4C57-855A-B0814B4406D9}"/>
              </a:ext>
            </a:extLst>
          </p:cNvPr>
          <p:cNvSpPr>
            <a:spLocks noGrp="1"/>
          </p:cNvSpPr>
          <p:nvPr/>
        </p:nvSpPr>
        <p:spPr>
          <a:xfrm>
            <a:off x="3150623" y="3172406"/>
            <a:ext cx="28398" cy="28398"/>
          </a:xfrm>
          <a:prstGeom prst="ellipse">
            <a:avLst/>
          </a:prstGeom>
          <a:solidFill>
            <a:srgbClr val="7F8C97">
              <a:alpha val="48000"/>
            </a:srgbClr>
          </a:solidFill>
          <a:ln w="0">
            <a:noFill/>
            <a:prstDash val="solid"/>
          </a:ln>
        </p:spPr>
      </p:sp>
      <p:sp>
        <p:nvSpPr>
          <p:cNvPr id="951" name="01_find_only_950">
            <a:extLst>
              <a:ext uri="{FF2B5EF4-FFF2-40B4-BE49-F238E27FC236}">
                <a16:creationId xmlns:a16="http://schemas.microsoft.com/office/drawing/2014/main" id="{79B25F7F-77BA-4E6D-9F9B-D5FA7A2FB9DD}"/>
              </a:ext>
            </a:extLst>
          </p:cNvPr>
          <p:cNvSpPr>
            <a:spLocks noGrp="1"/>
          </p:cNvSpPr>
          <p:nvPr/>
        </p:nvSpPr>
        <p:spPr>
          <a:xfrm>
            <a:off x="3132310" y="3489410"/>
            <a:ext cx="28398" cy="28398"/>
          </a:xfrm>
          <a:prstGeom prst="ellipse">
            <a:avLst/>
          </a:prstGeom>
          <a:solidFill>
            <a:srgbClr val="7F8C97">
              <a:alpha val="48000"/>
            </a:srgbClr>
          </a:solidFill>
          <a:ln w="0">
            <a:noFill/>
            <a:prstDash val="solid"/>
          </a:ln>
        </p:spPr>
      </p:sp>
      <p:sp>
        <p:nvSpPr>
          <p:cNvPr id="952" name="01_find_only_951">
            <a:extLst>
              <a:ext uri="{FF2B5EF4-FFF2-40B4-BE49-F238E27FC236}">
                <a16:creationId xmlns:a16="http://schemas.microsoft.com/office/drawing/2014/main" id="{531264F1-5273-4110-9EAD-8DA19E94B236}"/>
              </a:ext>
            </a:extLst>
          </p:cNvPr>
          <p:cNvSpPr>
            <a:spLocks noGrp="1"/>
          </p:cNvSpPr>
          <p:nvPr/>
        </p:nvSpPr>
        <p:spPr>
          <a:xfrm>
            <a:off x="3147190" y="2855402"/>
            <a:ext cx="28398" cy="28398"/>
          </a:xfrm>
          <a:prstGeom prst="ellipse">
            <a:avLst/>
          </a:prstGeom>
          <a:solidFill>
            <a:srgbClr val="7F8C97">
              <a:alpha val="48000"/>
            </a:srgbClr>
          </a:solidFill>
          <a:ln w="0">
            <a:noFill/>
            <a:prstDash val="solid"/>
          </a:ln>
        </p:spPr>
      </p:sp>
      <p:sp>
        <p:nvSpPr>
          <p:cNvPr id="953" name="01_find_only_952">
            <a:extLst>
              <a:ext uri="{FF2B5EF4-FFF2-40B4-BE49-F238E27FC236}">
                <a16:creationId xmlns:a16="http://schemas.microsoft.com/office/drawing/2014/main" id="{8D17F0AA-750F-4A47-8F02-D2AECF99D098}"/>
              </a:ext>
            </a:extLst>
          </p:cNvPr>
          <p:cNvSpPr>
            <a:spLocks noGrp="1"/>
          </p:cNvSpPr>
          <p:nvPr/>
        </p:nvSpPr>
        <p:spPr>
          <a:xfrm>
            <a:off x="3146808" y="2961070"/>
            <a:ext cx="28398" cy="28398"/>
          </a:xfrm>
          <a:prstGeom prst="ellipse">
            <a:avLst/>
          </a:prstGeom>
          <a:solidFill>
            <a:srgbClr val="7F8C97">
              <a:alpha val="48000"/>
            </a:srgbClr>
          </a:solidFill>
          <a:ln w="0">
            <a:noFill/>
            <a:prstDash val="solid"/>
          </a:ln>
        </p:spPr>
      </p:sp>
      <p:sp>
        <p:nvSpPr>
          <p:cNvPr id="954" name="01_find_only_953">
            <a:extLst>
              <a:ext uri="{FF2B5EF4-FFF2-40B4-BE49-F238E27FC236}">
                <a16:creationId xmlns:a16="http://schemas.microsoft.com/office/drawing/2014/main" id="{B158BA9A-5677-4BAC-9103-819AA3EEDFEC}"/>
              </a:ext>
            </a:extLst>
          </p:cNvPr>
          <p:cNvSpPr>
            <a:spLocks noGrp="1"/>
          </p:cNvSpPr>
          <p:nvPr/>
        </p:nvSpPr>
        <p:spPr>
          <a:xfrm>
            <a:off x="3163023" y="2855402"/>
            <a:ext cx="28398" cy="28398"/>
          </a:xfrm>
          <a:prstGeom prst="ellipse">
            <a:avLst/>
          </a:prstGeom>
          <a:solidFill>
            <a:srgbClr val="7F8C97">
              <a:alpha val="48000"/>
            </a:srgbClr>
          </a:solidFill>
          <a:ln w="0">
            <a:noFill/>
            <a:prstDash val="solid"/>
          </a:ln>
        </p:spPr>
      </p:sp>
      <p:sp>
        <p:nvSpPr>
          <p:cNvPr id="955" name="01_find_only_954">
            <a:extLst>
              <a:ext uri="{FF2B5EF4-FFF2-40B4-BE49-F238E27FC236}">
                <a16:creationId xmlns:a16="http://schemas.microsoft.com/office/drawing/2014/main" id="{2A2827B1-DB87-42C8-A43C-027B6F7EF975}"/>
              </a:ext>
            </a:extLst>
          </p:cNvPr>
          <p:cNvSpPr>
            <a:spLocks noGrp="1"/>
          </p:cNvSpPr>
          <p:nvPr/>
        </p:nvSpPr>
        <p:spPr>
          <a:xfrm>
            <a:off x="3190779" y="3700746"/>
            <a:ext cx="28398" cy="28398"/>
          </a:xfrm>
          <a:prstGeom prst="ellipse">
            <a:avLst/>
          </a:prstGeom>
          <a:solidFill>
            <a:srgbClr val="7F8C97">
              <a:alpha val="48000"/>
            </a:srgbClr>
          </a:solidFill>
          <a:ln w="0">
            <a:noFill/>
            <a:prstDash val="solid"/>
          </a:ln>
        </p:spPr>
      </p:sp>
      <p:sp>
        <p:nvSpPr>
          <p:cNvPr id="956" name="01_find_only_955">
            <a:extLst>
              <a:ext uri="{FF2B5EF4-FFF2-40B4-BE49-F238E27FC236}">
                <a16:creationId xmlns:a16="http://schemas.microsoft.com/office/drawing/2014/main" id="{C2111D58-A5B0-40E2-894D-5A99A4E2CE51}"/>
              </a:ext>
            </a:extLst>
          </p:cNvPr>
          <p:cNvSpPr>
            <a:spLocks noGrp="1"/>
          </p:cNvSpPr>
          <p:nvPr/>
        </p:nvSpPr>
        <p:spPr>
          <a:xfrm>
            <a:off x="3208234" y="2855402"/>
            <a:ext cx="28398" cy="28398"/>
          </a:xfrm>
          <a:prstGeom prst="ellipse">
            <a:avLst/>
          </a:prstGeom>
          <a:solidFill>
            <a:srgbClr val="7F8C97">
              <a:alpha val="48000"/>
            </a:srgbClr>
          </a:solidFill>
          <a:ln w="0">
            <a:noFill/>
            <a:prstDash val="solid"/>
          </a:ln>
        </p:spPr>
      </p:sp>
      <p:sp>
        <p:nvSpPr>
          <p:cNvPr id="957" name="01_find_only_956">
            <a:extLst>
              <a:ext uri="{FF2B5EF4-FFF2-40B4-BE49-F238E27FC236}">
                <a16:creationId xmlns:a16="http://schemas.microsoft.com/office/drawing/2014/main" id="{10D38AE3-6BCF-40C2-8280-CB44EA8B8C08}"/>
              </a:ext>
            </a:extLst>
          </p:cNvPr>
          <p:cNvSpPr>
            <a:spLocks noGrp="1"/>
          </p:cNvSpPr>
          <p:nvPr/>
        </p:nvSpPr>
        <p:spPr>
          <a:xfrm>
            <a:off x="3137365" y="3278074"/>
            <a:ext cx="28398" cy="28398"/>
          </a:xfrm>
          <a:prstGeom prst="ellipse">
            <a:avLst/>
          </a:prstGeom>
          <a:solidFill>
            <a:srgbClr val="7F8C97">
              <a:alpha val="48000"/>
            </a:srgbClr>
          </a:solidFill>
          <a:ln w="0">
            <a:noFill/>
            <a:prstDash val="solid"/>
          </a:ln>
        </p:spPr>
      </p:sp>
      <p:sp>
        <p:nvSpPr>
          <p:cNvPr id="958" name="01_find_only_957">
            <a:extLst>
              <a:ext uri="{FF2B5EF4-FFF2-40B4-BE49-F238E27FC236}">
                <a16:creationId xmlns:a16="http://schemas.microsoft.com/office/drawing/2014/main" id="{C548540D-C3A9-4EFB-A8A4-BD443F79B843}"/>
              </a:ext>
            </a:extLst>
          </p:cNvPr>
          <p:cNvSpPr>
            <a:spLocks noGrp="1"/>
          </p:cNvSpPr>
          <p:nvPr/>
        </p:nvSpPr>
        <p:spPr>
          <a:xfrm>
            <a:off x="3180955" y="2855402"/>
            <a:ext cx="28398" cy="28398"/>
          </a:xfrm>
          <a:prstGeom prst="ellipse">
            <a:avLst/>
          </a:prstGeom>
          <a:solidFill>
            <a:srgbClr val="7F8C97">
              <a:alpha val="48000"/>
            </a:srgbClr>
          </a:solidFill>
          <a:ln w="0">
            <a:noFill/>
            <a:prstDash val="solid"/>
          </a:ln>
        </p:spPr>
      </p:sp>
      <p:sp>
        <p:nvSpPr>
          <p:cNvPr id="959" name="01_find_only_958">
            <a:extLst>
              <a:ext uri="{FF2B5EF4-FFF2-40B4-BE49-F238E27FC236}">
                <a16:creationId xmlns:a16="http://schemas.microsoft.com/office/drawing/2014/main" id="{06A5B5F0-04E4-4298-9E30-39A1BA0BFBBF}"/>
              </a:ext>
            </a:extLst>
          </p:cNvPr>
          <p:cNvSpPr>
            <a:spLocks noGrp="1"/>
          </p:cNvSpPr>
          <p:nvPr/>
        </p:nvSpPr>
        <p:spPr>
          <a:xfrm>
            <a:off x="3137651" y="4123418"/>
            <a:ext cx="28398" cy="28398"/>
          </a:xfrm>
          <a:prstGeom prst="ellipse">
            <a:avLst/>
          </a:prstGeom>
          <a:solidFill>
            <a:srgbClr val="7F8C97">
              <a:alpha val="48000"/>
            </a:srgbClr>
          </a:solidFill>
          <a:ln w="0">
            <a:noFill/>
            <a:prstDash val="solid"/>
          </a:ln>
        </p:spPr>
      </p:sp>
      <p:sp>
        <p:nvSpPr>
          <p:cNvPr id="960" name="01_find_only_959">
            <a:extLst>
              <a:ext uri="{FF2B5EF4-FFF2-40B4-BE49-F238E27FC236}">
                <a16:creationId xmlns:a16="http://schemas.microsoft.com/office/drawing/2014/main" id="{BC13D6F3-1E18-4F4F-9A84-70C142D1C8B5}"/>
              </a:ext>
            </a:extLst>
          </p:cNvPr>
          <p:cNvSpPr>
            <a:spLocks noGrp="1"/>
          </p:cNvSpPr>
          <p:nvPr/>
        </p:nvSpPr>
        <p:spPr>
          <a:xfrm>
            <a:off x="3127159" y="4123418"/>
            <a:ext cx="28398" cy="28398"/>
          </a:xfrm>
          <a:prstGeom prst="ellipse">
            <a:avLst/>
          </a:prstGeom>
          <a:solidFill>
            <a:srgbClr val="7F8C97">
              <a:alpha val="48000"/>
            </a:srgbClr>
          </a:solidFill>
          <a:ln w="0">
            <a:noFill/>
            <a:prstDash val="solid"/>
          </a:ln>
        </p:spPr>
      </p:sp>
      <p:sp>
        <p:nvSpPr>
          <p:cNvPr id="961" name="01_find_only_960">
            <a:extLst>
              <a:ext uri="{FF2B5EF4-FFF2-40B4-BE49-F238E27FC236}">
                <a16:creationId xmlns:a16="http://schemas.microsoft.com/office/drawing/2014/main" id="{7BD8E294-1214-4807-9F67-84A0B10BBD8E}"/>
              </a:ext>
            </a:extLst>
          </p:cNvPr>
          <p:cNvSpPr>
            <a:spLocks noGrp="1"/>
          </p:cNvSpPr>
          <p:nvPr/>
        </p:nvSpPr>
        <p:spPr>
          <a:xfrm>
            <a:off x="3200603" y="3172406"/>
            <a:ext cx="28398" cy="28398"/>
          </a:xfrm>
          <a:prstGeom prst="ellipse">
            <a:avLst/>
          </a:prstGeom>
          <a:solidFill>
            <a:srgbClr val="7F8C97">
              <a:alpha val="48000"/>
            </a:srgbClr>
          </a:solidFill>
          <a:ln w="0">
            <a:noFill/>
            <a:prstDash val="solid"/>
          </a:ln>
        </p:spPr>
      </p:sp>
      <p:sp>
        <p:nvSpPr>
          <p:cNvPr id="962" name="01_find_only_961">
            <a:extLst>
              <a:ext uri="{FF2B5EF4-FFF2-40B4-BE49-F238E27FC236}">
                <a16:creationId xmlns:a16="http://schemas.microsoft.com/office/drawing/2014/main" id="{EEB7DD04-48A8-4048-922D-B9DF462CC689}"/>
              </a:ext>
            </a:extLst>
          </p:cNvPr>
          <p:cNvSpPr>
            <a:spLocks noGrp="1"/>
          </p:cNvSpPr>
          <p:nvPr/>
        </p:nvSpPr>
        <p:spPr>
          <a:xfrm>
            <a:off x="3220156" y="3700746"/>
            <a:ext cx="28398" cy="28398"/>
          </a:xfrm>
          <a:prstGeom prst="ellipse">
            <a:avLst/>
          </a:prstGeom>
          <a:solidFill>
            <a:srgbClr val="7F8C97">
              <a:alpha val="48000"/>
            </a:srgbClr>
          </a:solidFill>
          <a:ln w="0">
            <a:noFill/>
            <a:prstDash val="solid"/>
          </a:ln>
        </p:spPr>
      </p:sp>
      <p:sp>
        <p:nvSpPr>
          <p:cNvPr id="963" name="01_find_only_962">
            <a:extLst>
              <a:ext uri="{FF2B5EF4-FFF2-40B4-BE49-F238E27FC236}">
                <a16:creationId xmlns:a16="http://schemas.microsoft.com/office/drawing/2014/main" id="{903F6D29-C2C0-40A9-9161-B67C3187942D}"/>
              </a:ext>
            </a:extLst>
          </p:cNvPr>
          <p:cNvSpPr>
            <a:spLocks noGrp="1"/>
          </p:cNvSpPr>
          <p:nvPr/>
        </p:nvSpPr>
        <p:spPr>
          <a:xfrm>
            <a:off x="3162737" y="2855402"/>
            <a:ext cx="28398" cy="28398"/>
          </a:xfrm>
          <a:prstGeom prst="ellipse">
            <a:avLst/>
          </a:prstGeom>
          <a:solidFill>
            <a:srgbClr val="7F8C97">
              <a:alpha val="48000"/>
            </a:srgbClr>
          </a:solidFill>
          <a:ln w="0">
            <a:noFill/>
            <a:prstDash val="solid"/>
          </a:ln>
        </p:spPr>
      </p:sp>
      <p:sp>
        <p:nvSpPr>
          <p:cNvPr id="964" name="01_find_only_963">
            <a:extLst>
              <a:ext uri="{FF2B5EF4-FFF2-40B4-BE49-F238E27FC236}">
                <a16:creationId xmlns:a16="http://schemas.microsoft.com/office/drawing/2014/main" id="{1979B830-A40D-43AE-84E5-8E041F05D14A}"/>
              </a:ext>
            </a:extLst>
          </p:cNvPr>
          <p:cNvSpPr>
            <a:spLocks noGrp="1"/>
          </p:cNvSpPr>
          <p:nvPr/>
        </p:nvSpPr>
        <p:spPr>
          <a:xfrm>
            <a:off x="3215006" y="2855402"/>
            <a:ext cx="28398" cy="28398"/>
          </a:xfrm>
          <a:prstGeom prst="ellipse">
            <a:avLst/>
          </a:prstGeom>
          <a:solidFill>
            <a:srgbClr val="7F8C97">
              <a:alpha val="48000"/>
            </a:srgbClr>
          </a:solidFill>
          <a:ln w="0">
            <a:noFill/>
            <a:prstDash val="solid"/>
          </a:ln>
        </p:spPr>
      </p:sp>
      <p:sp>
        <p:nvSpPr>
          <p:cNvPr id="965" name="01_find_only_964">
            <a:extLst>
              <a:ext uri="{FF2B5EF4-FFF2-40B4-BE49-F238E27FC236}">
                <a16:creationId xmlns:a16="http://schemas.microsoft.com/office/drawing/2014/main" id="{9C8DE1F1-EED3-4626-9CAE-37F2ABFE88B2}"/>
              </a:ext>
            </a:extLst>
          </p:cNvPr>
          <p:cNvSpPr>
            <a:spLocks noGrp="1"/>
          </p:cNvSpPr>
          <p:nvPr/>
        </p:nvSpPr>
        <p:spPr>
          <a:xfrm>
            <a:off x="3147094" y="3207629"/>
            <a:ext cx="28398" cy="28398"/>
          </a:xfrm>
          <a:prstGeom prst="ellipse">
            <a:avLst/>
          </a:prstGeom>
          <a:solidFill>
            <a:srgbClr val="7F8C97">
              <a:alpha val="48000"/>
            </a:srgbClr>
          </a:solidFill>
          <a:ln w="0">
            <a:noFill/>
            <a:prstDash val="solid"/>
          </a:ln>
        </p:spPr>
      </p:sp>
      <p:sp>
        <p:nvSpPr>
          <p:cNvPr id="966" name="01_find_only_965">
            <a:extLst>
              <a:ext uri="{FF2B5EF4-FFF2-40B4-BE49-F238E27FC236}">
                <a16:creationId xmlns:a16="http://schemas.microsoft.com/office/drawing/2014/main" id="{47B5F705-719E-439D-870C-9EFA46B5F1CC}"/>
              </a:ext>
            </a:extLst>
          </p:cNvPr>
          <p:cNvSpPr>
            <a:spLocks noGrp="1"/>
          </p:cNvSpPr>
          <p:nvPr/>
        </p:nvSpPr>
        <p:spPr>
          <a:xfrm>
            <a:off x="3165217" y="3279912"/>
            <a:ext cx="28398" cy="28398"/>
          </a:xfrm>
          <a:prstGeom prst="ellipse">
            <a:avLst/>
          </a:prstGeom>
          <a:solidFill>
            <a:srgbClr val="7F8C97">
              <a:alpha val="48000"/>
            </a:srgbClr>
          </a:solidFill>
          <a:ln w="0">
            <a:noFill/>
            <a:prstDash val="solid"/>
          </a:ln>
        </p:spPr>
      </p:sp>
      <p:sp>
        <p:nvSpPr>
          <p:cNvPr id="967" name="01_find_only_966">
            <a:extLst>
              <a:ext uri="{FF2B5EF4-FFF2-40B4-BE49-F238E27FC236}">
                <a16:creationId xmlns:a16="http://schemas.microsoft.com/office/drawing/2014/main" id="{B281DBB4-ACBB-453F-809D-264763AD9396}"/>
              </a:ext>
            </a:extLst>
          </p:cNvPr>
          <p:cNvSpPr>
            <a:spLocks noGrp="1"/>
          </p:cNvSpPr>
          <p:nvPr/>
        </p:nvSpPr>
        <p:spPr>
          <a:xfrm>
            <a:off x="3193640" y="3426009"/>
            <a:ext cx="28398" cy="28398"/>
          </a:xfrm>
          <a:prstGeom prst="ellipse">
            <a:avLst/>
          </a:prstGeom>
          <a:solidFill>
            <a:srgbClr val="7F8C97">
              <a:alpha val="48000"/>
            </a:srgbClr>
          </a:solidFill>
          <a:ln w="0">
            <a:noFill/>
            <a:prstDash val="solid"/>
          </a:ln>
        </p:spPr>
      </p:sp>
      <p:sp>
        <p:nvSpPr>
          <p:cNvPr id="968" name="01_find_only_967">
            <a:extLst>
              <a:ext uri="{FF2B5EF4-FFF2-40B4-BE49-F238E27FC236}">
                <a16:creationId xmlns:a16="http://schemas.microsoft.com/office/drawing/2014/main" id="{70ECAF83-FF1E-4797-9081-C677924ADCFB}"/>
              </a:ext>
            </a:extLst>
          </p:cNvPr>
          <p:cNvSpPr>
            <a:spLocks noGrp="1"/>
          </p:cNvSpPr>
          <p:nvPr/>
        </p:nvSpPr>
        <p:spPr>
          <a:xfrm>
            <a:off x="3210714" y="2855402"/>
            <a:ext cx="28398" cy="28398"/>
          </a:xfrm>
          <a:prstGeom prst="ellipse">
            <a:avLst/>
          </a:prstGeom>
          <a:solidFill>
            <a:srgbClr val="7F8C97">
              <a:alpha val="48000"/>
            </a:srgbClr>
          </a:solidFill>
          <a:ln w="0">
            <a:noFill/>
            <a:prstDash val="solid"/>
          </a:ln>
        </p:spPr>
      </p:sp>
      <p:sp>
        <p:nvSpPr>
          <p:cNvPr id="969" name="01_find_only_968">
            <a:extLst>
              <a:ext uri="{FF2B5EF4-FFF2-40B4-BE49-F238E27FC236}">
                <a16:creationId xmlns:a16="http://schemas.microsoft.com/office/drawing/2014/main" id="{D1AAA084-0975-43EF-9424-035E434C67DE}"/>
              </a:ext>
            </a:extLst>
          </p:cNvPr>
          <p:cNvSpPr>
            <a:spLocks noGrp="1"/>
          </p:cNvSpPr>
          <p:nvPr/>
        </p:nvSpPr>
        <p:spPr>
          <a:xfrm>
            <a:off x="3219966" y="4123418"/>
            <a:ext cx="28398" cy="28398"/>
          </a:xfrm>
          <a:prstGeom prst="ellipse">
            <a:avLst/>
          </a:prstGeom>
          <a:solidFill>
            <a:srgbClr val="7F8C97">
              <a:alpha val="48000"/>
            </a:srgbClr>
          </a:solidFill>
          <a:ln w="0">
            <a:noFill/>
            <a:prstDash val="solid"/>
          </a:ln>
        </p:spPr>
      </p:sp>
      <p:sp>
        <p:nvSpPr>
          <p:cNvPr id="970" name="01_find_only_969">
            <a:extLst>
              <a:ext uri="{FF2B5EF4-FFF2-40B4-BE49-F238E27FC236}">
                <a16:creationId xmlns:a16="http://schemas.microsoft.com/office/drawing/2014/main" id="{628A2727-4B0C-4A9F-80B9-B02A7CDF2CCA}"/>
              </a:ext>
            </a:extLst>
          </p:cNvPr>
          <p:cNvSpPr>
            <a:spLocks noGrp="1"/>
          </p:cNvSpPr>
          <p:nvPr/>
        </p:nvSpPr>
        <p:spPr>
          <a:xfrm>
            <a:off x="3187059" y="3383742"/>
            <a:ext cx="28398" cy="28398"/>
          </a:xfrm>
          <a:prstGeom prst="ellipse">
            <a:avLst/>
          </a:prstGeom>
          <a:solidFill>
            <a:srgbClr val="7F8C97">
              <a:alpha val="48000"/>
            </a:srgbClr>
          </a:solidFill>
          <a:ln w="0">
            <a:noFill/>
            <a:prstDash val="solid"/>
          </a:ln>
        </p:spPr>
      </p:sp>
      <p:sp>
        <p:nvSpPr>
          <p:cNvPr id="971" name="01_find_only_970">
            <a:extLst>
              <a:ext uri="{FF2B5EF4-FFF2-40B4-BE49-F238E27FC236}">
                <a16:creationId xmlns:a16="http://schemas.microsoft.com/office/drawing/2014/main" id="{F9F98E2B-FDFC-4369-9CE6-E39B8B464ADC}"/>
              </a:ext>
            </a:extLst>
          </p:cNvPr>
          <p:cNvSpPr>
            <a:spLocks noGrp="1"/>
          </p:cNvSpPr>
          <p:nvPr/>
        </p:nvSpPr>
        <p:spPr>
          <a:xfrm>
            <a:off x="3130498" y="3389303"/>
            <a:ext cx="28398" cy="28398"/>
          </a:xfrm>
          <a:prstGeom prst="ellipse">
            <a:avLst/>
          </a:prstGeom>
          <a:solidFill>
            <a:srgbClr val="7F8C97">
              <a:alpha val="48000"/>
            </a:srgbClr>
          </a:solidFill>
          <a:ln w="0">
            <a:noFill/>
            <a:prstDash val="solid"/>
          </a:ln>
        </p:spPr>
      </p:sp>
      <p:sp>
        <p:nvSpPr>
          <p:cNvPr id="972" name="01_find_only_971">
            <a:extLst>
              <a:ext uri="{FF2B5EF4-FFF2-40B4-BE49-F238E27FC236}">
                <a16:creationId xmlns:a16="http://schemas.microsoft.com/office/drawing/2014/main" id="{53BD8FA1-B687-4948-8205-1D1C23B6276E}"/>
              </a:ext>
            </a:extLst>
          </p:cNvPr>
          <p:cNvSpPr>
            <a:spLocks noGrp="1"/>
          </p:cNvSpPr>
          <p:nvPr/>
        </p:nvSpPr>
        <p:spPr>
          <a:xfrm>
            <a:off x="3144614" y="3172406"/>
            <a:ext cx="28398" cy="28398"/>
          </a:xfrm>
          <a:prstGeom prst="ellipse">
            <a:avLst/>
          </a:prstGeom>
          <a:solidFill>
            <a:srgbClr val="7F8C97">
              <a:alpha val="48000"/>
            </a:srgbClr>
          </a:solidFill>
          <a:ln w="0">
            <a:noFill/>
            <a:prstDash val="solid"/>
          </a:ln>
        </p:spPr>
      </p:sp>
      <p:sp>
        <p:nvSpPr>
          <p:cNvPr id="973" name="01_find_only_972">
            <a:extLst>
              <a:ext uri="{FF2B5EF4-FFF2-40B4-BE49-F238E27FC236}">
                <a16:creationId xmlns:a16="http://schemas.microsoft.com/office/drawing/2014/main" id="{706DF3B0-6276-43D8-89FF-31D1878111DA}"/>
              </a:ext>
            </a:extLst>
          </p:cNvPr>
          <p:cNvSpPr>
            <a:spLocks noGrp="1"/>
          </p:cNvSpPr>
          <p:nvPr/>
        </p:nvSpPr>
        <p:spPr>
          <a:xfrm>
            <a:off x="3150814" y="3489410"/>
            <a:ext cx="28398" cy="28398"/>
          </a:xfrm>
          <a:prstGeom prst="ellipse">
            <a:avLst/>
          </a:prstGeom>
          <a:solidFill>
            <a:srgbClr val="7F8C97">
              <a:alpha val="48000"/>
            </a:srgbClr>
          </a:solidFill>
          <a:ln w="0">
            <a:noFill/>
            <a:prstDash val="solid"/>
          </a:ln>
        </p:spPr>
      </p:sp>
      <p:sp>
        <p:nvSpPr>
          <p:cNvPr id="974" name="01_find_only_973">
            <a:extLst>
              <a:ext uri="{FF2B5EF4-FFF2-40B4-BE49-F238E27FC236}">
                <a16:creationId xmlns:a16="http://schemas.microsoft.com/office/drawing/2014/main" id="{7A087D7A-C20F-4368-ADEB-6AA4AB7FA08B}"/>
              </a:ext>
            </a:extLst>
          </p:cNvPr>
          <p:cNvSpPr>
            <a:spLocks noGrp="1"/>
          </p:cNvSpPr>
          <p:nvPr/>
        </p:nvSpPr>
        <p:spPr>
          <a:xfrm>
            <a:off x="3130307" y="3700746"/>
            <a:ext cx="28398" cy="28398"/>
          </a:xfrm>
          <a:prstGeom prst="ellipse">
            <a:avLst/>
          </a:prstGeom>
          <a:solidFill>
            <a:srgbClr val="7F8C97">
              <a:alpha val="48000"/>
            </a:srgbClr>
          </a:solidFill>
          <a:ln w="0">
            <a:noFill/>
            <a:prstDash val="solid"/>
          </a:ln>
        </p:spPr>
      </p:sp>
      <p:sp>
        <p:nvSpPr>
          <p:cNvPr id="975" name="01_find_only_974">
            <a:extLst>
              <a:ext uri="{FF2B5EF4-FFF2-40B4-BE49-F238E27FC236}">
                <a16:creationId xmlns:a16="http://schemas.microsoft.com/office/drawing/2014/main" id="{780D54F5-B4E2-48FB-B17A-5E7693BB2FF8}"/>
              </a:ext>
            </a:extLst>
          </p:cNvPr>
          <p:cNvSpPr>
            <a:spLocks noGrp="1"/>
          </p:cNvSpPr>
          <p:nvPr/>
        </p:nvSpPr>
        <p:spPr>
          <a:xfrm>
            <a:off x="3129735" y="3616211"/>
            <a:ext cx="28398" cy="28398"/>
          </a:xfrm>
          <a:prstGeom prst="ellipse">
            <a:avLst/>
          </a:prstGeom>
          <a:solidFill>
            <a:srgbClr val="7F8C97">
              <a:alpha val="48000"/>
            </a:srgbClr>
          </a:solidFill>
          <a:ln w="0">
            <a:noFill/>
            <a:prstDash val="solid"/>
          </a:ln>
        </p:spPr>
      </p:sp>
      <p:sp>
        <p:nvSpPr>
          <p:cNvPr id="976" name="01_find_only_975">
            <a:extLst>
              <a:ext uri="{FF2B5EF4-FFF2-40B4-BE49-F238E27FC236}">
                <a16:creationId xmlns:a16="http://schemas.microsoft.com/office/drawing/2014/main" id="{9A27C2A9-39D8-4E38-AC24-DAF2110DBE9C}"/>
              </a:ext>
            </a:extLst>
          </p:cNvPr>
          <p:cNvSpPr>
            <a:spLocks noGrp="1"/>
          </p:cNvSpPr>
          <p:nvPr/>
        </p:nvSpPr>
        <p:spPr>
          <a:xfrm>
            <a:off x="3148239" y="4123418"/>
            <a:ext cx="28398" cy="28398"/>
          </a:xfrm>
          <a:prstGeom prst="ellipse">
            <a:avLst/>
          </a:prstGeom>
          <a:solidFill>
            <a:srgbClr val="7F8C97">
              <a:alpha val="48000"/>
            </a:srgbClr>
          </a:solidFill>
          <a:ln w="0">
            <a:noFill/>
            <a:prstDash val="solid"/>
          </a:ln>
        </p:spPr>
      </p:sp>
      <p:sp>
        <p:nvSpPr>
          <p:cNvPr id="977" name="01_find_only_976">
            <a:extLst>
              <a:ext uri="{FF2B5EF4-FFF2-40B4-BE49-F238E27FC236}">
                <a16:creationId xmlns:a16="http://schemas.microsoft.com/office/drawing/2014/main" id="{7865E66B-76A1-479C-AAAC-ED8375C67B80}"/>
              </a:ext>
            </a:extLst>
          </p:cNvPr>
          <p:cNvSpPr>
            <a:spLocks noGrp="1"/>
          </p:cNvSpPr>
          <p:nvPr/>
        </p:nvSpPr>
        <p:spPr>
          <a:xfrm>
            <a:off x="3184198" y="3489410"/>
            <a:ext cx="28398" cy="28398"/>
          </a:xfrm>
          <a:prstGeom prst="ellipse">
            <a:avLst/>
          </a:prstGeom>
          <a:solidFill>
            <a:srgbClr val="7F8C97">
              <a:alpha val="48000"/>
            </a:srgbClr>
          </a:solidFill>
          <a:ln w="0">
            <a:noFill/>
            <a:prstDash val="solid"/>
          </a:ln>
        </p:spPr>
      </p:sp>
      <p:sp>
        <p:nvSpPr>
          <p:cNvPr id="978" name="01_find_only_977">
            <a:extLst>
              <a:ext uri="{FF2B5EF4-FFF2-40B4-BE49-F238E27FC236}">
                <a16:creationId xmlns:a16="http://schemas.microsoft.com/office/drawing/2014/main" id="{3ECA4257-B4BA-484B-B002-1375B65ADD33}"/>
              </a:ext>
            </a:extLst>
          </p:cNvPr>
          <p:cNvSpPr>
            <a:spLocks noGrp="1"/>
          </p:cNvSpPr>
          <p:nvPr/>
        </p:nvSpPr>
        <p:spPr>
          <a:xfrm>
            <a:off x="3143184" y="3278074"/>
            <a:ext cx="28398" cy="28398"/>
          </a:xfrm>
          <a:prstGeom prst="ellipse">
            <a:avLst/>
          </a:prstGeom>
          <a:solidFill>
            <a:srgbClr val="7F8C97">
              <a:alpha val="48000"/>
            </a:srgbClr>
          </a:solidFill>
          <a:ln w="0">
            <a:noFill/>
            <a:prstDash val="solid"/>
          </a:ln>
        </p:spPr>
      </p:sp>
      <p:sp>
        <p:nvSpPr>
          <p:cNvPr id="979" name="01_find_only_978">
            <a:extLst>
              <a:ext uri="{FF2B5EF4-FFF2-40B4-BE49-F238E27FC236}">
                <a16:creationId xmlns:a16="http://schemas.microsoft.com/office/drawing/2014/main" id="{1A283BCA-BA8B-476A-9CAC-D38F8A6EC1DE}"/>
              </a:ext>
            </a:extLst>
          </p:cNvPr>
          <p:cNvSpPr>
            <a:spLocks noGrp="1"/>
          </p:cNvSpPr>
          <p:nvPr/>
        </p:nvSpPr>
        <p:spPr>
          <a:xfrm>
            <a:off x="3171798" y="3489410"/>
            <a:ext cx="28398" cy="28398"/>
          </a:xfrm>
          <a:prstGeom prst="ellipse">
            <a:avLst/>
          </a:prstGeom>
          <a:solidFill>
            <a:srgbClr val="7F8C97">
              <a:alpha val="48000"/>
            </a:srgbClr>
          </a:solidFill>
          <a:ln w="0">
            <a:noFill/>
            <a:prstDash val="solid"/>
          </a:ln>
        </p:spPr>
      </p:sp>
      <p:sp>
        <p:nvSpPr>
          <p:cNvPr id="980" name="01_find_only_979">
            <a:extLst>
              <a:ext uri="{FF2B5EF4-FFF2-40B4-BE49-F238E27FC236}">
                <a16:creationId xmlns:a16="http://schemas.microsoft.com/office/drawing/2014/main" id="{CD4A3037-3EE9-4F16-B981-B147E5601EBD}"/>
              </a:ext>
            </a:extLst>
          </p:cNvPr>
          <p:cNvSpPr>
            <a:spLocks noGrp="1"/>
          </p:cNvSpPr>
          <p:nvPr/>
        </p:nvSpPr>
        <p:spPr>
          <a:xfrm>
            <a:off x="3161688" y="2855402"/>
            <a:ext cx="28398" cy="28398"/>
          </a:xfrm>
          <a:prstGeom prst="ellipse">
            <a:avLst/>
          </a:prstGeom>
          <a:solidFill>
            <a:srgbClr val="7F8C97">
              <a:alpha val="48000"/>
            </a:srgbClr>
          </a:solidFill>
          <a:ln w="0">
            <a:noFill/>
            <a:prstDash val="solid"/>
          </a:ln>
        </p:spPr>
      </p:sp>
      <p:sp>
        <p:nvSpPr>
          <p:cNvPr id="981" name="01_find_only_980">
            <a:extLst>
              <a:ext uri="{FF2B5EF4-FFF2-40B4-BE49-F238E27FC236}">
                <a16:creationId xmlns:a16="http://schemas.microsoft.com/office/drawing/2014/main" id="{62FC0845-6064-451F-A2B0-C334AC9DAF38}"/>
              </a:ext>
            </a:extLst>
          </p:cNvPr>
          <p:cNvSpPr>
            <a:spLocks noGrp="1"/>
          </p:cNvSpPr>
          <p:nvPr/>
        </p:nvSpPr>
        <p:spPr>
          <a:xfrm>
            <a:off x="3208997" y="4123418"/>
            <a:ext cx="28398" cy="28398"/>
          </a:xfrm>
          <a:prstGeom prst="ellipse">
            <a:avLst/>
          </a:prstGeom>
          <a:solidFill>
            <a:srgbClr val="7F8C97">
              <a:alpha val="48000"/>
            </a:srgbClr>
          </a:solidFill>
          <a:ln w="0">
            <a:noFill/>
            <a:prstDash val="solid"/>
          </a:ln>
        </p:spPr>
      </p:sp>
      <p:sp>
        <p:nvSpPr>
          <p:cNvPr id="982" name="01_find_only_981">
            <a:extLst>
              <a:ext uri="{FF2B5EF4-FFF2-40B4-BE49-F238E27FC236}">
                <a16:creationId xmlns:a16="http://schemas.microsoft.com/office/drawing/2014/main" id="{92A413D7-D8F5-4A03-B7CF-CFBD628FD8C2}"/>
              </a:ext>
            </a:extLst>
          </p:cNvPr>
          <p:cNvSpPr>
            <a:spLocks noGrp="1"/>
          </p:cNvSpPr>
          <p:nvPr/>
        </p:nvSpPr>
        <p:spPr>
          <a:xfrm>
            <a:off x="3152245" y="4077401"/>
            <a:ext cx="28398" cy="28398"/>
          </a:xfrm>
          <a:prstGeom prst="ellipse">
            <a:avLst/>
          </a:prstGeom>
          <a:solidFill>
            <a:srgbClr val="7F8C97">
              <a:alpha val="48000"/>
            </a:srgbClr>
          </a:solidFill>
          <a:ln w="0">
            <a:noFill/>
            <a:prstDash val="solid"/>
          </a:ln>
        </p:spPr>
      </p:sp>
      <p:sp>
        <p:nvSpPr>
          <p:cNvPr id="983" name="01_find_only_982">
            <a:extLst>
              <a:ext uri="{FF2B5EF4-FFF2-40B4-BE49-F238E27FC236}">
                <a16:creationId xmlns:a16="http://schemas.microsoft.com/office/drawing/2014/main" id="{68811091-1472-48F9-A4C2-26EE95E953B6}"/>
              </a:ext>
            </a:extLst>
          </p:cNvPr>
          <p:cNvSpPr>
            <a:spLocks noGrp="1"/>
          </p:cNvSpPr>
          <p:nvPr/>
        </p:nvSpPr>
        <p:spPr>
          <a:xfrm>
            <a:off x="3191447" y="3278074"/>
            <a:ext cx="28398" cy="28398"/>
          </a:xfrm>
          <a:prstGeom prst="ellipse">
            <a:avLst/>
          </a:prstGeom>
          <a:solidFill>
            <a:srgbClr val="7F8C97">
              <a:alpha val="48000"/>
            </a:srgbClr>
          </a:solidFill>
          <a:ln w="0">
            <a:noFill/>
            <a:prstDash val="solid"/>
          </a:ln>
        </p:spPr>
      </p:sp>
      <p:sp>
        <p:nvSpPr>
          <p:cNvPr id="984" name="01_find_only_983">
            <a:extLst>
              <a:ext uri="{FF2B5EF4-FFF2-40B4-BE49-F238E27FC236}">
                <a16:creationId xmlns:a16="http://schemas.microsoft.com/office/drawing/2014/main" id="{C8257157-535F-4785-9F4C-F88A3955893D}"/>
              </a:ext>
            </a:extLst>
          </p:cNvPr>
          <p:cNvSpPr>
            <a:spLocks noGrp="1"/>
          </p:cNvSpPr>
          <p:nvPr/>
        </p:nvSpPr>
        <p:spPr>
          <a:xfrm>
            <a:off x="3193831" y="2855402"/>
            <a:ext cx="28398" cy="28398"/>
          </a:xfrm>
          <a:prstGeom prst="ellipse">
            <a:avLst/>
          </a:prstGeom>
          <a:solidFill>
            <a:srgbClr val="7F8C97">
              <a:alpha val="48000"/>
            </a:srgbClr>
          </a:solidFill>
          <a:ln w="0">
            <a:noFill/>
            <a:prstDash val="solid"/>
          </a:ln>
        </p:spPr>
      </p:sp>
      <p:sp>
        <p:nvSpPr>
          <p:cNvPr id="985" name="01_find_only_984">
            <a:extLst>
              <a:ext uri="{FF2B5EF4-FFF2-40B4-BE49-F238E27FC236}">
                <a16:creationId xmlns:a16="http://schemas.microsoft.com/office/drawing/2014/main" id="{A052A33C-E12B-4196-8E70-FE6DD8B6E898}"/>
              </a:ext>
            </a:extLst>
          </p:cNvPr>
          <p:cNvSpPr>
            <a:spLocks noGrp="1"/>
          </p:cNvSpPr>
          <p:nvPr/>
        </p:nvSpPr>
        <p:spPr>
          <a:xfrm>
            <a:off x="3130021" y="3066738"/>
            <a:ext cx="28398" cy="28398"/>
          </a:xfrm>
          <a:prstGeom prst="ellipse">
            <a:avLst/>
          </a:prstGeom>
          <a:solidFill>
            <a:srgbClr val="7F8C97">
              <a:alpha val="48000"/>
            </a:srgbClr>
          </a:solidFill>
          <a:ln w="0">
            <a:noFill/>
            <a:prstDash val="solid"/>
          </a:ln>
        </p:spPr>
      </p:sp>
      <p:sp>
        <p:nvSpPr>
          <p:cNvPr id="986" name="01_find_only_985">
            <a:extLst>
              <a:ext uri="{FF2B5EF4-FFF2-40B4-BE49-F238E27FC236}">
                <a16:creationId xmlns:a16="http://schemas.microsoft.com/office/drawing/2014/main" id="{3D7CB845-C998-4CCB-B530-AC89979BEBB9}"/>
              </a:ext>
            </a:extLst>
          </p:cNvPr>
          <p:cNvSpPr>
            <a:spLocks noGrp="1"/>
          </p:cNvSpPr>
          <p:nvPr/>
        </p:nvSpPr>
        <p:spPr>
          <a:xfrm>
            <a:off x="3207757" y="2855402"/>
            <a:ext cx="28398" cy="28398"/>
          </a:xfrm>
          <a:prstGeom prst="ellipse">
            <a:avLst/>
          </a:prstGeom>
          <a:solidFill>
            <a:srgbClr val="7F8C97">
              <a:alpha val="48000"/>
            </a:srgbClr>
          </a:solidFill>
          <a:ln w="0">
            <a:noFill/>
            <a:prstDash val="solid"/>
          </a:ln>
        </p:spPr>
      </p:sp>
      <p:sp>
        <p:nvSpPr>
          <p:cNvPr id="987" name="01_find_only_986">
            <a:extLst>
              <a:ext uri="{FF2B5EF4-FFF2-40B4-BE49-F238E27FC236}">
                <a16:creationId xmlns:a16="http://schemas.microsoft.com/office/drawing/2014/main" id="{FC23C127-41B2-4F6E-AC5B-8FAA6B9E0B62}"/>
              </a:ext>
            </a:extLst>
          </p:cNvPr>
          <p:cNvSpPr>
            <a:spLocks noGrp="1"/>
          </p:cNvSpPr>
          <p:nvPr/>
        </p:nvSpPr>
        <p:spPr>
          <a:xfrm>
            <a:off x="3127732" y="4123418"/>
            <a:ext cx="28398" cy="28398"/>
          </a:xfrm>
          <a:prstGeom prst="ellipse">
            <a:avLst/>
          </a:prstGeom>
          <a:solidFill>
            <a:srgbClr val="7F8C97">
              <a:alpha val="48000"/>
            </a:srgbClr>
          </a:solidFill>
          <a:ln w="0">
            <a:noFill/>
            <a:prstDash val="solid"/>
          </a:ln>
        </p:spPr>
      </p:sp>
      <p:sp>
        <p:nvSpPr>
          <p:cNvPr id="988" name="01_find_only_987">
            <a:extLst>
              <a:ext uri="{FF2B5EF4-FFF2-40B4-BE49-F238E27FC236}">
                <a16:creationId xmlns:a16="http://schemas.microsoft.com/office/drawing/2014/main" id="{FFBF15C5-3A3F-427C-ACC0-091F9F5C0419}"/>
              </a:ext>
            </a:extLst>
          </p:cNvPr>
          <p:cNvSpPr>
            <a:spLocks noGrp="1"/>
          </p:cNvSpPr>
          <p:nvPr/>
        </p:nvSpPr>
        <p:spPr>
          <a:xfrm>
            <a:off x="3207566" y="3806414"/>
            <a:ext cx="28398" cy="28398"/>
          </a:xfrm>
          <a:prstGeom prst="ellipse">
            <a:avLst/>
          </a:prstGeom>
          <a:solidFill>
            <a:srgbClr val="7F8C97">
              <a:alpha val="48000"/>
            </a:srgbClr>
          </a:solidFill>
          <a:ln w="0">
            <a:noFill/>
            <a:prstDash val="solid"/>
          </a:ln>
        </p:spPr>
      </p:sp>
      <p:sp>
        <p:nvSpPr>
          <p:cNvPr id="989" name="01_find_only_988">
            <a:extLst>
              <a:ext uri="{FF2B5EF4-FFF2-40B4-BE49-F238E27FC236}">
                <a16:creationId xmlns:a16="http://schemas.microsoft.com/office/drawing/2014/main" id="{51CF454A-21A3-4181-BF72-77075C7F4150}"/>
              </a:ext>
            </a:extLst>
          </p:cNvPr>
          <p:cNvSpPr>
            <a:spLocks noGrp="1"/>
          </p:cNvSpPr>
          <p:nvPr/>
        </p:nvSpPr>
        <p:spPr>
          <a:xfrm>
            <a:off x="3216818" y="2855402"/>
            <a:ext cx="28398" cy="28398"/>
          </a:xfrm>
          <a:prstGeom prst="ellipse">
            <a:avLst/>
          </a:prstGeom>
          <a:solidFill>
            <a:srgbClr val="7F8C97">
              <a:alpha val="48000"/>
            </a:srgbClr>
          </a:solidFill>
          <a:ln w="0">
            <a:noFill/>
            <a:prstDash val="solid"/>
          </a:ln>
        </p:spPr>
      </p:sp>
      <p:sp>
        <p:nvSpPr>
          <p:cNvPr id="990" name="01_find_only_989">
            <a:extLst>
              <a:ext uri="{FF2B5EF4-FFF2-40B4-BE49-F238E27FC236}">
                <a16:creationId xmlns:a16="http://schemas.microsoft.com/office/drawing/2014/main" id="{B5461784-3590-4BA6-A6A2-AFA44413DA7D}"/>
              </a:ext>
            </a:extLst>
          </p:cNvPr>
          <p:cNvSpPr>
            <a:spLocks noGrp="1"/>
          </p:cNvSpPr>
          <p:nvPr/>
        </p:nvSpPr>
        <p:spPr>
          <a:xfrm>
            <a:off x="3184770" y="2855402"/>
            <a:ext cx="28398" cy="28398"/>
          </a:xfrm>
          <a:prstGeom prst="ellipse">
            <a:avLst/>
          </a:prstGeom>
          <a:solidFill>
            <a:srgbClr val="7F8C97">
              <a:alpha val="48000"/>
            </a:srgbClr>
          </a:solidFill>
          <a:ln w="0">
            <a:noFill/>
            <a:prstDash val="solid"/>
          </a:ln>
        </p:spPr>
      </p:sp>
      <p:sp>
        <p:nvSpPr>
          <p:cNvPr id="991" name="01_find_only_990">
            <a:extLst>
              <a:ext uri="{FF2B5EF4-FFF2-40B4-BE49-F238E27FC236}">
                <a16:creationId xmlns:a16="http://schemas.microsoft.com/office/drawing/2014/main" id="{F86C9075-23DC-4D33-9AA2-6A32D0B8C737}"/>
              </a:ext>
            </a:extLst>
          </p:cNvPr>
          <p:cNvSpPr>
            <a:spLocks noGrp="1"/>
          </p:cNvSpPr>
          <p:nvPr/>
        </p:nvSpPr>
        <p:spPr>
          <a:xfrm>
            <a:off x="3156155" y="2855402"/>
            <a:ext cx="28398" cy="28398"/>
          </a:xfrm>
          <a:prstGeom prst="ellipse">
            <a:avLst/>
          </a:prstGeom>
          <a:solidFill>
            <a:srgbClr val="7F8C97">
              <a:alpha val="48000"/>
            </a:srgbClr>
          </a:solidFill>
          <a:ln w="0">
            <a:noFill/>
            <a:prstDash val="solid"/>
          </a:ln>
        </p:spPr>
      </p:sp>
      <p:sp>
        <p:nvSpPr>
          <p:cNvPr id="992" name="01_find_only_991">
            <a:extLst>
              <a:ext uri="{FF2B5EF4-FFF2-40B4-BE49-F238E27FC236}">
                <a16:creationId xmlns:a16="http://schemas.microsoft.com/office/drawing/2014/main" id="{E8366DC5-38A1-4B4B-BD9B-7C1C89406F2B}"/>
              </a:ext>
            </a:extLst>
          </p:cNvPr>
          <p:cNvSpPr>
            <a:spLocks noGrp="1"/>
          </p:cNvSpPr>
          <p:nvPr/>
        </p:nvSpPr>
        <p:spPr>
          <a:xfrm>
            <a:off x="3196120" y="2855402"/>
            <a:ext cx="28398" cy="28398"/>
          </a:xfrm>
          <a:prstGeom prst="ellipse">
            <a:avLst/>
          </a:prstGeom>
          <a:solidFill>
            <a:srgbClr val="7F8C97">
              <a:alpha val="48000"/>
            </a:srgbClr>
          </a:solidFill>
          <a:ln w="0">
            <a:noFill/>
            <a:prstDash val="solid"/>
          </a:ln>
        </p:spPr>
      </p:sp>
      <p:sp>
        <p:nvSpPr>
          <p:cNvPr id="993" name="01_find_only_992">
            <a:extLst>
              <a:ext uri="{FF2B5EF4-FFF2-40B4-BE49-F238E27FC236}">
                <a16:creationId xmlns:a16="http://schemas.microsoft.com/office/drawing/2014/main" id="{93F5A54F-7907-4418-BBC2-1E3DB2F690D5}"/>
              </a:ext>
            </a:extLst>
          </p:cNvPr>
          <p:cNvSpPr>
            <a:spLocks noGrp="1"/>
          </p:cNvSpPr>
          <p:nvPr/>
        </p:nvSpPr>
        <p:spPr>
          <a:xfrm>
            <a:off x="3147571" y="2855402"/>
            <a:ext cx="28398" cy="28398"/>
          </a:xfrm>
          <a:prstGeom prst="ellipse">
            <a:avLst/>
          </a:prstGeom>
          <a:solidFill>
            <a:srgbClr val="7F8C97">
              <a:alpha val="48000"/>
            </a:srgbClr>
          </a:solidFill>
          <a:ln w="0">
            <a:noFill/>
            <a:prstDash val="solid"/>
          </a:ln>
        </p:spPr>
      </p:sp>
      <p:sp>
        <p:nvSpPr>
          <p:cNvPr id="994" name="01_find_only_993">
            <a:extLst>
              <a:ext uri="{FF2B5EF4-FFF2-40B4-BE49-F238E27FC236}">
                <a16:creationId xmlns:a16="http://schemas.microsoft.com/office/drawing/2014/main" id="{ABD4C881-4DB8-4A2E-B48C-D519ABC7BA69}"/>
              </a:ext>
            </a:extLst>
          </p:cNvPr>
          <p:cNvSpPr>
            <a:spLocks noGrp="1"/>
          </p:cNvSpPr>
          <p:nvPr/>
        </p:nvSpPr>
        <p:spPr>
          <a:xfrm>
            <a:off x="3172084" y="3806414"/>
            <a:ext cx="28398" cy="28398"/>
          </a:xfrm>
          <a:prstGeom prst="ellipse">
            <a:avLst/>
          </a:prstGeom>
          <a:solidFill>
            <a:srgbClr val="7F8C97">
              <a:alpha val="48000"/>
            </a:srgbClr>
          </a:solidFill>
          <a:ln w="0">
            <a:noFill/>
            <a:prstDash val="solid"/>
          </a:ln>
        </p:spPr>
      </p:sp>
      <p:sp>
        <p:nvSpPr>
          <p:cNvPr id="995" name="01_find_only_994">
            <a:extLst>
              <a:ext uri="{FF2B5EF4-FFF2-40B4-BE49-F238E27FC236}">
                <a16:creationId xmlns:a16="http://schemas.microsoft.com/office/drawing/2014/main" id="{5C58853D-EECA-4989-851E-26FC626BBD8F}"/>
              </a:ext>
            </a:extLst>
          </p:cNvPr>
          <p:cNvSpPr>
            <a:spLocks noGrp="1"/>
          </p:cNvSpPr>
          <p:nvPr/>
        </p:nvSpPr>
        <p:spPr>
          <a:xfrm>
            <a:off x="3172084" y="3489410"/>
            <a:ext cx="28398" cy="28398"/>
          </a:xfrm>
          <a:prstGeom prst="ellipse">
            <a:avLst/>
          </a:prstGeom>
          <a:solidFill>
            <a:srgbClr val="7F8C97">
              <a:alpha val="48000"/>
            </a:srgbClr>
          </a:solidFill>
          <a:ln w="0">
            <a:noFill/>
            <a:prstDash val="solid"/>
          </a:ln>
        </p:spPr>
      </p:sp>
      <p:sp>
        <p:nvSpPr>
          <p:cNvPr id="996" name="01_find_only_995">
            <a:extLst>
              <a:ext uri="{FF2B5EF4-FFF2-40B4-BE49-F238E27FC236}">
                <a16:creationId xmlns:a16="http://schemas.microsoft.com/office/drawing/2014/main" id="{184DB1FD-61FA-4804-A0F6-ABC84409A44A}"/>
              </a:ext>
            </a:extLst>
          </p:cNvPr>
          <p:cNvSpPr>
            <a:spLocks noGrp="1"/>
          </p:cNvSpPr>
          <p:nvPr/>
        </p:nvSpPr>
        <p:spPr>
          <a:xfrm>
            <a:off x="3143470" y="3398837"/>
            <a:ext cx="28398" cy="28398"/>
          </a:xfrm>
          <a:prstGeom prst="ellipse">
            <a:avLst/>
          </a:prstGeom>
          <a:solidFill>
            <a:srgbClr val="7F8C97">
              <a:alpha val="48000"/>
            </a:srgbClr>
          </a:solidFill>
          <a:ln w="0">
            <a:noFill/>
            <a:prstDash val="solid"/>
          </a:ln>
        </p:spPr>
      </p:sp>
      <p:sp>
        <p:nvSpPr>
          <p:cNvPr id="997" name="01_find_only_996">
            <a:extLst>
              <a:ext uri="{FF2B5EF4-FFF2-40B4-BE49-F238E27FC236}">
                <a16:creationId xmlns:a16="http://schemas.microsoft.com/office/drawing/2014/main" id="{8F9218D1-65B9-43CB-9A7F-B1154B7F407B}"/>
              </a:ext>
            </a:extLst>
          </p:cNvPr>
          <p:cNvSpPr>
            <a:spLocks noGrp="1"/>
          </p:cNvSpPr>
          <p:nvPr/>
        </p:nvSpPr>
        <p:spPr>
          <a:xfrm>
            <a:off x="3209951" y="3109005"/>
            <a:ext cx="28398" cy="28398"/>
          </a:xfrm>
          <a:prstGeom prst="ellipse">
            <a:avLst/>
          </a:prstGeom>
          <a:solidFill>
            <a:srgbClr val="7F8C97">
              <a:alpha val="48000"/>
            </a:srgbClr>
          </a:solidFill>
          <a:ln w="0">
            <a:noFill/>
            <a:prstDash val="solid"/>
          </a:ln>
        </p:spPr>
      </p:sp>
      <p:sp>
        <p:nvSpPr>
          <p:cNvPr id="998" name="01_find_only_997">
            <a:extLst>
              <a:ext uri="{FF2B5EF4-FFF2-40B4-BE49-F238E27FC236}">
                <a16:creationId xmlns:a16="http://schemas.microsoft.com/office/drawing/2014/main" id="{2F8252D5-4057-4E2F-AEE9-8B4E82D3D815}"/>
              </a:ext>
            </a:extLst>
          </p:cNvPr>
          <p:cNvSpPr>
            <a:spLocks noGrp="1"/>
          </p:cNvSpPr>
          <p:nvPr/>
        </p:nvSpPr>
        <p:spPr>
          <a:xfrm>
            <a:off x="3157777" y="3700746"/>
            <a:ext cx="28398" cy="28398"/>
          </a:xfrm>
          <a:prstGeom prst="ellipse">
            <a:avLst/>
          </a:prstGeom>
          <a:solidFill>
            <a:srgbClr val="7F8C97">
              <a:alpha val="48000"/>
            </a:srgbClr>
          </a:solidFill>
          <a:ln w="0">
            <a:noFill/>
            <a:prstDash val="solid"/>
          </a:ln>
        </p:spPr>
      </p:sp>
      <p:sp>
        <p:nvSpPr>
          <p:cNvPr id="999" name="01_find_only_998">
            <a:extLst>
              <a:ext uri="{FF2B5EF4-FFF2-40B4-BE49-F238E27FC236}">
                <a16:creationId xmlns:a16="http://schemas.microsoft.com/office/drawing/2014/main" id="{E45D5F3E-EBC1-47EF-9798-5115266F51AD}"/>
              </a:ext>
            </a:extLst>
          </p:cNvPr>
          <p:cNvSpPr>
            <a:spLocks noGrp="1"/>
          </p:cNvSpPr>
          <p:nvPr/>
        </p:nvSpPr>
        <p:spPr>
          <a:xfrm>
            <a:off x="3167029" y="3700746"/>
            <a:ext cx="28398" cy="28398"/>
          </a:xfrm>
          <a:prstGeom prst="ellipse">
            <a:avLst/>
          </a:prstGeom>
          <a:solidFill>
            <a:srgbClr val="7F8C97">
              <a:alpha val="48000"/>
            </a:srgbClr>
          </a:solidFill>
          <a:ln w="0">
            <a:noFill/>
            <a:prstDash val="solid"/>
          </a:ln>
        </p:spPr>
      </p:sp>
      <p:sp>
        <p:nvSpPr>
          <p:cNvPr id="1000" name="01_find_only_999">
            <a:extLst>
              <a:ext uri="{FF2B5EF4-FFF2-40B4-BE49-F238E27FC236}">
                <a16:creationId xmlns:a16="http://schemas.microsoft.com/office/drawing/2014/main" id="{C1F7ECF9-1D01-4772-B4F1-E2C7091B8629}"/>
              </a:ext>
            </a:extLst>
          </p:cNvPr>
          <p:cNvSpPr>
            <a:spLocks noGrp="1"/>
          </p:cNvSpPr>
          <p:nvPr/>
        </p:nvSpPr>
        <p:spPr>
          <a:xfrm>
            <a:off x="3219107" y="3489410"/>
            <a:ext cx="28398" cy="28398"/>
          </a:xfrm>
          <a:prstGeom prst="ellipse">
            <a:avLst/>
          </a:prstGeom>
          <a:solidFill>
            <a:srgbClr val="7F8C97">
              <a:alpha val="48000"/>
            </a:srgbClr>
          </a:solidFill>
          <a:ln w="0">
            <a:noFill/>
            <a:prstDash val="solid"/>
          </a:ln>
        </p:spPr>
      </p:sp>
      <p:sp>
        <p:nvSpPr>
          <p:cNvPr id="1001" name="01_find_only_1000">
            <a:extLst>
              <a:ext uri="{FF2B5EF4-FFF2-40B4-BE49-F238E27FC236}">
                <a16:creationId xmlns:a16="http://schemas.microsoft.com/office/drawing/2014/main" id="{0EEF6C8F-66AF-4A12-AEBC-F41CEF5CB3F0}"/>
              </a:ext>
            </a:extLst>
          </p:cNvPr>
          <p:cNvSpPr>
            <a:spLocks noGrp="1"/>
          </p:cNvSpPr>
          <p:nvPr/>
        </p:nvSpPr>
        <p:spPr>
          <a:xfrm>
            <a:off x="3190493" y="4123418"/>
            <a:ext cx="28398" cy="28398"/>
          </a:xfrm>
          <a:prstGeom prst="ellipse">
            <a:avLst/>
          </a:prstGeom>
          <a:solidFill>
            <a:srgbClr val="7F8C97">
              <a:alpha val="48000"/>
            </a:srgbClr>
          </a:solidFill>
          <a:ln w="0">
            <a:noFill/>
            <a:prstDash val="solid"/>
          </a:ln>
        </p:spPr>
      </p:sp>
      <p:sp>
        <p:nvSpPr>
          <p:cNvPr id="1002" name="01_find_only_1001">
            <a:extLst>
              <a:ext uri="{FF2B5EF4-FFF2-40B4-BE49-F238E27FC236}">
                <a16:creationId xmlns:a16="http://schemas.microsoft.com/office/drawing/2014/main" id="{09A7C677-71D5-43A4-B5C1-566B505552B6}"/>
              </a:ext>
            </a:extLst>
          </p:cNvPr>
          <p:cNvSpPr>
            <a:spLocks noGrp="1"/>
          </p:cNvSpPr>
          <p:nvPr/>
        </p:nvSpPr>
        <p:spPr>
          <a:xfrm>
            <a:off x="3215673" y="3942273"/>
            <a:ext cx="28398" cy="28398"/>
          </a:xfrm>
          <a:prstGeom prst="ellipse">
            <a:avLst/>
          </a:prstGeom>
          <a:solidFill>
            <a:srgbClr val="7F8C97">
              <a:alpha val="48000"/>
            </a:srgbClr>
          </a:solidFill>
          <a:ln w="0">
            <a:noFill/>
            <a:prstDash val="solid"/>
          </a:ln>
        </p:spPr>
      </p:sp>
      <p:sp>
        <p:nvSpPr>
          <p:cNvPr id="1003" name="01_find_only_1002">
            <a:extLst>
              <a:ext uri="{FF2B5EF4-FFF2-40B4-BE49-F238E27FC236}">
                <a16:creationId xmlns:a16="http://schemas.microsoft.com/office/drawing/2014/main" id="{888FC257-224E-4EDC-BC4F-64B0138E718A}"/>
              </a:ext>
            </a:extLst>
          </p:cNvPr>
          <p:cNvSpPr>
            <a:spLocks noGrp="1"/>
          </p:cNvSpPr>
          <p:nvPr/>
        </p:nvSpPr>
        <p:spPr>
          <a:xfrm>
            <a:off x="3131356" y="4123418"/>
            <a:ext cx="28398" cy="28398"/>
          </a:xfrm>
          <a:prstGeom prst="ellipse">
            <a:avLst/>
          </a:prstGeom>
          <a:solidFill>
            <a:srgbClr val="7F8C97">
              <a:alpha val="48000"/>
            </a:srgbClr>
          </a:solidFill>
          <a:ln w="0">
            <a:noFill/>
            <a:prstDash val="solid"/>
          </a:ln>
        </p:spPr>
      </p:sp>
      <p:sp>
        <p:nvSpPr>
          <p:cNvPr id="1004" name="01_find_only_1003">
            <a:extLst>
              <a:ext uri="{FF2B5EF4-FFF2-40B4-BE49-F238E27FC236}">
                <a16:creationId xmlns:a16="http://schemas.microsoft.com/office/drawing/2014/main" id="{FCF75019-0BDC-4D5E-936E-F537B564BA93}"/>
              </a:ext>
            </a:extLst>
          </p:cNvPr>
          <p:cNvSpPr>
            <a:spLocks noGrp="1"/>
          </p:cNvSpPr>
          <p:nvPr/>
        </p:nvSpPr>
        <p:spPr>
          <a:xfrm>
            <a:off x="3208615" y="4123418"/>
            <a:ext cx="28398" cy="28398"/>
          </a:xfrm>
          <a:prstGeom prst="ellipse">
            <a:avLst/>
          </a:prstGeom>
          <a:solidFill>
            <a:srgbClr val="7F8C97">
              <a:alpha val="48000"/>
            </a:srgbClr>
          </a:solidFill>
          <a:ln w="0">
            <a:noFill/>
            <a:prstDash val="solid"/>
          </a:ln>
        </p:spPr>
      </p:sp>
      <p:sp>
        <p:nvSpPr>
          <p:cNvPr id="1005" name="01_find_only_1004">
            <a:extLst>
              <a:ext uri="{FF2B5EF4-FFF2-40B4-BE49-F238E27FC236}">
                <a16:creationId xmlns:a16="http://schemas.microsoft.com/office/drawing/2014/main" id="{36E34E2E-DB4E-4928-A178-3FC3A97AA3D9}"/>
              </a:ext>
            </a:extLst>
          </p:cNvPr>
          <p:cNvSpPr>
            <a:spLocks noGrp="1"/>
          </p:cNvSpPr>
          <p:nvPr/>
        </p:nvSpPr>
        <p:spPr>
          <a:xfrm>
            <a:off x="3196025" y="3278074"/>
            <a:ext cx="28398" cy="28398"/>
          </a:xfrm>
          <a:prstGeom prst="ellipse">
            <a:avLst/>
          </a:prstGeom>
          <a:solidFill>
            <a:srgbClr val="7F8C97">
              <a:alpha val="48000"/>
            </a:srgbClr>
          </a:solidFill>
          <a:ln w="0">
            <a:noFill/>
            <a:prstDash val="solid"/>
          </a:ln>
        </p:spPr>
      </p:sp>
      <p:sp>
        <p:nvSpPr>
          <p:cNvPr id="1006" name="01_find_only_1005">
            <a:extLst>
              <a:ext uri="{FF2B5EF4-FFF2-40B4-BE49-F238E27FC236}">
                <a16:creationId xmlns:a16="http://schemas.microsoft.com/office/drawing/2014/main" id="{5B0EBB3A-46E7-4FD9-826A-846E6F5FDE85}"/>
              </a:ext>
            </a:extLst>
          </p:cNvPr>
          <p:cNvSpPr>
            <a:spLocks noGrp="1"/>
          </p:cNvSpPr>
          <p:nvPr/>
        </p:nvSpPr>
        <p:spPr>
          <a:xfrm>
            <a:off x="3163118" y="2855402"/>
            <a:ext cx="28398" cy="28398"/>
          </a:xfrm>
          <a:prstGeom prst="ellipse">
            <a:avLst/>
          </a:prstGeom>
          <a:solidFill>
            <a:srgbClr val="7F8C97">
              <a:alpha val="48000"/>
            </a:srgbClr>
          </a:solidFill>
          <a:ln w="0">
            <a:noFill/>
            <a:prstDash val="solid"/>
          </a:ln>
        </p:spPr>
      </p:sp>
      <p:sp>
        <p:nvSpPr>
          <p:cNvPr id="1007" name="01_find_only_1006">
            <a:extLst>
              <a:ext uri="{FF2B5EF4-FFF2-40B4-BE49-F238E27FC236}">
                <a16:creationId xmlns:a16="http://schemas.microsoft.com/office/drawing/2014/main" id="{C3E9484A-463E-4C36-B60C-934FF2356D93}"/>
              </a:ext>
            </a:extLst>
          </p:cNvPr>
          <p:cNvSpPr>
            <a:spLocks noGrp="1"/>
          </p:cNvSpPr>
          <p:nvPr/>
        </p:nvSpPr>
        <p:spPr>
          <a:xfrm>
            <a:off x="3199745" y="3806414"/>
            <a:ext cx="28398" cy="28398"/>
          </a:xfrm>
          <a:prstGeom prst="ellipse">
            <a:avLst/>
          </a:prstGeom>
          <a:solidFill>
            <a:srgbClr val="7F8C97">
              <a:alpha val="48000"/>
            </a:srgbClr>
          </a:solidFill>
          <a:ln w="0">
            <a:noFill/>
            <a:prstDash val="solid"/>
          </a:ln>
        </p:spPr>
      </p:sp>
      <p:sp>
        <p:nvSpPr>
          <p:cNvPr id="1008" name="01_find_only_1007">
            <a:extLst>
              <a:ext uri="{FF2B5EF4-FFF2-40B4-BE49-F238E27FC236}">
                <a16:creationId xmlns:a16="http://schemas.microsoft.com/office/drawing/2014/main" id="{9C3528E4-6D57-4C97-BA9C-03BA32AE8733}"/>
              </a:ext>
            </a:extLst>
          </p:cNvPr>
          <p:cNvSpPr>
            <a:spLocks noGrp="1"/>
          </p:cNvSpPr>
          <p:nvPr/>
        </p:nvSpPr>
        <p:spPr>
          <a:xfrm>
            <a:off x="3219584" y="3489410"/>
            <a:ext cx="28398" cy="28398"/>
          </a:xfrm>
          <a:prstGeom prst="ellipse">
            <a:avLst/>
          </a:prstGeom>
          <a:solidFill>
            <a:srgbClr val="7F8C97">
              <a:alpha val="48000"/>
            </a:srgbClr>
          </a:solidFill>
          <a:ln w="0">
            <a:noFill/>
            <a:prstDash val="solid"/>
          </a:ln>
        </p:spPr>
      </p:sp>
      <p:sp>
        <p:nvSpPr>
          <p:cNvPr id="1009" name="01_find_only_1008">
            <a:extLst>
              <a:ext uri="{FF2B5EF4-FFF2-40B4-BE49-F238E27FC236}">
                <a16:creationId xmlns:a16="http://schemas.microsoft.com/office/drawing/2014/main" id="{96F52B01-07DB-42A0-AAC4-FCA6D1E3D39E}"/>
              </a:ext>
            </a:extLst>
          </p:cNvPr>
          <p:cNvSpPr>
            <a:spLocks noGrp="1"/>
          </p:cNvSpPr>
          <p:nvPr/>
        </p:nvSpPr>
        <p:spPr>
          <a:xfrm>
            <a:off x="3189730" y="3278074"/>
            <a:ext cx="28398" cy="28398"/>
          </a:xfrm>
          <a:prstGeom prst="ellipse">
            <a:avLst/>
          </a:prstGeom>
          <a:solidFill>
            <a:srgbClr val="7F8C97">
              <a:alpha val="48000"/>
            </a:srgbClr>
          </a:solidFill>
          <a:ln w="0">
            <a:noFill/>
            <a:prstDash val="solid"/>
          </a:ln>
        </p:spPr>
      </p:sp>
      <p:sp>
        <p:nvSpPr>
          <p:cNvPr id="1010" name="01_find_only_1009">
            <a:extLst>
              <a:ext uri="{FF2B5EF4-FFF2-40B4-BE49-F238E27FC236}">
                <a16:creationId xmlns:a16="http://schemas.microsoft.com/office/drawing/2014/main" id="{F83DE60B-2B91-4A43-BF15-625A4BCC652A}"/>
              </a:ext>
            </a:extLst>
          </p:cNvPr>
          <p:cNvSpPr>
            <a:spLocks noGrp="1"/>
          </p:cNvSpPr>
          <p:nvPr/>
        </p:nvSpPr>
        <p:spPr>
          <a:xfrm>
            <a:off x="3197074" y="2855402"/>
            <a:ext cx="28398" cy="28398"/>
          </a:xfrm>
          <a:prstGeom prst="ellipse">
            <a:avLst/>
          </a:prstGeom>
          <a:solidFill>
            <a:srgbClr val="7F8C97">
              <a:alpha val="48000"/>
            </a:srgbClr>
          </a:solidFill>
          <a:ln w="0">
            <a:noFill/>
            <a:prstDash val="solid"/>
          </a:ln>
        </p:spPr>
      </p:sp>
      <p:sp>
        <p:nvSpPr>
          <p:cNvPr id="1011" name="01_find_only_1010">
            <a:extLst>
              <a:ext uri="{FF2B5EF4-FFF2-40B4-BE49-F238E27FC236}">
                <a16:creationId xmlns:a16="http://schemas.microsoft.com/office/drawing/2014/main" id="{B991B23F-3C0D-49CA-9C35-2E2AB1D8C15A}"/>
              </a:ext>
            </a:extLst>
          </p:cNvPr>
          <p:cNvSpPr>
            <a:spLocks noGrp="1"/>
          </p:cNvSpPr>
          <p:nvPr/>
        </p:nvSpPr>
        <p:spPr>
          <a:xfrm>
            <a:off x="3196216" y="3841637"/>
            <a:ext cx="28398" cy="28398"/>
          </a:xfrm>
          <a:prstGeom prst="ellipse">
            <a:avLst/>
          </a:prstGeom>
          <a:solidFill>
            <a:srgbClr val="7F8C97">
              <a:alpha val="48000"/>
            </a:srgbClr>
          </a:solidFill>
          <a:ln w="0">
            <a:noFill/>
            <a:prstDash val="solid"/>
          </a:ln>
        </p:spPr>
      </p:sp>
      <p:sp>
        <p:nvSpPr>
          <p:cNvPr id="1012" name="01_find_only_1011">
            <a:extLst>
              <a:ext uri="{FF2B5EF4-FFF2-40B4-BE49-F238E27FC236}">
                <a16:creationId xmlns:a16="http://schemas.microsoft.com/office/drawing/2014/main" id="{7913D75D-DF7E-4874-B6D0-FF06A678D799}"/>
              </a:ext>
            </a:extLst>
          </p:cNvPr>
          <p:cNvSpPr>
            <a:spLocks noGrp="1"/>
          </p:cNvSpPr>
          <p:nvPr/>
        </p:nvSpPr>
        <p:spPr>
          <a:xfrm>
            <a:off x="3180955" y="3278074"/>
            <a:ext cx="28398" cy="28398"/>
          </a:xfrm>
          <a:prstGeom prst="ellipse">
            <a:avLst/>
          </a:prstGeom>
          <a:solidFill>
            <a:srgbClr val="7F8C97">
              <a:alpha val="48000"/>
            </a:srgbClr>
          </a:solidFill>
          <a:ln w="0">
            <a:noFill/>
            <a:prstDash val="solid"/>
          </a:ln>
        </p:spPr>
      </p:sp>
      <p:sp>
        <p:nvSpPr>
          <p:cNvPr id="1013" name="01_find_only_1012">
            <a:extLst>
              <a:ext uri="{FF2B5EF4-FFF2-40B4-BE49-F238E27FC236}">
                <a16:creationId xmlns:a16="http://schemas.microsoft.com/office/drawing/2014/main" id="{748207FF-8A06-434A-9551-8D7DD7FE2F1E}"/>
              </a:ext>
            </a:extLst>
          </p:cNvPr>
          <p:cNvSpPr>
            <a:spLocks noGrp="1"/>
          </p:cNvSpPr>
          <p:nvPr/>
        </p:nvSpPr>
        <p:spPr>
          <a:xfrm>
            <a:off x="3154343" y="3679612"/>
            <a:ext cx="28398" cy="28398"/>
          </a:xfrm>
          <a:prstGeom prst="ellipse">
            <a:avLst/>
          </a:prstGeom>
          <a:solidFill>
            <a:srgbClr val="7F8C97">
              <a:alpha val="48000"/>
            </a:srgbClr>
          </a:solidFill>
          <a:ln w="0">
            <a:noFill/>
            <a:prstDash val="solid"/>
          </a:ln>
        </p:spPr>
      </p:sp>
      <p:sp>
        <p:nvSpPr>
          <p:cNvPr id="1014" name="01_find_only_1013">
            <a:extLst>
              <a:ext uri="{FF2B5EF4-FFF2-40B4-BE49-F238E27FC236}">
                <a16:creationId xmlns:a16="http://schemas.microsoft.com/office/drawing/2014/main" id="{F6DA979B-FBA1-493F-89F2-BD30066614E2}"/>
              </a:ext>
            </a:extLst>
          </p:cNvPr>
          <p:cNvSpPr>
            <a:spLocks noGrp="1"/>
          </p:cNvSpPr>
          <p:nvPr/>
        </p:nvSpPr>
        <p:spPr>
          <a:xfrm>
            <a:off x="3212907" y="3278074"/>
            <a:ext cx="28398" cy="28398"/>
          </a:xfrm>
          <a:prstGeom prst="ellipse">
            <a:avLst/>
          </a:prstGeom>
          <a:solidFill>
            <a:srgbClr val="7F8C97">
              <a:alpha val="48000"/>
            </a:srgbClr>
          </a:solidFill>
          <a:ln w="0">
            <a:noFill/>
            <a:prstDash val="solid"/>
          </a:ln>
        </p:spPr>
      </p:sp>
      <p:sp>
        <p:nvSpPr>
          <p:cNvPr id="1015" name="01_find_only_1014">
            <a:extLst>
              <a:ext uri="{FF2B5EF4-FFF2-40B4-BE49-F238E27FC236}">
                <a16:creationId xmlns:a16="http://schemas.microsoft.com/office/drawing/2014/main" id="{1DD165A7-4CF5-4572-A69B-A796FCB681BA}"/>
              </a:ext>
            </a:extLst>
          </p:cNvPr>
          <p:cNvSpPr>
            <a:spLocks noGrp="1"/>
          </p:cNvSpPr>
          <p:nvPr/>
        </p:nvSpPr>
        <p:spPr>
          <a:xfrm>
            <a:off x="3144233" y="3700746"/>
            <a:ext cx="28398" cy="28398"/>
          </a:xfrm>
          <a:prstGeom prst="ellipse">
            <a:avLst/>
          </a:prstGeom>
          <a:solidFill>
            <a:srgbClr val="7F8C97">
              <a:alpha val="48000"/>
            </a:srgbClr>
          </a:solidFill>
          <a:ln w="0">
            <a:noFill/>
            <a:prstDash val="solid"/>
          </a:ln>
        </p:spPr>
      </p:sp>
      <p:sp>
        <p:nvSpPr>
          <p:cNvPr id="1016" name="01_find_only_1015">
            <a:extLst>
              <a:ext uri="{FF2B5EF4-FFF2-40B4-BE49-F238E27FC236}">
                <a16:creationId xmlns:a16="http://schemas.microsoft.com/office/drawing/2014/main" id="{4D622C9B-AB28-4F2E-8F9A-D18217FDF0C8}"/>
              </a:ext>
            </a:extLst>
          </p:cNvPr>
          <p:cNvSpPr>
            <a:spLocks noGrp="1"/>
          </p:cNvSpPr>
          <p:nvPr/>
        </p:nvSpPr>
        <p:spPr>
          <a:xfrm>
            <a:off x="3143470" y="4123418"/>
            <a:ext cx="28398" cy="28398"/>
          </a:xfrm>
          <a:prstGeom prst="ellipse">
            <a:avLst/>
          </a:prstGeom>
          <a:solidFill>
            <a:srgbClr val="7F8C97">
              <a:alpha val="48000"/>
            </a:srgbClr>
          </a:solidFill>
          <a:ln w="0">
            <a:noFill/>
            <a:prstDash val="solid"/>
          </a:ln>
        </p:spPr>
      </p:sp>
      <p:sp>
        <p:nvSpPr>
          <p:cNvPr id="1017" name="01_find_only_1016">
            <a:extLst>
              <a:ext uri="{FF2B5EF4-FFF2-40B4-BE49-F238E27FC236}">
                <a16:creationId xmlns:a16="http://schemas.microsoft.com/office/drawing/2014/main" id="{69D0DBAE-BED0-4993-BD1E-2D4E7072678A}"/>
              </a:ext>
            </a:extLst>
          </p:cNvPr>
          <p:cNvSpPr>
            <a:spLocks noGrp="1"/>
          </p:cNvSpPr>
          <p:nvPr/>
        </p:nvSpPr>
        <p:spPr>
          <a:xfrm>
            <a:off x="3147762" y="4123418"/>
            <a:ext cx="28398" cy="28398"/>
          </a:xfrm>
          <a:prstGeom prst="ellipse">
            <a:avLst/>
          </a:prstGeom>
          <a:solidFill>
            <a:srgbClr val="7F8C97">
              <a:alpha val="48000"/>
            </a:srgbClr>
          </a:solidFill>
          <a:ln w="0">
            <a:noFill/>
            <a:prstDash val="solid"/>
          </a:ln>
        </p:spPr>
      </p:sp>
      <p:sp>
        <p:nvSpPr>
          <p:cNvPr id="1018" name="01_find_only_1017">
            <a:extLst>
              <a:ext uri="{FF2B5EF4-FFF2-40B4-BE49-F238E27FC236}">
                <a16:creationId xmlns:a16="http://schemas.microsoft.com/office/drawing/2014/main" id="{9FED7A48-1AE8-4166-9EBC-BBC4D17904CE}"/>
              </a:ext>
            </a:extLst>
          </p:cNvPr>
          <p:cNvSpPr>
            <a:spLocks noGrp="1"/>
          </p:cNvSpPr>
          <p:nvPr/>
        </p:nvSpPr>
        <p:spPr>
          <a:xfrm>
            <a:off x="3214243" y="3700746"/>
            <a:ext cx="28398" cy="28398"/>
          </a:xfrm>
          <a:prstGeom prst="ellipse">
            <a:avLst/>
          </a:prstGeom>
          <a:solidFill>
            <a:srgbClr val="7F8C97">
              <a:alpha val="48000"/>
            </a:srgbClr>
          </a:solidFill>
          <a:ln w="0">
            <a:noFill/>
            <a:prstDash val="solid"/>
          </a:ln>
        </p:spPr>
      </p:sp>
      <p:sp>
        <p:nvSpPr>
          <p:cNvPr id="1019" name="01_find_only_1018">
            <a:extLst>
              <a:ext uri="{FF2B5EF4-FFF2-40B4-BE49-F238E27FC236}">
                <a16:creationId xmlns:a16="http://schemas.microsoft.com/office/drawing/2014/main" id="{6C814272-E834-4FBF-A949-7EA546A6A941}"/>
              </a:ext>
            </a:extLst>
          </p:cNvPr>
          <p:cNvSpPr>
            <a:spLocks noGrp="1"/>
          </p:cNvSpPr>
          <p:nvPr/>
        </p:nvSpPr>
        <p:spPr>
          <a:xfrm>
            <a:off x="3204132" y="3635719"/>
            <a:ext cx="28398" cy="28398"/>
          </a:xfrm>
          <a:prstGeom prst="ellipse">
            <a:avLst/>
          </a:prstGeom>
          <a:solidFill>
            <a:srgbClr val="7F8C97">
              <a:alpha val="48000"/>
            </a:srgbClr>
          </a:solidFill>
          <a:ln w="0">
            <a:noFill/>
            <a:prstDash val="solid"/>
          </a:ln>
        </p:spPr>
      </p:sp>
      <p:sp>
        <p:nvSpPr>
          <p:cNvPr id="1020" name="01_find_only_1019">
            <a:extLst>
              <a:ext uri="{FF2B5EF4-FFF2-40B4-BE49-F238E27FC236}">
                <a16:creationId xmlns:a16="http://schemas.microsoft.com/office/drawing/2014/main" id="{66CD7BE2-C0BA-47FA-8D0B-E6B01EAA02CE}"/>
              </a:ext>
            </a:extLst>
          </p:cNvPr>
          <p:cNvSpPr>
            <a:spLocks noGrp="1"/>
          </p:cNvSpPr>
          <p:nvPr/>
        </p:nvSpPr>
        <p:spPr>
          <a:xfrm>
            <a:off x="3208234" y="2996292"/>
            <a:ext cx="28398" cy="28398"/>
          </a:xfrm>
          <a:prstGeom prst="ellipse">
            <a:avLst/>
          </a:prstGeom>
          <a:solidFill>
            <a:srgbClr val="7F8C97">
              <a:alpha val="48000"/>
            </a:srgbClr>
          </a:solidFill>
          <a:ln w="0">
            <a:noFill/>
            <a:prstDash val="solid"/>
          </a:ln>
        </p:spPr>
      </p:sp>
      <p:sp>
        <p:nvSpPr>
          <p:cNvPr id="1021" name="01_find_only_1020">
            <a:extLst>
              <a:ext uri="{FF2B5EF4-FFF2-40B4-BE49-F238E27FC236}">
                <a16:creationId xmlns:a16="http://schemas.microsoft.com/office/drawing/2014/main" id="{71276062-5592-4D6A-9E42-42A67C4FC541}"/>
              </a:ext>
            </a:extLst>
          </p:cNvPr>
          <p:cNvSpPr>
            <a:spLocks noGrp="1"/>
          </p:cNvSpPr>
          <p:nvPr/>
        </p:nvSpPr>
        <p:spPr>
          <a:xfrm>
            <a:off x="3196406" y="2970676"/>
            <a:ext cx="28398" cy="28398"/>
          </a:xfrm>
          <a:prstGeom prst="ellipse">
            <a:avLst/>
          </a:prstGeom>
          <a:solidFill>
            <a:srgbClr val="7F8C97">
              <a:alpha val="48000"/>
            </a:srgbClr>
          </a:solidFill>
          <a:ln w="0">
            <a:noFill/>
            <a:prstDash val="solid"/>
          </a:ln>
        </p:spPr>
      </p:sp>
      <p:sp>
        <p:nvSpPr>
          <p:cNvPr id="1022" name="01_find_only_1021">
            <a:extLst>
              <a:ext uri="{FF2B5EF4-FFF2-40B4-BE49-F238E27FC236}">
                <a16:creationId xmlns:a16="http://schemas.microsoft.com/office/drawing/2014/main" id="{CF955864-4A76-49D0-A78A-E148048A05C1}"/>
              </a:ext>
            </a:extLst>
          </p:cNvPr>
          <p:cNvSpPr>
            <a:spLocks noGrp="1"/>
          </p:cNvSpPr>
          <p:nvPr/>
        </p:nvSpPr>
        <p:spPr>
          <a:xfrm>
            <a:off x="3203751" y="4123418"/>
            <a:ext cx="28398" cy="28398"/>
          </a:xfrm>
          <a:prstGeom prst="ellipse">
            <a:avLst/>
          </a:prstGeom>
          <a:solidFill>
            <a:srgbClr val="7F8C97">
              <a:alpha val="48000"/>
            </a:srgbClr>
          </a:solidFill>
          <a:ln w="0">
            <a:noFill/>
            <a:prstDash val="solid"/>
          </a:ln>
        </p:spPr>
      </p:sp>
      <p:sp>
        <p:nvSpPr>
          <p:cNvPr id="1023" name="01_find_only_1022">
            <a:extLst>
              <a:ext uri="{FF2B5EF4-FFF2-40B4-BE49-F238E27FC236}">
                <a16:creationId xmlns:a16="http://schemas.microsoft.com/office/drawing/2014/main" id="{64133F4C-03C2-4C1E-94F7-BE1C5F9D8B91}"/>
              </a:ext>
            </a:extLst>
          </p:cNvPr>
          <p:cNvSpPr>
            <a:spLocks noGrp="1"/>
          </p:cNvSpPr>
          <p:nvPr/>
        </p:nvSpPr>
        <p:spPr>
          <a:xfrm>
            <a:off x="3211954" y="4123418"/>
            <a:ext cx="28398" cy="28398"/>
          </a:xfrm>
          <a:prstGeom prst="ellipse">
            <a:avLst/>
          </a:prstGeom>
          <a:solidFill>
            <a:srgbClr val="7F8C97">
              <a:alpha val="48000"/>
            </a:srgbClr>
          </a:solidFill>
          <a:ln w="0">
            <a:noFill/>
            <a:prstDash val="solid"/>
          </a:ln>
        </p:spPr>
      </p:sp>
      <p:sp>
        <p:nvSpPr>
          <p:cNvPr id="1024" name="01_find_only_1023">
            <a:extLst>
              <a:ext uri="{FF2B5EF4-FFF2-40B4-BE49-F238E27FC236}">
                <a16:creationId xmlns:a16="http://schemas.microsoft.com/office/drawing/2014/main" id="{16BED424-A8BF-4FA1-8DA0-AB0F09E7AA64}"/>
              </a:ext>
            </a:extLst>
          </p:cNvPr>
          <p:cNvSpPr>
            <a:spLocks noGrp="1"/>
          </p:cNvSpPr>
          <p:nvPr/>
        </p:nvSpPr>
        <p:spPr>
          <a:xfrm>
            <a:off x="3141944" y="4123418"/>
            <a:ext cx="28398" cy="28398"/>
          </a:xfrm>
          <a:prstGeom prst="ellipse">
            <a:avLst/>
          </a:prstGeom>
          <a:solidFill>
            <a:srgbClr val="7F8C97">
              <a:alpha val="48000"/>
            </a:srgbClr>
          </a:solidFill>
          <a:ln w="0">
            <a:noFill/>
            <a:prstDash val="solid"/>
          </a:ln>
        </p:spPr>
      </p:sp>
      <p:sp>
        <p:nvSpPr>
          <p:cNvPr id="1025" name="01_find_only_1024">
            <a:extLst>
              <a:ext uri="{FF2B5EF4-FFF2-40B4-BE49-F238E27FC236}">
                <a16:creationId xmlns:a16="http://schemas.microsoft.com/office/drawing/2014/main" id="{E62D7E76-B7C3-40DD-A660-5E53B89C9904}"/>
              </a:ext>
            </a:extLst>
          </p:cNvPr>
          <p:cNvSpPr>
            <a:spLocks noGrp="1"/>
          </p:cNvSpPr>
          <p:nvPr/>
        </p:nvSpPr>
        <p:spPr>
          <a:xfrm>
            <a:off x="3149479" y="3489410"/>
            <a:ext cx="28398" cy="28398"/>
          </a:xfrm>
          <a:prstGeom prst="ellipse">
            <a:avLst/>
          </a:prstGeom>
          <a:solidFill>
            <a:srgbClr val="7F8C97">
              <a:alpha val="48000"/>
            </a:srgbClr>
          </a:solidFill>
          <a:ln w="0">
            <a:noFill/>
            <a:prstDash val="solid"/>
          </a:ln>
        </p:spPr>
      </p:sp>
      <p:sp>
        <p:nvSpPr>
          <p:cNvPr id="1026" name="01_find_only_1025">
            <a:extLst>
              <a:ext uri="{FF2B5EF4-FFF2-40B4-BE49-F238E27FC236}">
                <a16:creationId xmlns:a16="http://schemas.microsoft.com/office/drawing/2014/main" id="{3CA3BD5D-2ADF-47CE-B336-12C7F7B5D203}"/>
              </a:ext>
            </a:extLst>
          </p:cNvPr>
          <p:cNvSpPr>
            <a:spLocks noGrp="1"/>
          </p:cNvSpPr>
          <p:nvPr/>
        </p:nvSpPr>
        <p:spPr>
          <a:xfrm>
            <a:off x="3194785" y="3586950"/>
            <a:ext cx="28398" cy="28398"/>
          </a:xfrm>
          <a:prstGeom prst="ellipse">
            <a:avLst/>
          </a:prstGeom>
          <a:solidFill>
            <a:srgbClr val="7F8C97">
              <a:alpha val="48000"/>
            </a:srgbClr>
          </a:solidFill>
          <a:ln w="0">
            <a:noFill/>
            <a:prstDash val="solid"/>
          </a:ln>
        </p:spPr>
      </p:sp>
      <p:sp>
        <p:nvSpPr>
          <p:cNvPr id="1027" name="01_find_only_1026">
            <a:extLst>
              <a:ext uri="{FF2B5EF4-FFF2-40B4-BE49-F238E27FC236}">
                <a16:creationId xmlns:a16="http://schemas.microsoft.com/office/drawing/2014/main" id="{A1EF9E1B-0023-47EE-AA2B-B95311475953}"/>
              </a:ext>
            </a:extLst>
          </p:cNvPr>
          <p:cNvSpPr>
            <a:spLocks noGrp="1"/>
          </p:cNvSpPr>
          <p:nvPr/>
        </p:nvSpPr>
        <p:spPr>
          <a:xfrm>
            <a:off x="3146808" y="2855402"/>
            <a:ext cx="28398" cy="28398"/>
          </a:xfrm>
          <a:prstGeom prst="ellipse">
            <a:avLst/>
          </a:prstGeom>
          <a:solidFill>
            <a:srgbClr val="7F8C97">
              <a:alpha val="48000"/>
            </a:srgbClr>
          </a:solidFill>
          <a:ln w="0">
            <a:noFill/>
            <a:prstDash val="solid"/>
          </a:ln>
        </p:spPr>
      </p:sp>
      <p:sp>
        <p:nvSpPr>
          <p:cNvPr id="1028" name="01_find_only_1027">
            <a:extLst>
              <a:ext uri="{FF2B5EF4-FFF2-40B4-BE49-F238E27FC236}">
                <a16:creationId xmlns:a16="http://schemas.microsoft.com/office/drawing/2014/main" id="{7E3FACB9-C4D2-4FFB-B895-65F09A569C45}"/>
              </a:ext>
            </a:extLst>
          </p:cNvPr>
          <p:cNvSpPr>
            <a:spLocks noGrp="1"/>
          </p:cNvSpPr>
          <p:nvPr/>
        </p:nvSpPr>
        <p:spPr>
          <a:xfrm>
            <a:off x="3156060" y="3314828"/>
            <a:ext cx="28398" cy="28398"/>
          </a:xfrm>
          <a:prstGeom prst="ellipse">
            <a:avLst/>
          </a:prstGeom>
          <a:solidFill>
            <a:srgbClr val="7F8C97">
              <a:alpha val="48000"/>
            </a:srgbClr>
          </a:solidFill>
          <a:ln w="0">
            <a:noFill/>
            <a:prstDash val="solid"/>
          </a:ln>
        </p:spPr>
      </p:sp>
      <p:sp>
        <p:nvSpPr>
          <p:cNvPr id="1029" name="01_find_only_1028">
            <a:extLst>
              <a:ext uri="{FF2B5EF4-FFF2-40B4-BE49-F238E27FC236}">
                <a16:creationId xmlns:a16="http://schemas.microsoft.com/office/drawing/2014/main" id="{8F117686-17C0-4328-B27C-DFF56C52576A}"/>
              </a:ext>
            </a:extLst>
          </p:cNvPr>
          <p:cNvSpPr>
            <a:spLocks noGrp="1"/>
          </p:cNvSpPr>
          <p:nvPr/>
        </p:nvSpPr>
        <p:spPr>
          <a:xfrm>
            <a:off x="3140417" y="4123418"/>
            <a:ext cx="28398" cy="28398"/>
          </a:xfrm>
          <a:prstGeom prst="ellipse">
            <a:avLst/>
          </a:prstGeom>
          <a:solidFill>
            <a:srgbClr val="7F8C97">
              <a:alpha val="48000"/>
            </a:srgbClr>
          </a:solidFill>
          <a:ln w="0">
            <a:noFill/>
            <a:prstDash val="solid"/>
          </a:ln>
        </p:spPr>
      </p:sp>
      <p:sp>
        <p:nvSpPr>
          <p:cNvPr id="1030" name="01_find_only_1029">
            <a:extLst>
              <a:ext uri="{FF2B5EF4-FFF2-40B4-BE49-F238E27FC236}">
                <a16:creationId xmlns:a16="http://schemas.microsoft.com/office/drawing/2014/main" id="{2751AADF-5C55-4044-AF57-4D8177858071}"/>
              </a:ext>
            </a:extLst>
          </p:cNvPr>
          <p:cNvSpPr>
            <a:spLocks noGrp="1"/>
          </p:cNvSpPr>
          <p:nvPr/>
        </p:nvSpPr>
        <p:spPr>
          <a:xfrm>
            <a:off x="3150528" y="3727163"/>
            <a:ext cx="28398" cy="28398"/>
          </a:xfrm>
          <a:prstGeom prst="ellipse">
            <a:avLst/>
          </a:prstGeom>
          <a:solidFill>
            <a:srgbClr val="7F8C97">
              <a:alpha val="48000"/>
            </a:srgbClr>
          </a:solidFill>
          <a:ln w="0">
            <a:noFill/>
            <a:prstDash val="solid"/>
          </a:ln>
        </p:spPr>
      </p:sp>
      <p:sp>
        <p:nvSpPr>
          <p:cNvPr id="1031" name="01_find_only_1030">
            <a:extLst>
              <a:ext uri="{FF2B5EF4-FFF2-40B4-BE49-F238E27FC236}">
                <a16:creationId xmlns:a16="http://schemas.microsoft.com/office/drawing/2014/main" id="{6B5FA43D-A645-4EB3-A7E9-CEF35D865967}"/>
              </a:ext>
            </a:extLst>
          </p:cNvPr>
          <p:cNvSpPr>
            <a:spLocks noGrp="1"/>
          </p:cNvSpPr>
          <p:nvPr/>
        </p:nvSpPr>
        <p:spPr>
          <a:xfrm>
            <a:off x="3154248" y="3761128"/>
            <a:ext cx="28398" cy="28398"/>
          </a:xfrm>
          <a:prstGeom prst="ellipse">
            <a:avLst/>
          </a:prstGeom>
          <a:solidFill>
            <a:srgbClr val="7F8C97">
              <a:alpha val="48000"/>
            </a:srgbClr>
          </a:solidFill>
          <a:ln w="0">
            <a:noFill/>
            <a:prstDash val="solid"/>
          </a:ln>
        </p:spPr>
      </p:sp>
      <p:sp>
        <p:nvSpPr>
          <p:cNvPr id="1032" name="01_find_only_1031">
            <a:extLst>
              <a:ext uri="{FF2B5EF4-FFF2-40B4-BE49-F238E27FC236}">
                <a16:creationId xmlns:a16="http://schemas.microsoft.com/office/drawing/2014/main" id="{C0373DC0-6702-44FF-9FBD-E8ECF70CB4A6}"/>
              </a:ext>
            </a:extLst>
          </p:cNvPr>
          <p:cNvSpPr>
            <a:spLocks noGrp="1"/>
          </p:cNvSpPr>
          <p:nvPr/>
        </p:nvSpPr>
        <p:spPr>
          <a:xfrm>
            <a:off x="3213480" y="3912082"/>
            <a:ext cx="28398" cy="28398"/>
          </a:xfrm>
          <a:prstGeom prst="ellipse">
            <a:avLst/>
          </a:prstGeom>
          <a:solidFill>
            <a:srgbClr val="7F8C97">
              <a:alpha val="48000"/>
            </a:srgbClr>
          </a:solidFill>
          <a:ln w="0">
            <a:noFill/>
            <a:prstDash val="solid"/>
          </a:ln>
        </p:spPr>
      </p:sp>
      <p:sp>
        <p:nvSpPr>
          <p:cNvPr id="1033" name="01_find_only_1032">
            <a:extLst>
              <a:ext uri="{FF2B5EF4-FFF2-40B4-BE49-F238E27FC236}">
                <a16:creationId xmlns:a16="http://schemas.microsoft.com/office/drawing/2014/main" id="{08D44E01-8963-4BAF-9A48-5A10D11B229D}"/>
              </a:ext>
            </a:extLst>
          </p:cNvPr>
          <p:cNvSpPr>
            <a:spLocks noGrp="1"/>
          </p:cNvSpPr>
          <p:nvPr/>
        </p:nvSpPr>
        <p:spPr>
          <a:xfrm>
            <a:off x="3173038" y="3066738"/>
            <a:ext cx="28398" cy="28398"/>
          </a:xfrm>
          <a:prstGeom prst="ellipse">
            <a:avLst/>
          </a:prstGeom>
          <a:solidFill>
            <a:srgbClr val="7F8C97">
              <a:alpha val="48000"/>
            </a:srgbClr>
          </a:solidFill>
          <a:ln w="0">
            <a:noFill/>
            <a:prstDash val="solid"/>
          </a:ln>
        </p:spPr>
      </p:sp>
      <p:sp>
        <p:nvSpPr>
          <p:cNvPr id="1034" name="01_find_only_1033">
            <a:extLst>
              <a:ext uri="{FF2B5EF4-FFF2-40B4-BE49-F238E27FC236}">
                <a16:creationId xmlns:a16="http://schemas.microsoft.com/office/drawing/2014/main" id="{B8732614-EEA8-4B3A-8828-7D875283AF79}"/>
              </a:ext>
            </a:extLst>
          </p:cNvPr>
          <p:cNvSpPr>
            <a:spLocks noGrp="1"/>
          </p:cNvSpPr>
          <p:nvPr/>
        </p:nvSpPr>
        <p:spPr>
          <a:xfrm>
            <a:off x="3141944" y="3806414"/>
            <a:ext cx="28398" cy="28398"/>
          </a:xfrm>
          <a:prstGeom prst="ellipse">
            <a:avLst/>
          </a:prstGeom>
          <a:solidFill>
            <a:srgbClr val="7F8C97">
              <a:alpha val="48000"/>
            </a:srgbClr>
          </a:solidFill>
          <a:ln w="0">
            <a:noFill/>
            <a:prstDash val="solid"/>
          </a:ln>
        </p:spPr>
      </p:sp>
      <p:sp>
        <p:nvSpPr>
          <p:cNvPr id="1035" name="01_find_only_1034">
            <a:extLst>
              <a:ext uri="{FF2B5EF4-FFF2-40B4-BE49-F238E27FC236}">
                <a16:creationId xmlns:a16="http://schemas.microsoft.com/office/drawing/2014/main" id="{1DA92BDB-0A54-4EA9-A38C-B3103493A44D}"/>
              </a:ext>
            </a:extLst>
          </p:cNvPr>
          <p:cNvSpPr>
            <a:spLocks noGrp="1"/>
          </p:cNvSpPr>
          <p:nvPr/>
        </p:nvSpPr>
        <p:spPr>
          <a:xfrm>
            <a:off x="3155774" y="3172406"/>
            <a:ext cx="28398" cy="28398"/>
          </a:xfrm>
          <a:prstGeom prst="ellipse">
            <a:avLst/>
          </a:prstGeom>
          <a:solidFill>
            <a:srgbClr val="7F8C97">
              <a:alpha val="48000"/>
            </a:srgbClr>
          </a:solidFill>
          <a:ln w="0">
            <a:noFill/>
            <a:prstDash val="solid"/>
          </a:ln>
        </p:spPr>
      </p:sp>
      <p:sp>
        <p:nvSpPr>
          <p:cNvPr id="1036" name="01_find_only_1035">
            <a:extLst>
              <a:ext uri="{FF2B5EF4-FFF2-40B4-BE49-F238E27FC236}">
                <a16:creationId xmlns:a16="http://schemas.microsoft.com/office/drawing/2014/main" id="{DB3E5B3D-DF86-4215-8777-3BF53EB109A9}"/>
              </a:ext>
            </a:extLst>
          </p:cNvPr>
          <p:cNvSpPr>
            <a:spLocks noGrp="1"/>
          </p:cNvSpPr>
          <p:nvPr/>
        </p:nvSpPr>
        <p:spPr>
          <a:xfrm>
            <a:off x="3208520" y="3743013"/>
            <a:ext cx="28398" cy="28398"/>
          </a:xfrm>
          <a:prstGeom prst="ellipse">
            <a:avLst/>
          </a:prstGeom>
          <a:solidFill>
            <a:srgbClr val="7F8C97">
              <a:alpha val="48000"/>
            </a:srgbClr>
          </a:solidFill>
          <a:ln w="0">
            <a:noFill/>
            <a:prstDash val="solid"/>
          </a:ln>
        </p:spPr>
      </p:sp>
      <p:sp>
        <p:nvSpPr>
          <p:cNvPr id="1037" name="01_find_only_1036">
            <a:extLst>
              <a:ext uri="{FF2B5EF4-FFF2-40B4-BE49-F238E27FC236}">
                <a16:creationId xmlns:a16="http://schemas.microsoft.com/office/drawing/2014/main" id="{F805A369-ED3C-4DDA-B8D4-48180EE49113}"/>
              </a:ext>
            </a:extLst>
          </p:cNvPr>
          <p:cNvSpPr>
            <a:spLocks noGrp="1"/>
          </p:cNvSpPr>
          <p:nvPr/>
        </p:nvSpPr>
        <p:spPr>
          <a:xfrm>
            <a:off x="3190493" y="3278074"/>
            <a:ext cx="28398" cy="28398"/>
          </a:xfrm>
          <a:prstGeom prst="ellipse">
            <a:avLst/>
          </a:prstGeom>
          <a:solidFill>
            <a:srgbClr val="7F8C97">
              <a:alpha val="48000"/>
            </a:srgbClr>
          </a:solidFill>
          <a:ln w="0">
            <a:noFill/>
            <a:prstDash val="solid"/>
          </a:ln>
        </p:spPr>
      </p:sp>
      <p:sp>
        <p:nvSpPr>
          <p:cNvPr id="1038" name="01_find_only_1037">
            <a:extLst>
              <a:ext uri="{FF2B5EF4-FFF2-40B4-BE49-F238E27FC236}">
                <a16:creationId xmlns:a16="http://schemas.microsoft.com/office/drawing/2014/main" id="{F5960965-65B3-44C9-A6F5-6B03B447FC63}"/>
              </a:ext>
            </a:extLst>
          </p:cNvPr>
          <p:cNvSpPr>
            <a:spLocks noGrp="1"/>
          </p:cNvSpPr>
          <p:nvPr/>
        </p:nvSpPr>
        <p:spPr>
          <a:xfrm>
            <a:off x="3208138" y="3559855"/>
            <a:ext cx="28398" cy="28398"/>
          </a:xfrm>
          <a:prstGeom prst="ellipse">
            <a:avLst/>
          </a:prstGeom>
          <a:solidFill>
            <a:srgbClr val="7F8C97">
              <a:alpha val="48000"/>
            </a:srgbClr>
          </a:solidFill>
          <a:ln w="0">
            <a:noFill/>
            <a:prstDash val="solid"/>
          </a:ln>
        </p:spPr>
      </p:sp>
      <p:sp>
        <p:nvSpPr>
          <p:cNvPr id="1039" name="01_find_only_1038">
            <a:extLst>
              <a:ext uri="{FF2B5EF4-FFF2-40B4-BE49-F238E27FC236}">
                <a16:creationId xmlns:a16="http://schemas.microsoft.com/office/drawing/2014/main" id="{02798049-0A55-4B8B-8BA5-7E3F6C29C103}"/>
              </a:ext>
            </a:extLst>
          </p:cNvPr>
          <p:cNvSpPr>
            <a:spLocks noGrp="1"/>
          </p:cNvSpPr>
          <p:nvPr/>
        </p:nvSpPr>
        <p:spPr>
          <a:xfrm>
            <a:off x="3147762" y="3148021"/>
            <a:ext cx="28398" cy="28398"/>
          </a:xfrm>
          <a:prstGeom prst="ellipse">
            <a:avLst/>
          </a:prstGeom>
          <a:solidFill>
            <a:srgbClr val="7F8C97">
              <a:alpha val="48000"/>
            </a:srgbClr>
          </a:solidFill>
          <a:ln w="0">
            <a:noFill/>
            <a:prstDash val="solid"/>
          </a:ln>
        </p:spPr>
      </p:sp>
      <p:sp>
        <p:nvSpPr>
          <p:cNvPr id="1040" name="01_find_only_1039">
            <a:extLst>
              <a:ext uri="{FF2B5EF4-FFF2-40B4-BE49-F238E27FC236}">
                <a16:creationId xmlns:a16="http://schemas.microsoft.com/office/drawing/2014/main" id="{DC430C11-BDDA-4873-ADF3-CE9E3BCF8840}"/>
              </a:ext>
            </a:extLst>
          </p:cNvPr>
          <p:cNvSpPr>
            <a:spLocks noGrp="1"/>
          </p:cNvSpPr>
          <p:nvPr/>
        </p:nvSpPr>
        <p:spPr>
          <a:xfrm>
            <a:off x="3165694" y="3423823"/>
            <a:ext cx="28398" cy="28398"/>
          </a:xfrm>
          <a:prstGeom prst="ellipse">
            <a:avLst/>
          </a:prstGeom>
          <a:solidFill>
            <a:srgbClr val="7F8C97">
              <a:alpha val="48000"/>
            </a:srgbClr>
          </a:solidFill>
          <a:ln w="0">
            <a:noFill/>
            <a:prstDash val="solid"/>
          </a:ln>
        </p:spPr>
      </p:sp>
      <p:sp>
        <p:nvSpPr>
          <p:cNvPr id="1041" name="01_find_only_1040">
            <a:extLst>
              <a:ext uri="{FF2B5EF4-FFF2-40B4-BE49-F238E27FC236}">
                <a16:creationId xmlns:a16="http://schemas.microsoft.com/office/drawing/2014/main" id="{58BA3FF5-89BC-44D9-9E09-1C8FBB311E0B}"/>
              </a:ext>
            </a:extLst>
          </p:cNvPr>
          <p:cNvSpPr>
            <a:spLocks noGrp="1"/>
          </p:cNvSpPr>
          <p:nvPr/>
        </p:nvSpPr>
        <p:spPr>
          <a:xfrm>
            <a:off x="3208806" y="3853185"/>
            <a:ext cx="28398" cy="28398"/>
          </a:xfrm>
          <a:prstGeom prst="ellipse">
            <a:avLst/>
          </a:prstGeom>
          <a:solidFill>
            <a:srgbClr val="7F8C97">
              <a:alpha val="48000"/>
            </a:srgbClr>
          </a:solidFill>
          <a:ln w="0">
            <a:noFill/>
            <a:prstDash val="solid"/>
          </a:ln>
        </p:spPr>
      </p:sp>
      <p:sp>
        <p:nvSpPr>
          <p:cNvPr id="1042" name="01_find_only_1041">
            <a:extLst>
              <a:ext uri="{FF2B5EF4-FFF2-40B4-BE49-F238E27FC236}">
                <a16:creationId xmlns:a16="http://schemas.microsoft.com/office/drawing/2014/main" id="{A0A41821-2735-4107-850E-12452891943B}"/>
              </a:ext>
            </a:extLst>
          </p:cNvPr>
          <p:cNvSpPr>
            <a:spLocks noGrp="1"/>
          </p:cNvSpPr>
          <p:nvPr/>
        </p:nvSpPr>
        <p:spPr>
          <a:xfrm>
            <a:off x="3208901" y="3489410"/>
            <a:ext cx="28398" cy="28398"/>
          </a:xfrm>
          <a:prstGeom prst="ellipse">
            <a:avLst/>
          </a:prstGeom>
          <a:solidFill>
            <a:srgbClr val="7F8C97">
              <a:alpha val="48000"/>
            </a:srgbClr>
          </a:solidFill>
          <a:ln w="0">
            <a:noFill/>
            <a:prstDash val="solid"/>
          </a:ln>
        </p:spPr>
      </p:sp>
      <p:sp>
        <p:nvSpPr>
          <p:cNvPr id="1043" name="01_find_only_1042">
            <a:extLst>
              <a:ext uri="{FF2B5EF4-FFF2-40B4-BE49-F238E27FC236}">
                <a16:creationId xmlns:a16="http://schemas.microsoft.com/office/drawing/2014/main" id="{333CE40C-5013-4D86-A121-6E0C08275ACA}"/>
              </a:ext>
            </a:extLst>
          </p:cNvPr>
          <p:cNvSpPr>
            <a:spLocks noGrp="1"/>
          </p:cNvSpPr>
          <p:nvPr/>
        </p:nvSpPr>
        <p:spPr>
          <a:xfrm>
            <a:off x="3202988" y="2855402"/>
            <a:ext cx="28398" cy="28398"/>
          </a:xfrm>
          <a:prstGeom prst="ellipse">
            <a:avLst/>
          </a:prstGeom>
          <a:solidFill>
            <a:srgbClr val="7F8C97">
              <a:alpha val="48000"/>
            </a:srgbClr>
          </a:solidFill>
          <a:ln w="0">
            <a:noFill/>
            <a:prstDash val="solid"/>
          </a:ln>
        </p:spPr>
      </p:sp>
      <p:sp>
        <p:nvSpPr>
          <p:cNvPr id="1044" name="01_find_only_1043">
            <a:extLst>
              <a:ext uri="{FF2B5EF4-FFF2-40B4-BE49-F238E27FC236}">
                <a16:creationId xmlns:a16="http://schemas.microsoft.com/office/drawing/2014/main" id="{718BF756-EF9D-451A-A310-1EFC60143EC9}"/>
              </a:ext>
            </a:extLst>
          </p:cNvPr>
          <p:cNvSpPr>
            <a:spLocks noGrp="1"/>
          </p:cNvSpPr>
          <p:nvPr/>
        </p:nvSpPr>
        <p:spPr>
          <a:xfrm>
            <a:off x="3211381" y="3489410"/>
            <a:ext cx="28398" cy="28398"/>
          </a:xfrm>
          <a:prstGeom prst="ellipse">
            <a:avLst/>
          </a:prstGeom>
          <a:solidFill>
            <a:srgbClr val="7F8C97">
              <a:alpha val="48000"/>
            </a:srgbClr>
          </a:solidFill>
          <a:ln w="0">
            <a:noFill/>
            <a:prstDash val="solid"/>
          </a:ln>
        </p:spPr>
      </p:sp>
      <p:sp>
        <p:nvSpPr>
          <p:cNvPr id="1045" name="01_find_only_1044">
            <a:extLst>
              <a:ext uri="{FF2B5EF4-FFF2-40B4-BE49-F238E27FC236}">
                <a16:creationId xmlns:a16="http://schemas.microsoft.com/office/drawing/2014/main" id="{0FC937E5-E27A-4652-9777-7B855505A1FA}"/>
              </a:ext>
            </a:extLst>
          </p:cNvPr>
          <p:cNvSpPr>
            <a:spLocks noGrp="1"/>
          </p:cNvSpPr>
          <p:nvPr/>
        </p:nvSpPr>
        <p:spPr>
          <a:xfrm>
            <a:off x="3156537" y="3362608"/>
            <a:ext cx="28398" cy="28398"/>
          </a:xfrm>
          <a:prstGeom prst="ellipse">
            <a:avLst/>
          </a:prstGeom>
          <a:solidFill>
            <a:srgbClr val="7F8C97">
              <a:alpha val="48000"/>
            </a:srgbClr>
          </a:solidFill>
          <a:ln w="0">
            <a:noFill/>
            <a:prstDash val="solid"/>
          </a:ln>
        </p:spPr>
      </p:sp>
      <p:sp>
        <p:nvSpPr>
          <p:cNvPr id="1046" name="01_find_only_1045">
            <a:extLst>
              <a:ext uri="{FF2B5EF4-FFF2-40B4-BE49-F238E27FC236}">
                <a16:creationId xmlns:a16="http://schemas.microsoft.com/office/drawing/2014/main" id="{FA51F483-DA4C-40B0-AF14-DAD042430395}"/>
              </a:ext>
            </a:extLst>
          </p:cNvPr>
          <p:cNvSpPr>
            <a:spLocks noGrp="1"/>
          </p:cNvSpPr>
          <p:nvPr/>
        </p:nvSpPr>
        <p:spPr>
          <a:xfrm>
            <a:off x="3142134" y="3489410"/>
            <a:ext cx="28398" cy="28398"/>
          </a:xfrm>
          <a:prstGeom prst="ellipse">
            <a:avLst/>
          </a:prstGeom>
          <a:solidFill>
            <a:srgbClr val="7F8C97">
              <a:alpha val="48000"/>
            </a:srgbClr>
          </a:solidFill>
          <a:ln w="0">
            <a:noFill/>
            <a:prstDash val="solid"/>
          </a:ln>
        </p:spPr>
      </p:sp>
      <p:sp>
        <p:nvSpPr>
          <p:cNvPr id="1047" name="01_find_only_1046">
            <a:extLst>
              <a:ext uri="{FF2B5EF4-FFF2-40B4-BE49-F238E27FC236}">
                <a16:creationId xmlns:a16="http://schemas.microsoft.com/office/drawing/2014/main" id="{23CAA0F1-5A06-4455-9F96-A8F8BA402BC2}"/>
              </a:ext>
            </a:extLst>
          </p:cNvPr>
          <p:cNvSpPr>
            <a:spLocks noGrp="1"/>
          </p:cNvSpPr>
          <p:nvPr/>
        </p:nvSpPr>
        <p:spPr>
          <a:xfrm>
            <a:off x="3197646" y="4123418"/>
            <a:ext cx="28398" cy="28398"/>
          </a:xfrm>
          <a:prstGeom prst="ellipse">
            <a:avLst/>
          </a:prstGeom>
          <a:solidFill>
            <a:srgbClr val="7F8C97">
              <a:alpha val="48000"/>
            </a:srgbClr>
          </a:solidFill>
          <a:ln w="0">
            <a:noFill/>
            <a:prstDash val="solid"/>
          </a:ln>
        </p:spPr>
      </p:sp>
      <p:sp>
        <p:nvSpPr>
          <p:cNvPr id="1048" name="01_find_only_1047">
            <a:extLst>
              <a:ext uri="{FF2B5EF4-FFF2-40B4-BE49-F238E27FC236}">
                <a16:creationId xmlns:a16="http://schemas.microsoft.com/office/drawing/2014/main" id="{86A3A516-F894-4778-B9C5-3CCA05A0A957}"/>
              </a:ext>
            </a:extLst>
          </p:cNvPr>
          <p:cNvSpPr>
            <a:spLocks noGrp="1"/>
          </p:cNvSpPr>
          <p:nvPr/>
        </p:nvSpPr>
        <p:spPr>
          <a:xfrm>
            <a:off x="3137651" y="2855402"/>
            <a:ext cx="28398" cy="28398"/>
          </a:xfrm>
          <a:prstGeom prst="ellipse">
            <a:avLst/>
          </a:prstGeom>
          <a:solidFill>
            <a:srgbClr val="7F8C97">
              <a:alpha val="48000"/>
            </a:srgbClr>
          </a:solidFill>
          <a:ln w="0">
            <a:noFill/>
            <a:prstDash val="solid"/>
          </a:ln>
        </p:spPr>
      </p:sp>
      <p:sp>
        <p:nvSpPr>
          <p:cNvPr id="1049" name="01_find_only_1048">
            <a:extLst>
              <a:ext uri="{FF2B5EF4-FFF2-40B4-BE49-F238E27FC236}">
                <a16:creationId xmlns:a16="http://schemas.microsoft.com/office/drawing/2014/main" id="{83830DC6-130A-4E3B-B2F3-8341A2C14BA6}"/>
              </a:ext>
            </a:extLst>
          </p:cNvPr>
          <p:cNvSpPr>
            <a:spLocks noGrp="1"/>
          </p:cNvSpPr>
          <p:nvPr/>
        </p:nvSpPr>
        <p:spPr>
          <a:xfrm>
            <a:off x="3143660" y="4123418"/>
            <a:ext cx="28398" cy="28398"/>
          </a:xfrm>
          <a:prstGeom prst="ellipse">
            <a:avLst/>
          </a:prstGeom>
          <a:solidFill>
            <a:srgbClr val="7F8C97">
              <a:alpha val="48000"/>
            </a:srgbClr>
          </a:solidFill>
          <a:ln w="0">
            <a:noFill/>
            <a:prstDash val="solid"/>
          </a:ln>
        </p:spPr>
      </p:sp>
      <p:sp>
        <p:nvSpPr>
          <p:cNvPr id="1050" name="01_find_only_1049">
            <a:extLst>
              <a:ext uri="{FF2B5EF4-FFF2-40B4-BE49-F238E27FC236}">
                <a16:creationId xmlns:a16="http://schemas.microsoft.com/office/drawing/2014/main" id="{6430104F-FF8F-4445-8C7B-09E47B80A695}"/>
              </a:ext>
            </a:extLst>
          </p:cNvPr>
          <p:cNvSpPr>
            <a:spLocks noGrp="1"/>
          </p:cNvSpPr>
          <p:nvPr/>
        </p:nvSpPr>
        <p:spPr>
          <a:xfrm>
            <a:off x="3200031" y="3330908"/>
            <a:ext cx="28398" cy="28398"/>
          </a:xfrm>
          <a:prstGeom prst="ellipse">
            <a:avLst/>
          </a:prstGeom>
          <a:solidFill>
            <a:srgbClr val="7F8C97">
              <a:alpha val="48000"/>
            </a:srgbClr>
          </a:solidFill>
          <a:ln w="0">
            <a:noFill/>
            <a:prstDash val="solid"/>
          </a:ln>
        </p:spPr>
      </p:sp>
      <p:sp>
        <p:nvSpPr>
          <p:cNvPr id="1051" name="01_find_only_1050">
            <a:extLst>
              <a:ext uri="{FF2B5EF4-FFF2-40B4-BE49-F238E27FC236}">
                <a16:creationId xmlns:a16="http://schemas.microsoft.com/office/drawing/2014/main" id="{04D1CB2D-47A8-4391-BC29-08235A0E3FAE}"/>
              </a:ext>
            </a:extLst>
          </p:cNvPr>
          <p:cNvSpPr>
            <a:spLocks noGrp="1"/>
          </p:cNvSpPr>
          <p:nvPr/>
        </p:nvSpPr>
        <p:spPr>
          <a:xfrm>
            <a:off x="3138510" y="2855402"/>
            <a:ext cx="28398" cy="28398"/>
          </a:xfrm>
          <a:prstGeom prst="ellipse">
            <a:avLst/>
          </a:prstGeom>
          <a:solidFill>
            <a:srgbClr val="7F8C97">
              <a:alpha val="48000"/>
            </a:srgbClr>
          </a:solidFill>
          <a:ln w="0">
            <a:noFill/>
            <a:prstDash val="solid"/>
          </a:ln>
        </p:spPr>
      </p:sp>
      <p:sp>
        <p:nvSpPr>
          <p:cNvPr id="1052" name="01_find_only_1051">
            <a:extLst>
              <a:ext uri="{FF2B5EF4-FFF2-40B4-BE49-F238E27FC236}">
                <a16:creationId xmlns:a16="http://schemas.microsoft.com/office/drawing/2014/main" id="{348CE937-F84A-41C2-A8BD-B26BFBA73709}"/>
              </a:ext>
            </a:extLst>
          </p:cNvPr>
          <p:cNvSpPr>
            <a:spLocks noGrp="1"/>
          </p:cNvSpPr>
          <p:nvPr/>
        </p:nvSpPr>
        <p:spPr>
          <a:xfrm>
            <a:off x="3218344" y="3489410"/>
            <a:ext cx="28398" cy="28398"/>
          </a:xfrm>
          <a:prstGeom prst="ellipse">
            <a:avLst/>
          </a:prstGeom>
          <a:solidFill>
            <a:srgbClr val="7F8C97">
              <a:alpha val="48000"/>
            </a:srgbClr>
          </a:solidFill>
          <a:ln w="0">
            <a:noFill/>
            <a:prstDash val="solid"/>
          </a:ln>
        </p:spPr>
      </p:sp>
      <p:sp>
        <p:nvSpPr>
          <p:cNvPr id="1053" name="01_find_only_1052">
            <a:extLst>
              <a:ext uri="{FF2B5EF4-FFF2-40B4-BE49-F238E27FC236}">
                <a16:creationId xmlns:a16="http://schemas.microsoft.com/office/drawing/2014/main" id="{4821C898-3685-4F0E-AC0F-4714762BC9C6}"/>
              </a:ext>
            </a:extLst>
          </p:cNvPr>
          <p:cNvSpPr>
            <a:spLocks noGrp="1"/>
          </p:cNvSpPr>
          <p:nvPr/>
        </p:nvSpPr>
        <p:spPr>
          <a:xfrm>
            <a:off x="3203751" y="3700746"/>
            <a:ext cx="28398" cy="28398"/>
          </a:xfrm>
          <a:prstGeom prst="ellipse">
            <a:avLst/>
          </a:prstGeom>
          <a:solidFill>
            <a:srgbClr val="7F8C97">
              <a:alpha val="48000"/>
            </a:srgbClr>
          </a:solidFill>
          <a:ln w="0">
            <a:noFill/>
            <a:prstDash val="solid"/>
          </a:ln>
        </p:spPr>
      </p:sp>
      <p:sp>
        <p:nvSpPr>
          <p:cNvPr id="1054" name="01_find_only_1053">
            <a:extLst>
              <a:ext uri="{FF2B5EF4-FFF2-40B4-BE49-F238E27FC236}">
                <a16:creationId xmlns:a16="http://schemas.microsoft.com/office/drawing/2014/main" id="{125838A7-B425-4C57-9DC6-AFF1019464C7}"/>
              </a:ext>
            </a:extLst>
          </p:cNvPr>
          <p:cNvSpPr>
            <a:spLocks noGrp="1"/>
          </p:cNvSpPr>
          <p:nvPr/>
        </p:nvSpPr>
        <p:spPr>
          <a:xfrm>
            <a:off x="3169223" y="3489410"/>
            <a:ext cx="28398" cy="28398"/>
          </a:xfrm>
          <a:prstGeom prst="ellipse">
            <a:avLst/>
          </a:prstGeom>
          <a:solidFill>
            <a:srgbClr val="7F8C97">
              <a:alpha val="48000"/>
            </a:srgbClr>
          </a:solidFill>
          <a:ln w="0">
            <a:noFill/>
            <a:prstDash val="solid"/>
          </a:ln>
        </p:spPr>
      </p:sp>
      <p:sp>
        <p:nvSpPr>
          <p:cNvPr id="1055" name="01_find_only_1054">
            <a:extLst>
              <a:ext uri="{FF2B5EF4-FFF2-40B4-BE49-F238E27FC236}">
                <a16:creationId xmlns:a16="http://schemas.microsoft.com/office/drawing/2014/main" id="{EC1A7AC8-5EB6-4050-9ED1-E20BD2FD5CD3}"/>
              </a:ext>
            </a:extLst>
          </p:cNvPr>
          <p:cNvSpPr>
            <a:spLocks noGrp="1"/>
          </p:cNvSpPr>
          <p:nvPr/>
        </p:nvSpPr>
        <p:spPr>
          <a:xfrm>
            <a:off x="3153103" y="2855402"/>
            <a:ext cx="28398" cy="28398"/>
          </a:xfrm>
          <a:prstGeom prst="ellipse">
            <a:avLst/>
          </a:prstGeom>
          <a:solidFill>
            <a:srgbClr val="7F8C97">
              <a:alpha val="48000"/>
            </a:srgbClr>
          </a:solidFill>
          <a:ln w="0">
            <a:noFill/>
            <a:prstDash val="solid"/>
          </a:ln>
        </p:spPr>
      </p:sp>
      <p:sp>
        <p:nvSpPr>
          <p:cNvPr id="1056" name="01_find_only_1055">
            <a:extLst>
              <a:ext uri="{FF2B5EF4-FFF2-40B4-BE49-F238E27FC236}">
                <a16:creationId xmlns:a16="http://schemas.microsoft.com/office/drawing/2014/main" id="{047ED43C-6459-4FDA-BEC0-9303427BD77F}"/>
              </a:ext>
            </a:extLst>
          </p:cNvPr>
          <p:cNvSpPr>
            <a:spLocks noGrp="1"/>
          </p:cNvSpPr>
          <p:nvPr/>
        </p:nvSpPr>
        <p:spPr>
          <a:xfrm>
            <a:off x="3216913" y="3168997"/>
            <a:ext cx="28398" cy="28398"/>
          </a:xfrm>
          <a:prstGeom prst="ellipse">
            <a:avLst/>
          </a:prstGeom>
          <a:solidFill>
            <a:srgbClr val="7F8C97">
              <a:alpha val="48000"/>
            </a:srgbClr>
          </a:solidFill>
          <a:ln w="0">
            <a:noFill/>
            <a:prstDash val="solid"/>
          </a:ln>
        </p:spPr>
      </p:sp>
      <p:sp>
        <p:nvSpPr>
          <p:cNvPr id="1057" name="01_find_only_1056">
            <a:extLst>
              <a:ext uri="{FF2B5EF4-FFF2-40B4-BE49-F238E27FC236}">
                <a16:creationId xmlns:a16="http://schemas.microsoft.com/office/drawing/2014/main" id="{B6DC642F-9CA6-442E-948C-26B0C9F0882D}"/>
              </a:ext>
            </a:extLst>
          </p:cNvPr>
          <p:cNvSpPr>
            <a:spLocks noGrp="1"/>
          </p:cNvSpPr>
          <p:nvPr/>
        </p:nvSpPr>
        <p:spPr>
          <a:xfrm>
            <a:off x="3221015" y="3217692"/>
            <a:ext cx="28398" cy="28398"/>
          </a:xfrm>
          <a:prstGeom prst="ellipse">
            <a:avLst/>
          </a:prstGeom>
          <a:solidFill>
            <a:srgbClr val="7F8C97">
              <a:alpha val="48000"/>
            </a:srgbClr>
          </a:solidFill>
          <a:ln w="0">
            <a:noFill/>
            <a:prstDash val="solid"/>
          </a:ln>
        </p:spPr>
      </p:sp>
      <p:sp>
        <p:nvSpPr>
          <p:cNvPr id="1058" name="01_find_only_1057">
            <a:extLst>
              <a:ext uri="{FF2B5EF4-FFF2-40B4-BE49-F238E27FC236}">
                <a16:creationId xmlns:a16="http://schemas.microsoft.com/office/drawing/2014/main" id="{92D642FE-13DF-4EA5-83AC-41D4FF6381F4}"/>
              </a:ext>
            </a:extLst>
          </p:cNvPr>
          <p:cNvSpPr>
            <a:spLocks noGrp="1"/>
          </p:cNvSpPr>
          <p:nvPr/>
        </p:nvSpPr>
        <p:spPr>
          <a:xfrm>
            <a:off x="3186391" y="4123418"/>
            <a:ext cx="28398" cy="28398"/>
          </a:xfrm>
          <a:prstGeom prst="ellipse">
            <a:avLst/>
          </a:prstGeom>
          <a:solidFill>
            <a:srgbClr val="7F8C97">
              <a:alpha val="48000"/>
            </a:srgbClr>
          </a:solidFill>
          <a:ln w="0">
            <a:noFill/>
            <a:prstDash val="solid"/>
          </a:ln>
        </p:spPr>
      </p:sp>
      <p:sp>
        <p:nvSpPr>
          <p:cNvPr id="1059" name="01_find_only_1058">
            <a:extLst>
              <a:ext uri="{FF2B5EF4-FFF2-40B4-BE49-F238E27FC236}">
                <a16:creationId xmlns:a16="http://schemas.microsoft.com/office/drawing/2014/main" id="{DEB61464-74A2-41F2-9909-098C8B93CD34}"/>
              </a:ext>
            </a:extLst>
          </p:cNvPr>
          <p:cNvSpPr>
            <a:spLocks noGrp="1"/>
          </p:cNvSpPr>
          <p:nvPr/>
        </p:nvSpPr>
        <p:spPr>
          <a:xfrm>
            <a:off x="3208138" y="3489410"/>
            <a:ext cx="28398" cy="28398"/>
          </a:xfrm>
          <a:prstGeom prst="ellipse">
            <a:avLst/>
          </a:prstGeom>
          <a:solidFill>
            <a:srgbClr val="7F8C97">
              <a:alpha val="48000"/>
            </a:srgbClr>
          </a:solidFill>
          <a:ln w="0">
            <a:noFill/>
            <a:prstDash val="solid"/>
          </a:ln>
        </p:spPr>
      </p:sp>
      <p:sp>
        <p:nvSpPr>
          <p:cNvPr id="1060" name="01_find_only_1059">
            <a:extLst>
              <a:ext uri="{FF2B5EF4-FFF2-40B4-BE49-F238E27FC236}">
                <a16:creationId xmlns:a16="http://schemas.microsoft.com/office/drawing/2014/main" id="{0F32648E-FB45-494B-A42C-D2299D2EE370}"/>
              </a:ext>
            </a:extLst>
          </p:cNvPr>
          <p:cNvSpPr>
            <a:spLocks noGrp="1"/>
          </p:cNvSpPr>
          <p:nvPr/>
        </p:nvSpPr>
        <p:spPr>
          <a:xfrm>
            <a:off x="3141276" y="3109005"/>
            <a:ext cx="28398" cy="28398"/>
          </a:xfrm>
          <a:prstGeom prst="ellipse">
            <a:avLst/>
          </a:prstGeom>
          <a:solidFill>
            <a:srgbClr val="7F8C97">
              <a:alpha val="48000"/>
            </a:srgbClr>
          </a:solidFill>
          <a:ln w="0">
            <a:noFill/>
            <a:prstDash val="solid"/>
          </a:ln>
        </p:spPr>
      </p:sp>
      <p:sp>
        <p:nvSpPr>
          <p:cNvPr id="1061" name="01_find_only_1060">
            <a:extLst>
              <a:ext uri="{FF2B5EF4-FFF2-40B4-BE49-F238E27FC236}">
                <a16:creationId xmlns:a16="http://schemas.microsoft.com/office/drawing/2014/main" id="{492D1ACA-BD3B-4F8B-9EAE-DCB789683B3D}"/>
              </a:ext>
            </a:extLst>
          </p:cNvPr>
          <p:cNvSpPr>
            <a:spLocks noGrp="1"/>
          </p:cNvSpPr>
          <p:nvPr/>
        </p:nvSpPr>
        <p:spPr>
          <a:xfrm>
            <a:off x="3168173" y="2855402"/>
            <a:ext cx="28398" cy="28398"/>
          </a:xfrm>
          <a:prstGeom prst="ellipse">
            <a:avLst/>
          </a:prstGeom>
          <a:solidFill>
            <a:srgbClr val="7F8C97">
              <a:alpha val="48000"/>
            </a:srgbClr>
          </a:solidFill>
          <a:ln w="0">
            <a:noFill/>
            <a:prstDash val="solid"/>
          </a:ln>
        </p:spPr>
      </p:sp>
      <p:sp>
        <p:nvSpPr>
          <p:cNvPr id="1062" name="01_find_only_1061">
            <a:extLst>
              <a:ext uri="{FF2B5EF4-FFF2-40B4-BE49-F238E27FC236}">
                <a16:creationId xmlns:a16="http://schemas.microsoft.com/office/drawing/2014/main" id="{93BFDA0B-1A0A-4B7B-AE8A-A5E71DF09FFC}"/>
              </a:ext>
            </a:extLst>
          </p:cNvPr>
          <p:cNvSpPr>
            <a:spLocks noGrp="1"/>
          </p:cNvSpPr>
          <p:nvPr/>
        </p:nvSpPr>
        <p:spPr>
          <a:xfrm>
            <a:off x="3202225" y="3579982"/>
            <a:ext cx="28398" cy="28398"/>
          </a:xfrm>
          <a:prstGeom prst="ellipse">
            <a:avLst/>
          </a:prstGeom>
          <a:solidFill>
            <a:srgbClr val="7F8C97">
              <a:alpha val="48000"/>
            </a:srgbClr>
          </a:solidFill>
          <a:ln w="0">
            <a:noFill/>
            <a:prstDash val="solid"/>
          </a:ln>
        </p:spPr>
      </p:sp>
      <p:sp>
        <p:nvSpPr>
          <p:cNvPr id="1063" name="01_find_only_1062">
            <a:extLst>
              <a:ext uri="{FF2B5EF4-FFF2-40B4-BE49-F238E27FC236}">
                <a16:creationId xmlns:a16="http://schemas.microsoft.com/office/drawing/2014/main" id="{936A523D-01E4-4A7C-AE2D-3757A584AE6A}"/>
              </a:ext>
            </a:extLst>
          </p:cNvPr>
          <p:cNvSpPr>
            <a:spLocks noGrp="1"/>
          </p:cNvSpPr>
          <p:nvPr/>
        </p:nvSpPr>
        <p:spPr>
          <a:xfrm>
            <a:off x="3135458" y="2855402"/>
            <a:ext cx="28398" cy="28398"/>
          </a:xfrm>
          <a:prstGeom prst="ellipse">
            <a:avLst/>
          </a:prstGeom>
          <a:solidFill>
            <a:srgbClr val="7F8C97">
              <a:alpha val="48000"/>
            </a:srgbClr>
          </a:solidFill>
          <a:ln w="0">
            <a:noFill/>
            <a:prstDash val="solid"/>
          </a:ln>
        </p:spPr>
      </p:sp>
      <p:sp>
        <p:nvSpPr>
          <p:cNvPr id="1064" name="01_find_only_1063">
            <a:extLst>
              <a:ext uri="{FF2B5EF4-FFF2-40B4-BE49-F238E27FC236}">
                <a16:creationId xmlns:a16="http://schemas.microsoft.com/office/drawing/2014/main" id="{1C6D1A86-0A4A-49F3-8789-5438FCC4B1CC}"/>
              </a:ext>
            </a:extLst>
          </p:cNvPr>
          <p:cNvSpPr>
            <a:spLocks noGrp="1"/>
          </p:cNvSpPr>
          <p:nvPr/>
        </p:nvSpPr>
        <p:spPr>
          <a:xfrm>
            <a:off x="3132024" y="3489410"/>
            <a:ext cx="28398" cy="28398"/>
          </a:xfrm>
          <a:prstGeom prst="ellipse">
            <a:avLst/>
          </a:prstGeom>
          <a:solidFill>
            <a:srgbClr val="7F8C97">
              <a:alpha val="48000"/>
            </a:srgbClr>
          </a:solidFill>
          <a:ln w="0">
            <a:noFill/>
            <a:prstDash val="solid"/>
          </a:ln>
        </p:spPr>
      </p:sp>
      <p:sp>
        <p:nvSpPr>
          <p:cNvPr id="1065" name="01_find_only_1064">
            <a:extLst>
              <a:ext uri="{FF2B5EF4-FFF2-40B4-BE49-F238E27FC236}">
                <a16:creationId xmlns:a16="http://schemas.microsoft.com/office/drawing/2014/main" id="{CE64ED58-B93E-47A5-9E1C-E48B1464980D}"/>
              </a:ext>
            </a:extLst>
          </p:cNvPr>
          <p:cNvSpPr>
            <a:spLocks noGrp="1"/>
          </p:cNvSpPr>
          <p:nvPr/>
        </p:nvSpPr>
        <p:spPr>
          <a:xfrm>
            <a:off x="3188394" y="3278074"/>
            <a:ext cx="28398" cy="28398"/>
          </a:xfrm>
          <a:prstGeom prst="ellipse">
            <a:avLst/>
          </a:prstGeom>
          <a:solidFill>
            <a:srgbClr val="7F8C97">
              <a:alpha val="48000"/>
            </a:srgbClr>
          </a:solidFill>
          <a:ln w="0">
            <a:noFill/>
            <a:prstDash val="solid"/>
          </a:ln>
        </p:spPr>
      </p:sp>
      <p:sp>
        <p:nvSpPr>
          <p:cNvPr id="1066" name="01_find_only_1065">
            <a:extLst>
              <a:ext uri="{FF2B5EF4-FFF2-40B4-BE49-F238E27FC236}">
                <a16:creationId xmlns:a16="http://schemas.microsoft.com/office/drawing/2014/main" id="{BD3E084A-0667-45AB-9156-02B5A4F4BBC3}"/>
              </a:ext>
            </a:extLst>
          </p:cNvPr>
          <p:cNvSpPr>
            <a:spLocks noGrp="1"/>
          </p:cNvSpPr>
          <p:nvPr/>
        </p:nvSpPr>
        <p:spPr>
          <a:xfrm>
            <a:off x="3216341" y="3278074"/>
            <a:ext cx="28398" cy="28398"/>
          </a:xfrm>
          <a:prstGeom prst="ellipse">
            <a:avLst/>
          </a:prstGeom>
          <a:solidFill>
            <a:srgbClr val="7F8C97">
              <a:alpha val="48000"/>
            </a:srgbClr>
          </a:solidFill>
          <a:ln w="0">
            <a:noFill/>
            <a:prstDash val="solid"/>
          </a:ln>
        </p:spPr>
      </p:sp>
      <p:sp>
        <p:nvSpPr>
          <p:cNvPr id="1067" name="01_find_only_1066">
            <a:extLst>
              <a:ext uri="{FF2B5EF4-FFF2-40B4-BE49-F238E27FC236}">
                <a16:creationId xmlns:a16="http://schemas.microsoft.com/office/drawing/2014/main" id="{5101F8B8-D4DF-42B8-A1AE-F05F7D96F5D0}"/>
              </a:ext>
            </a:extLst>
          </p:cNvPr>
          <p:cNvSpPr>
            <a:spLocks noGrp="1"/>
          </p:cNvSpPr>
          <p:nvPr/>
        </p:nvSpPr>
        <p:spPr>
          <a:xfrm>
            <a:off x="3127827" y="3489410"/>
            <a:ext cx="28398" cy="28398"/>
          </a:xfrm>
          <a:prstGeom prst="ellipse">
            <a:avLst/>
          </a:prstGeom>
          <a:solidFill>
            <a:srgbClr val="7F8C97">
              <a:alpha val="48000"/>
            </a:srgbClr>
          </a:solidFill>
          <a:ln w="0">
            <a:noFill/>
            <a:prstDash val="solid"/>
          </a:ln>
        </p:spPr>
      </p:sp>
      <p:sp>
        <p:nvSpPr>
          <p:cNvPr id="1068" name="01_find_only_1067">
            <a:extLst>
              <a:ext uri="{FF2B5EF4-FFF2-40B4-BE49-F238E27FC236}">
                <a16:creationId xmlns:a16="http://schemas.microsoft.com/office/drawing/2014/main" id="{B5471064-156C-4664-B77E-27F63DD3BC0B}"/>
              </a:ext>
            </a:extLst>
          </p:cNvPr>
          <p:cNvSpPr>
            <a:spLocks noGrp="1"/>
          </p:cNvSpPr>
          <p:nvPr/>
        </p:nvSpPr>
        <p:spPr>
          <a:xfrm>
            <a:off x="3165121" y="3489410"/>
            <a:ext cx="28398" cy="28398"/>
          </a:xfrm>
          <a:prstGeom prst="ellipse">
            <a:avLst/>
          </a:prstGeom>
          <a:solidFill>
            <a:srgbClr val="7F8C97">
              <a:alpha val="48000"/>
            </a:srgbClr>
          </a:solidFill>
          <a:ln w="0">
            <a:noFill/>
            <a:prstDash val="solid"/>
          </a:ln>
        </p:spPr>
      </p:sp>
      <p:sp>
        <p:nvSpPr>
          <p:cNvPr id="1069" name="01_find_only_1068">
            <a:extLst>
              <a:ext uri="{FF2B5EF4-FFF2-40B4-BE49-F238E27FC236}">
                <a16:creationId xmlns:a16="http://schemas.microsoft.com/office/drawing/2014/main" id="{0B20538E-6DF7-4AB0-A4F0-40509930C167}"/>
              </a:ext>
            </a:extLst>
          </p:cNvPr>
          <p:cNvSpPr>
            <a:spLocks noGrp="1"/>
          </p:cNvSpPr>
          <p:nvPr/>
        </p:nvSpPr>
        <p:spPr>
          <a:xfrm>
            <a:off x="3195739" y="4123418"/>
            <a:ext cx="28398" cy="28398"/>
          </a:xfrm>
          <a:prstGeom prst="ellipse">
            <a:avLst/>
          </a:prstGeom>
          <a:solidFill>
            <a:srgbClr val="7F8C97">
              <a:alpha val="48000"/>
            </a:srgbClr>
          </a:solidFill>
          <a:ln w="0">
            <a:noFill/>
            <a:prstDash val="solid"/>
          </a:ln>
        </p:spPr>
      </p:sp>
      <p:sp>
        <p:nvSpPr>
          <p:cNvPr id="1070" name="01_find_only_1069">
            <a:extLst>
              <a:ext uri="{FF2B5EF4-FFF2-40B4-BE49-F238E27FC236}">
                <a16:creationId xmlns:a16="http://schemas.microsoft.com/office/drawing/2014/main" id="{037A1231-4DC8-4067-A83C-669A4296E0EB}"/>
              </a:ext>
            </a:extLst>
          </p:cNvPr>
          <p:cNvSpPr>
            <a:spLocks noGrp="1"/>
          </p:cNvSpPr>
          <p:nvPr/>
        </p:nvSpPr>
        <p:spPr>
          <a:xfrm>
            <a:off x="3167124" y="4123418"/>
            <a:ext cx="28398" cy="28398"/>
          </a:xfrm>
          <a:prstGeom prst="ellipse">
            <a:avLst/>
          </a:prstGeom>
          <a:solidFill>
            <a:srgbClr val="7F8C97">
              <a:alpha val="48000"/>
            </a:srgbClr>
          </a:solidFill>
          <a:ln w="0">
            <a:noFill/>
            <a:prstDash val="solid"/>
          </a:ln>
        </p:spPr>
      </p:sp>
      <p:sp>
        <p:nvSpPr>
          <p:cNvPr id="1071" name="01_find_only_1070">
            <a:extLst>
              <a:ext uri="{FF2B5EF4-FFF2-40B4-BE49-F238E27FC236}">
                <a16:creationId xmlns:a16="http://schemas.microsoft.com/office/drawing/2014/main" id="{0723034D-4FF6-477C-A2DA-3F671506194C}"/>
              </a:ext>
            </a:extLst>
          </p:cNvPr>
          <p:cNvSpPr>
            <a:spLocks noGrp="1"/>
          </p:cNvSpPr>
          <p:nvPr/>
        </p:nvSpPr>
        <p:spPr>
          <a:xfrm>
            <a:off x="3151005" y="3785280"/>
            <a:ext cx="28398" cy="28398"/>
          </a:xfrm>
          <a:prstGeom prst="ellipse">
            <a:avLst/>
          </a:prstGeom>
          <a:solidFill>
            <a:srgbClr val="7F8C97">
              <a:alpha val="48000"/>
            </a:srgbClr>
          </a:solidFill>
          <a:ln w="0">
            <a:noFill/>
            <a:prstDash val="solid"/>
          </a:ln>
        </p:spPr>
      </p:sp>
      <p:sp>
        <p:nvSpPr>
          <p:cNvPr id="1072" name="01_find_only_1071">
            <a:extLst>
              <a:ext uri="{FF2B5EF4-FFF2-40B4-BE49-F238E27FC236}">
                <a16:creationId xmlns:a16="http://schemas.microsoft.com/office/drawing/2014/main" id="{6D287FBF-1F33-46AA-BC4A-213B43802228}"/>
              </a:ext>
            </a:extLst>
          </p:cNvPr>
          <p:cNvSpPr>
            <a:spLocks noGrp="1"/>
          </p:cNvSpPr>
          <p:nvPr/>
        </p:nvSpPr>
        <p:spPr>
          <a:xfrm>
            <a:off x="3188013" y="3700746"/>
            <a:ext cx="28398" cy="28398"/>
          </a:xfrm>
          <a:prstGeom prst="ellipse">
            <a:avLst/>
          </a:prstGeom>
          <a:solidFill>
            <a:srgbClr val="7F8C97">
              <a:alpha val="48000"/>
            </a:srgbClr>
          </a:solidFill>
          <a:ln w="0">
            <a:noFill/>
            <a:prstDash val="solid"/>
          </a:ln>
        </p:spPr>
      </p:sp>
      <p:sp>
        <p:nvSpPr>
          <p:cNvPr id="1073" name="01_find_only_1072">
            <a:extLst>
              <a:ext uri="{FF2B5EF4-FFF2-40B4-BE49-F238E27FC236}">
                <a16:creationId xmlns:a16="http://schemas.microsoft.com/office/drawing/2014/main" id="{67A5F714-716E-4B0D-BFCC-E9B48C1FFD1F}"/>
              </a:ext>
            </a:extLst>
          </p:cNvPr>
          <p:cNvSpPr>
            <a:spLocks noGrp="1"/>
          </p:cNvSpPr>
          <p:nvPr/>
        </p:nvSpPr>
        <p:spPr>
          <a:xfrm>
            <a:off x="3184961" y="3489410"/>
            <a:ext cx="28398" cy="28398"/>
          </a:xfrm>
          <a:prstGeom prst="ellipse">
            <a:avLst/>
          </a:prstGeom>
          <a:solidFill>
            <a:srgbClr val="7F8C97">
              <a:alpha val="48000"/>
            </a:srgbClr>
          </a:solidFill>
          <a:ln w="0">
            <a:noFill/>
            <a:prstDash val="solid"/>
          </a:ln>
        </p:spPr>
      </p:sp>
      <p:sp>
        <p:nvSpPr>
          <p:cNvPr id="1074" name="01_find_only_1073">
            <a:extLst>
              <a:ext uri="{FF2B5EF4-FFF2-40B4-BE49-F238E27FC236}">
                <a16:creationId xmlns:a16="http://schemas.microsoft.com/office/drawing/2014/main" id="{6E383B96-4097-47F8-AF4C-ED2A868E53B7}"/>
              </a:ext>
            </a:extLst>
          </p:cNvPr>
          <p:cNvSpPr>
            <a:spLocks noGrp="1"/>
          </p:cNvSpPr>
          <p:nvPr/>
        </p:nvSpPr>
        <p:spPr>
          <a:xfrm>
            <a:off x="3173419" y="2855402"/>
            <a:ext cx="28398" cy="28398"/>
          </a:xfrm>
          <a:prstGeom prst="ellipse">
            <a:avLst/>
          </a:prstGeom>
          <a:solidFill>
            <a:srgbClr val="7F8C97">
              <a:alpha val="48000"/>
            </a:srgbClr>
          </a:solidFill>
          <a:ln w="0">
            <a:noFill/>
            <a:prstDash val="solid"/>
          </a:ln>
        </p:spPr>
      </p:sp>
      <p:sp>
        <p:nvSpPr>
          <p:cNvPr id="1075" name="01_find_only_1074">
            <a:extLst>
              <a:ext uri="{FF2B5EF4-FFF2-40B4-BE49-F238E27FC236}">
                <a16:creationId xmlns:a16="http://schemas.microsoft.com/office/drawing/2014/main" id="{F150D114-E221-477A-8E5B-355A9D4C144B}"/>
              </a:ext>
            </a:extLst>
          </p:cNvPr>
          <p:cNvSpPr>
            <a:spLocks noGrp="1"/>
          </p:cNvSpPr>
          <p:nvPr/>
        </p:nvSpPr>
        <p:spPr>
          <a:xfrm>
            <a:off x="3182671" y="2855402"/>
            <a:ext cx="28398" cy="28398"/>
          </a:xfrm>
          <a:prstGeom prst="ellipse">
            <a:avLst/>
          </a:prstGeom>
          <a:solidFill>
            <a:srgbClr val="7F8C97">
              <a:alpha val="48000"/>
            </a:srgbClr>
          </a:solidFill>
          <a:ln w="0">
            <a:noFill/>
            <a:prstDash val="solid"/>
          </a:ln>
        </p:spPr>
      </p:sp>
      <p:sp>
        <p:nvSpPr>
          <p:cNvPr id="1076" name="01_find_only_1075">
            <a:extLst>
              <a:ext uri="{FF2B5EF4-FFF2-40B4-BE49-F238E27FC236}">
                <a16:creationId xmlns:a16="http://schemas.microsoft.com/office/drawing/2014/main" id="{826BC176-9A65-40A8-83E0-7D5560C13D90}"/>
              </a:ext>
            </a:extLst>
          </p:cNvPr>
          <p:cNvSpPr>
            <a:spLocks noGrp="1"/>
          </p:cNvSpPr>
          <p:nvPr/>
        </p:nvSpPr>
        <p:spPr>
          <a:xfrm>
            <a:off x="3155297" y="4123418"/>
            <a:ext cx="28398" cy="28398"/>
          </a:xfrm>
          <a:prstGeom prst="ellipse">
            <a:avLst/>
          </a:prstGeom>
          <a:solidFill>
            <a:srgbClr val="7F8C97">
              <a:alpha val="48000"/>
            </a:srgbClr>
          </a:solidFill>
          <a:ln w="0">
            <a:noFill/>
            <a:prstDash val="solid"/>
          </a:ln>
        </p:spPr>
      </p:sp>
      <p:sp>
        <p:nvSpPr>
          <p:cNvPr id="1077" name="01_find_only_1076">
            <a:extLst>
              <a:ext uri="{FF2B5EF4-FFF2-40B4-BE49-F238E27FC236}">
                <a16:creationId xmlns:a16="http://schemas.microsoft.com/office/drawing/2014/main" id="{9ACFAEF3-F399-48F7-8536-3093F6E9B2A0}"/>
              </a:ext>
            </a:extLst>
          </p:cNvPr>
          <p:cNvSpPr>
            <a:spLocks noGrp="1"/>
          </p:cNvSpPr>
          <p:nvPr/>
        </p:nvSpPr>
        <p:spPr>
          <a:xfrm>
            <a:off x="3176662" y="3489410"/>
            <a:ext cx="28398" cy="28398"/>
          </a:xfrm>
          <a:prstGeom prst="ellipse">
            <a:avLst/>
          </a:prstGeom>
          <a:solidFill>
            <a:srgbClr val="7F8C97">
              <a:alpha val="48000"/>
            </a:srgbClr>
          </a:solidFill>
          <a:ln w="0">
            <a:noFill/>
            <a:prstDash val="solid"/>
          </a:ln>
        </p:spPr>
      </p:sp>
      <p:sp>
        <p:nvSpPr>
          <p:cNvPr id="1078" name="01_find_only_1077">
            <a:extLst>
              <a:ext uri="{FF2B5EF4-FFF2-40B4-BE49-F238E27FC236}">
                <a16:creationId xmlns:a16="http://schemas.microsoft.com/office/drawing/2014/main" id="{5FCD7DF2-1D4F-4AFF-A38D-CF75813501F0}"/>
              </a:ext>
            </a:extLst>
          </p:cNvPr>
          <p:cNvSpPr>
            <a:spLocks noGrp="1"/>
          </p:cNvSpPr>
          <p:nvPr/>
        </p:nvSpPr>
        <p:spPr>
          <a:xfrm>
            <a:off x="3156251" y="3109005"/>
            <a:ext cx="28398" cy="28398"/>
          </a:xfrm>
          <a:prstGeom prst="ellipse">
            <a:avLst/>
          </a:prstGeom>
          <a:solidFill>
            <a:srgbClr val="7F8C97">
              <a:alpha val="48000"/>
            </a:srgbClr>
          </a:solidFill>
          <a:ln w="0">
            <a:noFill/>
            <a:prstDash val="solid"/>
          </a:ln>
        </p:spPr>
      </p:sp>
      <p:sp>
        <p:nvSpPr>
          <p:cNvPr id="1079" name="01_find_only_1078">
            <a:extLst>
              <a:ext uri="{FF2B5EF4-FFF2-40B4-BE49-F238E27FC236}">
                <a16:creationId xmlns:a16="http://schemas.microsoft.com/office/drawing/2014/main" id="{070515D0-480B-451E-B5A3-90B982399C8E}"/>
              </a:ext>
            </a:extLst>
          </p:cNvPr>
          <p:cNvSpPr>
            <a:spLocks noGrp="1"/>
          </p:cNvSpPr>
          <p:nvPr/>
        </p:nvSpPr>
        <p:spPr>
          <a:xfrm>
            <a:off x="3164644" y="3806414"/>
            <a:ext cx="28398" cy="28398"/>
          </a:xfrm>
          <a:prstGeom prst="ellipse">
            <a:avLst/>
          </a:prstGeom>
          <a:solidFill>
            <a:srgbClr val="7F8C97">
              <a:alpha val="48000"/>
            </a:srgbClr>
          </a:solidFill>
          <a:ln w="0">
            <a:noFill/>
            <a:prstDash val="solid"/>
          </a:ln>
        </p:spPr>
      </p:sp>
      <p:sp>
        <p:nvSpPr>
          <p:cNvPr id="1080" name="01_find_only_1079">
            <a:extLst>
              <a:ext uri="{FF2B5EF4-FFF2-40B4-BE49-F238E27FC236}">
                <a16:creationId xmlns:a16="http://schemas.microsoft.com/office/drawing/2014/main" id="{9B15A722-9023-4955-BD6B-8ADC78B2D1EE}"/>
              </a:ext>
            </a:extLst>
          </p:cNvPr>
          <p:cNvSpPr>
            <a:spLocks noGrp="1"/>
          </p:cNvSpPr>
          <p:nvPr/>
        </p:nvSpPr>
        <p:spPr>
          <a:xfrm>
            <a:off x="3205849" y="4032845"/>
            <a:ext cx="28398" cy="28398"/>
          </a:xfrm>
          <a:prstGeom prst="ellipse">
            <a:avLst/>
          </a:prstGeom>
          <a:solidFill>
            <a:srgbClr val="7F8C97">
              <a:alpha val="48000"/>
            </a:srgbClr>
          </a:solidFill>
          <a:ln w="0">
            <a:noFill/>
            <a:prstDash val="solid"/>
          </a:ln>
        </p:spPr>
      </p:sp>
      <p:sp>
        <p:nvSpPr>
          <p:cNvPr id="1081" name="01_find_only_1080">
            <a:extLst>
              <a:ext uri="{FF2B5EF4-FFF2-40B4-BE49-F238E27FC236}">
                <a16:creationId xmlns:a16="http://schemas.microsoft.com/office/drawing/2014/main" id="{22A92192-0C57-4EDB-BC73-96E1EF51E85E}"/>
              </a:ext>
            </a:extLst>
          </p:cNvPr>
          <p:cNvSpPr>
            <a:spLocks noGrp="1"/>
          </p:cNvSpPr>
          <p:nvPr/>
        </p:nvSpPr>
        <p:spPr>
          <a:xfrm>
            <a:off x="3138319" y="3489410"/>
            <a:ext cx="28398" cy="28398"/>
          </a:xfrm>
          <a:prstGeom prst="ellipse">
            <a:avLst/>
          </a:prstGeom>
          <a:solidFill>
            <a:srgbClr val="7F8C97">
              <a:alpha val="48000"/>
            </a:srgbClr>
          </a:solidFill>
          <a:ln w="0">
            <a:noFill/>
            <a:prstDash val="solid"/>
          </a:ln>
        </p:spPr>
      </p:sp>
      <p:sp>
        <p:nvSpPr>
          <p:cNvPr id="1082" name="01_find_only_1081">
            <a:extLst>
              <a:ext uri="{FF2B5EF4-FFF2-40B4-BE49-F238E27FC236}">
                <a16:creationId xmlns:a16="http://schemas.microsoft.com/office/drawing/2014/main" id="{9828B08D-35BD-4943-BE63-6978A26CFA2D}"/>
              </a:ext>
            </a:extLst>
          </p:cNvPr>
          <p:cNvSpPr>
            <a:spLocks noGrp="1"/>
          </p:cNvSpPr>
          <p:nvPr/>
        </p:nvSpPr>
        <p:spPr>
          <a:xfrm>
            <a:off x="3142707" y="3700746"/>
            <a:ext cx="28398" cy="28398"/>
          </a:xfrm>
          <a:prstGeom prst="ellipse">
            <a:avLst/>
          </a:prstGeom>
          <a:solidFill>
            <a:srgbClr val="7F8C97">
              <a:alpha val="48000"/>
            </a:srgbClr>
          </a:solidFill>
          <a:ln w="0">
            <a:noFill/>
            <a:prstDash val="solid"/>
          </a:ln>
        </p:spPr>
      </p:sp>
      <p:sp>
        <p:nvSpPr>
          <p:cNvPr id="1083" name="01_find_only_1082">
            <a:extLst>
              <a:ext uri="{FF2B5EF4-FFF2-40B4-BE49-F238E27FC236}">
                <a16:creationId xmlns:a16="http://schemas.microsoft.com/office/drawing/2014/main" id="{1AB840FA-6BA0-4CFB-8B3D-EE6E17A6E04A}"/>
              </a:ext>
            </a:extLst>
          </p:cNvPr>
          <p:cNvSpPr>
            <a:spLocks noGrp="1"/>
          </p:cNvSpPr>
          <p:nvPr/>
        </p:nvSpPr>
        <p:spPr>
          <a:xfrm>
            <a:off x="3182385" y="2855402"/>
            <a:ext cx="28398" cy="28398"/>
          </a:xfrm>
          <a:prstGeom prst="ellipse">
            <a:avLst/>
          </a:prstGeom>
          <a:solidFill>
            <a:srgbClr val="7F8C97">
              <a:alpha val="48000"/>
            </a:srgbClr>
          </a:solidFill>
          <a:ln w="0">
            <a:noFill/>
            <a:prstDash val="solid"/>
          </a:ln>
        </p:spPr>
      </p:sp>
      <p:sp>
        <p:nvSpPr>
          <p:cNvPr id="1084" name="01_find_only_1083">
            <a:extLst>
              <a:ext uri="{FF2B5EF4-FFF2-40B4-BE49-F238E27FC236}">
                <a16:creationId xmlns:a16="http://schemas.microsoft.com/office/drawing/2014/main" id="{EEABAD17-F1B3-488D-B919-13F71DA08E93}"/>
              </a:ext>
            </a:extLst>
          </p:cNvPr>
          <p:cNvSpPr>
            <a:spLocks noGrp="1"/>
          </p:cNvSpPr>
          <p:nvPr/>
        </p:nvSpPr>
        <p:spPr>
          <a:xfrm>
            <a:off x="3181527" y="3278074"/>
            <a:ext cx="28398" cy="28398"/>
          </a:xfrm>
          <a:prstGeom prst="ellipse">
            <a:avLst/>
          </a:prstGeom>
          <a:solidFill>
            <a:srgbClr val="7F8C97">
              <a:alpha val="48000"/>
            </a:srgbClr>
          </a:solidFill>
          <a:ln w="0">
            <a:noFill/>
            <a:prstDash val="solid"/>
          </a:ln>
        </p:spPr>
      </p:sp>
      <p:sp>
        <p:nvSpPr>
          <p:cNvPr id="1085" name="01_find_only_1084">
            <a:extLst>
              <a:ext uri="{FF2B5EF4-FFF2-40B4-BE49-F238E27FC236}">
                <a16:creationId xmlns:a16="http://schemas.microsoft.com/office/drawing/2014/main" id="{7835D699-8D65-4558-9140-6368D0E0509F}"/>
              </a:ext>
            </a:extLst>
          </p:cNvPr>
          <p:cNvSpPr>
            <a:spLocks noGrp="1"/>
          </p:cNvSpPr>
          <p:nvPr/>
        </p:nvSpPr>
        <p:spPr>
          <a:xfrm>
            <a:off x="3212526" y="3489410"/>
            <a:ext cx="28398" cy="28398"/>
          </a:xfrm>
          <a:prstGeom prst="ellipse">
            <a:avLst/>
          </a:prstGeom>
          <a:solidFill>
            <a:srgbClr val="7F8C97">
              <a:alpha val="48000"/>
            </a:srgbClr>
          </a:solidFill>
          <a:ln w="0">
            <a:noFill/>
            <a:prstDash val="solid"/>
          </a:ln>
        </p:spPr>
      </p:sp>
      <p:sp>
        <p:nvSpPr>
          <p:cNvPr id="1086" name="01_find_only_1085">
            <a:extLst>
              <a:ext uri="{FF2B5EF4-FFF2-40B4-BE49-F238E27FC236}">
                <a16:creationId xmlns:a16="http://schemas.microsoft.com/office/drawing/2014/main" id="{2DB20BE0-8E4A-40DF-88FE-4F51A1433E31}"/>
              </a:ext>
            </a:extLst>
          </p:cNvPr>
          <p:cNvSpPr>
            <a:spLocks noGrp="1"/>
          </p:cNvSpPr>
          <p:nvPr/>
        </p:nvSpPr>
        <p:spPr>
          <a:xfrm>
            <a:off x="3198123" y="3489410"/>
            <a:ext cx="28398" cy="28398"/>
          </a:xfrm>
          <a:prstGeom prst="ellipse">
            <a:avLst/>
          </a:prstGeom>
          <a:solidFill>
            <a:srgbClr val="7F8C97">
              <a:alpha val="48000"/>
            </a:srgbClr>
          </a:solidFill>
          <a:ln w="0">
            <a:noFill/>
            <a:prstDash val="solid"/>
          </a:ln>
        </p:spPr>
      </p:sp>
      <p:sp>
        <p:nvSpPr>
          <p:cNvPr id="1087" name="01_find_only_1086">
            <a:extLst>
              <a:ext uri="{FF2B5EF4-FFF2-40B4-BE49-F238E27FC236}">
                <a16:creationId xmlns:a16="http://schemas.microsoft.com/office/drawing/2014/main" id="{80554C62-5926-41A1-A337-256007E8F2A4}"/>
              </a:ext>
            </a:extLst>
          </p:cNvPr>
          <p:cNvSpPr>
            <a:spLocks noGrp="1"/>
          </p:cNvSpPr>
          <p:nvPr/>
        </p:nvSpPr>
        <p:spPr>
          <a:xfrm>
            <a:off x="3139273" y="4123418"/>
            <a:ext cx="28398" cy="28398"/>
          </a:xfrm>
          <a:prstGeom prst="ellipse">
            <a:avLst/>
          </a:prstGeom>
          <a:solidFill>
            <a:srgbClr val="7F8C97">
              <a:alpha val="48000"/>
            </a:srgbClr>
          </a:solidFill>
          <a:ln w="0">
            <a:noFill/>
            <a:prstDash val="solid"/>
          </a:ln>
        </p:spPr>
      </p:sp>
      <p:sp>
        <p:nvSpPr>
          <p:cNvPr id="1088" name="01_find_only_1087">
            <a:extLst>
              <a:ext uri="{FF2B5EF4-FFF2-40B4-BE49-F238E27FC236}">
                <a16:creationId xmlns:a16="http://schemas.microsoft.com/office/drawing/2014/main" id="{31787C8F-8A35-4F43-AA98-28EDF501F825}"/>
              </a:ext>
            </a:extLst>
          </p:cNvPr>
          <p:cNvSpPr>
            <a:spLocks noGrp="1"/>
          </p:cNvSpPr>
          <p:nvPr/>
        </p:nvSpPr>
        <p:spPr>
          <a:xfrm>
            <a:off x="3153103" y="3579982"/>
            <a:ext cx="28398" cy="28398"/>
          </a:xfrm>
          <a:prstGeom prst="ellipse">
            <a:avLst/>
          </a:prstGeom>
          <a:solidFill>
            <a:srgbClr val="7F8C97">
              <a:alpha val="48000"/>
            </a:srgbClr>
          </a:solidFill>
          <a:ln w="0">
            <a:noFill/>
            <a:prstDash val="solid"/>
          </a:ln>
        </p:spPr>
      </p:sp>
      <p:sp>
        <p:nvSpPr>
          <p:cNvPr id="1089" name="01_find_only_1088">
            <a:extLst>
              <a:ext uri="{FF2B5EF4-FFF2-40B4-BE49-F238E27FC236}">
                <a16:creationId xmlns:a16="http://schemas.microsoft.com/office/drawing/2014/main" id="{538B7D3E-1D4B-4263-8E75-B2000A3E7AEE}"/>
              </a:ext>
            </a:extLst>
          </p:cNvPr>
          <p:cNvSpPr>
            <a:spLocks noGrp="1"/>
          </p:cNvSpPr>
          <p:nvPr/>
        </p:nvSpPr>
        <p:spPr>
          <a:xfrm>
            <a:off x="3190970" y="3489410"/>
            <a:ext cx="28398" cy="28398"/>
          </a:xfrm>
          <a:prstGeom prst="ellipse">
            <a:avLst/>
          </a:prstGeom>
          <a:solidFill>
            <a:srgbClr val="7F8C97">
              <a:alpha val="48000"/>
            </a:srgbClr>
          </a:solidFill>
          <a:ln w="0">
            <a:noFill/>
            <a:prstDash val="solid"/>
          </a:ln>
        </p:spPr>
      </p:sp>
      <p:sp>
        <p:nvSpPr>
          <p:cNvPr id="1090" name="01_find_only_1089">
            <a:extLst>
              <a:ext uri="{FF2B5EF4-FFF2-40B4-BE49-F238E27FC236}">
                <a16:creationId xmlns:a16="http://schemas.microsoft.com/office/drawing/2014/main" id="{B36F2844-A3C9-482C-8AFC-66CBCC47612C}"/>
              </a:ext>
            </a:extLst>
          </p:cNvPr>
          <p:cNvSpPr>
            <a:spLocks noGrp="1"/>
          </p:cNvSpPr>
          <p:nvPr/>
        </p:nvSpPr>
        <p:spPr>
          <a:xfrm>
            <a:off x="3133741" y="2855402"/>
            <a:ext cx="28398" cy="28398"/>
          </a:xfrm>
          <a:prstGeom prst="ellipse">
            <a:avLst/>
          </a:prstGeom>
          <a:solidFill>
            <a:srgbClr val="7F8C97">
              <a:alpha val="48000"/>
            </a:srgbClr>
          </a:solidFill>
          <a:ln w="0">
            <a:noFill/>
            <a:prstDash val="solid"/>
          </a:ln>
        </p:spPr>
      </p:sp>
      <p:sp>
        <p:nvSpPr>
          <p:cNvPr id="1091" name="01_find_only_1090">
            <a:extLst>
              <a:ext uri="{FF2B5EF4-FFF2-40B4-BE49-F238E27FC236}">
                <a16:creationId xmlns:a16="http://schemas.microsoft.com/office/drawing/2014/main" id="{44182900-79E2-4F11-9DCE-E62418EA35FD}"/>
              </a:ext>
            </a:extLst>
          </p:cNvPr>
          <p:cNvSpPr>
            <a:spLocks noGrp="1"/>
          </p:cNvSpPr>
          <p:nvPr/>
        </p:nvSpPr>
        <p:spPr>
          <a:xfrm>
            <a:off x="3200031" y="3278074"/>
            <a:ext cx="28398" cy="28398"/>
          </a:xfrm>
          <a:prstGeom prst="ellipse">
            <a:avLst/>
          </a:prstGeom>
          <a:solidFill>
            <a:srgbClr val="7F8C97">
              <a:alpha val="48000"/>
            </a:srgbClr>
          </a:solidFill>
          <a:ln w="0">
            <a:noFill/>
            <a:prstDash val="solid"/>
          </a:ln>
        </p:spPr>
      </p:sp>
      <p:sp>
        <p:nvSpPr>
          <p:cNvPr id="1092" name="01_find_only_1091">
            <a:extLst>
              <a:ext uri="{FF2B5EF4-FFF2-40B4-BE49-F238E27FC236}">
                <a16:creationId xmlns:a16="http://schemas.microsoft.com/office/drawing/2014/main" id="{D71894F4-C820-44E5-A2D6-7802E4D0F551}"/>
              </a:ext>
            </a:extLst>
          </p:cNvPr>
          <p:cNvSpPr>
            <a:spLocks noGrp="1"/>
          </p:cNvSpPr>
          <p:nvPr/>
        </p:nvSpPr>
        <p:spPr>
          <a:xfrm>
            <a:off x="3203274" y="2855402"/>
            <a:ext cx="28398" cy="28398"/>
          </a:xfrm>
          <a:prstGeom prst="ellipse">
            <a:avLst/>
          </a:prstGeom>
          <a:solidFill>
            <a:srgbClr val="7F8C97">
              <a:alpha val="48000"/>
            </a:srgbClr>
          </a:solidFill>
          <a:ln w="0">
            <a:noFill/>
            <a:prstDash val="solid"/>
          </a:ln>
        </p:spPr>
      </p:sp>
      <p:sp>
        <p:nvSpPr>
          <p:cNvPr id="1093" name="01_find_only_1092">
            <a:extLst>
              <a:ext uri="{FF2B5EF4-FFF2-40B4-BE49-F238E27FC236}">
                <a16:creationId xmlns:a16="http://schemas.microsoft.com/office/drawing/2014/main" id="{47CD112B-7BDE-45C3-A13D-7F80982B48A2}"/>
              </a:ext>
            </a:extLst>
          </p:cNvPr>
          <p:cNvSpPr>
            <a:spLocks noGrp="1"/>
          </p:cNvSpPr>
          <p:nvPr/>
        </p:nvSpPr>
        <p:spPr>
          <a:xfrm>
            <a:off x="3193163" y="3172406"/>
            <a:ext cx="28398" cy="28398"/>
          </a:xfrm>
          <a:prstGeom prst="ellipse">
            <a:avLst/>
          </a:prstGeom>
          <a:solidFill>
            <a:srgbClr val="7F8C97">
              <a:alpha val="48000"/>
            </a:srgbClr>
          </a:solidFill>
          <a:ln w="0">
            <a:noFill/>
            <a:prstDash val="solid"/>
          </a:ln>
        </p:spPr>
      </p:sp>
      <p:sp>
        <p:nvSpPr>
          <p:cNvPr id="1094" name="01_find_only_1093">
            <a:extLst>
              <a:ext uri="{FF2B5EF4-FFF2-40B4-BE49-F238E27FC236}">
                <a16:creationId xmlns:a16="http://schemas.microsoft.com/office/drawing/2014/main" id="{19850E50-CE92-4AAF-9D61-98E34A396A08}"/>
              </a:ext>
            </a:extLst>
          </p:cNvPr>
          <p:cNvSpPr>
            <a:spLocks noGrp="1"/>
          </p:cNvSpPr>
          <p:nvPr/>
        </p:nvSpPr>
        <p:spPr>
          <a:xfrm>
            <a:off x="3192305" y="3172406"/>
            <a:ext cx="28398" cy="28398"/>
          </a:xfrm>
          <a:prstGeom prst="ellipse">
            <a:avLst/>
          </a:prstGeom>
          <a:solidFill>
            <a:srgbClr val="7F8C97">
              <a:alpha val="48000"/>
            </a:srgbClr>
          </a:solidFill>
          <a:ln w="0">
            <a:noFill/>
            <a:prstDash val="solid"/>
          </a:ln>
        </p:spPr>
      </p:sp>
      <p:sp>
        <p:nvSpPr>
          <p:cNvPr id="1095" name="01_find_only_1094">
            <a:extLst>
              <a:ext uri="{FF2B5EF4-FFF2-40B4-BE49-F238E27FC236}">
                <a16:creationId xmlns:a16="http://schemas.microsoft.com/office/drawing/2014/main" id="{E79E1D6C-15D5-4B17-933B-1D08F09803B5}"/>
              </a:ext>
            </a:extLst>
          </p:cNvPr>
          <p:cNvSpPr>
            <a:spLocks noGrp="1"/>
          </p:cNvSpPr>
          <p:nvPr/>
        </p:nvSpPr>
        <p:spPr>
          <a:xfrm>
            <a:off x="3196406" y="4123418"/>
            <a:ext cx="28398" cy="28398"/>
          </a:xfrm>
          <a:prstGeom prst="ellipse">
            <a:avLst/>
          </a:prstGeom>
          <a:solidFill>
            <a:srgbClr val="7F8C97">
              <a:alpha val="48000"/>
            </a:srgbClr>
          </a:solidFill>
          <a:ln w="0">
            <a:noFill/>
            <a:prstDash val="solid"/>
          </a:ln>
        </p:spPr>
      </p:sp>
      <p:sp>
        <p:nvSpPr>
          <p:cNvPr id="1096" name="01_find_only_1095">
            <a:extLst>
              <a:ext uri="{FF2B5EF4-FFF2-40B4-BE49-F238E27FC236}">
                <a16:creationId xmlns:a16="http://schemas.microsoft.com/office/drawing/2014/main" id="{5F565710-7752-4A2C-95D2-C4B2AA6C1504}"/>
              </a:ext>
            </a:extLst>
          </p:cNvPr>
          <p:cNvSpPr>
            <a:spLocks noGrp="1"/>
          </p:cNvSpPr>
          <p:nvPr/>
        </p:nvSpPr>
        <p:spPr>
          <a:xfrm>
            <a:off x="3178379" y="3489410"/>
            <a:ext cx="28398" cy="28398"/>
          </a:xfrm>
          <a:prstGeom prst="ellipse">
            <a:avLst/>
          </a:prstGeom>
          <a:solidFill>
            <a:srgbClr val="7F8C97">
              <a:alpha val="48000"/>
            </a:srgbClr>
          </a:solidFill>
          <a:ln w="0">
            <a:noFill/>
            <a:prstDash val="solid"/>
          </a:ln>
        </p:spPr>
      </p:sp>
      <p:sp>
        <p:nvSpPr>
          <p:cNvPr id="1097" name="01_find_only_1096">
            <a:extLst>
              <a:ext uri="{FF2B5EF4-FFF2-40B4-BE49-F238E27FC236}">
                <a16:creationId xmlns:a16="http://schemas.microsoft.com/office/drawing/2014/main" id="{492B4457-0525-41CF-8E96-D8A53B430B5D}"/>
              </a:ext>
            </a:extLst>
          </p:cNvPr>
          <p:cNvSpPr>
            <a:spLocks noGrp="1"/>
          </p:cNvSpPr>
          <p:nvPr/>
        </p:nvSpPr>
        <p:spPr>
          <a:xfrm>
            <a:off x="3128876" y="3489410"/>
            <a:ext cx="28398" cy="28398"/>
          </a:xfrm>
          <a:prstGeom prst="ellipse">
            <a:avLst/>
          </a:prstGeom>
          <a:solidFill>
            <a:srgbClr val="7F8C97">
              <a:alpha val="48000"/>
            </a:srgbClr>
          </a:solidFill>
          <a:ln w="0">
            <a:noFill/>
            <a:prstDash val="solid"/>
          </a:ln>
        </p:spPr>
      </p:sp>
      <p:sp>
        <p:nvSpPr>
          <p:cNvPr id="1098" name="01_find_only_1097">
            <a:extLst>
              <a:ext uri="{FF2B5EF4-FFF2-40B4-BE49-F238E27FC236}">
                <a16:creationId xmlns:a16="http://schemas.microsoft.com/office/drawing/2014/main" id="{7C240853-3ADC-4487-8BF6-D9E6C1D79E7C}"/>
              </a:ext>
            </a:extLst>
          </p:cNvPr>
          <p:cNvSpPr>
            <a:spLocks noGrp="1"/>
          </p:cNvSpPr>
          <p:nvPr/>
        </p:nvSpPr>
        <p:spPr>
          <a:xfrm>
            <a:off x="3178189" y="3278074"/>
            <a:ext cx="28398" cy="28398"/>
          </a:xfrm>
          <a:prstGeom prst="ellipse">
            <a:avLst/>
          </a:prstGeom>
          <a:solidFill>
            <a:srgbClr val="7F8C97">
              <a:alpha val="48000"/>
            </a:srgbClr>
          </a:solidFill>
          <a:ln w="0">
            <a:noFill/>
            <a:prstDash val="solid"/>
          </a:ln>
        </p:spPr>
      </p:sp>
      <p:sp>
        <p:nvSpPr>
          <p:cNvPr id="1099" name="01_find_only_1098">
            <a:extLst>
              <a:ext uri="{FF2B5EF4-FFF2-40B4-BE49-F238E27FC236}">
                <a16:creationId xmlns:a16="http://schemas.microsoft.com/office/drawing/2014/main" id="{2436DAC3-CB27-406F-9561-8498D964543C}"/>
              </a:ext>
            </a:extLst>
          </p:cNvPr>
          <p:cNvSpPr>
            <a:spLocks noGrp="1"/>
          </p:cNvSpPr>
          <p:nvPr/>
        </p:nvSpPr>
        <p:spPr>
          <a:xfrm>
            <a:off x="3141467" y="3489410"/>
            <a:ext cx="28398" cy="28398"/>
          </a:xfrm>
          <a:prstGeom prst="ellipse">
            <a:avLst/>
          </a:prstGeom>
          <a:solidFill>
            <a:srgbClr val="7F8C97">
              <a:alpha val="48000"/>
            </a:srgbClr>
          </a:solidFill>
          <a:ln w="0">
            <a:noFill/>
            <a:prstDash val="solid"/>
          </a:ln>
        </p:spPr>
      </p:sp>
      <p:sp>
        <p:nvSpPr>
          <p:cNvPr id="1100" name="01_find_only_1099">
            <a:extLst>
              <a:ext uri="{FF2B5EF4-FFF2-40B4-BE49-F238E27FC236}">
                <a16:creationId xmlns:a16="http://schemas.microsoft.com/office/drawing/2014/main" id="{D66BA2B8-742C-47AC-AB06-8367D21903CC}"/>
              </a:ext>
            </a:extLst>
          </p:cNvPr>
          <p:cNvSpPr>
            <a:spLocks noGrp="1"/>
          </p:cNvSpPr>
          <p:nvPr/>
        </p:nvSpPr>
        <p:spPr>
          <a:xfrm>
            <a:off x="3192687" y="3635719"/>
            <a:ext cx="28398" cy="28398"/>
          </a:xfrm>
          <a:prstGeom prst="ellipse">
            <a:avLst/>
          </a:prstGeom>
          <a:solidFill>
            <a:srgbClr val="7F8C97">
              <a:alpha val="48000"/>
            </a:srgbClr>
          </a:solidFill>
          <a:ln w="0">
            <a:noFill/>
            <a:prstDash val="solid"/>
          </a:ln>
        </p:spPr>
      </p:sp>
      <p:sp>
        <p:nvSpPr>
          <p:cNvPr id="1101" name="01_find_only_1100">
            <a:extLst>
              <a:ext uri="{FF2B5EF4-FFF2-40B4-BE49-F238E27FC236}">
                <a16:creationId xmlns:a16="http://schemas.microsoft.com/office/drawing/2014/main" id="{DFE6D304-BDE8-42D2-B169-0721D312B040}"/>
              </a:ext>
            </a:extLst>
          </p:cNvPr>
          <p:cNvSpPr>
            <a:spLocks noGrp="1"/>
          </p:cNvSpPr>
          <p:nvPr/>
        </p:nvSpPr>
        <p:spPr>
          <a:xfrm>
            <a:off x="3205277" y="3489410"/>
            <a:ext cx="28398" cy="28398"/>
          </a:xfrm>
          <a:prstGeom prst="ellipse">
            <a:avLst/>
          </a:prstGeom>
          <a:solidFill>
            <a:srgbClr val="7F8C97">
              <a:alpha val="48000"/>
            </a:srgbClr>
          </a:solidFill>
          <a:ln w="0">
            <a:noFill/>
            <a:prstDash val="solid"/>
          </a:ln>
        </p:spPr>
      </p:sp>
      <p:sp>
        <p:nvSpPr>
          <p:cNvPr id="1102" name="01_find_only_1101">
            <a:extLst>
              <a:ext uri="{FF2B5EF4-FFF2-40B4-BE49-F238E27FC236}">
                <a16:creationId xmlns:a16="http://schemas.microsoft.com/office/drawing/2014/main" id="{E5016DEA-B774-4CF7-BAD1-DA5F85EEA59E}"/>
              </a:ext>
            </a:extLst>
          </p:cNvPr>
          <p:cNvSpPr>
            <a:spLocks noGrp="1"/>
          </p:cNvSpPr>
          <p:nvPr/>
        </p:nvSpPr>
        <p:spPr>
          <a:xfrm>
            <a:off x="3139941" y="2855402"/>
            <a:ext cx="28398" cy="28398"/>
          </a:xfrm>
          <a:prstGeom prst="ellipse">
            <a:avLst/>
          </a:prstGeom>
          <a:solidFill>
            <a:srgbClr val="7F8C97">
              <a:alpha val="48000"/>
            </a:srgbClr>
          </a:solidFill>
          <a:ln w="0">
            <a:noFill/>
            <a:prstDash val="solid"/>
          </a:ln>
        </p:spPr>
      </p:sp>
      <p:sp>
        <p:nvSpPr>
          <p:cNvPr id="1103" name="01_find_only_1102">
            <a:extLst>
              <a:ext uri="{FF2B5EF4-FFF2-40B4-BE49-F238E27FC236}">
                <a16:creationId xmlns:a16="http://schemas.microsoft.com/office/drawing/2014/main" id="{1F7CD898-0851-449A-AF31-91104ACDF022}"/>
              </a:ext>
            </a:extLst>
          </p:cNvPr>
          <p:cNvSpPr>
            <a:spLocks noGrp="1"/>
          </p:cNvSpPr>
          <p:nvPr/>
        </p:nvSpPr>
        <p:spPr>
          <a:xfrm>
            <a:off x="3193545" y="2904172"/>
            <a:ext cx="28398" cy="28398"/>
          </a:xfrm>
          <a:prstGeom prst="ellipse">
            <a:avLst/>
          </a:prstGeom>
          <a:solidFill>
            <a:srgbClr val="7F8C97">
              <a:alpha val="48000"/>
            </a:srgbClr>
          </a:solidFill>
          <a:ln w="0">
            <a:noFill/>
            <a:prstDash val="solid"/>
          </a:ln>
        </p:spPr>
      </p:sp>
      <p:sp>
        <p:nvSpPr>
          <p:cNvPr id="1104" name="01_find_only_1103">
            <a:extLst>
              <a:ext uri="{FF2B5EF4-FFF2-40B4-BE49-F238E27FC236}">
                <a16:creationId xmlns:a16="http://schemas.microsoft.com/office/drawing/2014/main" id="{CC41450C-46DB-4B86-B0DE-D6AF674F996D}"/>
              </a:ext>
            </a:extLst>
          </p:cNvPr>
          <p:cNvSpPr>
            <a:spLocks noGrp="1"/>
          </p:cNvSpPr>
          <p:nvPr/>
        </p:nvSpPr>
        <p:spPr>
          <a:xfrm>
            <a:off x="3144710" y="3489410"/>
            <a:ext cx="28398" cy="28398"/>
          </a:xfrm>
          <a:prstGeom prst="ellipse">
            <a:avLst/>
          </a:prstGeom>
          <a:solidFill>
            <a:srgbClr val="7F8C97">
              <a:alpha val="48000"/>
            </a:srgbClr>
          </a:solidFill>
          <a:ln w="0">
            <a:noFill/>
            <a:prstDash val="solid"/>
          </a:ln>
        </p:spPr>
      </p:sp>
      <p:sp>
        <p:nvSpPr>
          <p:cNvPr id="1105" name="01_find_only_1104">
            <a:extLst>
              <a:ext uri="{FF2B5EF4-FFF2-40B4-BE49-F238E27FC236}">
                <a16:creationId xmlns:a16="http://schemas.microsoft.com/office/drawing/2014/main" id="{B3C357D4-0C4F-4D89-A005-32B7483836F7}"/>
              </a:ext>
            </a:extLst>
          </p:cNvPr>
          <p:cNvSpPr>
            <a:spLocks noGrp="1"/>
          </p:cNvSpPr>
          <p:nvPr/>
        </p:nvSpPr>
        <p:spPr>
          <a:xfrm>
            <a:off x="3148906" y="3278074"/>
            <a:ext cx="28398" cy="28398"/>
          </a:xfrm>
          <a:prstGeom prst="ellipse">
            <a:avLst/>
          </a:prstGeom>
          <a:solidFill>
            <a:srgbClr val="7F8C97">
              <a:alpha val="48000"/>
            </a:srgbClr>
          </a:solidFill>
          <a:ln w="0">
            <a:noFill/>
            <a:prstDash val="solid"/>
          </a:ln>
        </p:spPr>
      </p:sp>
      <p:sp>
        <p:nvSpPr>
          <p:cNvPr id="1106" name="01_find_only_1105">
            <a:extLst>
              <a:ext uri="{FF2B5EF4-FFF2-40B4-BE49-F238E27FC236}">
                <a16:creationId xmlns:a16="http://schemas.microsoft.com/office/drawing/2014/main" id="{61C784F2-31EE-4426-9C62-561E2B10532D}"/>
              </a:ext>
            </a:extLst>
          </p:cNvPr>
          <p:cNvSpPr>
            <a:spLocks noGrp="1"/>
          </p:cNvSpPr>
          <p:nvPr/>
        </p:nvSpPr>
        <p:spPr>
          <a:xfrm>
            <a:off x="3137556" y="3278074"/>
            <a:ext cx="28398" cy="28398"/>
          </a:xfrm>
          <a:prstGeom prst="ellipse">
            <a:avLst/>
          </a:prstGeom>
          <a:solidFill>
            <a:srgbClr val="7F8C97">
              <a:alpha val="48000"/>
            </a:srgbClr>
          </a:solidFill>
          <a:ln w="0">
            <a:noFill/>
            <a:prstDash val="solid"/>
          </a:ln>
        </p:spPr>
      </p:sp>
      <p:sp>
        <p:nvSpPr>
          <p:cNvPr id="1107" name="01_find_only_1106">
            <a:extLst>
              <a:ext uri="{FF2B5EF4-FFF2-40B4-BE49-F238E27FC236}">
                <a16:creationId xmlns:a16="http://schemas.microsoft.com/office/drawing/2014/main" id="{E1655420-7A9A-43D7-9153-71D68004DB91}"/>
              </a:ext>
            </a:extLst>
          </p:cNvPr>
          <p:cNvSpPr>
            <a:spLocks noGrp="1"/>
          </p:cNvSpPr>
          <p:nvPr/>
        </p:nvSpPr>
        <p:spPr>
          <a:xfrm>
            <a:off x="3192496" y="3013904"/>
            <a:ext cx="28398" cy="28398"/>
          </a:xfrm>
          <a:prstGeom prst="ellipse">
            <a:avLst/>
          </a:prstGeom>
          <a:solidFill>
            <a:srgbClr val="7F8C97">
              <a:alpha val="48000"/>
            </a:srgbClr>
          </a:solidFill>
          <a:ln w="0">
            <a:noFill/>
            <a:prstDash val="solid"/>
          </a:ln>
        </p:spPr>
      </p:sp>
      <p:sp>
        <p:nvSpPr>
          <p:cNvPr id="1108" name="01_find_only_1107">
            <a:extLst>
              <a:ext uri="{FF2B5EF4-FFF2-40B4-BE49-F238E27FC236}">
                <a16:creationId xmlns:a16="http://schemas.microsoft.com/office/drawing/2014/main" id="{B99399D0-5A93-4280-81B5-3A72B4B0E00B}"/>
              </a:ext>
            </a:extLst>
          </p:cNvPr>
          <p:cNvSpPr>
            <a:spLocks noGrp="1"/>
          </p:cNvSpPr>
          <p:nvPr/>
        </p:nvSpPr>
        <p:spPr>
          <a:xfrm>
            <a:off x="3217104" y="2855402"/>
            <a:ext cx="28398" cy="28398"/>
          </a:xfrm>
          <a:prstGeom prst="ellipse">
            <a:avLst/>
          </a:prstGeom>
          <a:solidFill>
            <a:srgbClr val="7F8C97">
              <a:alpha val="48000"/>
            </a:srgbClr>
          </a:solidFill>
          <a:ln w="0">
            <a:noFill/>
            <a:prstDash val="solid"/>
          </a:ln>
        </p:spPr>
      </p:sp>
      <p:sp>
        <p:nvSpPr>
          <p:cNvPr id="1109" name="01_find_only_1108">
            <a:extLst>
              <a:ext uri="{FF2B5EF4-FFF2-40B4-BE49-F238E27FC236}">
                <a16:creationId xmlns:a16="http://schemas.microsoft.com/office/drawing/2014/main" id="{2D7EACA5-25A8-4906-B7CD-E18077BE7A7B}"/>
              </a:ext>
            </a:extLst>
          </p:cNvPr>
          <p:cNvSpPr>
            <a:spLocks noGrp="1"/>
          </p:cNvSpPr>
          <p:nvPr/>
        </p:nvSpPr>
        <p:spPr>
          <a:xfrm>
            <a:off x="3221206" y="3579982"/>
            <a:ext cx="28398" cy="28398"/>
          </a:xfrm>
          <a:prstGeom prst="ellipse">
            <a:avLst/>
          </a:prstGeom>
          <a:solidFill>
            <a:srgbClr val="7F8C97">
              <a:alpha val="48000"/>
            </a:srgbClr>
          </a:solidFill>
          <a:ln w="0">
            <a:noFill/>
            <a:prstDash val="solid"/>
          </a:ln>
        </p:spPr>
      </p:sp>
      <p:sp>
        <p:nvSpPr>
          <p:cNvPr id="1110" name="01_find_only_1109">
            <a:extLst>
              <a:ext uri="{FF2B5EF4-FFF2-40B4-BE49-F238E27FC236}">
                <a16:creationId xmlns:a16="http://schemas.microsoft.com/office/drawing/2014/main" id="{125C058B-B506-43EB-868C-888413FB77E9}"/>
              </a:ext>
            </a:extLst>
          </p:cNvPr>
          <p:cNvSpPr>
            <a:spLocks noGrp="1"/>
          </p:cNvSpPr>
          <p:nvPr/>
        </p:nvSpPr>
        <p:spPr>
          <a:xfrm>
            <a:off x="3162260" y="2855402"/>
            <a:ext cx="28398" cy="28398"/>
          </a:xfrm>
          <a:prstGeom prst="ellipse">
            <a:avLst/>
          </a:prstGeom>
          <a:solidFill>
            <a:srgbClr val="7F8C97">
              <a:alpha val="48000"/>
            </a:srgbClr>
          </a:solidFill>
          <a:ln w="0">
            <a:noFill/>
            <a:prstDash val="solid"/>
          </a:ln>
        </p:spPr>
      </p:sp>
      <p:sp>
        <p:nvSpPr>
          <p:cNvPr id="1111" name="01_find_only_1110">
            <a:extLst>
              <a:ext uri="{FF2B5EF4-FFF2-40B4-BE49-F238E27FC236}">
                <a16:creationId xmlns:a16="http://schemas.microsoft.com/office/drawing/2014/main" id="{F755891A-D590-4FF8-8646-6F5F62E690AC}"/>
              </a:ext>
            </a:extLst>
          </p:cNvPr>
          <p:cNvSpPr>
            <a:spLocks noGrp="1"/>
          </p:cNvSpPr>
          <p:nvPr/>
        </p:nvSpPr>
        <p:spPr>
          <a:xfrm>
            <a:off x="3197265" y="3700746"/>
            <a:ext cx="28398" cy="28398"/>
          </a:xfrm>
          <a:prstGeom prst="ellipse">
            <a:avLst/>
          </a:prstGeom>
          <a:solidFill>
            <a:srgbClr val="7F8C97">
              <a:alpha val="48000"/>
            </a:srgbClr>
          </a:solidFill>
          <a:ln w="0">
            <a:noFill/>
            <a:prstDash val="solid"/>
          </a:ln>
        </p:spPr>
      </p:sp>
      <p:sp>
        <p:nvSpPr>
          <p:cNvPr id="1112" name="01_find_only_1111">
            <a:extLst>
              <a:ext uri="{FF2B5EF4-FFF2-40B4-BE49-F238E27FC236}">
                <a16:creationId xmlns:a16="http://schemas.microsoft.com/office/drawing/2014/main" id="{17FC42EF-666E-445F-96E0-804BF32795F4}"/>
              </a:ext>
            </a:extLst>
          </p:cNvPr>
          <p:cNvSpPr>
            <a:spLocks noGrp="1"/>
          </p:cNvSpPr>
          <p:nvPr/>
        </p:nvSpPr>
        <p:spPr>
          <a:xfrm>
            <a:off x="3215769" y="2855402"/>
            <a:ext cx="28398" cy="28398"/>
          </a:xfrm>
          <a:prstGeom prst="ellipse">
            <a:avLst/>
          </a:prstGeom>
          <a:solidFill>
            <a:srgbClr val="7F8C97">
              <a:alpha val="48000"/>
            </a:srgbClr>
          </a:solidFill>
          <a:ln w="0">
            <a:noFill/>
            <a:prstDash val="solid"/>
          </a:ln>
        </p:spPr>
      </p:sp>
      <p:sp>
        <p:nvSpPr>
          <p:cNvPr id="1113" name="01_find_only_1112">
            <a:extLst>
              <a:ext uri="{FF2B5EF4-FFF2-40B4-BE49-F238E27FC236}">
                <a16:creationId xmlns:a16="http://schemas.microsoft.com/office/drawing/2014/main" id="{A5E99957-CDAE-4146-B746-29710C9AE5B5}"/>
              </a:ext>
            </a:extLst>
          </p:cNvPr>
          <p:cNvSpPr>
            <a:spLocks noGrp="1"/>
          </p:cNvSpPr>
          <p:nvPr/>
        </p:nvSpPr>
        <p:spPr>
          <a:xfrm>
            <a:off x="3204514" y="3278074"/>
            <a:ext cx="28398" cy="28398"/>
          </a:xfrm>
          <a:prstGeom prst="ellipse">
            <a:avLst/>
          </a:prstGeom>
          <a:solidFill>
            <a:srgbClr val="7F8C97">
              <a:alpha val="48000"/>
            </a:srgbClr>
          </a:solidFill>
          <a:ln w="0">
            <a:noFill/>
            <a:prstDash val="solid"/>
          </a:ln>
        </p:spPr>
      </p:sp>
      <p:sp>
        <p:nvSpPr>
          <p:cNvPr id="1114" name="01_find_only_1113">
            <a:extLst>
              <a:ext uri="{FF2B5EF4-FFF2-40B4-BE49-F238E27FC236}">
                <a16:creationId xmlns:a16="http://schemas.microsoft.com/office/drawing/2014/main" id="{69086E11-E7F1-4816-8318-83BC644795E5}"/>
              </a:ext>
            </a:extLst>
          </p:cNvPr>
          <p:cNvSpPr>
            <a:spLocks noGrp="1"/>
          </p:cNvSpPr>
          <p:nvPr/>
        </p:nvSpPr>
        <p:spPr>
          <a:xfrm>
            <a:off x="3194403" y="4123418"/>
            <a:ext cx="28398" cy="28398"/>
          </a:xfrm>
          <a:prstGeom prst="ellipse">
            <a:avLst/>
          </a:prstGeom>
          <a:solidFill>
            <a:srgbClr val="7F8C97">
              <a:alpha val="48000"/>
            </a:srgbClr>
          </a:solidFill>
          <a:ln w="0">
            <a:noFill/>
            <a:prstDash val="solid"/>
          </a:ln>
        </p:spPr>
      </p:sp>
      <p:sp>
        <p:nvSpPr>
          <p:cNvPr id="1115" name="01_find_only_1114">
            <a:extLst>
              <a:ext uri="{FF2B5EF4-FFF2-40B4-BE49-F238E27FC236}">
                <a16:creationId xmlns:a16="http://schemas.microsoft.com/office/drawing/2014/main" id="{54D3E2B8-ABF7-44A2-BDCD-AE0C20EC75DB}"/>
              </a:ext>
            </a:extLst>
          </p:cNvPr>
          <p:cNvSpPr>
            <a:spLocks noGrp="1"/>
          </p:cNvSpPr>
          <p:nvPr/>
        </p:nvSpPr>
        <p:spPr>
          <a:xfrm>
            <a:off x="3171035" y="2855402"/>
            <a:ext cx="28398" cy="28398"/>
          </a:xfrm>
          <a:prstGeom prst="ellipse">
            <a:avLst/>
          </a:prstGeom>
          <a:solidFill>
            <a:srgbClr val="7F8C97">
              <a:alpha val="48000"/>
            </a:srgbClr>
          </a:solidFill>
          <a:ln w="0">
            <a:noFill/>
            <a:prstDash val="solid"/>
          </a:ln>
        </p:spPr>
      </p:sp>
      <p:sp>
        <p:nvSpPr>
          <p:cNvPr id="1116" name="01_find_only_1115">
            <a:extLst>
              <a:ext uri="{FF2B5EF4-FFF2-40B4-BE49-F238E27FC236}">
                <a16:creationId xmlns:a16="http://schemas.microsoft.com/office/drawing/2014/main" id="{B276BF7B-A1B6-476D-91B9-075AA9BCFC2A}"/>
              </a:ext>
            </a:extLst>
          </p:cNvPr>
          <p:cNvSpPr>
            <a:spLocks noGrp="1"/>
          </p:cNvSpPr>
          <p:nvPr/>
        </p:nvSpPr>
        <p:spPr>
          <a:xfrm>
            <a:off x="3168173" y="3409816"/>
            <a:ext cx="28398" cy="28398"/>
          </a:xfrm>
          <a:prstGeom prst="ellipse">
            <a:avLst/>
          </a:prstGeom>
          <a:solidFill>
            <a:srgbClr val="7F8C97">
              <a:alpha val="48000"/>
            </a:srgbClr>
          </a:solidFill>
          <a:ln w="0">
            <a:noFill/>
            <a:prstDash val="solid"/>
          </a:ln>
        </p:spPr>
      </p:sp>
      <p:sp>
        <p:nvSpPr>
          <p:cNvPr id="1117" name="01_find_only_1116">
            <a:extLst>
              <a:ext uri="{FF2B5EF4-FFF2-40B4-BE49-F238E27FC236}">
                <a16:creationId xmlns:a16="http://schemas.microsoft.com/office/drawing/2014/main" id="{C80D4A95-E8A3-4B5B-8FFF-BCB04BA79C12}"/>
              </a:ext>
            </a:extLst>
          </p:cNvPr>
          <p:cNvSpPr>
            <a:spLocks noGrp="1"/>
          </p:cNvSpPr>
          <p:nvPr/>
        </p:nvSpPr>
        <p:spPr>
          <a:xfrm>
            <a:off x="3136411" y="3489410"/>
            <a:ext cx="28398" cy="28398"/>
          </a:xfrm>
          <a:prstGeom prst="ellipse">
            <a:avLst/>
          </a:prstGeom>
          <a:solidFill>
            <a:srgbClr val="7F8C97">
              <a:alpha val="48000"/>
            </a:srgbClr>
          </a:solidFill>
          <a:ln w="0">
            <a:noFill/>
            <a:prstDash val="solid"/>
          </a:ln>
        </p:spPr>
      </p:sp>
      <p:sp>
        <p:nvSpPr>
          <p:cNvPr id="1118" name="01_find_only_1117">
            <a:extLst>
              <a:ext uri="{FF2B5EF4-FFF2-40B4-BE49-F238E27FC236}">
                <a16:creationId xmlns:a16="http://schemas.microsoft.com/office/drawing/2014/main" id="{B189A046-0AB1-4EE5-8F2D-233CADEE4DA3}"/>
              </a:ext>
            </a:extLst>
          </p:cNvPr>
          <p:cNvSpPr>
            <a:spLocks noGrp="1"/>
          </p:cNvSpPr>
          <p:nvPr/>
        </p:nvSpPr>
        <p:spPr>
          <a:xfrm>
            <a:off x="3216055" y="2855402"/>
            <a:ext cx="28398" cy="28398"/>
          </a:xfrm>
          <a:prstGeom prst="ellipse">
            <a:avLst/>
          </a:prstGeom>
          <a:solidFill>
            <a:srgbClr val="7F8C97">
              <a:alpha val="48000"/>
            </a:srgbClr>
          </a:solidFill>
          <a:ln w="0">
            <a:noFill/>
            <a:prstDash val="solid"/>
          </a:ln>
        </p:spPr>
      </p:sp>
      <p:sp>
        <p:nvSpPr>
          <p:cNvPr id="1119" name="01_find_only_1118">
            <a:extLst>
              <a:ext uri="{FF2B5EF4-FFF2-40B4-BE49-F238E27FC236}">
                <a16:creationId xmlns:a16="http://schemas.microsoft.com/office/drawing/2014/main" id="{B68DDCE3-447F-4D1B-899E-453A1128FD39}"/>
              </a:ext>
            </a:extLst>
          </p:cNvPr>
          <p:cNvSpPr>
            <a:spLocks noGrp="1"/>
          </p:cNvSpPr>
          <p:nvPr/>
        </p:nvSpPr>
        <p:spPr>
          <a:xfrm>
            <a:off x="3205945" y="2855402"/>
            <a:ext cx="28398" cy="28398"/>
          </a:xfrm>
          <a:prstGeom prst="ellipse">
            <a:avLst/>
          </a:prstGeom>
          <a:solidFill>
            <a:srgbClr val="7F8C97">
              <a:alpha val="48000"/>
            </a:srgbClr>
          </a:solidFill>
          <a:ln w="0">
            <a:noFill/>
            <a:prstDash val="solid"/>
          </a:ln>
        </p:spPr>
      </p:sp>
      <p:sp>
        <p:nvSpPr>
          <p:cNvPr id="1120" name="01_find_only_1119">
            <a:extLst>
              <a:ext uri="{FF2B5EF4-FFF2-40B4-BE49-F238E27FC236}">
                <a16:creationId xmlns:a16="http://schemas.microsoft.com/office/drawing/2014/main" id="{05DEFEEB-A9A4-4663-90DC-9D3F81EE733A}"/>
              </a:ext>
            </a:extLst>
          </p:cNvPr>
          <p:cNvSpPr>
            <a:spLocks noGrp="1"/>
          </p:cNvSpPr>
          <p:nvPr/>
        </p:nvSpPr>
        <p:spPr>
          <a:xfrm>
            <a:off x="3191542" y="2855402"/>
            <a:ext cx="28398" cy="28398"/>
          </a:xfrm>
          <a:prstGeom prst="ellipse">
            <a:avLst/>
          </a:prstGeom>
          <a:solidFill>
            <a:srgbClr val="7F8C97">
              <a:alpha val="48000"/>
            </a:srgbClr>
          </a:solidFill>
          <a:ln w="0">
            <a:noFill/>
            <a:prstDash val="solid"/>
          </a:ln>
        </p:spPr>
      </p:sp>
      <p:sp>
        <p:nvSpPr>
          <p:cNvPr id="1121" name="01_find_only_1120">
            <a:extLst>
              <a:ext uri="{FF2B5EF4-FFF2-40B4-BE49-F238E27FC236}">
                <a16:creationId xmlns:a16="http://schemas.microsoft.com/office/drawing/2014/main" id="{6842CF71-BD16-4D50-98CB-2C6E06A99964}"/>
              </a:ext>
            </a:extLst>
          </p:cNvPr>
          <p:cNvSpPr>
            <a:spLocks noGrp="1"/>
          </p:cNvSpPr>
          <p:nvPr/>
        </p:nvSpPr>
        <p:spPr>
          <a:xfrm>
            <a:off x="3133073" y="2855402"/>
            <a:ext cx="28398" cy="28398"/>
          </a:xfrm>
          <a:prstGeom prst="ellipse">
            <a:avLst/>
          </a:prstGeom>
          <a:solidFill>
            <a:srgbClr val="7F8C97">
              <a:alpha val="48000"/>
            </a:srgbClr>
          </a:solidFill>
          <a:ln w="0">
            <a:noFill/>
            <a:prstDash val="solid"/>
          </a:ln>
        </p:spPr>
      </p:sp>
      <p:sp>
        <p:nvSpPr>
          <p:cNvPr id="1122" name="01_find_only_1121">
            <a:extLst>
              <a:ext uri="{FF2B5EF4-FFF2-40B4-BE49-F238E27FC236}">
                <a16:creationId xmlns:a16="http://schemas.microsoft.com/office/drawing/2014/main" id="{8FC77987-3A51-4A8F-849D-F67FDB1B6630}"/>
              </a:ext>
            </a:extLst>
          </p:cNvPr>
          <p:cNvSpPr>
            <a:spLocks noGrp="1"/>
          </p:cNvSpPr>
          <p:nvPr/>
        </p:nvSpPr>
        <p:spPr>
          <a:xfrm>
            <a:off x="3142325" y="3954349"/>
            <a:ext cx="28398" cy="28398"/>
          </a:xfrm>
          <a:prstGeom prst="ellipse">
            <a:avLst/>
          </a:prstGeom>
          <a:solidFill>
            <a:srgbClr val="7F8C97">
              <a:alpha val="48000"/>
            </a:srgbClr>
          </a:solidFill>
          <a:ln w="0">
            <a:noFill/>
            <a:prstDash val="solid"/>
          </a:ln>
        </p:spPr>
      </p:sp>
      <p:sp>
        <p:nvSpPr>
          <p:cNvPr id="1123" name="01_find_only_1122">
            <a:extLst>
              <a:ext uri="{FF2B5EF4-FFF2-40B4-BE49-F238E27FC236}">
                <a16:creationId xmlns:a16="http://schemas.microsoft.com/office/drawing/2014/main" id="{B5E1040C-9CA8-4013-B0BC-D24D8DBE806A}"/>
              </a:ext>
            </a:extLst>
          </p:cNvPr>
          <p:cNvSpPr>
            <a:spLocks noGrp="1"/>
          </p:cNvSpPr>
          <p:nvPr/>
        </p:nvSpPr>
        <p:spPr>
          <a:xfrm>
            <a:off x="3151577" y="3066738"/>
            <a:ext cx="28398" cy="28398"/>
          </a:xfrm>
          <a:prstGeom prst="ellipse">
            <a:avLst/>
          </a:prstGeom>
          <a:solidFill>
            <a:srgbClr val="7F8C97">
              <a:alpha val="48000"/>
            </a:srgbClr>
          </a:solidFill>
          <a:ln w="0">
            <a:noFill/>
            <a:prstDash val="solid"/>
          </a:ln>
        </p:spPr>
      </p:sp>
      <p:sp>
        <p:nvSpPr>
          <p:cNvPr id="1124" name="01_find_only_1123">
            <a:extLst>
              <a:ext uri="{FF2B5EF4-FFF2-40B4-BE49-F238E27FC236}">
                <a16:creationId xmlns:a16="http://schemas.microsoft.com/office/drawing/2014/main" id="{69B449C7-4346-4A96-97A9-14C226EE5C5F}"/>
              </a:ext>
            </a:extLst>
          </p:cNvPr>
          <p:cNvSpPr>
            <a:spLocks noGrp="1"/>
          </p:cNvSpPr>
          <p:nvPr/>
        </p:nvSpPr>
        <p:spPr>
          <a:xfrm>
            <a:off x="3192496" y="2855402"/>
            <a:ext cx="28398" cy="28398"/>
          </a:xfrm>
          <a:prstGeom prst="ellipse">
            <a:avLst/>
          </a:prstGeom>
          <a:solidFill>
            <a:srgbClr val="7F8C97">
              <a:alpha val="48000"/>
            </a:srgbClr>
          </a:solidFill>
          <a:ln w="0">
            <a:noFill/>
            <a:prstDash val="solid"/>
          </a:ln>
        </p:spPr>
      </p:sp>
      <p:sp>
        <p:nvSpPr>
          <p:cNvPr id="1125" name="01_find_only_1124">
            <a:extLst>
              <a:ext uri="{FF2B5EF4-FFF2-40B4-BE49-F238E27FC236}">
                <a16:creationId xmlns:a16="http://schemas.microsoft.com/office/drawing/2014/main" id="{EA69D827-7EE2-4A80-9360-565AAF7E81B8}"/>
              </a:ext>
            </a:extLst>
          </p:cNvPr>
          <p:cNvSpPr>
            <a:spLocks noGrp="1"/>
          </p:cNvSpPr>
          <p:nvPr/>
        </p:nvSpPr>
        <p:spPr>
          <a:xfrm>
            <a:off x="3182862" y="3489410"/>
            <a:ext cx="28398" cy="28398"/>
          </a:xfrm>
          <a:prstGeom prst="ellipse">
            <a:avLst/>
          </a:prstGeom>
          <a:solidFill>
            <a:srgbClr val="7F8C97">
              <a:alpha val="48000"/>
            </a:srgbClr>
          </a:solidFill>
          <a:ln w="0">
            <a:noFill/>
            <a:prstDash val="solid"/>
          </a:ln>
        </p:spPr>
      </p:sp>
      <p:sp>
        <p:nvSpPr>
          <p:cNvPr id="1126" name="01_find_only_1125">
            <a:extLst>
              <a:ext uri="{FF2B5EF4-FFF2-40B4-BE49-F238E27FC236}">
                <a16:creationId xmlns:a16="http://schemas.microsoft.com/office/drawing/2014/main" id="{9BD3F9D6-CF9A-4806-A0F4-E78BE145D9D4}"/>
              </a:ext>
            </a:extLst>
          </p:cNvPr>
          <p:cNvSpPr>
            <a:spLocks noGrp="1"/>
          </p:cNvSpPr>
          <p:nvPr/>
        </p:nvSpPr>
        <p:spPr>
          <a:xfrm>
            <a:off x="3146331" y="3278074"/>
            <a:ext cx="28398" cy="28398"/>
          </a:xfrm>
          <a:prstGeom prst="ellipse">
            <a:avLst/>
          </a:prstGeom>
          <a:solidFill>
            <a:srgbClr val="7F8C97">
              <a:alpha val="48000"/>
            </a:srgbClr>
          </a:solidFill>
          <a:ln w="0">
            <a:noFill/>
            <a:prstDash val="solid"/>
          </a:ln>
        </p:spPr>
      </p:sp>
      <p:sp>
        <p:nvSpPr>
          <p:cNvPr id="1127" name="01_find_only_1126">
            <a:extLst>
              <a:ext uri="{FF2B5EF4-FFF2-40B4-BE49-F238E27FC236}">
                <a16:creationId xmlns:a16="http://schemas.microsoft.com/office/drawing/2014/main" id="{0491D1A6-01BE-48DE-9445-FAEAF7D74536}"/>
              </a:ext>
            </a:extLst>
          </p:cNvPr>
          <p:cNvSpPr>
            <a:spLocks noGrp="1"/>
          </p:cNvSpPr>
          <p:nvPr/>
        </p:nvSpPr>
        <p:spPr>
          <a:xfrm>
            <a:off x="3163595" y="3489410"/>
            <a:ext cx="28398" cy="28398"/>
          </a:xfrm>
          <a:prstGeom prst="ellipse">
            <a:avLst/>
          </a:prstGeom>
          <a:solidFill>
            <a:srgbClr val="7F8C97">
              <a:alpha val="48000"/>
            </a:srgbClr>
          </a:solidFill>
          <a:ln w="0">
            <a:noFill/>
            <a:prstDash val="solid"/>
          </a:ln>
        </p:spPr>
      </p:sp>
      <p:sp>
        <p:nvSpPr>
          <p:cNvPr id="1128" name="01_find_only_1127">
            <a:extLst>
              <a:ext uri="{FF2B5EF4-FFF2-40B4-BE49-F238E27FC236}">
                <a16:creationId xmlns:a16="http://schemas.microsoft.com/office/drawing/2014/main" id="{4D95D4BC-53AD-4956-811B-727813305528}"/>
              </a:ext>
            </a:extLst>
          </p:cNvPr>
          <p:cNvSpPr>
            <a:spLocks noGrp="1"/>
          </p:cNvSpPr>
          <p:nvPr/>
        </p:nvSpPr>
        <p:spPr>
          <a:xfrm>
            <a:off x="3129830" y="4078132"/>
            <a:ext cx="28398" cy="28398"/>
          </a:xfrm>
          <a:prstGeom prst="ellipse">
            <a:avLst/>
          </a:prstGeom>
          <a:solidFill>
            <a:srgbClr val="7F8C97">
              <a:alpha val="48000"/>
            </a:srgbClr>
          </a:solidFill>
          <a:ln w="0">
            <a:noFill/>
            <a:prstDash val="solid"/>
          </a:ln>
        </p:spPr>
      </p:sp>
      <p:sp>
        <p:nvSpPr>
          <p:cNvPr id="1129" name="01_find_only_1128">
            <a:extLst>
              <a:ext uri="{FF2B5EF4-FFF2-40B4-BE49-F238E27FC236}">
                <a16:creationId xmlns:a16="http://schemas.microsoft.com/office/drawing/2014/main" id="{E3201B21-35C2-4D78-93AD-92E1C2CF07EC}"/>
              </a:ext>
            </a:extLst>
          </p:cNvPr>
          <p:cNvSpPr>
            <a:spLocks noGrp="1"/>
          </p:cNvSpPr>
          <p:nvPr/>
        </p:nvSpPr>
        <p:spPr>
          <a:xfrm>
            <a:off x="3650623" y="2855402"/>
            <a:ext cx="28398" cy="28398"/>
          </a:xfrm>
          <a:prstGeom prst="ellipse">
            <a:avLst/>
          </a:prstGeom>
          <a:solidFill>
            <a:srgbClr val="7F8C97">
              <a:alpha val="48000"/>
            </a:srgbClr>
          </a:solidFill>
          <a:ln w="0">
            <a:noFill/>
            <a:prstDash val="solid"/>
          </a:ln>
        </p:spPr>
      </p:sp>
      <p:sp>
        <p:nvSpPr>
          <p:cNvPr id="1130" name="01_find_only_1129">
            <a:extLst>
              <a:ext uri="{FF2B5EF4-FFF2-40B4-BE49-F238E27FC236}">
                <a16:creationId xmlns:a16="http://schemas.microsoft.com/office/drawing/2014/main" id="{D71BC030-FDB5-4835-A86C-E782EF9CA5F9}"/>
              </a:ext>
            </a:extLst>
          </p:cNvPr>
          <p:cNvSpPr>
            <a:spLocks noGrp="1"/>
          </p:cNvSpPr>
          <p:nvPr/>
        </p:nvSpPr>
        <p:spPr>
          <a:xfrm>
            <a:off x="3632310" y="3489410"/>
            <a:ext cx="28398" cy="28398"/>
          </a:xfrm>
          <a:prstGeom prst="ellipse">
            <a:avLst/>
          </a:prstGeom>
          <a:solidFill>
            <a:srgbClr val="7F8C97">
              <a:alpha val="48000"/>
            </a:srgbClr>
          </a:solidFill>
          <a:ln w="0">
            <a:noFill/>
            <a:prstDash val="solid"/>
          </a:ln>
        </p:spPr>
      </p:sp>
      <p:sp>
        <p:nvSpPr>
          <p:cNvPr id="1131" name="01_find_only_1130">
            <a:extLst>
              <a:ext uri="{FF2B5EF4-FFF2-40B4-BE49-F238E27FC236}">
                <a16:creationId xmlns:a16="http://schemas.microsoft.com/office/drawing/2014/main" id="{076A8276-DEE9-4668-9B26-8614DBEF49D2}"/>
              </a:ext>
            </a:extLst>
          </p:cNvPr>
          <p:cNvSpPr>
            <a:spLocks noGrp="1"/>
          </p:cNvSpPr>
          <p:nvPr/>
        </p:nvSpPr>
        <p:spPr>
          <a:xfrm>
            <a:off x="3647190" y="2855402"/>
            <a:ext cx="28398" cy="28398"/>
          </a:xfrm>
          <a:prstGeom prst="ellipse">
            <a:avLst/>
          </a:prstGeom>
          <a:solidFill>
            <a:srgbClr val="7F8C97">
              <a:alpha val="48000"/>
            </a:srgbClr>
          </a:solidFill>
          <a:ln w="0">
            <a:noFill/>
            <a:prstDash val="solid"/>
          </a:ln>
        </p:spPr>
      </p:sp>
      <p:sp>
        <p:nvSpPr>
          <p:cNvPr id="1132" name="01_find_only_1131">
            <a:extLst>
              <a:ext uri="{FF2B5EF4-FFF2-40B4-BE49-F238E27FC236}">
                <a16:creationId xmlns:a16="http://schemas.microsoft.com/office/drawing/2014/main" id="{06FCB6D0-D7A8-4BAF-BA7C-67FBAEE4A96C}"/>
              </a:ext>
            </a:extLst>
          </p:cNvPr>
          <p:cNvSpPr>
            <a:spLocks noGrp="1"/>
          </p:cNvSpPr>
          <p:nvPr/>
        </p:nvSpPr>
        <p:spPr>
          <a:xfrm>
            <a:off x="3646808" y="2961070"/>
            <a:ext cx="28398" cy="28398"/>
          </a:xfrm>
          <a:prstGeom prst="ellipse">
            <a:avLst/>
          </a:prstGeom>
          <a:solidFill>
            <a:srgbClr val="7F8C97">
              <a:alpha val="48000"/>
            </a:srgbClr>
          </a:solidFill>
          <a:ln w="0">
            <a:noFill/>
            <a:prstDash val="solid"/>
          </a:ln>
        </p:spPr>
      </p:sp>
      <p:sp>
        <p:nvSpPr>
          <p:cNvPr id="1133" name="01_find_only_1132">
            <a:extLst>
              <a:ext uri="{FF2B5EF4-FFF2-40B4-BE49-F238E27FC236}">
                <a16:creationId xmlns:a16="http://schemas.microsoft.com/office/drawing/2014/main" id="{9CE9ED90-FE87-4480-842E-1FFD35E15715}"/>
              </a:ext>
            </a:extLst>
          </p:cNvPr>
          <p:cNvSpPr>
            <a:spLocks noGrp="1"/>
          </p:cNvSpPr>
          <p:nvPr/>
        </p:nvSpPr>
        <p:spPr>
          <a:xfrm>
            <a:off x="3663023" y="2855402"/>
            <a:ext cx="28398" cy="28398"/>
          </a:xfrm>
          <a:prstGeom prst="ellipse">
            <a:avLst/>
          </a:prstGeom>
          <a:solidFill>
            <a:srgbClr val="7F8C97">
              <a:alpha val="48000"/>
            </a:srgbClr>
          </a:solidFill>
          <a:ln w="0">
            <a:noFill/>
            <a:prstDash val="solid"/>
          </a:ln>
        </p:spPr>
      </p:sp>
      <p:sp>
        <p:nvSpPr>
          <p:cNvPr id="1134" name="01_find_only_1133">
            <a:extLst>
              <a:ext uri="{FF2B5EF4-FFF2-40B4-BE49-F238E27FC236}">
                <a16:creationId xmlns:a16="http://schemas.microsoft.com/office/drawing/2014/main" id="{EEA65270-C2AA-4784-B0E7-DED6C07EE6B7}"/>
              </a:ext>
            </a:extLst>
          </p:cNvPr>
          <p:cNvSpPr>
            <a:spLocks noGrp="1"/>
          </p:cNvSpPr>
          <p:nvPr/>
        </p:nvSpPr>
        <p:spPr>
          <a:xfrm>
            <a:off x="3690779" y="3278074"/>
            <a:ext cx="28398" cy="28398"/>
          </a:xfrm>
          <a:prstGeom prst="ellipse">
            <a:avLst/>
          </a:prstGeom>
          <a:solidFill>
            <a:srgbClr val="7F8C97">
              <a:alpha val="48000"/>
            </a:srgbClr>
          </a:solidFill>
          <a:ln w="0">
            <a:noFill/>
            <a:prstDash val="solid"/>
          </a:ln>
        </p:spPr>
      </p:sp>
      <p:sp>
        <p:nvSpPr>
          <p:cNvPr id="1135" name="01_find_only_1134">
            <a:extLst>
              <a:ext uri="{FF2B5EF4-FFF2-40B4-BE49-F238E27FC236}">
                <a16:creationId xmlns:a16="http://schemas.microsoft.com/office/drawing/2014/main" id="{73DB8DBB-43E7-49AC-B963-1E62ABCCA8B6}"/>
              </a:ext>
            </a:extLst>
          </p:cNvPr>
          <p:cNvSpPr>
            <a:spLocks noGrp="1"/>
          </p:cNvSpPr>
          <p:nvPr/>
        </p:nvSpPr>
        <p:spPr>
          <a:xfrm>
            <a:off x="3708234" y="2855402"/>
            <a:ext cx="28398" cy="28398"/>
          </a:xfrm>
          <a:prstGeom prst="ellipse">
            <a:avLst/>
          </a:prstGeom>
          <a:solidFill>
            <a:srgbClr val="7F8C97">
              <a:alpha val="48000"/>
            </a:srgbClr>
          </a:solidFill>
          <a:ln w="0">
            <a:noFill/>
            <a:prstDash val="solid"/>
          </a:ln>
        </p:spPr>
      </p:sp>
      <p:sp>
        <p:nvSpPr>
          <p:cNvPr id="1136" name="01_find_only_1135">
            <a:extLst>
              <a:ext uri="{FF2B5EF4-FFF2-40B4-BE49-F238E27FC236}">
                <a16:creationId xmlns:a16="http://schemas.microsoft.com/office/drawing/2014/main" id="{6E029AF9-4889-4794-AF9A-D33327F79C39}"/>
              </a:ext>
            </a:extLst>
          </p:cNvPr>
          <p:cNvSpPr>
            <a:spLocks noGrp="1"/>
          </p:cNvSpPr>
          <p:nvPr/>
        </p:nvSpPr>
        <p:spPr>
          <a:xfrm>
            <a:off x="3637365" y="2855402"/>
            <a:ext cx="28398" cy="28398"/>
          </a:xfrm>
          <a:prstGeom prst="ellipse">
            <a:avLst/>
          </a:prstGeom>
          <a:solidFill>
            <a:srgbClr val="7F8C97">
              <a:alpha val="48000"/>
            </a:srgbClr>
          </a:solidFill>
          <a:ln w="0">
            <a:noFill/>
            <a:prstDash val="solid"/>
          </a:ln>
        </p:spPr>
      </p:sp>
      <p:sp>
        <p:nvSpPr>
          <p:cNvPr id="1137" name="01_find_only_1136">
            <a:extLst>
              <a:ext uri="{FF2B5EF4-FFF2-40B4-BE49-F238E27FC236}">
                <a16:creationId xmlns:a16="http://schemas.microsoft.com/office/drawing/2014/main" id="{3C7F1EE4-B3B8-4A1E-A101-2AF1B76B638A}"/>
              </a:ext>
            </a:extLst>
          </p:cNvPr>
          <p:cNvSpPr>
            <a:spLocks noGrp="1"/>
          </p:cNvSpPr>
          <p:nvPr/>
        </p:nvSpPr>
        <p:spPr>
          <a:xfrm>
            <a:off x="3680955" y="2855402"/>
            <a:ext cx="28398" cy="28398"/>
          </a:xfrm>
          <a:prstGeom prst="ellipse">
            <a:avLst/>
          </a:prstGeom>
          <a:solidFill>
            <a:srgbClr val="7F8C97">
              <a:alpha val="48000"/>
            </a:srgbClr>
          </a:solidFill>
          <a:ln w="0">
            <a:noFill/>
            <a:prstDash val="solid"/>
          </a:ln>
        </p:spPr>
      </p:sp>
      <p:sp>
        <p:nvSpPr>
          <p:cNvPr id="1138" name="01_find_only_1137">
            <a:extLst>
              <a:ext uri="{FF2B5EF4-FFF2-40B4-BE49-F238E27FC236}">
                <a16:creationId xmlns:a16="http://schemas.microsoft.com/office/drawing/2014/main" id="{C88BF068-DCD5-4302-B557-B9E47113C13C}"/>
              </a:ext>
            </a:extLst>
          </p:cNvPr>
          <p:cNvSpPr>
            <a:spLocks noGrp="1"/>
          </p:cNvSpPr>
          <p:nvPr/>
        </p:nvSpPr>
        <p:spPr>
          <a:xfrm>
            <a:off x="3637651" y="4123418"/>
            <a:ext cx="28398" cy="28398"/>
          </a:xfrm>
          <a:prstGeom prst="ellipse">
            <a:avLst/>
          </a:prstGeom>
          <a:solidFill>
            <a:srgbClr val="7F8C97">
              <a:alpha val="48000"/>
            </a:srgbClr>
          </a:solidFill>
          <a:ln w="0">
            <a:noFill/>
            <a:prstDash val="solid"/>
          </a:ln>
        </p:spPr>
      </p:sp>
      <p:sp>
        <p:nvSpPr>
          <p:cNvPr id="1139" name="01_find_only_1138">
            <a:extLst>
              <a:ext uri="{FF2B5EF4-FFF2-40B4-BE49-F238E27FC236}">
                <a16:creationId xmlns:a16="http://schemas.microsoft.com/office/drawing/2014/main" id="{6FD23F79-31FE-4973-ACF9-EB883E2ECD7B}"/>
              </a:ext>
            </a:extLst>
          </p:cNvPr>
          <p:cNvSpPr>
            <a:spLocks noGrp="1"/>
          </p:cNvSpPr>
          <p:nvPr/>
        </p:nvSpPr>
        <p:spPr>
          <a:xfrm>
            <a:off x="3627159" y="2855402"/>
            <a:ext cx="28398" cy="28398"/>
          </a:xfrm>
          <a:prstGeom prst="ellipse">
            <a:avLst/>
          </a:prstGeom>
          <a:solidFill>
            <a:srgbClr val="7F8C97">
              <a:alpha val="48000"/>
            </a:srgbClr>
          </a:solidFill>
          <a:ln w="0">
            <a:noFill/>
            <a:prstDash val="solid"/>
          </a:ln>
        </p:spPr>
      </p:sp>
      <p:sp>
        <p:nvSpPr>
          <p:cNvPr id="1140" name="01_find_only_1139">
            <a:extLst>
              <a:ext uri="{FF2B5EF4-FFF2-40B4-BE49-F238E27FC236}">
                <a16:creationId xmlns:a16="http://schemas.microsoft.com/office/drawing/2014/main" id="{91D3F2FA-DF50-46C8-9284-69DE62971B52}"/>
              </a:ext>
            </a:extLst>
          </p:cNvPr>
          <p:cNvSpPr>
            <a:spLocks noGrp="1"/>
          </p:cNvSpPr>
          <p:nvPr/>
        </p:nvSpPr>
        <p:spPr>
          <a:xfrm>
            <a:off x="3700603" y="3013904"/>
            <a:ext cx="28398" cy="28398"/>
          </a:xfrm>
          <a:prstGeom prst="ellipse">
            <a:avLst/>
          </a:prstGeom>
          <a:solidFill>
            <a:srgbClr val="7F8C97">
              <a:alpha val="48000"/>
            </a:srgbClr>
          </a:solidFill>
          <a:ln w="0">
            <a:noFill/>
            <a:prstDash val="solid"/>
          </a:ln>
        </p:spPr>
      </p:sp>
      <p:sp>
        <p:nvSpPr>
          <p:cNvPr id="1141" name="01_find_only_1140">
            <a:extLst>
              <a:ext uri="{FF2B5EF4-FFF2-40B4-BE49-F238E27FC236}">
                <a16:creationId xmlns:a16="http://schemas.microsoft.com/office/drawing/2014/main" id="{7F4F09C1-A48C-4C89-AD58-37403F8075F1}"/>
              </a:ext>
            </a:extLst>
          </p:cNvPr>
          <p:cNvSpPr>
            <a:spLocks noGrp="1"/>
          </p:cNvSpPr>
          <p:nvPr/>
        </p:nvSpPr>
        <p:spPr>
          <a:xfrm>
            <a:off x="3720156" y="3700746"/>
            <a:ext cx="28398" cy="28398"/>
          </a:xfrm>
          <a:prstGeom prst="ellipse">
            <a:avLst/>
          </a:prstGeom>
          <a:solidFill>
            <a:srgbClr val="7F8C97">
              <a:alpha val="48000"/>
            </a:srgbClr>
          </a:solidFill>
          <a:ln w="0">
            <a:noFill/>
            <a:prstDash val="solid"/>
          </a:ln>
        </p:spPr>
      </p:sp>
      <p:sp>
        <p:nvSpPr>
          <p:cNvPr id="1142" name="01_find_only_1141">
            <a:extLst>
              <a:ext uri="{FF2B5EF4-FFF2-40B4-BE49-F238E27FC236}">
                <a16:creationId xmlns:a16="http://schemas.microsoft.com/office/drawing/2014/main" id="{102F8DDB-72FA-443F-BA2E-78F2C6E06095}"/>
              </a:ext>
            </a:extLst>
          </p:cNvPr>
          <p:cNvSpPr>
            <a:spLocks noGrp="1"/>
          </p:cNvSpPr>
          <p:nvPr/>
        </p:nvSpPr>
        <p:spPr>
          <a:xfrm>
            <a:off x="3662737" y="2855402"/>
            <a:ext cx="28398" cy="28398"/>
          </a:xfrm>
          <a:prstGeom prst="ellipse">
            <a:avLst/>
          </a:prstGeom>
          <a:solidFill>
            <a:srgbClr val="7F8C97">
              <a:alpha val="48000"/>
            </a:srgbClr>
          </a:solidFill>
          <a:ln w="0">
            <a:noFill/>
            <a:prstDash val="solid"/>
          </a:ln>
        </p:spPr>
      </p:sp>
      <p:sp>
        <p:nvSpPr>
          <p:cNvPr id="1143" name="01_find_only_1142">
            <a:extLst>
              <a:ext uri="{FF2B5EF4-FFF2-40B4-BE49-F238E27FC236}">
                <a16:creationId xmlns:a16="http://schemas.microsoft.com/office/drawing/2014/main" id="{4E8A730B-BE5B-4D03-91B9-6C4B69FABD86}"/>
              </a:ext>
            </a:extLst>
          </p:cNvPr>
          <p:cNvSpPr>
            <a:spLocks noGrp="1"/>
          </p:cNvSpPr>
          <p:nvPr/>
        </p:nvSpPr>
        <p:spPr>
          <a:xfrm>
            <a:off x="3715006" y="2855402"/>
            <a:ext cx="28398" cy="28398"/>
          </a:xfrm>
          <a:prstGeom prst="ellipse">
            <a:avLst/>
          </a:prstGeom>
          <a:solidFill>
            <a:srgbClr val="7F8C97">
              <a:alpha val="48000"/>
            </a:srgbClr>
          </a:solidFill>
          <a:ln w="0">
            <a:noFill/>
            <a:prstDash val="solid"/>
          </a:ln>
        </p:spPr>
      </p:sp>
      <p:sp>
        <p:nvSpPr>
          <p:cNvPr id="1144" name="01_find_only_1143">
            <a:extLst>
              <a:ext uri="{FF2B5EF4-FFF2-40B4-BE49-F238E27FC236}">
                <a16:creationId xmlns:a16="http://schemas.microsoft.com/office/drawing/2014/main" id="{7BEB609A-FE8E-45C4-A0E1-EFB42D558F7F}"/>
              </a:ext>
            </a:extLst>
          </p:cNvPr>
          <p:cNvSpPr>
            <a:spLocks noGrp="1"/>
          </p:cNvSpPr>
          <p:nvPr/>
        </p:nvSpPr>
        <p:spPr>
          <a:xfrm>
            <a:off x="3647094" y="3207629"/>
            <a:ext cx="28398" cy="28398"/>
          </a:xfrm>
          <a:prstGeom prst="ellipse">
            <a:avLst/>
          </a:prstGeom>
          <a:solidFill>
            <a:srgbClr val="7F8C97">
              <a:alpha val="48000"/>
            </a:srgbClr>
          </a:solidFill>
          <a:ln w="0">
            <a:noFill/>
            <a:prstDash val="solid"/>
          </a:ln>
        </p:spPr>
      </p:sp>
      <p:sp>
        <p:nvSpPr>
          <p:cNvPr id="1145" name="01_find_only_1144">
            <a:extLst>
              <a:ext uri="{FF2B5EF4-FFF2-40B4-BE49-F238E27FC236}">
                <a16:creationId xmlns:a16="http://schemas.microsoft.com/office/drawing/2014/main" id="{CE186C34-1628-4502-8BBC-2B0BAD79E38A}"/>
              </a:ext>
            </a:extLst>
          </p:cNvPr>
          <p:cNvSpPr>
            <a:spLocks noGrp="1"/>
          </p:cNvSpPr>
          <p:nvPr/>
        </p:nvSpPr>
        <p:spPr>
          <a:xfrm>
            <a:off x="3665217" y="3279912"/>
            <a:ext cx="28398" cy="28398"/>
          </a:xfrm>
          <a:prstGeom prst="ellipse">
            <a:avLst/>
          </a:prstGeom>
          <a:solidFill>
            <a:srgbClr val="7F8C97">
              <a:alpha val="48000"/>
            </a:srgbClr>
          </a:solidFill>
          <a:ln w="0">
            <a:noFill/>
            <a:prstDash val="solid"/>
          </a:ln>
        </p:spPr>
      </p:sp>
      <p:sp>
        <p:nvSpPr>
          <p:cNvPr id="1146" name="01_find_only_1145">
            <a:extLst>
              <a:ext uri="{FF2B5EF4-FFF2-40B4-BE49-F238E27FC236}">
                <a16:creationId xmlns:a16="http://schemas.microsoft.com/office/drawing/2014/main" id="{CA319B9F-D029-42F4-8436-CF34F8957564}"/>
              </a:ext>
            </a:extLst>
          </p:cNvPr>
          <p:cNvSpPr>
            <a:spLocks noGrp="1"/>
          </p:cNvSpPr>
          <p:nvPr/>
        </p:nvSpPr>
        <p:spPr>
          <a:xfrm>
            <a:off x="3693640" y="3426009"/>
            <a:ext cx="28398" cy="28398"/>
          </a:xfrm>
          <a:prstGeom prst="ellipse">
            <a:avLst/>
          </a:prstGeom>
          <a:solidFill>
            <a:srgbClr val="7F8C97">
              <a:alpha val="48000"/>
            </a:srgbClr>
          </a:solidFill>
          <a:ln w="0">
            <a:noFill/>
            <a:prstDash val="solid"/>
          </a:ln>
        </p:spPr>
      </p:sp>
      <p:sp>
        <p:nvSpPr>
          <p:cNvPr id="1147" name="01_find_only_1146">
            <a:extLst>
              <a:ext uri="{FF2B5EF4-FFF2-40B4-BE49-F238E27FC236}">
                <a16:creationId xmlns:a16="http://schemas.microsoft.com/office/drawing/2014/main" id="{2D8B1529-920B-4D07-9DB8-C40C08FCDBE7}"/>
              </a:ext>
            </a:extLst>
          </p:cNvPr>
          <p:cNvSpPr>
            <a:spLocks noGrp="1"/>
          </p:cNvSpPr>
          <p:nvPr/>
        </p:nvSpPr>
        <p:spPr>
          <a:xfrm>
            <a:off x="3710714" y="2855402"/>
            <a:ext cx="28398" cy="28398"/>
          </a:xfrm>
          <a:prstGeom prst="ellipse">
            <a:avLst/>
          </a:prstGeom>
          <a:solidFill>
            <a:srgbClr val="7F8C97">
              <a:alpha val="48000"/>
            </a:srgbClr>
          </a:solidFill>
          <a:ln w="0">
            <a:noFill/>
            <a:prstDash val="solid"/>
          </a:ln>
        </p:spPr>
      </p:sp>
      <p:sp>
        <p:nvSpPr>
          <p:cNvPr id="1148" name="01_find_only_1147">
            <a:extLst>
              <a:ext uri="{FF2B5EF4-FFF2-40B4-BE49-F238E27FC236}">
                <a16:creationId xmlns:a16="http://schemas.microsoft.com/office/drawing/2014/main" id="{66D5CD58-048B-4787-BD56-16F41C39A653}"/>
              </a:ext>
            </a:extLst>
          </p:cNvPr>
          <p:cNvSpPr>
            <a:spLocks noGrp="1"/>
          </p:cNvSpPr>
          <p:nvPr/>
        </p:nvSpPr>
        <p:spPr>
          <a:xfrm>
            <a:off x="3719966" y="3066738"/>
            <a:ext cx="28398" cy="28398"/>
          </a:xfrm>
          <a:prstGeom prst="ellipse">
            <a:avLst/>
          </a:prstGeom>
          <a:solidFill>
            <a:srgbClr val="7F8C97">
              <a:alpha val="48000"/>
            </a:srgbClr>
          </a:solidFill>
          <a:ln w="0">
            <a:noFill/>
            <a:prstDash val="solid"/>
          </a:ln>
        </p:spPr>
      </p:sp>
      <p:sp>
        <p:nvSpPr>
          <p:cNvPr id="1149" name="01_find_only_1148">
            <a:extLst>
              <a:ext uri="{FF2B5EF4-FFF2-40B4-BE49-F238E27FC236}">
                <a16:creationId xmlns:a16="http://schemas.microsoft.com/office/drawing/2014/main" id="{56FFB663-5327-455B-A395-40C5EDCC1951}"/>
              </a:ext>
            </a:extLst>
          </p:cNvPr>
          <p:cNvSpPr>
            <a:spLocks noGrp="1"/>
          </p:cNvSpPr>
          <p:nvPr/>
        </p:nvSpPr>
        <p:spPr>
          <a:xfrm>
            <a:off x="3687059" y="2855402"/>
            <a:ext cx="28398" cy="28398"/>
          </a:xfrm>
          <a:prstGeom prst="ellipse">
            <a:avLst/>
          </a:prstGeom>
          <a:solidFill>
            <a:srgbClr val="7F8C97">
              <a:alpha val="48000"/>
            </a:srgbClr>
          </a:solidFill>
          <a:ln w="0">
            <a:noFill/>
            <a:prstDash val="solid"/>
          </a:ln>
        </p:spPr>
      </p:sp>
      <p:sp>
        <p:nvSpPr>
          <p:cNvPr id="1150" name="01_find_only_1149">
            <a:extLst>
              <a:ext uri="{FF2B5EF4-FFF2-40B4-BE49-F238E27FC236}">
                <a16:creationId xmlns:a16="http://schemas.microsoft.com/office/drawing/2014/main" id="{4C1B5B87-0536-4F7F-A249-743B2EBA2725}"/>
              </a:ext>
            </a:extLst>
          </p:cNvPr>
          <p:cNvSpPr>
            <a:spLocks noGrp="1"/>
          </p:cNvSpPr>
          <p:nvPr/>
        </p:nvSpPr>
        <p:spPr>
          <a:xfrm>
            <a:off x="3630498" y="3389303"/>
            <a:ext cx="28398" cy="28398"/>
          </a:xfrm>
          <a:prstGeom prst="ellipse">
            <a:avLst/>
          </a:prstGeom>
          <a:solidFill>
            <a:srgbClr val="7F8C97">
              <a:alpha val="48000"/>
            </a:srgbClr>
          </a:solidFill>
          <a:ln w="0">
            <a:noFill/>
            <a:prstDash val="solid"/>
          </a:ln>
        </p:spPr>
      </p:sp>
      <p:sp>
        <p:nvSpPr>
          <p:cNvPr id="1151" name="01_find_only_1150">
            <a:extLst>
              <a:ext uri="{FF2B5EF4-FFF2-40B4-BE49-F238E27FC236}">
                <a16:creationId xmlns:a16="http://schemas.microsoft.com/office/drawing/2014/main" id="{8F20FED7-A41B-4F69-9D1F-407E3F3CF85F}"/>
              </a:ext>
            </a:extLst>
          </p:cNvPr>
          <p:cNvSpPr>
            <a:spLocks noGrp="1"/>
          </p:cNvSpPr>
          <p:nvPr/>
        </p:nvSpPr>
        <p:spPr>
          <a:xfrm>
            <a:off x="3644614" y="3172406"/>
            <a:ext cx="28398" cy="28398"/>
          </a:xfrm>
          <a:prstGeom prst="ellipse">
            <a:avLst/>
          </a:prstGeom>
          <a:solidFill>
            <a:srgbClr val="7F8C97">
              <a:alpha val="48000"/>
            </a:srgbClr>
          </a:solidFill>
          <a:ln w="0">
            <a:noFill/>
            <a:prstDash val="solid"/>
          </a:ln>
        </p:spPr>
      </p:sp>
      <p:sp>
        <p:nvSpPr>
          <p:cNvPr id="1152" name="01_find_only_1151">
            <a:extLst>
              <a:ext uri="{FF2B5EF4-FFF2-40B4-BE49-F238E27FC236}">
                <a16:creationId xmlns:a16="http://schemas.microsoft.com/office/drawing/2014/main" id="{34D9A73B-BEA9-4F17-AA43-B03BDBA7E795}"/>
              </a:ext>
            </a:extLst>
          </p:cNvPr>
          <p:cNvSpPr>
            <a:spLocks noGrp="1"/>
          </p:cNvSpPr>
          <p:nvPr/>
        </p:nvSpPr>
        <p:spPr>
          <a:xfrm>
            <a:off x="3650814" y="3489410"/>
            <a:ext cx="28398" cy="28398"/>
          </a:xfrm>
          <a:prstGeom prst="ellipse">
            <a:avLst/>
          </a:prstGeom>
          <a:solidFill>
            <a:srgbClr val="7F8C97">
              <a:alpha val="48000"/>
            </a:srgbClr>
          </a:solidFill>
          <a:ln w="0">
            <a:noFill/>
            <a:prstDash val="solid"/>
          </a:ln>
        </p:spPr>
      </p:sp>
      <p:sp>
        <p:nvSpPr>
          <p:cNvPr id="1153" name="01_find_only_1152">
            <a:extLst>
              <a:ext uri="{FF2B5EF4-FFF2-40B4-BE49-F238E27FC236}">
                <a16:creationId xmlns:a16="http://schemas.microsoft.com/office/drawing/2014/main" id="{5EAD8301-0E9F-447E-AB82-5D25C311379C}"/>
              </a:ext>
            </a:extLst>
          </p:cNvPr>
          <p:cNvSpPr>
            <a:spLocks noGrp="1"/>
          </p:cNvSpPr>
          <p:nvPr/>
        </p:nvSpPr>
        <p:spPr>
          <a:xfrm>
            <a:off x="3630307" y="3700746"/>
            <a:ext cx="28398" cy="28398"/>
          </a:xfrm>
          <a:prstGeom prst="ellipse">
            <a:avLst/>
          </a:prstGeom>
          <a:solidFill>
            <a:srgbClr val="7F8C97">
              <a:alpha val="48000"/>
            </a:srgbClr>
          </a:solidFill>
          <a:ln w="0">
            <a:noFill/>
            <a:prstDash val="solid"/>
          </a:ln>
        </p:spPr>
      </p:sp>
      <p:sp>
        <p:nvSpPr>
          <p:cNvPr id="1154" name="01_find_only_1153">
            <a:extLst>
              <a:ext uri="{FF2B5EF4-FFF2-40B4-BE49-F238E27FC236}">
                <a16:creationId xmlns:a16="http://schemas.microsoft.com/office/drawing/2014/main" id="{6E54C9C9-C8B8-486B-9195-D724B3E6ED5B}"/>
              </a:ext>
            </a:extLst>
          </p:cNvPr>
          <p:cNvSpPr>
            <a:spLocks noGrp="1"/>
          </p:cNvSpPr>
          <p:nvPr/>
        </p:nvSpPr>
        <p:spPr>
          <a:xfrm>
            <a:off x="3629735" y="3616211"/>
            <a:ext cx="28398" cy="28398"/>
          </a:xfrm>
          <a:prstGeom prst="ellipse">
            <a:avLst/>
          </a:prstGeom>
          <a:solidFill>
            <a:srgbClr val="7F8C97">
              <a:alpha val="48000"/>
            </a:srgbClr>
          </a:solidFill>
          <a:ln w="0">
            <a:noFill/>
            <a:prstDash val="solid"/>
          </a:ln>
        </p:spPr>
      </p:sp>
      <p:sp>
        <p:nvSpPr>
          <p:cNvPr id="1155" name="01_find_only_1154">
            <a:extLst>
              <a:ext uri="{FF2B5EF4-FFF2-40B4-BE49-F238E27FC236}">
                <a16:creationId xmlns:a16="http://schemas.microsoft.com/office/drawing/2014/main" id="{CD5C44FA-1952-4CC2-BF3C-E17995F8ACD4}"/>
              </a:ext>
            </a:extLst>
          </p:cNvPr>
          <p:cNvSpPr>
            <a:spLocks noGrp="1"/>
          </p:cNvSpPr>
          <p:nvPr/>
        </p:nvSpPr>
        <p:spPr>
          <a:xfrm>
            <a:off x="3648239" y="4123418"/>
            <a:ext cx="28398" cy="28398"/>
          </a:xfrm>
          <a:prstGeom prst="ellipse">
            <a:avLst/>
          </a:prstGeom>
          <a:solidFill>
            <a:srgbClr val="7F8C97">
              <a:alpha val="48000"/>
            </a:srgbClr>
          </a:solidFill>
          <a:ln w="0">
            <a:noFill/>
            <a:prstDash val="solid"/>
          </a:ln>
        </p:spPr>
      </p:sp>
      <p:sp>
        <p:nvSpPr>
          <p:cNvPr id="1156" name="01_find_only_1155">
            <a:extLst>
              <a:ext uri="{FF2B5EF4-FFF2-40B4-BE49-F238E27FC236}">
                <a16:creationId xmlns:a16="http://schemas.microsoft.com/office/drawing/2014/main" id="{F4B4B60B-5585-446A-9EF3-469630C64D4D}"/>
              </a:ext>
            </a:extLst>
          </p:cNvPr>
          <p:cNvSpPr>
            <a:spLocks noGrp="1"/>
          </p:cNvSpPr>
          <p:nvPr/>
        </p:nvSpPr>
        <p:spPr>
          <a:xfrm>
            <a:off x="3684198" y="3489410"/>
            <a:ext cx="28398" cy="28398"/>
          </a:xfrm>
          <a:prstGeom prst="ellipse">
            <a:avLst/>
          </a:prstGeom>
          <a:solidFill>
            <a:srgbClr val="7F8C97">
              <a:alpha val="48000"/>
            </a:srgbClr>
          </a:solidFill>
          <a:ln w="0">
            <a:noFill/>
            <a:prstDash val="solid"/>
          </a:ln>
        </p:spPr>
      </p:sp>
      <p:sp>
        <p:nvSpPr>
          <p:cNvPr id="1157" name="01_find_only_1156">
            <a:extLst>
              <a:ext uri="{FF2B5EF4-FFF2-40B4-BE49-F238E27FC236}">
                <a16:creationId xmlns:a16="http://schemas.microsoft.com/office/drawing/2014/main" id="{9C79A14D-AB86-4658-A9FF-A1A34C0E1A66}"/>
              </a:ext>
            </a:extLst>
          </p:cNvPr>
          <p:cNvSpPr>
            <a:spLocks noGrp="1"/>
          </p:cNvSpPr>
          <p:nvPr/>
        </p:nvSpPr>
        <p:spPr>
          <a:xfrm>
            <a:off x="3643183" y="3278074"/>
            <a:ext cx="28398" cy="28398"/>
          </a:xfrm>
          <a:prstGeom prst="ellipse">
            <a:avLst/>
          </a:prstGeom>
          <a:solidFill>
            <a:srgbClr val="7F8C97">
              <a:alpha val="48000"/>
            </a:srgbClr>
          </a:solidFill>
          <a:ln w="0">
            <a:noFill/>
            <a:prstDash val="solid"/>
          </a:ln>
        </p:spPr>
      </p:sp>
      <p:sp>
        <p:nvSpPr>
          <p:cNvPr id="1158" name="01_find_only_1157">
            <a:extLst>
              <a:ext uri="{FF2B5EF4-FFF2-40B4-BE49-F238E27FC236}">
                <a16:creationId xmlns:a16="http://schemas.microsoft.com/office/drawing/2014/main" id="{86F5EDFF-92E1-4769-828E-C8EDEDDCD7C0}"/>
              </a:ext>
            </a:extLst>
          </p:cNvPr>
          <p:cNvSpPr>
            <a:spLocks noGrp="1"/>
          </p:cNvSpPr>
          <p:nvPr/>
        </p:nvSpPr>
        <p:spPr>
          <a:xfrm>
            <a:off x="3671798" y="3489410"/>
            <a:ext cx="28398" cy="28398"/>
          </a:xfrm>
          <a:prstGeom prst="ellipse">
            <a:avLst/>
          </a:prstGeom>
          <a:solidFill>
            <a:srgbClr val="7F8C97">
              <a:alpha val="48000"/>
            </a:srgbClr>
          </a:solidFill>
          <a:ln w="0">
            <a:noFill/>
            <a:prstDash val="solid"/>
          </a:ln>
        </p:spPr>
      </p:sp>
      <p:sp>
        <p:nvSpPr>
          <p:cNvPr id="1159" name="01_find_only_1158">
            <a:extLst>
              <a:ext uri="{FF2B5EF4-FFF2-40B4-BE49-F238E27FC236}">
                <a16:creationId xmlns:a16="http://schemas.microsoft.com/office/drawing/2014/main" id="{2DB5DA61-962C-4CF3-8549-D5A52AEEC9EF}"/>
              </a:ext>
            </a:extLst>
          </p:cNvPr>
          <p:cNvSpPr>
            <a:spLocks noGrp="1"/>
          </p:cNvSpPr>
          <p:nvPr/>
        </p:nvSpPr>
        <p:spPr>
          <a:xfrm>
            <a:off x="3661688" y="2855402"/>
            <a:ext cx="28398" cy="28398"/>
          </a:xfrm>
          <a:prstGeom prst="ellipse">
            <a:avLst/>
          </a:prstGeom>
          <a:solidFill>
            <a:srgbClr val="7F8C97">
              <a:alpha val="48000"/>
            </a:srgbClr>
          </a:solidFill>
          <a:ln w="0">
            <a:noFill/>
            <a:prstDash val="solid"/>
          </a:ln>
        </p:spPr>
      </p:sp>
      <p:sp>
        <p:nvSpPr>
          <p:cNvPr id="1160" name="01_find_only_1159">
            <a:extLst>
              <a:ext uri="{FF2B5EF4-FFF2-40B4-BE49-F238E27FC236}">
                <a16:creationId xmlns:a16="http://schemas.microsoft.com/office/drawing/2014/main" id="{0758D321-1B81-44ED-92C0-01EA1383C732}"/>
              </a:ext>
            </a:extLst>
          </p:cNvPr>
          <p:cNvSpPr>
            <a:spLocks noGrp="1"/>
          </p:cNvSpPr>
          <p:nvPr/>
        </p:nvSpPr>
        <p:spPr>
          <a:xfrm>
            <a:off x="3708997" y="4123418"/>
            <a:ext cx="28398" cy="28398"/>
          </a:xfrm>
          <a:prstGeom prst="ellipse">
            <a:avLst/>
          </a:prstGeom>
          <a:solidFill>
            <a:srgbClr val="7F8C97">
              <a:alpha val="48000"/>
            </a:srgbClr>
          </a:solidFill>
          <a:ln w="0">
            <a:noFill/>
            <a:prstDash val="solid"/>
          </a:ln>
        </p:spPr>
      </p:sp>
      <p:sp>
        <p:nvSpPr>
          <p:cNvPr id="1161" name="01_find_only_1160">
            <a:extLst>
              <a:ext uri="{FF2B5EF4-FFF2-40B4-BE49-F238E27FC236}">
                <a16:creationId xmlns:a16="http://schemas.microsoft.com/office/drawing/2014/main" id="{C55F79D7-CD61-4E1C-BFFC-68C68E4452DA}"/>
              </a:ext>
            </a:extLst>
          </p:cNvPr>
          <p:cNvSpPr>
            <a:spLocks noGrp="1"/>
          </p:cNvSpPr>
          <p:nvPr/>
        </p:nvSpPr>
        <p:spPr>
          <a:xfrm>
            <a:off x="3652245" y="4077401"/>
            <a:ext cx="28398" cy="28398"/>
          </a:xfrm>
          <a:prstGeom prst="ellipse">
            <a:avLst/>
          </a:prstGeom>
          <a:solidFill>
            <a:srgbClr val="7F8C97">
              <a:alpha val="48000"/>
            </a:srgbClr>
          </a:solidFill>
          <a:ln w="0">
            <a:noFill/>
            <a:prstDash val="solid"/>
          </a:ln>
        </p:spPr>
      </p:sp>
      <p:sp>
        <p:nvSpPr>
          <p:cNvPr id="1162" name="01_find_only_1161">
            <a:extLst>
              <a:ext uri="{FF2B5EF4-FFF2-40B4-BE49-F238E27FC236}">
                <a16:creationId xmlns:a16="http://schemas.microsoft.com/office/drawing/2014/main" id="{AD12C3FB-281D-4D15-A2FA-BFBA518F06F1}"/>
              </a:ext>
            </a:extLst>
          </p:cNvPr>
          <p:cNvSpPr>
            <a:spLocks noGrp="1"/>
          </p:cNvSpPr>
          <p:nvPr/>
        </p:nvSpPr>
        <p:spPr>
          <a:xfrm>
            <a:off x="3691447" y="3278074"/>
            <a:ext cx="28398" cy="28398"/>
          </a:xfrm>
          <a:prstGeom prst="ellipse">
            <a:avLst/>
          </a:prstGeom>
          <a:solidFill>
            <a:srgbClr val="7F8C97">
              <a:alpha val="48000"/>
            </a:srgbClr>
          </a:solidFill>
          <a:ln w="0">
            <a:noFill/>
            <a:prstDash val="solid"/>
          </a:ln>
        </p:spPr>
      </p:sp>
      <p:sp>
        <p:nvSpPr>
          <p:cNvPr id="1163" name="01_find_only_1162">
            <a:extLst>
              <a:ext uri="{FF2B5EF4-FFF2-40B4-BE49-F238E27FC236}">
                <a16:creationId xmlns:a16="http://schemas.microsoft.com/office/drawing/2014/main" id="{B1580C40-CC14-4D7A-BE60-7E21FDBE2246}"/>
              </a:ext>
            </a:extLst>
          </p:cNvPr>
          <p:cNvSpPr>
            <a:spLocks noGrp="1"/>
          </p:cNvSpPr>
          <p:nvPr/>
        </p:nvSpPr>
        <p:spPr>
          <a:xfrm>
            <a:off x="3693831" y="2855402"/>
            <a:ext cx="28398" cy="28398"/>
          </a:xfrm>
          <a:prstGeom prst="ellipse">
            <a:avLst/>
          </a:prstGeom>
          <a:solidFill>
            <a:srgbClr val="7F8C97">
              <a:alpha val="48000"/>
            </a:srgbClr>
          </a:solidFill>
          <a:ln w="0">
            <a:noFill/>
            <a:prstDash val="solid"/>
          </a:ln>
        </p:spPr>
      </p:sp>
      <p:sp>
        <p:nvSpPr>
          <p:cNvPr id="1164" name="01_find_only_1163">
            <a:extLst>
              <a:ext uri="{FF2B5EF4-FFF2-40B4-BE49-F238E27FC236}">
                <a16:creationId xmlns:a16="http://schemas.microsoft.com/office/drawing/2014/main" id="{F7F70BF1-C938-4571-B7E7-0A86977146B0}"/>
              </a:ext>
            </a:extLst>
          </p:cNvPr>
          <p:cNvSpPr>
            <a:spLocks noGrp="1"/>
          </p:cNvSpPr>
          <p:nvPr/>
        </p:nvSpPr>
        <p:spPr>
          <a:xfrm>
            <a:off x="3630021" y="3066738"/>
            <a:ext cx="28398" cy="28398"/>
          </a:xfrm>
          <a:prstGeom prst="ellipse">
            <a:avLst/>
          </a:prstGeom>
          <a:solidFill>
            <a:srgbClr val="7F8C97">
              <a:alpha val="48000"/>
            </a:srgbClr>
          </a:solidFill>
          <a:ln w="0">
            <a:noFill/>
            <a:prstDash val="solid"/>
          </a:ln>
        </p:spPr>
      </p:sp>
      <p:sp>
        <p:nvSpPr>
          <p:cNvPr id="1165" name="01_find_only_1164">
            <a:extLst>
              <a:ext uri="{FF2B5EF4-FFF2-40B4-BE49-F238E27FC236}">
                <a16:creationId xmlns:a16="http://schemas.microsoft.com/office/drawing/2014/main" id="{19A2EB52-31CA-4106-9A71-63B3D275174F}"/>
              </a:ext>
            </a:extLst>
          </p:cNvPr>
          <p:cNvSpPr>
            <a:spLocks noGrp="1"/>
          </p:cNvSpPr>
          <p:nvPr/>
        </p:nvSpPr>
        <p:spPr>
          <a:xfrm>
            <a:off x="3707757" y="2855402"/>
            <a:ext cx="28398" cy="28398"/>
          </a:xfrm>
          <a:prstGeom prst="ellipse">
            <a:avLst/>
          </a:prstGeom>
          <a:solidFill>
            <a:srgbClr val="7F8C97">
              <a:alpha val="48000"/>
            </a:srgbClr>
          </a:solidFill>
          <a:ln w="0">
            <a:noFill/>
            <a:prstDash val="solid"/>
          </a:ln>
        </p:spPr>
      </p:sp>
      <p:sp>
        <p:nvSpPr>
          <p:cNvPr id="1166" name="01_find_only_1165">
            <a:extLst>
              <a:ext uri="{FF2B5EF4-FFF2-40B4-BE49-F238E27FC236}">
                <a16:creationId xmlns:a16="http://schemas.microsoft.com/office/drawing/2014/main" id="{B86FF9EB-9DA0-42FB-900B-B13847585A7F}"/>
              </a:ext>
            </a:extLst>
          </p:cNvPr>
          <p:cNvSpPr>
            <a:spLocks noGrp="1"/>
          </p:cNvSpPr>
          <p:nvPr/>
        </p:nvSpPr>
        <p:spPr>
          <a:xfrm>
            <a:off x="3627732" y="4123418"/>
            <a:ext cx="28398" cy="28398"/>
          </a:xfrm>
          <a:prstGeom prst="ellipse">
            <a:avLst/>
          </a:prstGeom>
          <a:solidFill>
            <a:srgbClr val="7F8C97">
              <a:alpha val="48000"/>
            </a:srgbClr>
          </a:solidFill>
          <a:ln w="0">
            <a:noFill/>
            <a:prstDash val="solid"/>
          </a:ln>
        </p:spPr>
      </p:sp>
      <p:sp>
        <p:nvSpPr>
          <p:cNvPr id="1167" name="01_find_only_1166">
            <a:extLst>
              <a:ext uri="{FF2B5EF4-FFF2-40B4-BE49-F238E27FC236}">
                <a16:creationId xmlns:a16="http://schemas.microsoft.com/office/drawing/2014/main" id="{733874C5-99FB-4DA7-98C3-FCBBACB49B88}"/>
              </a:ext>
            </a:extLst>
          </p:cNvPr>
          <p:cNvSpPr>
            <a:spLocks noGrp="1"/>
          </p:cNvSpPr>
          <p:nvPr/>
        </p:nvSpPr>
        <p:spPr>
          <a:xfrm>
            <a:off x="3707566" y="3806414"/>
            <a:ext cx="28398" cy="28398"/>
          </a:xfrm>
          <a:prstGeom prst="ellipse">
            <a:avLst/>
          </a:prstGeom>
          <a:solidFill>
            <a:srgbClr val="7F8C97">
              <a:alpha val="48000"/>
            </a:srgbClr>
          </a:solidFill>
          <a:ln w="0">
            <a:noFill/>
            <a:prstDash val="solid"/>
          </a:ln>
        </p:spPr>
      </p:sp>
      <p:sp>
        <p:nvSpPr>
          <p:cNvPr id="1168" name="01_find_only_1167">
            <a:extLst>
              <a:ext uri="{FF2B5EF4-FFF2-40B4-BE49-F238E27FC236}">
                <a16:creationId xmlns:a16="http://schemas.microsoft.com/office/drawing/2014/main" id="{6947F2B1-285F-4D8B-9F5E-BF8FAB708014}"/>
              </a:ext>
            </a:extLst>
          </p:cNvPr>
          <p:cNvSpPr>
            <a:spLocks noGrp="1"/>
          </p:cNvSpPr>
          <p:nvPr/>
        </p:nvSpPr>
        <p:spPr>
          <a:xfrm>
            <a:off x="3716818" y="2855402"/>
            <a:ext cx="28398" cy="28398"/>
          </a:xfrm>
          <a:prstGeom prst="ellipse">
            <a:avLst/>
          </a:prstGeom>
          <a:solidFill>
            <a:srgbClr val="7F8C97">
              <a:alpha val="48000"/>
            </a:srgbClr>
          </a:solidFill>
          <a:ln w="0">
            <a:noFill/>
            <a:prstDash val="solid"/>
          </a:ln>
        </p:spPr>
      </p:sp>
      <p:sp>
        <p:nvSpPr>
          <p:cNvPr id="1169" name="01_find_only_1168">
            <a:extLst>
              <a:ext uri="{FF2B5EF4-FFF2-40B4-BE49-F238E27FC236}">
                <a16:creationId xmlns:a16="http://schemas.microsoft.com/office/drawing/2014/main" id="{3E873745-6C7C-41F1-AE13-D56D0626A2F5}"/>
              </a:ext>
            </a:extLst>
          </p:cNvPr>
          <p:cNvSpPr>
            <a:spLocks noGrp="1"/>
          </p:cNvSpPr>
          <p:nvPr/>
        </p:nvSpPr>
        <p:spPr>
          <a:xfrm>
            <a:off x="3684770" y="2855402"/>
            <a:ext cx="28398" cy="28398"/>
          </a:xfrm>
          <a:prstGeom prst="ellipse">
            <a:avLst/>
          </a:prstGeom>
          <a:solidFill>
            <a:srgbClr val="7F8C97">
              <a:alpha val="48000"/>
            </a:srgbClr>
          </a:solidFill>
          <a:ln w="0">
            <a:noFill/>
            <a:prstDash val="solid"/>
          </a:ln>
        </p:spPr>
      </p:sp>
      <p:sp>
        <p:nvSpPr>
          <p:cNvPr id="1170" name="01_find_only_1169">
            <a:extLst>
              <a:ext uri="{FF2B5EF4-FFF2-40B4-BE49-F238E27FC236}">
                <a16:creationId xmlns:a16="http://schemas.microsoft.com/office/drawing/2014/main" id="{DCEA2C8A-0D6A-4FB6-B37A-49B9BEA9C290}"/>
              </a:ext>
            </a:extLst>
          </p:cNvPr>
          <p:cNvSpPr>
            <a:spLocks noGrp="1"/>
          </p:cNvSpPr>
          <p:nvPr/>
        </p:nvSpPr>
        <p:spPr>
          <a:xfrm>
            <a:off x="3656155" y="2855402"/>
            <a:ext cx="28398" cy="28398"/>
          </a:xfrm>
          <a:prstGeom prst="ellipse">
            <a:avLst/>
          </a:prstGeom>
          <a:solidFill>
            <a:srgbClr val="7F8C97">
              <a:alpha val="48000"/>
            </a:srgbClr>
          </a:solidFill>
          <a:ln w="0">
            <a:noFill/>
            <a:prstDash val="solid"/>
          </a:ln>
        </p:spPr>
      </p:sp>
      <p:sp>
        <p:nvSpPr>
          <p:cNvPr id="1171" name="01_find_only_1170">
            <a:extLst>
              <a:ext uri="{FF2B5EF4-FFF2-40B4-BE49-F238E27FC236}">
                <a16:creationId xmlns:a16="http://schemas.microsoft.com/office/drawing/2014/main" id="{A9CEA5E8-05BE-4617-A690-7904DA0FED00}"/>
              </a:ext>
            </a:extLst>
          </p:cNvPr>
          <p:cNvSpPr>
            <a:spLocks noGrp="1"/>
          </p:cNvSpPr>
          <p:nvPr/>
        </p:nvSpPr>
        <p:spPr>
          <a:xfrm>
            <a:off x="3696120" y="2855402"/>
            <a:ext cx="28398" cy="28398"/>
          </a:xfrm>
          <a:prstGeom prst="ellipse">
            <a:avLst/>
          </a:prstGeom>
          <a:solidFill>
            <a:srgbClr val="7F8C97">
              <a:alpha val="48000"/>
            </a:srgbClr>
          </a:solidFill>
          <a:ln w="0">
            <a:noFill/>
            <a:prstDash val="solid"/>
          </a:ln>
        </p:spPr>
      </p:sp>
      <p:sp>
        <p:nvSpPr>
          <p:cNvPr id="1172" name="01_find_only_1171">
            <a:extLst>
              <a:ext uri="{FF2B5EF4-FFF2-40B4-BE49-F238E27FC236}">
                <a16:creationId xmlns:a16="http://schemas.microsoft.com/office/drawing/2014/main" id="{F051FA80-1DDE-4BD4-ABFA-5FFCF0FAC1B6}"/>
              </a:ext>
            </a:extLst>
          </p:cNvPr>
          <p:cNvSpPr>
            <a:spLocks noGrp="1"/>
          </p:cNvSpPr>
          <p:nvPr/>
        </p:nvSpPr>
        <p:spPr>
          <a:xfrm>
            <a:off x="3647571" y="2855402"/>
            <a:ext cx="28398" cy="28398"/>
          </a:xfrm>
          <a:prstGeom prst="ellipse">
            <a:avLst/>
          </a:prstGeom>
          <a:solidFill>
            <a:srgbClr val="7F8C97">
              <a:alpha val="48000"/>
            </a:srgbClr>
          </a:solidFill>
          <a:ln w="0">
            <a:noFill/>
            <a:prstDash val="solid"/>
          </a:ln>
        </p:spPr>
      </p:sp>
      <p:sp>
        <p:nvSpPr>
          <p:cNvPr id="1173" name="01_find_only_1172">
            <a:extLst>
              <a:ext uri="{FF2B5EF4-FFF2-40B4-BE49-F238E27FC236}">
                <a16:creationId xmlns:a16="http://schemas.microsoft.com/office/drawing/2014/main" id="{BED5B924-2618-42CC-81FB-535131FE678A}"/>
              </a:ext>
            </a:extLst>
          </p:cNvPr>
          <p:cNvSpPr>
            <a:spLocks noGrp="1"/>
          </p:cNvSpPr>
          <p:nvPr/>
        </p:nvSpPr>
        <p:spPr>
          <a:xfrm>
            <a:off x="3672084" y="2855402"/>
            <a:ext cx="28398" cy="28398"/>
          </a:xfrm>
          <a:prstGeom prst="ellipse">
            <a:avLst/>
          </a:prstGeom>
          <a:solidFill>
            <a:srgbClr val="7F8C97">
              <a:alpha val="48000"/>
            </a:srgbClr>
          </a:solidFill>
          <a:ln w="0">
            <a:noFill/>
            <a:prstDash val="solid"/>
          </a:ln>
        </p:spPr>
      </p:sp>
      <p:sp>
        <p:nvSpPr>
          <p:cNvPr id="1174" name="01_find_only_1173">
            <a:extLst>
              <a:ext uri="{FF2B5EF4-FFF2-40B4-BE49-F238E27FC236}">
                <a16:creationId xmlns:a16="http://schemas.microsoft.com/office/drawing/2014/main" id="{3BEA48A6-7033-461C-8548-119DD232FEB0}"/>
              </a:ext>
            </a:extLst>
          </p:cNvPr>
          <p:cNvSpPr>
            <a:spLocks noGrp="1"/>
          </p:cNvSpPr>
          <p:nvPr/>
        </p:nvSpPr>
        <p:spPr>
          <a:xfrm>
            <a:off x="3672084" y="3489410"/>
            <a:ext cx="28398" cy="28398"/>
          </a:xfrm>
          <a:prstGeom prst="ellipse">
            <a:avLst/>
          </a:prstGeom>
          <a:solidFill>
            <a:srgbClr val="7F8C97">
              <a:alpha val="48000"/>
            </a:srgbClr>
          </a:solidFill>
          <a:ln w="0">
            <a:noFill/>
            <a:prstDash val="solid"/>
          </a:ln>
        </p:spPr>
      </p:sp>
      <p:sp>
        <p:nvSpPr>
          <p:cNvPr id="1175" name="01_find_only_1174">
            <a:extLst>
              <a:ext uri="{FF2B5EF4-FFF2-40B4-BE49-F238E27FC236}">
                <a16:creationId xmlns:a16="http://schemas.microsoft.com/office/drawing/2014/main" id="{401BFE6C-96ED-401C-8A39-9D6FE23E5FCE}"/>
              </a:ext>
            </a:extLst>
          </p:cNvPr>
          <p:cNvSpPr>
            <a:spLocks noGrp="1"/>
          </p:cNvSpPr>
          <p:nvPr/>
        </p:nvSpPr>
        <p:spPr>
          <a:xfrm>
            <a:off x="3643470" y="3036547"/>
            <a:ext cx="28398" cy="28398"/>
          </a:xfrm>
          <a:prstGeom prst="ellipse">
            <a:avLst/>
          </a:prstGeom>
          <a:solidFill>
            <a:srgbClr val="7F8C97">
              <a:alpha val="48000"/>
            </a:srgbClr>
          </a:solidFill>
          <a:ln w="0">
            <a:noFill/>
            <a:prstDash val="solid"/>
          </a:ln>
        </p:spPr>
      </p:sp>
      <p:sp>
        <p:nvSpPr>
          <p:cNvPr id="1176" name="01_find_only_1175">
            <a:extLst>
              <a:ext uri="{FF2B5EF4-FFF2-40B4-BE49-F238E27FC236}">
                <a16:creationId xmlns:a16="http://schemas.microsoft.com/office/drawing/2014/main" id="{32BF1C91-6F02-4977-B966-FC668C180E05}"/>
              </a:ext>
            </a:extLst>
          </p:cNvPr>
          <p:cNvSpPr>
            <a:spLocks noGrp="1"/>
          </p:cNvSpPr>
          <p:nvPr/>
        </p:nvSpPr>
        <p:spPr>
          <a:xfrm>
            <a:off x="3709951" y="2855402"/>
            <a:ext cx="28398" cy="28398"/>
          </a:xfrm>
          <a:prstGeom prst="ellipse">
            <a:avLst/>
          </a:prstGeom>
          <a:solidFill>
            <a:srgbClr val="7F8C97">
              <a:alpha val="48000"/>
            </a:srgbClr>
          </a:solidFill>
          <a:ln w="0">
            <a:noFill/>
            <a:prstDash val="solid"/>
          </a:ln>
        </p:spPr>
      </p:sp>
      <p:sp>
        <p:nvSpPr>
          <p:cNvPr id="1177" name="01_find_only_1176">
            <a:extLst>
              <a:ext uri="{FF2B5EF4-FFF2-40B4-BE49-F238E27FC236}">
                <a16:creationId xmlns:a16="http://schemas.microsoft.com/office/drawing/2014/main" id="{B2115C74-831F-4ED2-917A-FA765C2BB6FF}"/>
              </a:ext>
            </a:extLst>
          </p:cNvPr>
          <p:cNvSpPr>
            <a:spLocks noGrp="1"/>
          </p:cNvSpPr>
          <p:nvPr/>
        </p:nvSpPr>
        <p:spPr>
          <a:xfrm>
            <a:off x="3657777" y="3700746"/>
            <a:ext cx="28398" cy="28398"/>
          </a:xfrm>
          <a:prstGeom prst="ellipse">
            <a:avLst/>
          </a:prstGeom>
          <a:solidFill>
            <a:srgbClr val="7F8C97">
              <a:alpha val="48000"/>
            </a:srgbClr>
          </a:solidFill>
          <a:ln w="0">
            <a:noFill/>
            <a:prstDash val="solid"/>
          </a:ln>
        </p:spPr>
      </p:sp>
      <p:sp>
        <p:nvSpPr>
          <p:cNvPr id="1178" name="01_find_only_1177">
            <a:extLst>
              <a:ext uri="{FF2B5EF4-FFF2-40B4-BE49-F238E27FC236}">
                <a16:creationId xmlns:a16="http://schemas.microsoft.com/office/drawing/2014/main" id="{0E8D0529-EA15-44FE-84A3-CF293FDA4C9E}"/>
              </a:ext>
            </a:extLst>
          </p:cNvPr>
          <p:cNvSpPr>
            <a:spLocks noGrp="1"/>
          </p:cNvSpPr>
          <p:nvPr/>
        </p:nvSpPr>
        <p:spPr>
          <a:xfrm>
            <a:off x="3667029" y="3278074"/>
            <a:ext cx="28398" cy="28398"/>
          </a:xfrm>
          <a:prstGeom prst="ellipse">
            <a:avLst/>
          </a:prstGeom>
          <a:solidFill>
            <a:srgbClr val="7F8C97">
              <a:alpha val="48000"/>
            </a:srgbClr>
          </a:solidFill>
          <a:ln w="0">
            <a:noFill/>
            <a:prstDash val="solid"/>
          </a:ln>
        </p:spPr>
      </p:sp>
      <p:sp>
        <p:nvSpPr>
          <p:cNvPr id="1179" name="01_find_only_1178">
            <a:extLst>
              <a:ext uri="{FF2B5EF4-FFF2-40B4-BE49-F238E27FC236}">
                <a16:creationId xmlns:a16="http://schemas.microsoft.com/office/drawing/2014/main" id="{6CF07F81-B95E-4607-AB28-40E2825B0D88}"/>
              </a:ext>
            </a:extLst>
          </p:cNvPr>
          <p:cNvSpPr>
            <a:spLocks noGrp="1"/>
          </p:cNvSpPr>
          <p:nvPr/>
        </p:nvSpPr>
        <p:spPr>
          <a:xfrm>
            <a:off x="3719107" y="2855402"/>
            <a:ext cx="28398" cy="28398"/>
          </a:xfrm>
          <a:prstGeom prst="ellipse">
            <a:avLst/>
          </a:prstGeom>
          <a:solidFill>
            <a:srgbClr val="7F8C97">
              <a:alpha val="48000"/>
            </a:srgbClr>
          </a:solidFill>
          <a:ln w="0">
            <a:noFill/>
            <a:prstDash val="solid"/>
          </a:ln>
        </p:spPr>
      </p:sp>
      <p:sp>
        <p:nvSpPr>
          <p:cNvPr id="1180" name="01_find_only_1179">
            <a:extLst>
              <a:ext uri="{FF2B5EF4-FFF2-40B4-BE49-F238E27FC236}">
                <a16:creationId xmlns:a16="http://schemas.microsoft.com/office/drawing/2014/main" id="{DB395A67-B481-43FE-B596-1ED8319365AE}"/>
              </a:ext>
            </a:extLst>
          </p:cNvPr>
          <p:cNvSpPr>
            <a:spLocks noGrp="1"/>
          </p:cNvSpPr>
          <p:nvPr/>
        </p:nvSpPr>
        <p:spPr>
          <a:xfrm>
            <a:off x="3690493" y="4123418"/>
            <a:ext cx="28398" cy="28398"/>
          </a:xfrm>
          <a:prstGeom prst="ellipse">
            <a:avLst/>
          </a:prstGeom>
          <a:solidFill>
            <a:srgbClr val="7F8C97">
              <a:alpha val="48000"/>
            </a:srgbClr>
          </a:solidFill>
          <a:ln w="0">
            <a:noFill/>
            <a:prstDash val="solid"/>
          </a:ln>
        </p:spPr>
      </p:sp>
      <p:sp>
        <p:nvSpPr>
          <p:cNvPr id="1181" name="01_find_only_1180">
            <a:extLst>
              <a:ext uri="{FF2B5EF4-FFF2-40B4-BE49-F238E27FC236}">
                <a16:creationId xmlns:a16="http://schemas.microsoft.com/office/drawing/2014/main" id="{EAA74700-3F30-4DCB-BD0D-474E203250D9}"/>
              </a:ext>
            </a:extLst>
          </p:cNvPr>
          <p:cNvSpPr>
            <a:spLocks noGrp="1"/>
          </p:cNvSpPr>
          <p:nvPr/>
        </p:nvSpPr>
        <p:spPr>
          <a:xfrm>
            <a:off x="3715673" y="3942273"/>
            <a:ext cx="28398" cy="28398"/>
          </a:xfrm>
          <a:prstGeom prst="ellipse">
            <a:avLst/>
          </a:prstGeom>
          <a:solidFill>
            <a:srgbClr val="7F8C97">
              <a:alpha val="48000"/>
            </a:srgbClr>
          </a:solidFill>
          <a:ln w="0">
            <a:noFill/>
            <a:prstDash val="solid"/>
          </a:ln>
        </p:spPr>
      </p:sp>
      <p:sp>
        <p:nvSpPr>
          <p:cNvPr id="1182" name="01_find_only_1181">
            <a:extLst>
              <a:ext uri="{FF2B5EF4-FFF2-40B4-BE49-F238E27FC236}">
                <a16:creationId xmlns:a16="http://schemas.microsoft.com/office/drawing/2014/main" id="{7EE46B42-6A21-4D14-A67B-1C6BC7EC3EE5}"/>
              </a:ext>
            </a:extLst>
          </p:cNvPr>
          <p:cNvSpPr>
            <a:spLocks noGrp="1"/>
          </p:cNvSpPr>
          <p:nvPr/>
        </p:nvSpPr>
        <p:spPr>
          <a:xfrm>
            <a:off x="3631356" y="4123418"/>
            <a:ext cx="28398" cy="28398"/>
          </a:xfrm>
          <a:prstGeom prst="ellipse">
            <a:avLst/>
          </a:prstGeom>
          <a:solidFill>
            <a:srgbClr val="7F8C97">
              <a:alpha val="48000"/>
            </a:srgbClr>
          </a:solidFill>
          <a:ln w="0">
            <a:noFill/>
            <a:prstDash val="solid"/>
          </a:ln>
        </p:spPr>
      </p:sp>
      <p:sp>
        <p:nvSpPr>
          <p:cNvPr id="1183" name="01_find_only_1182">
            <a:extLst>
              <a:ext uri="{FF2B5EF4-FFF2-40B4-BE49-F238E27FC236}">
                <a16:creationId xmlns:a16="http://schemas.microsoft.com/office/drawing/2014/main" id="{B37ED903-AD40-4147-A519-5CA56D025321}"/>
              </a:ext>
            </a:extLst>
          </p:cNvPr>
          <p:cNvSpPr>
            <a:spLocks noGrp="1"/>
          </p:cNvSpPr>
          <p:nvPr/>
        </p:nvSpPr>
        <p:spPr>
          <a:xfrm>
            <a:off x="3708615" y="4123418"/>
            <a:ext cx="28398" cy="28398"/>
          </a:xfrm>
          <a:prstGeom prst="ellipse">
            <a:avLst/>
          </a:prstGeom>
          <a:solidFill>
            <a:srgbClr val="7F8C97">
              <a:alpha val="48000"/>
            </a:srgbClr>
          </a:solidFill>
          <a:ln w="0">
            <a:noFill/>
            <a:prstDash val="solid"/>
          </a:ln>
        </p:spPr>
      </p:sp>
      <p:sp>
        <p:nvSpPr>
          <p:cNvPr id="1184" name="01_find_only_1183">
            <a:extLst>
              <a:ext uri="{FF2B5EF4-FFF2-40B4-BE49-F238E27FC236}">
                <a16:creationId xmlns:a16="http://schemas.microsoft.com/office/drawing/2014/main" id="{1A6DFD0E-6891-4B67-85DC-C4A0C0C9CC5A}"/>
              </a:ext>
            </a:extLst>
          </p:cNvPr>
          <p:cNvSpPr>
            <a:spLocks noGrp="1"/>
          </p:cNvSpPr>
          <p:nvPr/>
        </p:nvSpPr>
        <p:spPr>
          <a:xfrm>
            <a:off x="3696025" y="3278074"/>
            <a:ext cx="28398" cy="28398"/>
          </a:xfrm>
          <a:prstGeom prst="ellipse">
            <a:avLst/>
          </a:prstGeom>
          <a:solidFill>
            <a:srgbClr val="7F8C97">
              <a:alpha val="48000"/>
            </a:srgbClr>
          </a:solidFill>
          <a:ln w="0">
            <a:noFill/>
            <a:prstDash val="solid"/>
          </a:ln>
        </p:spPr>
      </p:sp>
      <p:sp>
        <p:nvSpPr>
          <p:cNvPr id="1185" name="01_find_only_1184">
            <a:extLst>
              <a:ext uri="{FF2B5EF4-FFF2-40B4-BE49-F238E27FC236}">
                <a16:creationId xmlns:a16="http://schemas.microsoft.com/office/drawing/2014/main" id="{73EE25B3-530C-4B7F-8A7A-00B1A44D2702}"/>
              </a:ext>
            </a:extLst>
          </p:cNvPr>
          <p:cNvSpPr>
            <a:spLocks noGrp="1"/>
          </p:cNvSpPr>
          <p:nvPr/>
        </p:nvSpPr>
        <p:spPr>
          <a:xfrm>
            <a:off x="3663118" y="2855402"/>
            <a:ext cx="28398" cy="28398"/>
          </a:xfrm>
          <a:prstGeom prst="ellipse">
            <a:avLst/>
          </a:prstGeom>
          <a:solidFill>
            <a:srgbClr val="7F8C97">
              <a:alpha val="48000"/>
            </a:srgbClr>
          </a:solidFill>
          <a:ln w="0">
            <a:noFill/>
            <a:prstDash val="solid"/>
          </a:ln>
        </p:spPr>
      </p:sp>
      <p:sp>
        <p:nvSpPr>
          <p:cNvPr id="1186" name="01_find_only_1185">
            <a:extLst>
              <a:ext uri="{FF2B5EF4-FFF2-40B4-BE49-F238E27FC236}">
                <a16:creationId xmlns:a16="http://schemas.microsoft.com/office/drawing/2014/main" id="{F511385D-926A-4B5C-B11B-11FC63F6C6B7}"/>
              </a:ext>
            </a:extLst>
          </p:cNvPr>
          <p:cNvSpPr>
            <a:spLocks noGrp="1"/>
          </p:cNvSpPr>
          <p:nvPr/>
        </p:nvSpPr>
        <p:spPr>
          <a:xfrm>
            <a:off x="3699745" y="3806414"/>
            <a:ext cx="28398" cy="28398"/>
          </a:xfrm>
          <a:prstGeom prst="ellipse">
            <a:avLst/>
          </a:prstGeom>
          <a:solidFill>
            <a:srgbClr val="7F8C97">
              <a:alpha val="48000"/>
            </a:srgbClr>
          </a:solidFill>
          <a:ln w="0">
            <a:noFill/>
            <a:prstDash val="solid"/>
          </a:ln>
        </p:spPr>
      </p:sp>
      <p:sp>
        <p:nvSpPr>
          <p:cNvPr id="1187" name="01_find_only_1186">
            <a:extLst>
              <a:ext uri="{FF2B5EF4-FFF2-40B4-BE49-F238E27FC236}">
                <a16:creationId xmlns:a16="http://schemas.microsoft.com/office/drawing/2014/main" id="{579BC9BB-5CE0-4CFB-8205-0885B05E52B5}"/>
              </a:ext>
            </a:extLst>
          </p:cNvPr>
          <p:cNvSpPr>
            <a:spLocks noGrp="1"/>
          </p:cNvSpPr>
          <p:nvPr/>
        </p:nvSpPr>
        <p:spPr>
          <a:xfrm>
            <a:off x="3719584" y="3489410"/>
            <a:ext cx="28398" cy="28398"/>
          </a:xfrm>
          <a:prstGeom prst="ellipse">
            <a:avLst/>
          </a:prstGeom>
          <a:solidFill>
            <a:srgbClr val="7F8C97">
              <a:alpha val="48000"/>
            </a:srgbClr>
          </a:solidFill>
          <a:ln w="0">
            <a:noFill/>
            <a:prstDash val="solid"/>
          </a:ln>
        </p:spPr>
      </p:sp>
      <p:sp>
        <p:nvSpPr>
          <p:cNvPr id="1188" name="01_find_only_1187">
            <a:extLst>
              <a:ext uri="{FF2B5EF4-FFF2-40B4-BE49-F238E27FC236}">
                <a16:creationId xmlns:a16="http://schemas.microsoft.com/office/drawing/2014/main" id="{E7B27CD1-F7B7-43B8-89AE-AE82F5056955}"/>
              </a:ext>
            </a:extLst>
          </p:cNvPr>
          <p:cNvSpPr>
            <a:spLocks noGrp="1"/>
          </p:cNvSpPr>
          <p:nvPr/>
        </p:nvSpPr>
        <p:spPr>
          <a:xfrm>
            <a:off x="3689730" y="3278074"/>
            <a:ext cx="28398" cy="28398"/>
          </a:xfrm>
          <a:prstGeom prst="ellipse">
            <a:avLst/>
          </a:prstGeom>
          <a:solidFill>
            <a:srgbClr val="7F8C97">
              <a:alpha val="48000"/>
            </a:srgbClr>
          </a:solidFill>
          <a:ln w="0">
            <a:noFill/>
            <a:prstDash val="solid"/>
          </a:ln>
        </p:spPr>
      </p:sp>
      <p:sp>
        <p:nvSpPr>
          <p:cNvPr id="1189" name="01_find_only_1188">
            <a:extLst>
              <a:ext uri="{FF2B5EF4-FFF2-40B4-BE49-F238E27FC236}">
                <a16:creationId xmlns:a16="http://schemas.microsoft.com/office/drawing/2014/main" id="{BD8115AC-06D3-4B03-879B-8A59D3914942}"/>
              </a:ext>
            </a:extLst>
          </p:cNvPr>
          <p:cNvSpPr>
            <a:spLocks noGrp="1"/>
          </p:cNvSpPr>
          <p:nvPr/>
        </p:nvSpPr>
        <p:spPr>
          <a:xfrm>
            <a:off x="3697074" y="2855402"/>
            <a:ext cx="28398" cy="28398"/>
          </a:xfrm>
          <a:prstGeom prst="ellipse">
            <a:avLst/>
          </a:prstGeom>
          <a:solidFill>
            <a:srgbClr val="7F8C97">
              <a:alpha val="48000"/>
            </a:srgbClr>
          </a:solidFill>
          <a:ln w="0">
            <a:noFill/>
            <a:prstDash val="solid"/>
          </a:ln>
        </p:spPr>
      </p:sp>
      <p:sp>
        <p:nvSpPr>
          <p:cNvPr id="1190" name="01_find_only_1189">
            <a:extLst>
              <a:ext uri="{FF2B5EF4-FFF2-40B4-BE49-F238E27FC236}">
                <a16:creationId xmlns:a16="http://schemas.microsoft.com/office/drawing/2014/main" id="{3F73F95D-8143-46B7-ABCB-6D54BBEC7E38}"/>
              </a:ext>
            </a:extLst>
          </p:cNvPr>
          <p:cNvSpPr>
            <a:spLocks noGrp="1"/>
          </p:cNvSpPr>
          <p:nvPr/>
        </p:nvSpPr>
        <p:spPr>
          <a:xfrm>
            <a:off x="3696216" y="3841637"/>
            <a:ext cx="28398" cy="28398"/>
          </a:xfrm>
          <a:prstGeom prst="ellipse">
            <a:avLst/>
          </a:prstGeom>
          <a:solidFill>
            <a:srgbClr val="7F8C97">
              <a:alpha val="48000"/>
            </a:srgbClr>
          </a:solidFill>
          <a:ln w="0">
            <a:noFill/>
            <a:prstDash val="solid"/>
          </a:ln>
        </p:spPr>
      </p:sp>
      <p:sp>
        <p:nvSpPr>
          <p:cNvPr id="1191" name="01_find_only_1190">
            <a:extLst>
              <a:ext uri="{FF2B5EF4-FFF2-40B4-BE49-F238E27FC236}">
                <a16:creationId xmlns:a16="http://schemas.microsoft.com/office/drawing/2014/main" id="{18253B08-2094-4CC2-ABEB-36640C280A0C}"/>
              </a:ext>
            </a:extLst>
          </p:cNvPr>
          <p:cNvSpPr>
            <a:spLocks noGrp="1"/>
          </p:cNvSpPr>
          <p:nvPr/>
        </p:nvSpPr>
        <p:spPr>
          <a:xfrm>
            <a:off x="3680955" y="3278074"/>
            <a:ext cx="28398" cy="28398"/>
          </a:xfrm>
          <a:prstGeom prst="ellipse">
            <a:avLst/>
          </a:prstGeom>
          <a:solidFill>
            <a:srgbClr val="7F8C97">
              <a:alpha val="48000"/>
            </a:srgbClr>
          </a:solidFill>
          <a:ln w="0">
            <a:noFill/>
            <a:prstDash val="solid"/>
          </a:ln>
        </p:spPr>
      </p:sp>
      <p:sp>
        <p:nvSpPr>
          <p:cNvPr id="1192" name="01_find_only_1191">
            <a:extLst>
              <a:ext uri="{FF2B5EF4-FFF2-40B4-BE49-F238E27FC236}">
                <a16:creationId xmlns:a16="http://schemas.microsoft.com/office/drawing/2014/main" id="{053BD650-0A75-4487-9C7E-6AFCAD05C4BE}"/>
              </a:ext>
            </a:extLst>
          </p:cNvPr>
          <p:cNvSpPr>
            <a:spLocks noGrp="1"/>
          </p:cNvSpPr>
          <p:nvPr/>
        </p:nvSpPr>
        <p:spPr>
          <a:xfrm>
            <a:off x="3654343" y="3679612"/>
            <a:ext cx="28398" cy="28398"/>
          </a:xfrm>
          <a:prstGeom prst="ellipse">
            <a:avLst/>
          </a:prstGeom>
          <a:solidFill>
            <a:srgbClr val="7F8C97">
              <a:alpha val="48000"/>
            </a:srgbClr>
          </a:solidFill>
          <a:ln w="0">
            <a:noFill/>
            <a:prstDash val="solid"/>
          </a:ln>
        </p:spPr>
      </p:sp>
      <p:sp>
        <p:nvSpPr>
          <p:cNvPr id="1193" name="01_find_only_1192">
            <a:extLst>
              <a:ext uri="{FF2B5EF4-FFF2-40B4-BE49-F238E27FC236}">
                <a16:creationId xmlns:a16="http://schemas.microsoft.com/office/drawing/2014/main" id="{716F85AE-346C-4320-B861-4DD7641308D1}"/>
              </a:ext>
            </a:extLst>
          </p:cNvPr>
          <p:cNvSpPr>
            <a:spLocks noGrp="1"/>
          </p:cNvSpPr>
          <p:nvPr/>
        </p:nvSpPr>
        <p:spPr>
          <a:xfrm>
            <a:off x="3712907" y="3278074"/>
            <a:ext cx="28398" cy="28398"/>
          </a:xfrm>
          <a:prstGeom prst="ellipse">
            <a:avLst/>
          </a:prstGeom>
          <a:solidFill>
            <a:srgbClr val="7F8C97">
              <a:alpha val="48000"/>
            </a:srgbClr>
          </a:solidFill>
          <a:ln w="0">
            <a:noFill/>
            <a:prstDash val="solid"/>
          </a:ln>
        </p:spPr>
      </p:sp>
      <p:sp>
        <p:nvSpPr>
          <p:cNvPr id="1194" name="01_find_only_1193">
            <a:extLst>
              <a:ext uri="{FF2B5EF4-FFF2-40B4-BE49-F238E27FC236}">
                <a16:creationId xmlns:a16="http://schemas.microsoft.com/office/drawing/2014/main" id="{C18AD930-2C7F-4933-B755-DEA515392AE4}"/>
              </a:ext>
            </a:extLst>
          </p:cNvPr>
          <p:cNvSpPr>
            <a:spLocks noGrp="1"/>
          </p:cNvSpPr>
          <p:nvPr/>
        </p:nvSpPr>
        <p:spPr>
          <a:xfrm>
            <a:off x="3644233" y="3489410"/>
            <a:ext cx="28398" cy="28398"/>
          </a:xfrm>
          <a:prstGeom prst="ellipse">
            <a:avLst/>
          </a:prstGeom>
          <a:solidFill>
            <a:srgbClr val="7F8C97">
              <a:alpha val="48000"/>
            </a:srgbClr>
          </a:solidFill>
          <a:ln w="0">
            <a:noFill/>
            <a:prstDash val="solid"/>
          </a:ln>
        </p:spPr>
      </p:sp>
      <p:sp>
        <p:nvSpPr>
          <p:cNvPr id="1195" name="01_find_only_1194">
            <a:extLst>
              <a:ext uri="{FF2B5EF4-FFF2-40B4-BE49-F238E27FC236}">
                <a16:creationId xmlns:a16="http://schemas.microsoft.com/office/drawing/2014/main" id="{FAEF9665-C218-4398-98F7-7E72910F208F}"/>
              </a:ext>
            </a:extLst>
          </p:cNvPr>
          <p:cNvSpPr>
            <a:spLocks noGrp="1"/>
          </p:cNvSpPr>
          <p:nvPr/>
        </p:nvSpPr>
        <p:spPr>
          <a:xfrm>
            <a:off x="3643470" y="4123418"/>
            <a:ext cx="28398" cy="28398"/>
          </a:xfrm>
          <a:prstGeom prst="ellipse">
            <a:avLst/>
          </a:prstGeom>
          <a:solidFill>
            <a:srgbClr val="7F8C97">
              <a:alpha val="48000"/>
            </a:srgbClr>
          </a:solidFill>
          <a:ln w="0">
            <a:noFill/>
            <a:prstDash val="solid"/>
          </a:ln>
        </p:spPr>
      </p:sp>
      <p:sp>
        <p:nvSpPr>
          <p:cNvPr id="1196" name="01_find_only_1195">
            <a:extLst>
              <a:ext uri="{FF2B5EF4-FFF2-40B4-BE49-F238E27FC236}">
                <a16:creationId xmlns:a16="http://schemas.microsoft.com/office/drawing/2014/main" id="{28406779-5623-485C-AB79-7470BAEABD8A}"/>
              </a:ext>
            </a:extLst>
          </p:cNvPr>
          <p:cNvSpPr>
            <a:spLocks noGrp="1"/>
          </p:cNvSpPr>
          <p:nvPr/>
        </p:nvSpPr>
        <p:spPr>
          <a:xfrm>
            <a:off x="3647762" y="4123418"/>
            <a:ext cx="28398" cy="28398"/>
          </a:xfrm>
          <a:prstGeom prst="ellipse">
            <a:avLst/>
          </a:prstGeom>
          <a:solidFill>
            <a:srgbClr val="7F8C97">
              <a:alpha val="48000"/>
            </a:srgbClr>
          </a:solidFill>
          <a:ln w="0">
            <a:noFill/>
            <a:prstDash val="solid"/>
          </a:ln>
        </p:spPr>
      </p:sp>
      <p:sp>
        <p:nvSpPr>
          <p:cNvPr id="1197" name="01_find_only_1196">
            <a:extLst>
              <a:ext uri="{FF2B5EF4-FFF2-40B4-BE49-F238E27FC236}">
                <a16:creationId xmlns:a16="http://schemas.microsoft.com/office/drawing/2014/main" id="{7DEF10CE-8312-46C0-BACF-1B7AB09F41AC}"/>
              </a:ext>
            </a:extLst>
          </p:cNvPr>
          <p:cNvSpPr>
            <a:spLocks noGrp="1"/>
          </p:cNvSpPr>
          <p:nvPr/>
        </p:nvSpPr>
        <p:spPr>
          <a:xfrm>
            <a:off x="3714243" y="3700746"/>
            <a:ext cx="28398" cy="28398"/>
          </a:xfrm>
          <a:prstGeom prst="ellipse">
            <a:avLst/>
          </a:prstGeom>
          <a:solidFill>
            <a:srgbClr val="7F8C97">
              <a:alpha val="48000"/>
            </a:srgbClr>
          </a:solidFill>
          <a:ln w="0">
            <a:noFill/>
            <a:prstDash val="solid"/>
          </a:ln>
        </p:spPr>
      </p:sp>
      <p:sp>
        <p:nvSpPr>
          <p:cNvPr id="1198" name="01_find_only_1197">
            <a:extLst>
              <a:ext uri="{FF2B5EF4-FFF2-40B4-BE49-F238E27FC236}">
                <a16:creationId xmlns:a16="http://schemas.microsoft.com/office/drawing/2014/main" id="{5960AA8A-0F86-49CF-9D02-8543726847C4}"/>
              </a:ext>
            </a:extLst>
          </p:cNvPr>
          <p:cNvSpPr>
            <a:spLocks noGrp="1"/>
          </p:cNvSpPr>
          <p:nvPr/>
        </p:nvSpPr>
        <p:spPr>
          <a:xfrm>
            <a:off x="3704132" y="3635719"/>
            <a:ext cx="28398" cy="28398"/>
          </a:xfrm>
          <a:prstGeom prst="ellipse">
            <a:avLst/>
          </a:prstGeom>
          <a:solidFill>
            <a:srgbClr val="7F8C97">
              <a:alpha val="48000"/>
            </a:srgbClr>
          </a:solidFill>
          <a:ln w="0">
            <a:noFill/>
            <a:prstDash val="solid"/>
          </a:ln>
        </p:spPr>
      </p:sp>
      <p:sp>
        <p:nvSpPr>
          <p:cNvPr id="1199" name="01_find_only_1198">
            <a:extLst>
              <a:ext uri="{FF2B5EF4-FFF2-40B4-BE49-F238E27FC236}">
                <a16:creationId xmlns:a16="http://schemas.microsoft.com/office/drawing/2014/main" id="{FC9133C7-D9B1-4450-B493-A2706E22A103}"/>
              </a:ext>
            </a:extLst>
          </p:cNvPr>
          <p:cNvSpPr>
            <a:spLocks noGrp="1"/>
          </p:cNvSpPr>
          <p:nvPr/>
        </p:nvSpPr>
        <p:spPr>
          <a:xfrm>
            <a:off x="3708234" y="2996292"/>
            <a:ext cx="28398" cy="28398"/>
          </a:xfrm>
          <a:prstGeom prst="ellipse">
            <a:avLst/>
          </a:prstGeom>
          <a:solidFill>
            <a:srgbClr val="7F8C97">
              <a:alpha val="48000"/>
            </a:srgbClr>
          </a:solidFill>
          <a:ln w="0">
            <a:noFill/>
            <a:prstDash val="solid"/>
          </a:ln>
        </p:spPr>
      </p:sp>
      <p:sp>
        <p:nvSpPr>
          <p:cNvPr id="1200" name="01_find_only_1199">
            <a:extLst>
              <a:ext uri="{FF2B5EF4-FFF2-40B4-BE49-F238E27FC236}">
                <a16:creationId xmlns:a16="http://schemas.microsoft.com/office/drawing/2014/main" id="{527A04A8-77E8-4527-87DE-0E535EA4321D}"/>
              </a:ext>
            </a:extLst>
          </p:cNvPr>
          <p:cNvSpPr>
            <a:spLocks noGrp="1"/>
          </p:cNvSpPr>
          <p:nvPr/>
        </p:nvSpPr>
        <p:spPr>
          <a:xfrm>
            <a:off x="3696406" y="2855402"/>
            <a:ext cx="28398" cy="28398"/>
          </a:xfrm>
          <a:prstGeom prst="ellipse">
            <a:avLst/>
          </a:prstGeom>
          <a:solidFill>
            <a:srgbClr val="7F8C97">
              <a:alpha val="48000"/>
            </a:srgbClr>
          </a:solidFill>
          <a:ln w="0">
            <a:noFill/>
            <a:prstDash val="solid"/>
          </a:ln>
        </p:spPr>
      </p:sp>
      <p:sp>
        <p:nvSpPr>
          <p:cNvPr id="1201" name="01_find_only_1200">
            <a:extLst>
              <a:ext uri="{FF2B5EF4-FFF2-40B4-BE49-F238E27FC236}">
                <a16:creationId xmlns:a16="http://schemas.microsoft.com/office/drawing/2014/main" id="{CE05159A-2C5D-470B-9399-7D080D5BAB15}"/>
              </a:ext>
            </a:extLst>
          </p:cNvPr>
          <p:cNvSpPr>
            <a:spLocks noGrp="1"/>
          </p:cNvSpPr>
          <p:nvPr/>
        </p:nvSpPr>
        <p:spPr>
          <a:xfrm>
            <a:off x="3703751" y="4123418"/>
            <a:ext cx="28398" cy="28398"/>
          </a:xfrm>
          <a:prstGeom prst="ellipse">
            <a:avLst/>
          </a:prstGeom>
          <a:solidFill>
            <a:srgbClr val="7F8C97">
              <a:alpha val="48000"/>
            </a:srgbClr>
          </a:solidFill>
          <a:ln w="0">
            <a:noFill/>
            <a:prstDash val="solid"/>
          </a:ln>
        </p:spPr>
      </p:sp>
      <p:sp>
        <p:nvSpPr>
          <p:cNvPr id="1202" name="01_find_only_1201">
            <a:extLst>
              <a:ext uri="{FF2B5EF4-FFF2-40B4-BE49-F238E27FC236}">
                <a16:creationId xmlns:a16="http://schemas.microsoft.com/office/drawing/2014/main" id="{17C5EF43-984F-48F9-868B-672A48849003}"/>
              </a:ext>
            </a:extLst>
          </p:cNvPr>
          <p:cNvSpPr>
            <a:spLocks noGrp="1"/>
          </p:cNvSpPr>
          <p:nvPr/>
        </p:nvSpPr>
        <p:spPr>
          <a:xfrm>
            <a:off x="3711954" y="4123418"/>
            <a:ext cx="28398" cy="28398"/>
          </a:xfrm>
          <a:prstGeom prst="ellipse">
            <a:avLst/>
          </a:prstGeom>
          <a:solidFill>
            <a:srgbClr val="7F8C97">
              <a:alpha val="48000"/>
            </a:srgbClr>
          </a:solidFill>
          <a:ln w="0">
            <a:noFill/>
            <a:prstDash val="solid"/>
          </a:ln>
        </p:spPr>
      </p:sp>
      <p:sp>
        <p:nvSpPr>
          <p:cNvPr id="1203" name="01_find_only_1202">
            <a:extLst>
              <a:ext uri="{FF2B5EF4-FFF2-40B4-BE49-F238E27FC236}">
                <a16:creationId xmlns:a16="http://schemas.microsoft.com/office/drawing/2014/main" id="{91E9BE22-6F08-4605-9E13-1FB160224423}"/>
              </a:ext>
            </a:extLst>
          </p:cNvPr>
          <p:cNvSpPr>
            <a:spLocks noGrp="1"/>
          </p:cNvSpPr>
          <p:nvPr/>
        </p:nvSpPr>
        <p:spPr>
          <a:xfrm>
            <a:off x="3641944" y="4123418"/>
            <a:ext cx="28398" cy="28398"/>
          </a:xfrm>
          <a:prstGeom prst="ellipse">
            <a:avLst/>
          </a:prstGeom>
          <a:solidFill>
            <a:srgbClr val="7F8C97">
              <a:alpha val="48000"/>
            </a:srgbClr>
          </a:solidFill>
          <a:ln w="0">
            <a:noFill/>
            <a:prstDash val="solid"/>
          </a:ln>
        </p:spPr>
      </p:sp>
      <p:sp>
        <p:nvSpPr>
          <p:cNvPr id="1204" name="01_find_only_1203">
            <a:extLst>
              <a:ext uri="{FF2B5EF4-FFF2-40B4-BE49-F238E27FC236}">
                <a16:creationId xmlns:a16="http://schemas.microsoft.com/office/drawing/2014/main" id="{DFFB60BB-595A-44F4-8BCA-87B64D2F849C}"/>
              </a:ext>
            </a:extLst>
          </p:cNvPr>
          <p:cNvSpPr>
            <a:spLocks noGrp="1"/>
          </p:cNvSpPr>
          <p:nvPr/>
        </p:nvSpPr>
        <p:spPr>
          <a:xfrm>
            <a:off x="3649479" y="3489410"/>
            <a:ext cx="28398" cy="28398"/>
          </a:xfrm>
          <a:prstGeom prst="ellipse">
            <a:avLst/>
          </a:prstGeom>
          <a:solidFill>
            <a:srgbClr val="7F8C97">
              <a:alpha val="48000"/>
            </a:srgbClr>
          </a:solidFill>
          <a:ln w="0">
            <a:noFill/>
            <a:prstDash val="solid"/>
          </a:ln>
        </p:spPr>
      </p:sp>
      <p:sp>
        <p:nvSpPr>
          <p:cNvPr id="1205" name="01_find_only_1204">
            <a:extLst>
              <a:ext uri="{FF2B5EF4-FFF2-40B4-BE49-F238E27FC236}">
                <a16:creationId xmlns:a16="http://schemas.microsoft.com/office/drawing/2014/main" id="{D2F5851B-1F20-4E0B-805B-C90B9832533D}"/>
              </a:ext>
            </a:extLst>
          </p:cNvPr>
          <p:cNvSpPr>
            <a:spLocks noGrp="1"/>
          </p:cNvSpPr>
          <p:nvPr/>
        </p:nvSpPr>
        <p:spPr>
          <a:xfrm>
            <a:off x="3694785" y="3586950"/>
            <a:ext cx="28398" cy="28398"/>
          </a:xfrm>
          <a:prstGeom prst="ellipse">
            <a:avLst/>
          </a:prstGeom>
          <a:solidFill>
            <a:srgbClr val="7F8C97">
              <a:alpha val="48000"/>
            </a:srgbClr>
          </a:solidFill>
          <a:ln w="0">
            <a:noFill/>
            <a:prstDash val="solid"/>
          </a:ln>
        </p:spPr>
      </p:sp>
      <p:sp>
        <p:nvSpPr>
          <p:cNvPr id="1206" name="01_find_only_1205">
            <a:extLst>
              <a:ext uri="{FF2B5EF4-FFF2-40B4-BE49-F238E27FC236}">
                <a16:creationId xmlns:a16="http://schemas.microsoft.com/office/drawing/2014/main" id="{D4C6C8FB-8347-46A8-B030-B7AD829E84C3}"/>
              </a:ext>
            </a:extLst>
          </p:cNvPr>
          <p:cNvSpPr>
            <a:spLocks noGrp="1"/>
          </p:cNvSpPr>
          <p:nvPr/>
        </p:nvSpPr>
        <p:spPr>
          <a:xfrm>
            <a:off x="3646808" y="2855402"/>
            <a:ext cx="28398" cy="28398"/>
          </a:xfrm>
          <a:prstGeom prst="ellipse">
            <a:avLst/>
          </a:prstGeom>
          <a:solidFill>
            <a:srgbClr val="7F8C97">
              <a:alpha val="48000"/>
            </a:srgbClr>
          </a:solidFill>
          <a:ln w="0">
            <a:noFill/>
            <a:prstDash val="solid"/>
          </a:ln>
        </p:spPr>
      </p:sp>
      <p:sp>
        <p:nvSpPr>
          <p:cNvPr id="1207" name="01_find_only_1206">
            <a:extLst>
              <a:ext uri="{FF2B5EF4-FFF2-40B4-BE49-F238E27FC236}">
                <a16:creationId xmlns:a16="http://schemas.microsoft.com/office/drawing/2014/main" id="{402D379B-699B-4937-BDC3-59B0110796FD}"/>
              </a:ext>
            </a:extLst>
          </p:cNvPr>
          <p:cNvSpPr>
            <a:spLocks noGrp="1"/>
          </p:cNvSpPr>
          <p:nvPr/>
        </p:nvSpPr>
        <p:spPr>
          <a:xfrm>
            <a:off x="3656060" y="3314828"/>
            <a:ext cx="28398" cy="28398"/>
          </a:xfrm>
          <a:prstGeom prst="ellipse">
            <a:avLst/>
          </a:prstGeom>
          <a:solidFill>
            <a:srgbClr val="7F8C97">
              <a:alpha val="48000"/>
            </a:srgbClr>
          </a:solidFill>
          <a:ln w="0">
            <a:noFill/>
            <a:prstDash val="solid"/>
          </a:ln>
        </p:spPr>
      </p:sp>
      <p:sp>
        <p:nvSpPr>
          <p:cNvPr id="1208" name="01_find_only_1207">
            <a:extLst>
              <a:ext uri="{FF2B5EF4-FFF2-40B4-BE49-F238E27FC236}">
                <a16:creationId xmlns:a16="http://schemas.microsoft.com/office/drawing/2014/main" id="{89E89956-0CA5-40F8-9992-6B5C0331189E}"/>
              </a:ext>
            </a:extLst>
          </p:cNvPr>
          <p:cNvSpPr>
            <a:spLocks noGrp="1"/>
          </p:cNvSpPr>
          <p:nvPr/>
        </p:nvSpPr>
        <p:spPr>
          <a:xfrm>
            <a:off x="3640417" y="2855402"/>
            <a:ext cx="28398" cy="28398"/>
          </a:xfrm>
          <a:prstGeom prst="ellipse">
            <a:avLst/>
          </a:prstGeom>
          <a:solidFill>
            <a:srgbClr val="7F8C97">
              <a:alpha val="48000"/>
            </a:srgbClr>
          </a:solidFill>
          <a:ln w="0">
            <a:noFill/>
            <a:prstDash val="solid"/>
          </a:ln>
        </p:spPr>
      </p:sp>
      <p:sp>
        <p:nvSpPr>
          <p:cNvPr id="1209" name="01_find_only_1208">
            <a:extLst>
              <a:ext uri="{FF2B5EF4-FFF2-40B4-BE49-F238E27FC236}">
                <a16:creationId xmlns:a16="http://schemas.microsoft.com/office/drawing/2014/main" id="{D1F8056F-B627-4F33-A4CD-F9AF6469D457}"/>
              </a:ext>
            </a:extLst>
          </p:cNvPr>
          <p:cNvSpPr>
            <a:spLocks noGrp="1"/>
          </p:cNvSpPr>
          <p:nvPr/>
        </p:nvSpPr>
        <p:spPr>
          <a:xfrm>
            <a:off x="3650528" y="3727163"/>
            <a:ext cx="28398" cy="28398"/>
          </a:xfrm>
          <a:prstGeom prst="ellipse">
            <a:avLst/>
          </a:prstGeom>
          <a:solidFill>
            <a:srgbClr val="7F8C97">
              <a:alpha val="48000"/>
            </a:srgbClr>
          </a:solidFill>
          <a:ln w="0">
            <a:noFill/>
            <a:prstDash val="solid"/>
          </a:ln>
        </p:spPr>
      </p:sp>
      <p:sp>
        <p:nvSpPr>
          <p:cNvPr id="1210" name="01_find_only_1209">
            <a:extLst>
              <a:ext uri="{FF2B5EF4-FFF2-40B4-BE49-F238E27FC236}">
                <a16:creationId xmlns:a16="http://schemas.microsoft.com/office/drawing/2014/main" id="{A692DC5F-975D-4337-B16C-BB06BE9E8428}"/>
              </a:ext>
            </a:extLst>
          </p:cNvPr>
          <p:cNvSpPr>
            <a:spLocks noGrp="1"/>
          </p:cNvSpPr>
          <p:nvPr/>
        </p:nvSpPr>
        <p:spPr>
          <a:xfrm>
            <a:off x="3654248" y="3761128"/>
            <a:ext cx="28398" cy="28398"/>
          </a:xfrm>
          <a:prstGeom prst="ellipse">
            <a:avLst/>
          </a:prstGeom>
          <a:solidFill>
            <a:srgbClr val="7F8C97">
              <a:alpha val="48000"/>
            </a:srgbClr>
          </a:solidFill>
          <a:ln w="0">
            <a:noFill/>
            <a:prstDash val="solid"/>
          </a:ln>
        </p:spPr>
      </p:sp>
      <p:sp>
        <p:nvSpPr>
          <p:cNvPr id="1211" name="01_find_only_1210">
            <a:extLst>
              <a:ext uri="{FF2B5EF4-FFF2-40B4-BE49-F238E27FC236}">
                <a16:creationId xmlns:a16="http://schemas.microsoft.com/office/drawing/2014/main" id="{68C2E583-319A-4428-B2FA-D5938A31737D}"/>
              </a:ext>
            </a:extLst>
          </p:cNvPr>
          <p:cNvSpPr>
            <a:spLocks noGrp="1"/>
          </p:cNvSpPr>
          <p:nvPr/>
        </p:nvSpPr>
        <p:spPr>
          <a:xfrm>
            <a:off x="3713480" y="3912082"/>
            <a:ext cx="28398" cy="28398"/>
          </a:xfrm>
          <a:prstGeom prst="ellipse">
            <a:avLst/>
          </a:prstGeom>
          <a:solidFill>
            <a:srgbClr val="7F8C97">
              <a:alpha val="48000"/>
            </a:srgbClr>
          </a:solidFill>
          <a:ln w="0">
            <a:noFill/>
            <a:prstDash val="solid"/>
          </a:ln>
        </p:spPr>
      </p:sp>
      <p:sp>
        <p:nvSpPr>
          <p:cNvPr id="1212" name="01_find_only_1211">
            <a:extLst>
              <a:ext uri="{FF2B5EF4-FFF2-40B4-BE49-F238E27FC236}">
                <a16:creationId xmlns:a16="http://schemas.microsoft.com/office/drawing/2014/main" id="{21AAD0DF-B58F-465C-B21A-83AB556F170C}"/>
              </a:ext>
            </a:extLst>
          </p:cNvPr>
          <p:cNvSpPr>
            <a:spLocks noGrp="1"/>
          </p:cNvSpPr>
          <p:nvPr/>
        </p:nvSpPr>
        <p:spPr>
          <a:xfrm>
            <a:off x="3673038" y="2855402"/>
            <a:ext cx="28398" cy="28398"/>
          </a:xfrm>
          <a:prstGeom prst="ellipse">
            <a:avLst/>
          </a:prstGeom>
          <a:solidFill>
            <a:srgbClr val="7F8C97">
              <a:alpha val="48000"/>
            </a:srgbClr>
          </a:solidFill>
          <a:ln w="0">
            <a:noFill/>
            <a:prstDash val="solid"/>
          </a:ln>
        </p:spPr>
      </p:sp>
      <p:sp>
        <p:nvSpPr>
          <p:cNvPr id="1213" name="01_find_only_1212">
            <a:extLst>
              <a:ext uri="{FF2B5EF4-FFF2-40B4-BE49-F238E27FC236}">
                <a16:creationId xmlns:a16="http://schemas.microsoft.com/office/drawing/2014/main" id="{DE2228AA-B4DD-4C38-9672-B732C86CD1F9}"/>
              </a:ext>
            </a:extLst>
          </p:cNvPr>
          <p:cNvSpPr>
            <a:spLocks noGrp="1"/>
          </p:cNvSpPr>
          <p:nvPr/>
        </p:nvSpPr>
        <p:spPr>
          <a:xfrm>
            <a:off x="3641944" y="3806414"/>
            <a:ext cx="28398" cy="28398"/>
          </a:xfrm>
          <a:prstGeom prst="ellipse">
            <a:avLst/>
          </a:prstGeom>
          <a:solidFill>
            <a:srgbClr val="7F8C97">
              <a:alpha val="48000"/>
            </a:srgbClr>
          </a:solidFill>
          <a:ln w="0">
            <a:noFill/>
            <a:prstDash val="solid"/>
          </a:ln>
        </p:spPr>
      </p:sp>
      <p:sp>
        <p:nvSpPr>
          <p:cNvPr id="1214" name="01_find_only_1213">
            <a:extLst>
              <a:ext uri="{FF2B5EF4-FFF2-40B4-BE49-F238E27FC236}">
                <a16:creationId xmlns:a16="http://schemas.microsoft.com/office/drawing/2014/main" id="{6D1AC8B7-2C5D-40D2-9818-CA85EEC6433B}"/>
              </a:ext>
            </a:extLst>
          </p:cNvPr>
          <p:cNvSpPr>
            <a:spLocks noGrp="1"/>
          </p:cNvSpPr>
          <p:nvPr/>
        </p:nvSpPr>
        <p:spPr>
          <a:xfrm>
            <a:off x="3655774" y="3172406"/>
            <a:ext cx="28398" cy="28398"/>
          </a:xfrm>
          <a:prstGeom prst="ellipse">
            <a:avLst/>
          </a:prstGeom>
          <a:solidFill>
            <a:srgbClr val="7F8C97">
              <a:alpha val="48000"/>
            </a:srgbClr>
          </a:solidFill>
          <a:ln w="0">
            <a:noFill/>
            <a:prstDash val="solid"/>
          </a:ln>
        </p:spPr>
      </p:sp>
      <p:sp>
        <p:nvSpPr>
          <p:cNvPr id="1215" name="01_find_only_1214">
            <a:extLst>
              <a:ext uri="{FF2B5EF4-FFF2-40B4-BE49-F238E27FC236}">
                <a16:creationId xmlns:a16="http://schemas.microsoft.com/office/drawing/2014/main" id="{17173487-BDA8-4FB4-A167-BADD8995AE80}"/>
              </a:ext>
            </a:extLst>
          </p:cNvPr>
          <p:cNvSpPr>
            <a:spLocks noGrp="1"/>
          </p:cNvSpPr>
          <p:nvPr/>
        </p:nvSpPr>
        <p:spPr>
          <a:xfrm>
            <a:off x="3708520" y="3743013"/>
            <a:ext cx="28398" cy="28398"/>
          </a:xfrm>
          <a:prstGeom prst="ellipse">
            <a:avLst/>
          </a:prstGeom>
          <a:solidFill>
            <a:srgbClr val="7F8C97">
              <a:alpha val="48000"/>
            </a:srgbClr>
          </a:solidFill>
          <a:ln w="0">
            <a:noFill/>
            <a:prstDash val="solid"/>
          </a:ln>
        </p:spPr>
      </p:sp>
      <p:sp>
        <p:nvSpPr>
          <p:cNvPr id="1216" name="01_find_only_1215">
            <a:extLst>
              <a:ext uri="{FF2B5EF4-FFF2-40B4-BE49-F238E27FC236}">
                <a16:creationId xmlns:a16="http://schemas.microsoft.com/office/drawing/2014/main" id="{DD77B5F5-702D-41B1-AE3A-6B311413B470}"/>
              </a:ext>
            </a:extLst>
          </p:cNvPr>
          <p:cNvSpPr>
            <a:spLocks noGrp="1"/>
          </p:cNvSpPr>
          <p:nvPr/>
        </p:nvSpPr>
        <p:spPr>
          <a:xfrm>
            <a:off x="3690493" y="3278074"/>
            <a:ext cx="28398" cy="28398"/>
          </a:xfrm>
          <a:prstGeom prst="ellipse">
            <a:avLst/>
          </a:prstGeom>
          <a:solidFill>
            <a:srgbClr val="7F8C97">
              <a:alpha val="48000"/>
            </a:srgbClr>
          </a:solidFill>
          <a:ln w="0">
            <a:noFill/>
            <a:prstDash val="solid"/>
          </a:ln>
        </p:spPr>
      </p:sp>
      <p:sp>
        <p:nvSpPr>
          <p:cNvPr id="1217" name="01_find_only_1216">
            <a:extLst>
              <a:ext uri="{FF2B5EF4-FFF2-40B4-BE49-F238E27FC236}">
                <a16:creationId xmlns:a16="http://schemas.microsoft.com/office/drawing/2014/main" id="{288D6154-BFFF-4E8A-B140-403AC9C36D70}"/>
              </a:ext>
            </a:extLst>
          </p:cNvPr>
          <p:cNvSpPr>
            <a:spLocks noGrp="1"/>
          </p:cNvSpPr>
          <p:nvPr/>
        </p:nvSpPr>
        <p:spPr>
          <a:xfrm>
            <a:off x="3708138" y="3559855"/>
            <a:ext cx="28398" cy="28398"/>
          </a:xfrm>
          <a:prstGeom prst="ellipse">
            <a:avLst/>
          </a:prstGeom>
          <a:solidFill>
            <a:srgbClr val="7F8C97">
              <a:alpha val="48000"/>
            </a:srgbClr>
          </a:solidFill>
          <a:ln w="0">
            <a:noFill/>
            <a:prstDash val="solid"/>
          </a:ln>
        </p:spPr>
      </p:sp>
      <p:sp>
        <p:nvSpPr>
          <p:cNvPr id="1218" name="01_find_only_1217">
            <a:extLst>
              <a:ext uri="{FF2B5EF4-FFF2-40B4-BE49-F238E27FC236}">
                <a16:creationId xmlns:a16="http://schemas.microsoft.com/office/drawing/2014/main" id="{EB326E60-BBF6-4D94-8CD8-CEC62A569243}"/>
              </a:ext>
            </a:extLst>
          </p:cNvPr>
          <p:cNvSpPr>
            <a:spLocks noGrp="1"/>
          </p:cNvSpPr>
          <p:nvPr/>
        </p:nvSpPr>
        <p:spPr>
          <a:xfrm>
            <a:off x="3647762" y="3148021"/>
            <a:ext cx="28398" cy="28398"/>
          </a:xfrm>
          <a:prstGeom prst="ellipse">
            <a:avLst/>
          </a:prstGeom>
          <a:solidFill>
            <a:srgbClr val="7F8C97">
              <a:alpha val="48000"/>
            </a:srgbClr>
          </a:solidFill>
          <a:ln w="0">
            <a:noFill/>
            <a:prstDash val="solid"/>
          </a:ln>
        </p:spPr>
      </p:sp>
      <p:sp>
        <p:nvSpPr>
          <p:cNvPr id="1219" name="01_find_only_1218">
            <a:extLst>
              <a:ext uri="{FF2B5EF4-FFF2-40B4-BE49-F238E27FC236}">
                <a16:creationId xmlns:a16="http://schemas.microsoft.com/office/drawing/2014/main" id="{36134761-0B24-4489-A207-5CB90C4A802D}"/>
              </a:ext>
            </a:extLst>
          </p:cNvPr>
          <p:cNvSpPr>
            <a:spLocks noGrp="1"/>
          </p:cNvSpPr>
          <p:nvPr/>
        </p:nvSpPr>
        <p:spPr>
          <a:xfrm>
            <a:off x="3665694" y="3423823"/>
            <a:ext cx="28398" cy="28398"/>
          </a:xfrm>
          <a:prstGeom prst="ellipse">
            <a:avLst/>
          </a:prstGeom>
          <a:solidFill>
            <a:srgbClr val="7F8C97">
              <a:alpha val="48000"/>
            </a:srgbClr>
          </a:solidFill>
          <a:ln w="0">
            <a:noFill/>
            <a:prstDash val="solid"/>
          </a:ln>
        </p:spPr>
      </p:sp>
      <p:sp>
        <p:nvSpPr>
          <p:cNvPr id="1220" name="01_find_only_1219">
            <a:extLst>
              <a:ext uri="{FF2B5EF4-FFF2-40B4-BE49-F238E27FC236}">
                <a16:creationId xmlns:a16="http://schemas.microsoft.com/office/drawing/2014/main" id="{F8EE726F-7116-4075-8652-0E9DB4B8CDF4}"/>
              </a:ext>
            </a:extLst>
          </p:cNvPr>
          <p:cNvSpPr>
            <a:spLocks noGrp="1"/>
          </p:cNvSpPr>
          <p:nvPr/>
        </p:nvSpPr>
        <p:spPr>
          <a:xfrm>
            <a:off x="3708806" y="3853185"/>
            <a:ext cx="28398" cy="28398"/>
          </a:xfrm>
          <a:prstGeom prst="ellipse">
            <a:avLst/>
          </a:prstGeom>
          <a:solidFill>
            <a:srgbClr val="7F8C97">
              <a:alpha val="48000"/>
            </a:srgbClr>
          </a:solidFill>
          <a:ln w="0">
            <a:noFill/>
            <a:prstDash val="solid"/>
          </a:ln>
        </p:spPr>
      </p:sp>
      <p:sp>
        <p:nvSpPr>
          <p:cNvPr id="1221" name="01_find_only_1220">
            <a:extLst>
              <a:ext uri="{FF2B5EF4-FFF2-40B4-BE49-F238E27FC236}">
                <a16:creationId xmlns:a16="http://schemas.microsoft.com/office/drawing/2014/main" id="{C3477F9F-F4F9-4E40-947F-7A5EB76AC484}"/>
              </a:ext>
            </a:extLst>
          </p:cNvPr>
          <p:cNvSpPr>
            <a:spLocks noGrp="1"/>
          </p:cNvSpPr>
          <p:nvPr/>
        </p:nvSpPr>
        <p:spPr>
          <a:xfrm>
            <a:off x="3708901" y="3489410"/>
            <a:ext cx="28398" cy="28398"/>
          </a:xfrm>
          <a:prstGeom prst="ellipse">
            <a:avLst/>
          </a:prstGeom>
          <a:solidFill>
            <a:srgbClr val="7F8C97">
              <a:alpha val="48000"/>
            </a:srgbClr>
          </a:solidFill>
          <a:ln w="0">
            <a:noFill/>
            <a:prstDash val="solid"/>
          </a:ln>
        </p:spPr>
      </p:sp>
      <p:sp>
        <p:nvSpPr>
          <p:cNvPr id="1222" name="01_find_only_1221">
            <a:extLst>
              <a:ext uri="{FF2B5EF4-FFF2-40B4-BE49-F238E27FC236}">
                <a16:creationId xmlns:a16="http://schemas.microsoft.com/office/drawing/2014/main" id="{433604E7-E085-4708-A65B-3AD2CDFB6CC8}"/>
              </a:ext>
            </a:extLst>
          </p:cNvPr>
          <p:cNvSpPr>
            <a:spLocks noGrp="1"/>
          </p:cNvSpPr>
          <p:nvPr/>
        </p:nvSpPr>
        <p:spPr>
          <a:xfrm>
            <a:off x="3702988" y="2855402"/>
            <a:ext cx="28398" cy="28398"/>
          </a:xfrm>
          <a:prstGeom prst="ellipse">
            <a:avLst/>
          </a:prstGeom>
          <a:solidFill>
            <a:srgbClr val="7F8C97">
              <a:alpha val="48000"/>
            </a:srgbClr>
          </a:solidFill>
          <a:ln w="0">
            <a:noFill/>
            <a:prstDash val="solid"/>
          </a:ln>
        </p:spPr>
      </p:sp>
      <p:sp>
        <p:nvSpPr>
          <p:cNvPr id="1223" name="01_find_only_1222">
            <a:extLst>
              <a:ext uri="{FF2B5EF4-FFF2-40B4-BE49-F238E27FC236}">
                <a16:creationId xmlns:a16="http://schemas.microsoft.com/office/drawing/2014/main" id="{2090FB18-33F2-4A72-A2F2-5AA4F54964B3}"/>
              </a:ext>
            </a:extLst>
          </p:cNvPr>
          <p:cNvSpPr>
            <a:spLocks noGrp="1"/>
          </p:cNvSpPr>
          <p:nvPr/>
        </p:nvSpPr>
        <p:spPr>
          <a:xfrm>
            <a:off x="3711381" y="3489410"/>
            <a:ext cx="28398" cy="28398"/>
          </a:xfrm>
          <a:prstGeom prst="ellipse">
            <a:avLst/>
          </a:prstGeom>
          <a:solidFill>
            <a:srgbClr val="7F8C97">
              <a:alpha val="48000"/>
            </a:srgbClr>
          </a:solidFill>
          <a:ln w="0">
            <a:noFill/>
            <a:prstDash val="solid"/>
          </a:ln>
        </p:spPr>
      </p:sp>
      <p:sp>
        <p:nvSpPr>
          <p:cNvPr id="1224" name="01_find_only_1223">
            <a:extLst>
              <a:ext uri="{FF2B5EF4-FFF2-40B4-BE49-F238E27FC236}">
                <a16:creationId xmlns:a16="http://schemas.microsoft.com/office/drawing/2014/main" id="{E5DD35D3-6966-44F6-8C88-5722EDB96381}"/>
              </a:ext>
            </a:extLst>
          </p:cNvPr>
          <p:cNvSpPr>
            <a:spLocks noGrp="1"/>
          </p:cNvSpPr>
          <p:nvPr/>
        </p:nvSpPr>
        <p:spPr>
          <a:xfrm>
            <a:off x="3656537" y="3362608"/>
            <a:ext cx="28398" cy="28398"/>
          </a:xfrm>
          <a:prstGeom prst="ellipse">
            <a:avLst/>
          </a:prstGeom>
          <a:solidFill>
            <a:srgbClr val="7F8C97">
              <a:alpha val="48000"/>
            </a:srgbClr>
          </a:solidFill>
          <a:ln w="0">
            <a:noFill/>
            <a:prstDash val="solid"/>
          </a:ln>
        </p:spPr>
      </p:sp>
      <p:sp>
        <p:nvSpPr>
          <p:cNvPr id="1225" name="01_find_only_1224">
            <a:extLst>
              <a:ext uri="{FF2B5EF4-FFF2-40B4-BE49-F238E27FC236}">
                <a16:creationId xmlns:a16="http://schemas.microsoft.com/office/drawing/2014/main" id="{956A194C-298D-4631-9218-9AC321A3E98C}"/>
              </a:ext>
            </a:extLst>
          </p:cNvPr>
          <p:cNvSpPr>
            <a:spLocks noGrp="1"/>
          </p:cNvSpPr>
          <p:nvPr/>
        </p:nvSpPr>
        <p:spPr>
          <a:xfrm>
            <a:off x="3642134" y="3489410"/>
            <a:ext cx="28398" cy="28398"/>
          </a:xfrm>
          <a:prstGeom prst="ellipse">
            <a:avLst/>
          </a:prstGeom>
          <a:solidFill>
            <a:srgbClr val="7F8C97">
              <a:alpha val="48000"/>
            </a:srgbClr>
          </a:solidFill>
          <a:ln w="0">
            <a:noFill/>
            <a:prstDash val="solid"/>
          </a:ln>
        </p:spPr>
      </p:sp>
      <p:sp>
        <p:nvSpPr>
          <p:cNvPr id="1226" name="01_find_only_1225">
            <a:extLst>
              <a:ext uri="{FF2B5EF4-FFF2-40B4-BE49-F238E27FC236}">
                <a16:creationId xmlns:a16="http://schemas.microsoft.com/office/drawing/2014/main" id="{036A7DA2-ABDC-4686-ADC2-82D5AEF9C811}"/>
              </a:ext>
            </a:extLst>
          </p:cNvPr>
          <p:cNvSpPr>
            <a:spLocks noGrp="1"/>
          </p:cNvSpPr>
          <p:nvPr/>
        </p:nvSpPr>
        <p:spPr>
          <a:xfrm>
            <a:off x="3697646" y="4123418"/>
            <a:ext cx="28398" cy="28398"/>
          </a:xfrm>
          <a:prstGeom prst="ellipse">
            <a:avLst/>
          </a:prstGeom>
          <a:solidFill>
            <a:srgbClr val="7F8C97">
              <a:alpha val="48000"/>
            </a:srgbClr>
          </a:solidFill>
          <a:ln w="0">
            <a:noFill/>
            <a:prstDash val="solid"/>
          </a:ln>
        </p:spPr>
      </p:sp>
      <p:sp>
        <p:nvSpPr>
          <p:cNvPr id="1227" name="01_find_only_1226">
            <a:extLst>
              <a:ext uri="{FF2B5EF4-FFF2-40B4-BE49-F238E27FC236}">
                <a16:creationId xmlns:a16="http://schemas.microsoft.com/office/drawing/2014/main" id="{74605DD7-0666-4693-8D40-B80B83532457}"/>
              </a:ext>
            </a:extLst>
          </p:cNvPr>
          <p:cNvSpPr>
            <a:spLocks noGrp="1"/>
          </p:cNvSpPr>
          <p:nvPr/>
        </p:nvSpPr>
        <p:spPr>
          <a:xfrm>
            <a:off x="3637651" y="2855402"/>
            <a:ext cx="28398" cy="28398"/>
          </a:xfrm>
          <a:prstGeom prst="ellipse">
            <a:avLst/>
          </a:prstGeom>
          <a:solidFill>
            <a:srgbClr val="7F8C97">
              <a:alpha val="48000"/>
            </a:srgbClr>
          </a:solidFill>
          <a:ln w="0">
            <a:noFill/>
            <a:prstDash val="solid"/>
          </a:ln>
        </p:spPr>
      </p:sp>
      <p:sp>
        <p:nvSpPr>
          <p:cNvPr id="1228" name="01_find_only_1227">
            <a:extLst>
              <a:ext uri="{FF2B5EF4-FFF2-40B4-BE49-F238E27FC236}">
                <a16:creationId xmlns:a16="http://schemas.microsoft.com/office/drawing/2014/main" id="{370E7363-1D62-4E1A-9577-EC22C1A7FF2D}"/>
              </a:ext>
            </a:extLst>
          </p:cNvPr>
          <p:cNvSpPr>
            <a:spLocks noGrp="1"/>
          </p:cNvSpPr>
          <p:nvPr/>
        </p:nvSpPr>
        <p:spPr>
          <a:xfrm>
            <a:off x="3643660" y="4123418"/>
            <a:ext cx="28398" cy="28398"/>
          </a:xfrm>
          <a:prstGeom prst="ellipse">
            <a:avLst/>
          </a:prstGeom>
          <a:solidFill>
            <a:srgbClr val="7F8C97">
              <a:alpha val="48000"/>
            </a:srgbClr>
          </a:solidFill>
          <a:ln w="0">
            <a:noFill/>
            <a:prstDash val="solid"/>
          </a:ln>
        </p:spPr>
      </p:sp>
      <p:sp>
        <p:nvSpPr>
          <p:cNvPr id="1229" name="01_find_only_1228">
            <a:extLst>
              <a:ext uri="{FF2B5EF4-FFF2-40B4-BE49-F238E27FC236}">
                <a16:creationId xmlns:a16="http://schemas.microsoft.com/office/drawing/2014/main" id="{11B5D02E-DDB1-417F-A643-9B9660B6D055}"/>
              </a:ext>
            </a:extLst>
          </p:cNvPr>
          <p:cNvSpPr>
            <a:spLocks noGrp="1"/>
          </p:cNvSpPr>
          <p:nvPr/>
        </p:nvSpPr>
        <p:spPr>
          <a:xfrm>
            <a:off x="3700031" y="3330908"/>
            <a:ext cx="28398" cy="28398"/>
          </a:xfrm>
          <a:prstGeom prst="ellipse">
            <a:avLst/>
          </a:prstGeom>
          <a:solidFill>
            <a:srgbClr val="7F8C97">
              <a:alpha val="48000"/>
            </a:srgbClr>
          </a:solidFill>
          <a:ln w="0">
            <a:noFill/>
            <a:prstDash val="solid"/>
          </a:ln>
        </p:spPr>
      </p:sp>
      <p:sp>
        <p:nvSpPr>
          <p:cNvPr id="1230" name="01_find_only_1229">
            <a:extLst>
              <a:ext uri="{FF2B5EF4-FFF2-40B4-BE49-F238E27FC236}">
                <a16:creationId xmlns:a16="http://schemas.microsoft.com/office/drawing/2014/main" id="{97D36301-2BD2-4E18-BF35-5D49E0AD1350}"/>
              </a:ext>
            </a:extLst>
          </p:cNvPr>
          <p:cNvSpPr>
            <a:spLocks noGrp="1"/>
          </p:cNvSpPr>
          <p:nvPr/>
        </p:nvSpPr>
        <p:spPr>
          <a:xfrm>
            <a:off x="3638510" y="2855402"/>
            <a:ext cx="28398" cy="28398"/>
          </a:xfrm>
          <a:prstGeom prst="ellipse">
            <a:avLst/>
          </a:prstGeom>
          <a:solidFill>
            <a:srgbClr val="7F8C97">
              <a:alpha val="48000"/>
            </a:srgbClr>
          </a:solidFill>
          <a:ln w="0">
            <a:noFill/>
            <a:prstDash val="solid"/>
          </a:ln>
        </p:spPr>
      </p:sp>
      <p:sp>
        <p:nvSpPr>
          <p:cNvPr id="1231" name="01_find_only_1230">
            <a:extLst>
              <a:ext uri="{FF2B5EF4-FFF2-40B4-BE49-F238E27FC236}">
                <a16:creationId xmlns:a16="http://schemas.microsoft.com/office/drawing/2014/main" id="{DC9619A2-3869-440C-93E1-5CB2B8DBC3A4}"/>
              </a:ext>
            </a:extLst>
          </p:cNvPr>
          <p:cNvSpPr>
            <a:spLocks noGrp="1"/>
          </p:cNvSpPr>
          <p:nvPr/>
        </p:nvSpPr>
        <p:spPr>
          <a:xfrm>
            <a:off x="3718344" y="3489410"/>
            <a:ext cx="28398" cy="28398"/>
          </a:xfrm>
          <a:prstGeom prst="ellipse">
            <a:avLst/>
          </a:prstGeom>
          <a:solidFill>
            <a:srgbClr val="7F8C97">
              <a:alpha val="48000"/>
            </a:srgbClr>
          </a:solidFill>
          <a:ln w="0">
            <a:noFill/>
            <a:prstDash val="solid"/>
          </a:ln>
        </p:spPr>
      </p:sp>
      <p:sp>
        <p:nvSpPr>
          <p:cNvPr id="1232" name="01_find_only_1231">
            <a:extLst>
              <a:ext uri="{FF2B5EF4-FFF2-40B4-BE49-F238E27FC236}">
                <a16:creationId xmlns:a16="http://schemas.microsoft.com/office/drawing/2014/main" id="{F44CB290-27CB-418E-A322-67D086D64213}"/>
              </a:ext>
            </a:extLst>
          </p:cNvPr>
          <p:cNvSpPr>
            <a:spLocks noGrp="1"/>
          </p:cNvSpPr>
          <p:nvPr/>
        </p:nvSpPr>
        <p:spPr>
          <a:xfrm>
            <a:off x="3703751" y="3700746"/>
            <a:ext cx="28398" cy="28398"/>
          </a:xfrm>
          <a:prstGeom prst="ellipse">
            <a:avLst/>
          </a:prstGeom>
          <a:solidFill>
            <a:srgbClr val="7F8C97">
              <a:alpha val="48000"/>
            </a:srgbClr>
          </a:solidFill>
          <a:ln w="0">
            <a:noFill/>
            <a:prstDash val="solid"/>
          </a:ln>
        </p:spPr>
      </p:sp>
      <p:sp>
        <p:nvSpPr>
          <p:cNvPr id="1233" name="01_find_only_1232">
            <a:extLst>
              <a:ext uri="{FF2B5EF4-FFF2-40B4-BE49-F238E27FC236}">
                <a16:creationId xmlns:a16="http://schemas.microsoft.com/office/drawing/2014/main" id="{65C18E97-B6A0-4B3F-83BC-ED7B5A590826}"/>
              </a:ext>
            </a:extLst>
          </p:cNvPr>
          <p:cNvSpPr>
            <a:spLocks noGrp="1"/>
          </p:cNvSpPr>
          <p:nvPr/>
        </p:nvSpPr>
        <p:spPr>
          <a:xfrm>
            <a:off x="3669223" y="3489410"/>
            <a:ext cx="28398" cy="28398"/>
          </a:xfrm>
          <a:prstGeom prst="ellipse">
            <a:avLst/>
          </a:prstGeom>
          <a:solidFill>
            <a:srgbClr val="7F8C97">
              <a:alpha val="48000"/>
            </a:srgbClr>
          </a:solidFill>
          <a:ln w="0">
            <a:noFill/>
            <a:prstDash val="solid"/>
          </a:ln>
        </p:spPr>
      </p:sp>
      <p:sp>
        <p:nvSpPr>
          <p:cNvPr id="1234" name="01_find_only_1233">
            <a:extLst>
              <a:ext uri="{FF2B5EF4-FFF2-40B4-BE49-F238E27FC236}">
                <a16:creationId xmlns:a16="http://schemas.microsoft.com/office/drawing/2014/main" id="{08A5DA20-7EF6-44D3-896C-F8C4CA975E07}"/>
              </a:ext>
            </a:extLst>
          </p:cNvPr>
          <p:cNvSpPr>
            <a:spLocks noGrp="1"/>
          </p:cNvSpPr>
          <p:nvPr/>
        </p:nvSpPr>
        <p:spPr>
          <a:xfrm>
            <a:off x="3653103" y="2855402"/>
            <a:ext cx="28398" cy="28398"/>
          </a:xfrm>
          <a:prstGeom prst="ellipse">
            <a:avLst/>
          </a:prstGeom>
          <a:solidFill>
            <a:srgbClr val="7F8C97">
              <a:alpha val="48000"/>
            </a:srgbClr>
          </a:solidFill>
          <a:ln w="0">
            <a:noFill/>
            <a:prstDash val="solid"/>
          </a:ln>
        </p:spPr>
      </p:sp>
      <p:sp>
        <p:nvSpPr>
          <p:cNvPr id="1235" name="01_find_only_1234">
            <a:extLst>
              <a:ext uri="{FF2B5EF4-FFF2-40B4-BE49-F238E27FC236}">
                <a16:creationId xmlns:a16="http://schemas.microsoft.com/office/drawing/2014/main" id="{46A6C6D1-97BF-4D5D-9D96-3D06143733C2}"/>
              </a:ext>
            </a:extLst>
          </p:cNvPr>
          <p:cNvSpPr>
            <a:spLocks noGrp="1"/>
          </p:cNvSpPr>
          <p:nvPr/>
        </p:nvSpPr>
        <p:spPr>
          <a:xfrm>
            <a:off x="3716913" y="3168997"/>
            <a:ext cx="28398" cy="28398"/>
          </a:xfrm>
          <a:prstGeom prst="ellipse">
            <a:avLst/>
          </a:prstGeom>
          <a:solidFill>
            <a:srgbClr val="7F8C97">
              <a:alpha val="48000"/>
            </a:srgbClr>
          </a:solidFill>
          <a:ln w="0">
            <a:noFill/>
            <a:prstDash val="solid"/>
          </a:ln>
        </p:spPr>
      </p:sp>
      <p:sp>
        <p:nvSpPr>
          <p:cNvPr id="1236" name="01_find_only_1235">
            <a:extLst>
              <a:ext uri="{FF2B5EF4-FFF2-40B4-BE49-F238E27FC236}">
                <a16:creationId xmlns:a16="http://schemas.microsoft.com/office/drawing/2014/main" id="{F7D96A7E-2B78-4701-9320-1DD44CBE758B}"/>
              </a:ext>
            </a:extLst>
          </p:cNvPr>
          <p:cNvSpPr>
            <a:spLocks noGrp="1"/>
          </p:cNvSpPr>
          <p:nvPr/>
        </p:nvSpPr>
        <p:spPr>
          <a:xfrm>
            <a:off x="3721015" y="3217692"/>
            <a:ext cx="28398" cy="28398"/>
          </a:xfrm>
          <a:prstGeom prst="ellipse">
            <a:avLst/>
          </a:prstGeom>
          <a:solidFill>
            <a:srgbClr val="7F8C97">
              <a:alpha val="48000"/>
            </a:srgbClr>
          </a:solidFill>
          <a:ln w="0">
            <a:noFill/>
            <a:prstDash val="solid"/>
          </a:ln>
        </p:spPr>
      </p:sp>
      <p:sp>
        <p:nvSpPr>
          <p:cNvPr id="1237" name="01_find_only_1236">
            <a:extLst>
              <a:ext uri="{FF2B5EF4-FFF2-40B4-BE49-F238E27FC236}">
                <a16:creationId xmlns:a16="http://schemas.microsoft.com/office/drawing/2014/main" id="{65664D5F-6694-4CDF-A637-42F1B53C4275}"/>
              </a:ext>
            </a:extLst>
          </p:cNvPr>
          <p:cNvSpPr>
            <a:spLocks noGrp="1"/>
          </p:cNvSpPr>
          <p:nvPr/>
        </p:nvSpPr>
        <p:spPr>
          <a:xfrm>
            <a:off x="3686391" y="4123418"/>
            <a:ext cx="28398" cy="28398"/>
          </a:xfrm>
          <a:prstGeom prst="ellipse">
            <a:avLst/>
          </a:prstGeom>
          <a:solidFill>
            <a:srgbClr val="7F8C97">
              <a:alpha val="48000"/>
            </a:srgbClr>
          </a:solidFill>
          <a:ln w="0">
            <a:noFill/>
            <a:prstDash val="solid"/>
          </a:ln>
        </p:spPr>
      </p:sp>
      <p:sp>
        <p:nvSpPr>
          <p:cNvPr id="1238" name="01_find_only_1237">
            <a:extLst>
              <a:ext uri="{FF2B5EF4-FFF2-40B4-BE49-F238E27FC236}">
                <a16:creationId xmlns:a16="http://schemas.microsoft.com/office/drawing/2014/main" id="{3576CF33-7CE8-4E46-8D00-A3EB40C8C511}"/>
              </a:ext>
            </a:extLst>
          </p:cNvPr>
          <p:cNvSpPr>
            <a:spLocks noGrp="1"/>
          </p:cNvSpPr>
          <p:nvPr/>
        </p:nvSpPr>
        <p:spPr>
          <a:xfrm>
            <a:off x="3708138" y="3489410"/>
            <a:ext cx="28398" cy="28398"/>
          </a:xfrm>
          <a:prstGeom prst="ellipse">
            <a:avLst/>
          </a:prstGeom>
          <a:solidFill>
            <a:srgbClr val="7F8C97">
              <a:alpha val="48000"/>
            </a:srgbClr>
          </a:solidFill>
          <a:ln w="0">
            <a:noFill/>
            <a:prstDash val="solid"/>
          </a:ln>
        </p:spPr>
      </p:sp>
      <p:sp>
        <p:nvSpPr>
          <p:cNvPr id="1239" name="01_find_only_1238">
            <a:extLst>
              <a:ext uri="{FF2B5EF4-FFF2-40B4-BE49-F238E27FC236}">
                <a16:creationId xmlns:a16="http://schemas.microsoft.com/office/drawing/2014/main" id="{D28D2F82-DC50-4893-982C-376B23F5BF2D}"/>
              </a:ext>
            </a:extLst>
          </p:cNvPr>
          <p:cNvSpPr>
            <a:spLocks noGrp="1"/>
          </p:cNvSpPr>
          <p:nvPr/>
        </p:nvSpPr>
        <p:spPr>
          <a:xfrm>
            <a:off x="3641276" y="2855402"/>
            <a:ext cx="28398" cy="28398"/>
          </a:xfrm>
          <a:prstGeom prst="ellipse">
            <a:avLst/>
          </a:prstGeom>
          <a:solidFill>
            <a:srgbClr val="7F8C97">
              <a:alpha val="48000"/>
            </a:srgbClr>
          </a:solidFill>
          <a:ln w="0">
            <a:noFill/>
            <a:prstDash val="solid"/>
          </a:ln>
        </p:spPr>
      </p:sp>
      <p:sp>
        <p:nvSpPr>
          <p:cNvPr id="1240" name="01_find_only_1239">
            <a:extLst>
              <a:ext uri="{FF2B5EF4-FFF2-40B4-BE49-F238E27FC236}">
                <a16:creationId xmlns:a16="http://schemas.microsoft.com/office/drawing/2014/main" id="{1CB60986-28C7-4614-B23D-293F48AD876A}"/>
              </a:ext>
            </a:extLst>
          </p:cNvPr>
          <p:cNvSpPr>
            <a:spLocks noGrp="1"/>
          </p:cNvSpPr>
          <p:nvPr/>
        </p:nvSpPr>
        <p:spPr>
          <a:xfrm>
            <a:off x="3668173" y="2855402"/>
            <a:ext cx="28398" cy="28398"/>
          </a:xfrm>
          <a:prstGeom prst="ellipse">
            <a:avLst/>
          </a:prstGeom>
          <a:solidFill>
            <a:srgbClr val="7F8C97">
              <a:alpha val="48000"/>
            </a:srgbClr>
          </a:solidFill>
          <a:ln w="0">
            <a:noFill/>
            <a:prstDash val="solid"/>
          </a:ln>
        </p:spPr>
      </p:sp>
      <p:sp>
        <p:nvSpPr>
          <p:cNvPr id="1241" name="01_find_only_1240">
            <a:extLst>
              <a:ext uri="{FF2B5EF4-FFF2-40B4-BE49-F238E27FC236}">
                <a16:creationId xmlns:a16="http://schemas.microsoft.com/office/drawing/2014/main" id="{9471D25F-C62F-45EF-BADF-010FAC8AFAA7}"/>
              </a:ext>
            </a:extLst>
          </p:cNvPr>
          <p:cNvSpPr>
            <a:spLocks noGrp="1"/>
          </p:cNvSpPr>
          <p:nvPr/>
        </p:nvSpPr>
        <p:spPr>
          <a:xfrm>
            <a:off x="3702225" y="3579982"/>
            <a:ext cx="28398" cy="28398"/>
          </a:xfrm>
          <a:prstGeom prst="ellipse">
            <a:avLst/>
          </a:prstGeom>
          <a:solidFill>
            <a:srgbClr val="7F8C97">
              <a:alpha val="48000"/>
            </a:srgbClr>
          </a:solidFill>
          <a:ln w="0">
            <a:noFill/>
            <a:prstDash val="solid"/>
          </a:ln>
        </p:spPr>
      </p:sp>
      <p:sp>
        <p:nvSpPr>
          <p:cNvPr id="1242" name="01_find_only_1241">
            <a:extLst>
              <a:ext uri="{FF2B5EF4-FFF2-40B4-BE49-F238E27FC236}">
                <a16:creationId xmlns:a16="http://schemas.microsoft.com/office/drawing/2014/main" id="{733F30BD-0910-4D8B-BA2E-8C1FC28B495E}"/>
              </a:ext>
            </a:extLst>
          </p:cNvPr>
          <p:cNvSpPr>
            <a:spLocks noGrp="1"/>
          </p:cNvSpPr>
          <p:nvPr/>
        </p:nvSpPr>
        <p:spPr>
          <a:xfrm>
            <a:off x="3635458" y="2855402"/>
            <a:ext cx="28398" cy="28398"/>
          </a:xfrm>
          <a:prstGeom prst="ellipse">
            <a:avLst/>
          </a:prstGeom>
          <a:solidFill>
            <a:srgbClr val="7F8C97">
              <a:alpha val="48000"/>
            </a:srgbClr>
          </a:solidFill>
          <a:ln w="0">
            <a:noFill/>
            <a:prstDash val="solid"/>
          </a:ln>
        </p:spPr>
      </p:sp>
      <p:sp>
        <p:nvSpPr>
          <p:cNvPr id="1243" name="01_find_only_1242">
            <a:extLst>
              <a:ext uri="{FF2B5EF4-FFF2-40B4-BE49-F238E27FC236}">
                <a16:creationId xmlns:a16="http://schemas.microsoft.com/office/drawing/2014/main" id="{A0EEE690-BE56-43DA-88BC-58656ADA8A0E}"/>
              </a:ext>
            </a:extLst>
          </p:cNvPr>
          <p:cNvSpPr>
            <a:spLocks noGrp="1"/>
          </p:cNvSpPr>
          <p:nvPr/>
        </p:nvSpPr>
        <p:spPr>
          <a:xfrm>
            <a:off x="3632024" y="2855402"/>
            <a:ext cx="28398" cy="28398"/>
          </a:xfrm>
          <a:prstGeom prst="ellipse">
            <a:avLst/>
          </a:prstGeom>
          <a:solidFill>
            <a:srgbClr val="7F8C97">
              <a:alpha val="48000"/>
            </a:srgbClr>
          </a:solidFill>
          <a:ln w="0">
            <a:noFill/>
            <a:prstDash val="solid"/>
          </a:ln>
        </p:spPr>
      </p:sp>
      <p:sp>
        <p:nvSpPr>
          <p:cNvPr id="1244" name="01_find_only_1243">
            <a:extLst>
              <a:ext uri="{FF2B5EF4-FFF2-40B4-BE49-F238E27FC236}">
                <a16:creationId xmlns:a16="http://schemas.microsoft.com/office/drawing/2014/main" id="{351DC778-32A5-44E0-AA9C-58C994250799}"/>
              </a:ext>
            </a:extLst>
          </p:cNvPr>
          <p:cNvSpPr>
            <a:spLocks noGrp="1"/>
          </p:cNvSpPr>
          <p:nvPr/>
        </p:nvSpPr>
        <p:spPr>
          <a:xfrm>
            <a:off x="3688394" y="3278074"/>
            <a:ext cx="28398" cy="28398"/>
          </a:xfrm>
          <a:prstGeom prst="ellipse">
            <a:avLst/>
          </a:prstGeom>
          <a:solidFill>
            <a:srgbClr val="7F8C97">
              <a:alpha val="48000"/>
            </a:srgbClr>
          </a:solidFill>
          <a:ln w="0">
            <a:noFill/>
            <a:prstDash val="solid"/>
          </a:ln>
        </p:spPr>
      </p:sp>
      <p:sp>
        <p:nvSpPr>
          <p:cNvPr id="1245" name="01_find_only_1244">
            <a:extLst>
              <a:ext uri="{FF2B5EF4-FFF2-40B4-BE49-F238E27FC236}">
                <a16:creationId xmlns:a16="http://schemas.microsoft.com/office/drawing/2014/main" id="{D2BBF47F-FBA4-4CE0-B8B1-109C02CF4C82}"/>
              </a:ext>
            </a:extLst>
          </p:cNvPr>
          <p:cNvSpPr>
            <a:spLocks noGrp="1"/>
          </p:cNvSpPr>
          <p:nvPr/>
        </p:nvSpPr>
        <p:spPr>
          <a:xfrm>
            <a:off x="3716341" y="2897669"/>
            <a:ext cx="28398" cy="28398"/>
          </a:xfrm>
          <a:prstGeom prst="ellipse">
            <a:avLst/>
          </a:prstGeom>
          <a:solidFill>
            <a:srgbClr val="7F8C97">
              <a:alpha val="48000"/>
            </a:srgbClr>
          </a:solidFill>
          <a:ln w="0">
            <a:noFill/>
            <a:prstDash val="solid"/>
          </a:ln>
        </p:spPr>
      </p:sp>
      <p:sp>
        <p:nvSpPr>
          <p:cNvPr id="1246" name="01_find_only_1245">
            <a:extLst>
              <a:ext uri="{FF2B5EF4-FFF2-40B4-BE49-F238E27FC236}">
                <a16:creationId xmlns:a16="http://schemas.microsoft.com/office/drawing/2014/main" id="{99EDD29A-7786-41C3-9480-F9E4B5F9EFE0}"/>
              </a:ext>
            </a:extLst>
          </p:cNvPr>
          <p:cNvSpPr>
            <a:spLocks noGrp="1"/>
          </p:cNvSpPr>
          <p:nvPr/>
        </p:nvSpPr>
        <p:spPr>
          <a:xfrm>
            <a:off x="3627827" y="3489410"/>
            <a:ext cx="28398" cy="28398"/>
          </a:xfrm>
          <a:prstGeom prst="ellipse">
            <a:avLst/>
          </a:prstGeom>
          <a:solidFill>
            <a:srgbClr val="7F8C97">
              <a:alpha val="48000"/>
            </a:srgbClr>
          </a:solidFill>
          <a:ln w="0">
            <a:noFill/>
            <a:prstDash val="solid"/>
          </a:ln>
        </p:spPr>
      </p:sp>
      <p:sp>
        <p:nvSpPr>
          <p:cNvPr id="1247" name="01_find_only_1246">
            <a:extLst>
              <a:ext uri="{FF2B5EF4-FFF2-40B4-BE49-F238E27FC236}">
                <a16:creationId xmlns:a16="http://schemas.microsoft.com/office/drawing/2014/main" id="{8545ABB1-D503-4D59-8918-2F2EDE40EDD3}"/>
              </a:ext>
            </a:extLst>
          </p:cNvPr>
          <p:cNvSpPr>
            <a:spLocks noGrp="1"/>
          </p:cNvSpPr>
          <p:nvPr/>
        </p:nvSpPr>
        <p:spPr>
          <a:xfrm>
            <a:off x="3665121" y="2855402"/>
            <a:ext cx="28398" cy="28398"/>
          </a:xfrm>
          <a:prstGeom prst="ellipse">
            <a:avLst/>
          </a:prstGeom>
          <a:solidFill>
            <a:srgbClr val="7F8C97">
              <a:alpha val="48000"/>
            </a:srgbClr>
          </a:solidFill>
          <a:ln w="0">
            <a:noFill/>
            <a:prstDash val="solid"/>
          </a:ln>
        </p:spPr>
      </p:sp>
      <p:sp>
        <p:nvSpPr>
          <p:cNvPr id="1248" name="01_find_only_1247">
            <a:extLst>
              <a:ext uri="{FF2B5EF4-FFF2-40B4-BE49-F238E27FC236}">
                <a16:creationId xmlns:a16="http://schemas.microsoft.com/office/drawing/2014/main" id="{E948FAA9-4EA2-4782-B9D8-91E447623BBB}"/>
              </a:ext>
            </a:extLst>
          </p:cNvPr>
          <p:cNvSpPr>
            <a:spLocks noGrp="1"/>
          </p:cNvSpPr>
          <p:nvPr/>
        </p:nvSpPr>
        <p:spPr>
          <a:xfrm>
            <a:off x="3695739" y="4123418"/>
            <a:ext cx="28398" cy="28398"/>
          </a:xfrm>
          <a:prstGeom prst="ellipse">
            <a:avLst/>
          </a:prstGeom>
          <a:solidFill>
            <a:srgbClr val="7F8C97">
              <a:alpha val="48000"/>
            </a:srgbClr>
          </a:solidFill>
          <a:ln w="0">
            <a:noFill/>
            <a:prstDash val="solid"/>
          </a:ln>
        </p:spPr>
      </p:sp>
      <p:sp>
        <p:nvSpPr>
          <p:cNvPr id="1249" name="01_find_only_1248">
            <a:extLst>
              <a:ext uri="{FF2B5EF4-FFF2-40B4-BE49-F238E27FC236}">
                <a16:creationId xmlns:a16="http://schemas.microsoft.com/office/drawing/2014/main" id="{F36CADC7-A061-4E04-96EC-27503ED242DD}"/>
              </a:ext>
            </a:extLst>
          </p:cNvPr>
          <p:cNvSpPr>
            <a:spLocks noGrp="1"/>
          </p:cNvSpPr>
          <p:nvPr/>
        </p:nvSpPr>
        <p:spPr>
          <a:xfrm>
            <a:off x="3667124" y="4123418"/>
            <a:ext cx="28398" cy="28398"/>
          </a:xfrm>
          <a:prstGeom prst="ellipse">
            <a:avLst/>
          </a:prstGeom>
          <a:solidFill>
            <a:srgbClr val="7F8C97">
              <a:alpha val="48000"/>
            </a:srgbClr>
          </a:solidFill>
          <a:ln w="0">
            <a:noFill/>
            <a:prstDash val="solid"/>
          </a:ln>
        </p:spPr>
      </p:sp>
      <p:sp>
        <p:nvSpPr>
          <p:cNvPr id="1250" name="01_find_only_1249">
            <a:extLst>
              <a:ext uri="{FF2B5EF4-FFF2-40B4-BE49-F238E27FC236}">
                <a16:creationId xmlns:a16="http://schemas.microsoft.com/office/drawing/2014/main" id="{222ABD20-52BD-4F58-9EFE-D162F230849E}"/>
              </a:ext>
            </a:extLst>
          </p:cNvPr>
          <p:cNvSpPr>
            <a:spLocks noGrp="1"/>
          </p:cNvSpPr>
          <p:nvPr/>
        </p:nvSpPr>
        <p:spPr>
          <a:xfrm>
            <a:off x="3651005" y="3785280"/>
            <a:ext cx="28398" cy="28398"/>
          </a:xfrm>
          <a:prstGeom prst="ellipse">
            <a:avLst/>
          </a:prstGeom>
          <a:solidFill>
            <a:srgbClr val="7F8C97">
              <a:alpha val="48000"/>
            </a:srgbClr>
          </a:solidFill>
          <a:ln w="0">
            <a:noFill/>
            <a:prstDash val="solid"/>
          </a:ln>
        </p:spPr>
      </p:sp>
      <p:sp>
        <p:nvSpPr>
          <p:cNvPr id="1251" name="01_find_only_1250">
            <a:extLst>
              <a:ext uri="{FF2B5EF4-FFF2-40B4-BE49-F238E27FC236}">
                <a16:creationId xmlns:a16="http://schemas.microsoft.com/office/drawing/2014/main" id="{E59FF088-CBED-45FA-A21F-5C2F84A83927}"/>
              </a:ext>
            </a:extLst>
          </p:cNvPr>
          <p:cNvSpPr>
            <a:spLocks noGrp="1"/>
          </p:cNvSpPr>
          <p:nvPr/>
        </p:nvSpPr>
        <p:spPr>
          <a:xfrm>
            <a:off x="3688013" y="3383742"/>
            <a:ext cx="28398" cy="28398"/>
          </a:xfrm>
          <a:prstGeom prst="ellipse">
            <a:avLst/>
          </a:prstGeom>
          <a:solidFill>
            <a:srgbClr val="7F8C97">
              <a:alpha val="48000"/>
            </a:srgbClr>
          </a:solidFill>
          <a:ln w="0">
            <a:noFill/>
            <a:prstDash val="solid"/>
          </a:ln>
        </p:spPr>
      </p:sp>
      <p:sp>
        <p:nvSpPr>
          <p:cNvPr id="1252" name="01_find_only_1251">
            <a:extLst>
              <a:ext uri="{FF2B5EF4-FFF2-40B4-BE49-F238E27FC236}">
                <a16:creationId xmlns:a16="http://schemas.microsoft.com/office/drawing/2014/main" id="{9EFC0F9A-949F-4616-B755-6F355D5C02E4}"/>
              </a:ext>
            </a:extLst>
          </p:cNvPr>
          <p:cNvSpPr>
            <a:spLocks noGrp="1"/>
          </p:cNvSpPr>
          <p:nvPr/>
        </p:nvSpPr>
        <p:spPr>
          <a:xfrm>
            <a:off x="3684961" y="3489410"/>
            <a:ext cx="28398" cy="28398"/>
          </a:xfrm>
          <a:prstGeom prst="ellipse">
            <a:avLst/>
          </a:prstGeom>
          <a:solidFill>
            <a:srgbClr val="7F8C97">
              <a:alpha val="48000"/>
            </a:srgbClr>
          </a:solidFill>
          <a:ln w="0">
            <a:noFill/>
            <a:prstDash val="solid"/>
          </a:ln>
        </p:spPr>
      </p:sp>
      <p:sp>
        <p:nvSpPr>
          <p:cNvPr id="1253" name="01_find_only_1252">
            <a:extLst>
              <a:ext uri="{FF2B5EF4-FFF2-40B4-BE49-F238E27FC236}">
                <a16:creationId xmlns:a16="http://schemas.microsoft.com/office/drawing/2014/main" id="{A3B6D8CF-76D4-46F1-90A2-A3E2E5F84BF4}"/>
              </a:ext>
            </a:extLst>
          </p:cNvPr>
          <p:cNvSpPr>
            <a:spLocks noGrp="1"/>
          </p:cNvSpPr>
          <p:nvPr/>
        </p:nvSpPr>
        <p:spPr>
          <a:xfrm>
            <a:off x="3673419" y="2855402"/>
            <a:ext cx="28398" cy="28398"/>
          </a:xfrm>
          <a:prstGeom prst="ellipse">
            <a:avLst/>
          </a:prstGeom>
          <a:solidFill>
            <a:srgbClr val="7F8C97">
              <a:alpha val="48000"/>
            </a:srgbClr>
          </a:solidFill>
          <a:ln w="0">
            <a:noFill/>
            <a:prstDash val="solid"/>
          </a:ln>
        </p:spPr>
      </p:sp>
      <p:sp>
        <p:nvSpPr>
          <p:cNvPr id="1254" name="01_find_only_1253">
            <a:extLst>
              <a:ext uri="{FF2B5EF4-FFF2-40B4-BE49-F238E27FC236}">
                <a16:creationId xmlns:a16="http://schemas.microsoft.com/office/drawing/2014/main" id="{D123655E-9CEC-49D0-81F7-F76B647C5F3A}"/>
              </a:ext>
            </a:extLst>
          </p:cNvPr>
          <p:cNvSpPr>
            <a:spLocks noGrp="1"/>
          </p:cNvSpPr>
          <p:nvPr/>
        </p:nvSpPr>
        <p:spPr>
          <a:xfrm>
            <a:off x="3682671" y="2855402"/>
            <a:ext cx="28398" cy="28398"/>
          </a:xfrm>
          <a:prstGeom prst="ellipse">
            <a:avLst/>
          </a:prstGeom>
          <a:solidFill>
            <a:srgbClr val="7F8C97">
              <a:alpha val="48000"/>
            </a:srgbClr>
          </a:solidFill>
          <a:ln w="0">
            <a:noFill/>
            <a:prstDash val="solid"/>
          </a:ln>
        </p:spPr>
      </p:sp>
      <p:sp>
        <p:nvSpPr>
          <p:cNvPr id="1255" name="01_find_only_1254">
            <a:extLst>
              <a:ext uri="{FF2B5EF4-FFF2-40B4-BE49-F238E27FC236}">
                <a16:creationId xmlns:a16="http://schemas.microsoft.com/office/drawing/2014/main" id="{11AE6BDF-A91F-47E0-AA97-77DC2A4686C2}"/>
              </a:ext>
            </a:extLst>
          </p:cNvPr>
          <p:cNvSpPr>
            <a:spLocks noGrp="1"/>
          </p:cNvSpPr>
          <p:nvPr/>
        </p:nvSpPr>
        <p:spPr>
          <a:xfrm>
            <a:off x="3655297" y="4123418"/>
            <a:ext cx="28398" cy="28398"/>
          </a:xfrm>
          <a:prstGeom prst="ellipse">
            <a:avLst/>
          </a:prstGeom>
          <a:solidFill>
            <a:srgbClr val="7F8C97">
              <a:alpha val="48000"/>
            </a:srgbClr>
          </a:solidFill>
          <a:ln w="0">
            <a:noFill/>
            <a:prstDash val="solid"/>
          </a:ln>
        </p:spPr>
      </p:sp>
      <p:sp>
        <p:nvSpPr>
          <p:cNvPr id="1256" name="01_find_only_1255">
            <a:extLst>
              <a:ext uri="{FF2B5EF4-FFF2-40B4-BE49-F238E27FC236}">
                <a16:creationId xmlns:a16="http://schemas.microsoft.com/office/drawing/2014/main" id="{C597AE1D-39CF-44C1-A195-14104864C318}"/>
              </a:ext>
            </a:extLst>
          </p:cNvPr>
          <p:cNvSpPr>
            <a:spLocks noGrp="1"/>
          </p:cNvSpPr>
          <p:nvPr/>
        </p:nvSpPr>
        <p:spPr>
          <a:xfrm>
            <a:off x="3676662" y="3489410"/>
            <a:ext cx="28398" cy="28398"/>
          </a:xfrm>
          <a:prstGeom prst="ellipse">
            <a:avLst/>
          </a:prstGeom>
          <a:solidFill>
            <a:srgbClr val="7F8C97">
              <a:alpha val="48000"/>
            </a:srgbClr>
          </a:solidFill>
          <a:ln w="0">
            <a:noFill/>
            <a:prstDash val="solid"/>
          </a:ln>
        </p:spPr>
      </p:sp>
      <p:sp>
        <p:nvSpPr>
          <p:cNvPr id="1257" name="01_find_only_1256">
            <a:extLst>
              <a:ext uri="{FF2B5EF4-FFF2-40B4-BE49-F238E27FC236}">
                <a16:creationId xmlns:a16="http://schemas.microsoft.com/office/drawing/2014/main" id="{E748D31C-1CB5-4971-8DD1-1377F41738BE}"/>
              </a:ext>
            </a:extLst>
          </p:cNvPr>
          <p:cNvSpPr>
            <a:spLocks noGrp="1"/>
          </p:cNvSpPr>
          <p:nvPr/>
        </p:nvSpPr>
        <p:spPr>
          <a:xfrm>
            <a:off x="3656251" y="3109005"/>
            <a:ext cx="28398" cy="28398"/>
          </a:xfrm>
          <a:prstGeom prst="ellipse">
            <a:avLst/>
          </a:prstGeom>
          <a:solidFill>
            <a:srgbClr val="7F8C97">
              <a:alpha val="48000"/>
            </a:srgbClr>
          </a:solidFill>
          <a:ln w="0">
            <a:noFill/>
            <a:prstDash val="solid"/>
          </a:ln>
        </p:spPr>
      </p:sp>
      <p:sp>
        <p:nvSpPr>
          <p:cNvPr id="1258" name="01_find_only_1257">
            <a:extLst>
              <a:ext uri="{FF2B5EF4-FFF2-40B4-BE49-F238E27FC236}">
                <a16:creationId xmlns:a16="http://schemas.microsoft.com/office/drawing/2014/main" id="{3E1A8954-2938-4C36-8080-E8751AC4FF6C}"/>
              </a:ext>
            </a:extLst>
          </p:cNvPr>
          <p:cNvSpPr>
            <a:spLocks noGrp="1"/>
          </p:cNvSpPr>
          <p:nvPr/>
        </p:nvSpPr>
        <p:spPr>
          <a:xfrm>
            <a:off x="3664644" y="3806414"/>
            <a:ext cx="28398" cy="28398"/>
          </a:xfrm>
          <a:prstGeom prst="ellipse">
            <a:avLst/>
          </a:prstGeom>
          <a:solidFill>
            <a:srgbClr val="7F8C97">
              <a:alpha val="48000"/>
            </a:srgbClr>
          </a:solidFill>
          <a:ln w="0">
            <a:noFill/>
            <a:prstDash val="solid"/>
          </a:ln>
        </p:spPr>
      </p:sp>
      <p:sp>
        <p:nvSpPr>
          <p:cNvPr id="1259" name="01_find_only_1258">
            <a:extLst>
              <a:ext uri="{FF2B5EF4-FFF2-40B4-BE49-F238E27FC236}">
                <a16:creationId xmlns:a16="http://schemas.microsoft.com/office/drawing/2014/main" id="{EA277A68-5E2A-4F40-8408-3F396E7388D8}"/>
              </a:ext>
            </a:extLst>
          </p:cNvPr>
          <p:cNvSpPr>
            <a:spLocks noGrp="1"/>
          </p:cNvSpPr>
          <p:nvPr/>
        </p:nvSpPr>
        <p:spPr>
          <a:xfrm>
            <a:off x="3705849" y="4032845"/>
            <a:ext cx="28398" cy="28398"/>
          </a:xfrm>
          <a:prstGeom prst="ellipse">
            <a:avLst/>
          </a:prstGeom>
          <a:solidFill>
            <a:srgbClr val="7F8C97">
              <a:alpha val="48000"/>
            </a:srgbClr>
          </a:solidFill>
          <a:ln w="0">
            <a:noFill/>
            <a:prstDash val="solid"/>
          </a:ln>
        </p:spPr>
      </p:sp>
      <p:sp>
        <p:nvSpPr>
          <p:cNvPr id="1260" name="01_find_only_1259">
            <a:extLst>
              <a:ext uri="{FF2B5EF4-FFF2-40B4-BE49-F238E27FC236}">
                <a16:creationId xmlns:a16="http://schemas.microsoft.com/office/drawing/2014/main" id="{ADF766F5-7C9B-442E-B25F-0C1945A4E54E}"/>
              </a:ext>
            </a:extLst>
          </p:cNvPr>
          <p:cNvSpPr>
            <a:spLocks noGrp="1"/>
          </p:cNvSpPr>
          <p:nvPr/>
        </p:nvSpPr>
        <p:spPr>
          <a:xfrm>
            <a:off x="3638319" y="3489410"/>
            <a:ext cx="28398" cy="28398"/>
          </a:xfrm>
          <a:prstGeom prst="ellipse">
            <a:avLst/>
          </a:prstGeom>
          <a:solidFill>
            <a:srgbClr val="7F8C97">
              <a:alpha val="48000"/>
            </a:srgbClr>
          </a:solidFill>
          <a:ln w="0">
            <a:noFill/>
            <a:prstDash val="solid"/>
          </a:ln>
        </p:spPr>
      </p:sp>
      <p:sp>
        <p:nvSpPr>
          <p:cNvPr id="1261" name="01_find_only_1260">
            <a:extLst>
              <a:ext uri="{FF2B5EF4-FFF2-40B4-BE49-F238E27FC236}">
                <a16:creationId xmlns:a16="http://schemas.microsoft.com/office/drawing/2014/main" id="{07B74B11-40E1-4EE9-8402-3C4DBB257C61}"/>
              </a:ext>
            </a:extLst>
          </p:cNvPr>
          <p:cNvSpPr>
            <a:spLocks noGrp="1"/>
          </p:cNvSpPr>
          <p:nvPr/>
        </p:nvSpPr>
        <p:spPr>
          <a:xfrm>
            <a:off x="3642707" y="3700746"/>
            <a:ext cx="28398" cy="28398"/>
          </a:xfrm>
          <a:prstGeom prst="ellipse">
            <a:avLst/>
          </a:prstGeom>
          <a:solidFill>
            <a:srgbClr val="7F8C97">
              <a:alpha val="48000"/>
            </a:srgbClr>
          </a:solidFill>
          <a:ln w="0">
            <a:noFill/>
            <a:prstDash val="solid"/>
          </a:ln>
        </p:spPr>
      </p:sp>
      <p:sp>
        <p:nvSpPr>
          <p:cNvPr id="1262" name="01_find_only_1261">
            <a:extLst>
              <a:ext uri="{FF2B5EF4-FFF2-40B4-BE49-F238E27FC236}">
                <a16:creationId xmlns:a16="http://schemas.microsoft.com/office/drawing/2014/main" id="{67E6EC57-1C67-4067-9FCC-EEFF20A5606B}"/>
              </a:ext>
            </a:extLst>
          </p:cNvPr>
          <p:cNvSpPr>
            <a:spLocks noGrp="1"/>
          </p:cNvSpPr>
          <p:nvPr/>
        </p:nvSpPr>
        <p:spPr>
          <a:xfrm>
            <a:off x="3682385" y="2855402"/>
            <a:ext cx="28398" cy="28398"/>
          </a:xfrm>
          <a:prstGeom prst="ellipse">
            <a:avLst/>
          </a:prstGeom>
          <a:solidFill>
            <a:srgbClr val="7F8C97">
              <a:alpha val="48000"/>
            </a:srgbClr>
          </a:solidFill>
          <a:ln w="0">
            <a:noFill/>
            <a:prstDash val="solid"/>
          </a:ln>
        </p:spPr>
      </p:sp>
      <p:sp>
        <p:nvSpPr>
          <p:cNvPr id="1263" name="01_find_only_1262">
            <a:extLst>
              <a:ext uri="{FF2B5EF4-FFF2-40B4-BE49-F238E27FC236}">
                <a16:creationId xmlns:a16="http://schemas.microsoft.com/office/drawing/2014/main" id="{844E095A-FA8F-46DC-ADC0-31093BD2451E}"/>
              </a:ext>
            </a:extLst>
          </p:cNvPr>
          <p:cNvSpPr>
            <a:spLocks noGrp="1"/>
          </p:cNvSpPr>
          <p:nvPr/>
        </p:nvSpPr>
        <p:spPr>
          <a:xfrm>
            <a:off x="3681527" y="3278074"/>
            <a:ext cx="28398" cy="28398"/>
          </a:xfrm>
          <a:prstGeom prst="ellipse">
            <a:avLst/>
          </a:prstGeom>
          <a:solidFill>
            <a:srgbClr val="7F8C97">
              <a:alpha val="48000"/>
            </a:srgbClr>
          </a:solidFill>
          <a:ln w="0">
            <a:noFill/>
            <a:prstDash val="solid"/>
          </a:ln>
        </p:spPr>
      </p:sp>
      <p:sp>
        <p:nvSpPr>
          <p:cNvPr id="1264" name="01_find_only_1263">
            <a:extLst>
              <a:ext uri="{FF2B5EF4-FFF2-40B4-BE49-F238E27FC236}">
                <a16:creationId xmlns:a16="http://schemas.microsoft.com/office/drawing/2014/main" id="{C84C4F74-FDDF-4D8D-B338-B52C1796A6AE}"/>
              </a:ext>
            </a:extLst>
          </p:cNvPr>
          <p:cNvSpPr>
            <a:spLocks noGrp="1"/>
          </p:cNvSpPr>
          <p:nvPr/>
        </p:nvSpPr>
        <p:spPr>
          <a:xfrm>
            <a:off x="3712526" y="3489410"/>
            <a:ext cx="28398" cy="28398"/>
          </a:xfrm>
          <a:prstGeom prst="ellipse">
            <a:avLst/>
          </a:prstGeom>
          <a:solidFill>
            <a:srgbClr val="7F8C97">
              <a:alpha val="48000"/>
            </a:srgbClr>
          </a:solidFill>
          <a:ln w="0">
            <a:noFill/>
            <a:prstDash val="solid"/>
          </a:ln>
        </p:spPr>
      </p:sp>
      <p:sp>
        <p:nvSpPr>
          <p:cNvPr id="1265" name="01_find_only_1264">
            <a:extLst>
              <a:ext uri="{FF2B5EF4-FFF2-40B4-BE49-F238E27FC236}">
                <a16:creationId xmlns:a16="http://schemas.microsoft.com/office/drawing/2014/main" id="{85C9EF66-2E78-484A-8936-B3E39CCC358E}"/>
              </a:ext>
            </a:extLst>
          </p:cNvPr>
          <p:cNvSpPr>
            <a:spLocks noGrp="1"/>
          </p:cNvSpPr>
          <p:nvPr/>
        </p:nvSpPr>
        <p:spPr>
          <a:xfrm>
            <a:off x="3698123" y="3489410"/>
            <a:ext cx="28398" cy="28398"/>
          </a:xfrm>
          <a:prstGeom prst="ellipse">
            <a:avLst/>
          </a:prstGeom>
          <a:solidFill>
            <a:srgbClr val="7F8C97">
              <a:alpha val="48000"/>
            </a:srgbClr>
          </a:solidFill>
          <a:ln w="0">
            <a:noFill/>
            <a:prstDash val="solid"/>
          </a:ln>
        </p:spPr>
      </p:sp>
      <p:sp>
        <p:nvSpPr>
          <p:cNvPr id="1266" name="01_find_only_1265">
            <a:extLst>
              <a:ext uri="{FF2B5EF4-FFF2-40B4-BE49-F238E27FC236}">
                <a16:creationId xmlns:a16="http://schemas.microsoft.com/office/drawing/2014/main" id="{CCB2F104-7DDE-4EC1-AF2A-5F88536A296D}"/>
              </a:ext>
            </a:extLst>
          </p:cNvPr>
          <p:cNvSpPr>
            <a:spLocks noGrp="1"/>
          </p:cNvSpPr>
          <p:nvPr/>
        </p:nvSpPr>
        <p:spPr>
          <a:xfrm>
            <a:off x="3639273" y="4123418"/>
            <a:ext cx="28398" cy="28398"/>
          </a:xfrm>
          <a:prstGeom prst="ellipse">
            <a:avLst/>
          </a:prstGeom>
          <a:solidFill>
            <a:srgbClr val="7F8C97">
              <a:alpha val="48000"/>
            </a:srgbClr>
          </a:solidFill>
          <a:ln w="0">
            <a:noFill/>
            <a:prstDash val="solid"/>
          </a:ln>
        </p:spPr>
      </p:sp>
      <p:sp>
        <p:nvSpPr>
          <p:cNvPr id="1267" name="01_find_only_1266">
            <a:extLst>
              <a:ext uri="{FF2B5EF4-FFF2-40B4-BE49-F238E27FC236}">
                <a16:creationId xmlns:a16="http://schemas.microsoft.com/office/drawing/2014/main" id="{2F0B1EF9-4A12-4FB7-9038-C5A16FCD0842}"/>
              </a:ext>
            </a:extLst>
          </p:cNvPr>
          <p:cNvSpPr>
            <a:spLocks noGrp="1"/>
          </p:cNvSpPr>
          <p:nvPr/>
        </p:nvSpPr>
        <p:spPr>
          <a:xfrm>
            <a:off x="3653103" y="3398837"/>
            <a:ext cx="28398" cy="28398"/>
          </a:xfrm>
          <a:prstGeom prst="ellipse">
            <a:avLst/>
          </a:prstGeom>
          <a:solidFill>
            <a:srgbClr val="7F8C97">
              <a:alpha val="48000"/>
            </a:srgbClr>
          </a:solidFill>
          <a:ln w="0">
            <a:noFill/>
            <a:prstDash val="solid"/>
          </a:ln>
        </p:spPr>
      </p:sp>
      <p:sp>
        <p:nvSpPr>
          <p:cNvPr id="1268" name="01_find_only_1267">
            <a:extLst>
              <a:ext uri="{FF2B5EF4-FFF2-40B4-BE49-F238E27FC236}">
                <a16:creationId xmlns:a16="http://schemas.microsoft.com/office/drawing/2014/main" id="{6C9603CB-A87A-4C80-9B30-8F1C9994CDA3}"/>
              </a:ext>
            </a:extLst>
          </p:cNvPr>
          <p:cNvSpPr>
            <a:spLocks noGrp="1"/>
          </p:cNvSpPr>
          <p:nvPr/>
        </p:nvSpPr>
        <p:spPr>
          <a:xfrm>
            <a:off x="3690970" y="3278074"/>
            <a:ext cx="28398" cy="28398"/>
          </a:xfrm>
          <a:prstGeom prst="ellipse">
            <a:avLst/>
          </a:prstGeom>
          <a:solidFill>
            <a:srgbClr val="7F8C97">
              <a:alpha val="48000"/>
            </a:srgbClr>
          </a:solidFill>
          <a:ln w="0">
            <a:noFill/>
            <a:prstDash val="solid"/>
          </a:ln>
        </p:spPr>
      </p:sp>
      <p:sp>
        <p:nvSpPr>
          <p:cNvPr id="1269" name="01_find_only_1268">
            <a:extLst>
              <a:ext uri="{FF2B5EF4-FFF2-40B4-BE49-F238E27FC236}">
                <a16:creationId xmlns:a16="http://schemas.microsoft.com/office/drawing/2014/main" id="{C8B30DAC-126E-4891-B645-B168F4EE7F3A}"/>
              </a:ext>
            </a:extLst>
          </p:cNvPr>
          <p:cNvSpPr>
            <a:spLocks noGrp="1"/>
          </p:cNvSpPr>
          <p:nvPr/>
        </p:nvSpPr>
        <p:spPr>
          <a:xfrm>
            <a:off x="3633741" y="2855402"/>
            <a:ext cx="28398" cy="28398"/>
          </a:xfrm>
          <a:prstGeom prst="ellipse">
            <a:avLst/>
          </a:prstGeom>
          <a:solidFill>
            <a:srgbClr val="7F8C97">
              <a:alpha val="48000"/>
            </a:srgbClr>
          </a:solidFill>
          <a:ln w="0">
            <a:noFill/>
            <a:prstDash val="solid"/>
          </a:ln>
        </p:spPr>
      </p:sp>
      <p:sp>
        <p:nvSpPr>
          <p:cNvPr id="1270" name="01_find_only_1269">
            <a:extLst>
              <a:ext uri="{FF2B5EF4-FFF2-40B4-BE49-F238E27FC236}">
                <a16:creationId xmlns:a16="http://schemas.microsoft.com/office/drawing/2014/main" id="{50BF4964-E12E-4845-A343-2D8DC6B7F120}"/>
              </a:ext>
            </a:extLst>
          </p:cNvPr>
          <p:cNvSpPr>
            <a:spLocks noGrp="1"/>
          </p:cNvSpPr>
          <p:nvPr/>
        </p:nvSpPr>
        <p:spPr>
          <a:xfrm>
            <a:off x="3700031" y="3278074"/>
            <a:ext cx="28398" cy="28398"/>
          </a:xfrm>
          <a:prstGeom prst="ellipse">
            <a:avLst/>
          </a:prstGeom>
          <a:solidFill>
            <a:srgbClr val="7F8C97">
              <a:alpha val="48000"/>
            </a:srgbClr>
          </a:solidFill>
          <a:ln w="0">
            <a:noFill/>
            <a:prstDash val="solid"/>
          </a:ln>
        </p:spPr>
      </p:sp>
      <p:sp>
        <p:nvSpPr>
          <p:cNvPr id="1271" name="01_find_only_1270">
            <a:extLst>
              <a:ext uri="{FF2B5EF4-FFF2-40B4-BE49-F238E27FC236}">
                <a16:creationId xmlns:a16="http://schemas.microsoft.com/office/drawing/2014/main" id="{A62818AA-940C-4760-A348-F0158B3A552B}"/>
              </a:ext>
            </a:extLst>
          </p:cNvPr>
          <p:cNvSpPr>
            <a:spLocks noGrp="1"/>
          </p:cNvSpPr>
          <p:nvPr/>
        </p:nvSpPr>
        <p:spPr>
          <a:xfrm>
            <a:off x="3703274" y="2855402"/>
            <a:ext cx="28398" cy="28398"/>
          </a:xfrm>
          <a:prstGeom prst="ellipse">
            <a:avLst/>
          </a:prstGeom>
          <a:solidFill>
            <a:srgbClr val="7F8C97">
              <a:alpha val="48000"/>
            </a:srgbClr>
          </a:solidFill>
          <a:ln w="0">
            <a:noFill/>
            <a:prstDash val="solid"/>
          </a:ln>
        </p:spPr>
      </p:sp>
      <p:sp>
        <p:nvSpPr>
          <p:cNvPr id="1272" name="01_find_only_1271">
            <a:extLst>
              <a:ext uri="{FF2B5EF4-FFF2-40B4-BE49-F238E27FC236}">
                <a16:creationId xmlns:a16="http://schemas.microsoft.com/office/drawing/2014/main" id="{C34357BF-CE26-46B3-9659-7B0CB9EC98A7}"/>
              </a:ext>
            </a:extLst>
          </p:cNvPr>
          <p:cNvSpPr>
            <a:spLocks noGrp="1"/>
          </p:cNvSpPr>
          <p:nvPr/>
        </p:nvSpPr>
        <p:spPr>
          <a:xfrm>
            <a:off x="3693163" y="3172406"/>
            <a:ext cx="28398" cy="28398"/>
          </a:xfrm>
          <a:prstGeom prst="ellipse">
            <a:avLst/>
          </a:prstGeom>
          <a:solidFill>
            <a:srgbClr val="7F8C97">
              <a:alpha val="48000"/>
            </a:srgbClr>
          </a:solidFill>
          <a:ln w="0">
            <a:noFill/>
            <a:prstDash val="solid"/>
          </a:ln>
        </p:spPr>
      </p:sp>
      <p:sp>
        <p:nvSpPr>
          <p:cNvPr id="1273" name="01_find_only_1272">
            <a:extLst>
              <a:ext uri="{FF2B5EF4-FFF2-40B4-BE49-F238E27FC236}">
                <a16:creationId xmlns:a16="http://schemas.microsoft.com/office/drawing/2014/main" id="{C0372189-985C-4606-98A5-14E38FEA64AE}"/>
              </a:ext>
            </a:extLst>
          </p:cNvPr>
          <p:cNvSpPr>
            <a:spLocks noGrp="1"/>
          </p:cNvSpPr>
          <p:nvPr/>
        </p:nvSpPr>
        <p:spPr>
          <a:xfrm>
            <a:off x="3692305" y="2855402"/>
            <a:ext cx="28398" cy="28398"/>
          </a:xfrm>
          <a:prstGeom prst="ellipse">
            <a:avLst/>
          </a:prstGeom>
          <a:solidFill>
            <a:srgbClr val="7F8C97">
              <a:alpha val="48000"/>
            </a:srgbClr>
          </a:solidFill>
          <a:ln w="0">
            <a:noFill/>
            <a:prstDash val="solid"/>
          </a:ln>
        </p:spPr>
      </p:sp>
      <p:sp>
        <p:nvSpPr>
          <p:cNvPr id="1274" name="01_find_only_1273">
            <a:extLst>
              <a:ext uri="{FF2B5EF4-FFF2-40B4-BE49-F238E27FC236}">
                <a16:creationId xmlns:a16="http://schemas.microsoft.com/office/drawing/2014/main" id="{D843B2A5-B45C-4798-9A0D-4D945C48C9A6}"/>
              </a:ext>
            </a:extLst>
          </p:cNvPr>
          <p:cNvSpPr>
            <a:spLocks noGrp="1"/>
          </p:cNvSpPr>
          <p:nvPr/>
        </p:nvSpPr>
        <p:spPr>
          <a:xfrm>
            <a:off x="3696406" y="4123418"/>
            <a:ext cx="28398" cy="28398"/>
          </a:xfrm>
          <a:prstGeom prst="ellipse">
            <a:avLst/>
          </a:prstGeom>
          <a:solidFill>
            <a:srgbClr val="7F8C97">
              <a:alpha val="48000"/>
            </a:srgbClr>
          </a:solidFill>
          <a:ln w="0">
            <a:noFill/>
            <a:prstDash val="solid"/>
          </a:ln>
        </p:spPr>
      </p:sp>
      <p:sp>
        <p:nvSpPr>
          <p:cNvPr id="1275" name="01_find_only_1274">
            <a:extLst>
              <a:ext uri="{FF2B5EF4-FFF2-40B4-BE49-F238E27FC236}">
                <a16:creationId xmlns:a16="http://schemas.microsoft.com/office/drawing/2014/main" id="{AFB0533D-2485-4DBC-BF9F-D079C20EE702}"/>
              </a:ext>
            </a:extLst>
          </p:cNvPr>
          <p:cNvSpPr>
            <a:spLocks noGrp="1"/>
          </p:cNvSpPr>
          <p:nvPr/>
        </p:nvSpPr>
        <p:spPr>
          <a:xfrm>
            <a:off x="3678379" y="2934653"/>
            <a:ext cx="28398" cy="28398"/>
          </a:xfrm>
          <a:prstGeom prst="ellipse">
            <a:avLst/>
          </a:prstGeom>
          <a:solidFill>
            <a:srgbClr val="7F8C97">
              <a:alpha val="48000"/>
            </a:srgbClr>
          </a:solidFill>
          <a:ln w="0">
            <a:noFill/>
            <a:prstDash val="solid"/>
          </a:ln>
        </p:spPr>
      </p:sp>
      <p:sp>
        <p:nvSpPr>
          <p:cNvPr id="1276" name="01_find_only_1275">
            <a:extLst>
              <a:ext uri="{FF2B5EF4-FFF2-40B4-BE49-F238E27FC236}">
                <a16:creationId xmlns:a16="http://schemas.microsoft.com/office/drawing/2014/main" id="{8AEEC906-E833-4345-841B-4F5A9630F2D7}"/>
              </a:ext>
            </a:extLst>
          </p:cNvPr>
          <p:cNvSpPr>
            <a:spLocks noGrp="1"/>
          </p:cNvSpPr>
          <p:nvPr/>
        </p:nvSpPr>
        <p:spPr>
          <a:xfrm>
            <a:off x="3628876" y="3489410"/>
            <a:ext cx="28398" cy="28398"/>
          </a:xfrm>
          <a:prstGeom prst="ellipse">
            <a:avLst/>
          </a:prstGeom>
          <a:solidFill>
            <a:srgbClr val="7F8C97">
              <a:alpha val="48000"/>
            </a:srgbClr>
          </a:solidFill>
          <a:ln w="0">
            <a:noFill/>
            <a:prstDash val="solid"/>
          </a:ln>
        </p:spPr>
      </p:sp>
      <p:sp>
        <p:nvSpPr>
          <p:cNvPr id="1277" name="01_find_only_1276">
            <a:extLst>
              <a:ext uri="{FF2B5EF4-FFF2-40B4-BE49-F238E27FC236}">
                <a16:creationId xmlns:a16="http://schemas.microsoft.com/office/drawing/2014/main" id="{5AA8E054-0238-4EA4-A9EF-2ABBD9791F5B}"/>
              </a:ext>
            </a:extLst>
          </p:cNvPr>
          <p:cNvSpPr>
            <a:spLocks noGrp="1"/>
          </p:cNvSpPr>
          <p:nvPr/>
        </p:nvSpPr>
        <p:spPr>
          <a:xfrm>
            <a:off x="3678189" y="3278074"/>
            <a:ext cx="28398" cy="28398"/>
          </a:xfrm>
          <a:prstGeom prst="ellipse">
            <a:avLst/>
          </a:prstGeom>
          <a:solidFill>
            <a:srgbClr val="7F8C97">
              <a:alpha val="48000"/>
            </a:srgbClr>
          </a:solidFill>
          <a:ln w="0">
            <a:noFill/>
            <a:prstDash val="solid"/>
          </a:ln>
        </p:spPr>
      </p:sp>
      <p:sp>
        <p:nvSpPr>
          <p:cNvPr id="1278" name="01_find_only_1277">
            <a:extLst>
              <a:ext uri="{FF2B5EF4-FFF2-40B4-BE49-F238E27FC236}">
                <a16:creationId xmlns:a16="http://schemas.microsoft.com/office/drawing/2014/main" id="{3F459EA3-8A98-48C3-8FEF-171AD973732E}"/>
              </a:ext>
            </a:extLst>
          </p:cNvPr>
          <p:cNvSpPr>
            <a:spLocks noGrp="1"/>
          </p:cNvSpPr>
          <p:nvPr/>
        </p:nvSpPr>
        <p:spPr>
          <a:xfrm>
            <a:off x="3641467" y="2855402"/>
            <a:ext cx="28398" cy="28398"/>
          </a:xfrm>
          <a:prstGeom prst="ellipse">
            <a:avLst/>
          </a:prstGeom>
          <a:solidFill>
            <a:srgbClr val="7F8C97">
              <a:alpha val="48000"/>
            </a:srgbClr>
          </a:solidFill>
          <a:ln w="0">
            <a:noFill/>
            <a:prstDash val="solid"/>
          </a:ln>
        </p:spPr>
      </p:sp>
      <p:sp>
        <p:nvSpPr>
          <p:cNvPr id="1279" name="01_find_only_1278">
            <a:extLst>
              <a:ext uri="{FF2B5EF4-FFF2-40B4-BE49-F238E27FC236}">
                <a16:creationId xmlns:a16="http://schemas.microsoft.com/office/drawing/2014/main" id="{9891A45C-F7DC-48E0-97D1-DD17A1565F0E}"/>
              </a:ext>
            </a:extLst>
          </p:cNvPr>
          <p:cNvSpPr>
            <a:spLocks noGrp="1"/>
          </p:cNvSpPr>
          <p:nvPr/>
        </p:nvSpPr>
        <p:spPr>
          <a:xfrm>
            <a:off x="3692687" y="3635719"/>
            <a:ext cx="28398" cy="28398"/>
          </a:xfrm>
          <a:prstGeom prst="ellipse">
            <a:avLst/>
          </a:prstGeom>
          <a:solidFill>
            <a:srgbClr val="7F8C97">
              <a:alpha val="48000"/>
            </a:srgbClr>
          </a:solidFill>
          <a:ln w="0">
            <a:noFill/>
            <a:prstDash val="solid"/>
          </a:ln>
        </p:spPr>
      </p:sp>
      <p:sp>
        <p:nvSpPr>
          <p:cNvPr id="1280" name="01_find_only_1279">
            <a:extLst>
              <a:ext uri="{FF2B5EF4-FFF2-40B4-BE49-F238E27FC236}">
                <a16:creationId xmlns:a16="http://schemas.microsoft.com/office/drawing/2014/main" id="{31CA6910-B3C0-49D6-8D2E-C63BC82543C2}"/>
              </a:ext>
            </a:extLst>
          </p:cNvPr>
          <p:cNvSpPr>
            <a:spLocks noGrp="1"/>
          </p:cNvSpPr>
          <p:nvPr/>
        </p:nvSpPr>
        <p:spPr>
          <a:xfrm>
            <a:off x="3705277" y="3489410"/>
            <a:ext cx="28398" cy="28398"/>
          </a:xfrm>
          <a:prstGeom prst="ellipse">
            <a:avLst/>
          </a:prstGeom>
          <a:solidFill>
            <a:srgbClr val="7F8C97">
              <a:alpha val="48000"/>
            </a:srgbClr>
          </a:solidFill>
          <a:ln w="0">
            <a:noFill/>
            <a:prstDash val="solid"/>
          </a:ln>
        </p:spPr>
      </p:sp>
      <p:sp>
        <p:nvSpPr>
          <p:cNvPr id="1281" name="01_find_only_1280">
            <a:extLst>
              <a:ext uri="{FF2B5EF4-FFF2-40B4-BE49-F238E27FC236}">
                <a16:creationId xmlns:a16="http://schemas.microsoft.com/office/drawing/2014/main" id="{2971D0DB-28E2-4518-A7EA-377EE951DDD1}"/>
              </a:ext>
            </a:extLst>
          </p:cNvPr>
          <p:cNvSpPr>
            <a:spLocks noGrp="1"/>
          </p:cNvSpPr>
          <p:nvPr/>
        </p:nvSpPr>
        <p:spPr>
          <a:xfrm>
            <a:off x="3639941" y="2855402"/>
            <a:ext cx="28398" cy="28398"/>
          </a:xfrm>
          <a:prstGeom prst="ellipse">
            <a:avLst/>
          </a:prstGeom>
          <a:solidFill>
            <a:srgbClr val="7F8C97">
              <a:alpha val="48000"/>
            </a:srgbClr>
          </a:solidFill>
          <a:ln w="0">
            <a:noFill/>
            <a:prstDash val="solid"/>
          </a:ln>
        </p:spPr>
      </p:sp>
      <p:sp>
        <p:nvSpPr>
          <p:cNvPr id="1282" name="01_find_only_1281">
            <a:extLst>
              <a:ext uri="{FF2B5EF4-FFF2-40B4-BE49-F238E27FC236}">
                <a16:creationId xmlns:a16="http://schemas.microsoft.com/office/drawing/2014/main" id="{A180C479-2BD9-4DCF-A5EE-0CEFBD8B157F}"/>
              </a:ext>
            </a:extLst>
          </p:cNvPr>
          <p:cNvSpPr>
            <a:spLocks noGrp="1"/>
          </p:cNvSpPr>
          <p:nvPr/>
        </p:nvSpPr>
        <p:spPr>
          <a:xfrm>
            <a:off x="3693545" y="2855402"/>
            <a:ext cx="28398" cy="28398"/>
          </a:xfrm>
          <a:prstGeom prst="ellipse">
            <a:avLst/>
          </a:prstGeom>
          <a:solidFill>
            <a:srgbClr val="7F8C97">
              <a:alpha val="48000"/>
            </a:srgbClr>
          </a:solidFill>
          <a:ln w="0">
            <a:noFill/>
            <a:prstDash val="solid"/>
          </a:ln>
        </p:spPr>
      </p:sp>
      <p:sp>
        <p:nvSpPr>
          <p:cNvPr id="1283" name="01_find_only_1282">
            <a:extLst>
              <a:ext uri="{FF2B5EF4-FFF2-40B4-BE49-F238E27FC236}">
                <a16:creationId xmlns:a16="http://schemas.microsoft.com/office/drawing/2014/main" id="{95FC2C20-40CC-4155-B893-398E3C867DF0}"/>
              </a:ext>
            </a:extLst>
          </p:cNvPr>
          <p:cNvSpPr>
            <a:spLocks noGrp="1"/>
          </p:cNvSpPr>
          <p:nvPr/>
        </p:nvSpPr>
        <p:spPr>
          <a:xfrm>
            <a:off x="3644710" y="3489410"/>
            <a:ext cx="28398" cy="28398"/>
          </a:xfrm>
          <a:prstGeom prst="ellipse">
            <a:avLst/>
          </a:prstGeom>
          <a:solidFill>
            <a:srgbClr val="7F8C97">
              <a:alpha val="48000"/>
            </a:srgbClr>
          </a:solidFill>
          <a:ln w="0">
            <a:noFill/>
            <a:prstDash val="solid"/>
          </a:ln>
        </p:spPr>
      </p:sp>
      <p:sp>
        <p:nvSpPr>
          <p:cNvPr id="1284" name="01_find_only_1283">
            <a:extLst>
              <a:ext uri="{FF2B5EF4-FFF2-40B4-BE49-F238E27FC236}">
                <a16:creationId xmlns:a16="http://schemas.microsoft.com/office/drawing/2014/main" id="{F2D3FA50-E6FC-4715-9DA2-AD8443393967}"/>
              </a:ext>
            </a:extLst>
          </p:cNvPr>
          <p:cNvSpPr>
            <a:spLocks noGrp="1"/>
          </p:cNvSpPr>
          <p:nvPr/>
        </p:nvSpPr>
        <p:spPr>
          <a:xfrm>
            <a:off x="3648906" y="3278074"/>
            <a:ext cx="28398" cy="28398"/>
          </a:xfrm>
          <a:prstGeom prst="ellipse">
            <a:avLst/>
          </a:prstGeom>
          <a:solidFill>
            <a:srgbClr val="7F8C97">
              <a:alpha val="48000"/>
            </a:srgbClr>
          </a:solidFill>
          <a:ln w="0">
            <a:noFill/>
            <a:prstDash val="solid"/>
          </a:ln>
        </p:spPr>
      </p:sp>
      <p:sp>
        <p:nvSpPr>
          <p:cNvPr id="1285" name="01_find_only_1284">
            <a:extLst>
              <a:ext uri="{FF2B5EF4-FFF2-40B4-BE49-F238E27FC236}">
                <a16:creationId xmlns:a16="http://schemas.microsoft.com/office/drawing/2014/main" id="{ABA2B357-F04B-4F32-BD4A-87B8DC5D6F99}"/>
              </a:ext>
            </a:extLst>
          </p:cNvPr>
          <p:cNvSpPr>
            <a:spLocks noGrp="1"/>
          </p:cNvSpPr>
          <p:nvPr/>
        </p:nvSpPr>
        <p:spPr>
          <a:xfrm>
            <a:off x="3637556" y="2855402"/>
            <a:ext cx="28398" cy="28398"/>
          </a:xfrm>
          <a:prstGeom prst="ellipse">
            <a:avLst/>
          </a:prstGeom>
          <a:solidFill>
            <a:srgbClr val="7F8C97">
              <a:alpha val="48000"/>
            </a:srgbClr>
          </a:solidFill>
          <a:ln w="0">
            <a:noFill/>
            <a:prstDash val="solid"/>
          </a:ln>
        </p:spPr>
      </p:sp>
      <p:sp>
        <p:nvSpPr>
          <p:cNvPr id="1286" name="01_find_only_1285">
            <a:extLst>
              <a:ext uri="{FF2B5EF4-FFF2-40B4-BE49-F238E27FC236}">
                <a16:creationId xmlns:a16="http://schemas.microsoft.com/office/drawing/2014/main" id="{DDE6398E-FE85-47E6-80C4-D90D9C2CFA4C}"/>
              </a:ext>
            </a:extLst>
          </p:cNvPr>
          <p:cNvSpPr>
            <a:spLocks noGrp="1"/>
          </p:cNvSpPr>
          <p:nvPr/>
        </p:nvSpPr>
        <p:spPr>
          <a:xfrm>
            <a:off x="3692496" y="3013904"/>
            <a:ext cx="28398" cy="28398"/>
          </a:xfrm>
          <a:prstGeom prst="ellipse">
            <a:avLst/>
          </a:prstGeom>
          <a:solidFill>
            <a:srgbClr val="7F8C97">
              <a:alpha val="48000"/>
            </a:srgbClr>
          </a:solidFill>
          <a:ln w="0">
            <a:noFill/>
            <a:prstDash val="solid"/>
          </a:ln>
        </p:spPr>
      </p:sp>
      <p:sp>
        <p:nvSpPr>
          <p:cNvPr id="1287" name="01_find_only_1286">
            <a:extLst>
              <a:ext uri="{FF2B5EF4-FFF2-40B4-BE49-F238E27FC236}">
                <a16:creationId xmlns:a16="http://schemas.microsoft.com/office/drawing/2014/main" id="{0A6D43E2-B535-41D8-AEF9-4ED29E888A21}"/>
              </a:ext>
            </a:extLst>
          </p:cNvPr>
          <p:cNvSpPr>
            <a:spLocks noGrp="1"/>
          </p:cNvSpPr>
          <p:nvPr/>
        </p:nvSpPr>
        <p:spPr>
          <a:xfrm>
            <a:off x="3717104" y="2855402"/>
            <a:ext cx="28398" cy="28398"/>
          </a:xfrm>
          <a:prstGeom prst="ellipse">
            <a:avLst/>
          </a:prstGeom>
          <a:solidFill>
            <a:srgbClr val="7F8C97">
              <a:alpha val="48000"/>
            </a:srgbClr>
          </a:solidFill>
          <a:ln w="0">
            <a:noFill/>
            <a:prstDash val="solid"/>
          </a:ln>
        </p:spPr>
      </p:sp>
      <p:sp>
        <p:nvSpPr>
          <p:cNvPr id="1288" name="01_find_only_1287">
            <a:extLst>
              <a:ext uri="{FF2B5EF4-FFF2-40B4-BE49-F238E27FC236}">
                <a16:creationId xmlns:a16="http://schemas.microsoft.com/office/drawing/2014/main" id="{FE381016-9F0A-49E8-A3BE-3613BFDF0D6D}"/>
              </a:ext>
            </a:extLst>
          </p:cNvPr>
          <p:cNvSpPr>
            <a:spLocks noGrp="1"/>
          </p:cNvSpPr>
          <p:nvPr/>
        </p:nvSpPr>
        <p:spPr>
          <a:xfrm>
            <a:off x="3721206" y="3579982"/>
            <a:ext cx="28398" cy="28398"/>
          </a:xfrm>
          <a:prstGeom prst="ellipse">
            <a:avLst/>
          </a:prstGeom>
          <a:solidFill>
            <a:srgbClr val="7F8C97">
              <a:alpha val="48000"/>
            </a:srgbClr>
          </a:solidFill>
          <a:ln w="0">
            <a:noFill/>
            <a:prstDash val="solid"/>
          </a:ln>
        </p:spPr>
      </p:sp>
      <p:sp>
        <p:nvSpPr>
          <p:cNvPr id="1289" name="01_find_only_1288">
            <a:extLst>
              <a:ext uri="{FF2B5EF4-FFF2-40B4-BE49-F238E27FC236}">
                <a16:creationId xmlns:a16="http://schemas.microsoft.com/office/drawing/2014/main" id="{9ECC2062-157B-4708-B3CA-17609B6C1C74}"/>
              </a:ext>
            </a:extLst>
          </p:cNvPr>
          <p:cNvSpPr>
            <a:spLocks noGrp="1"/>
          </p:cNvSpPr>
          <p:nvPr/>
        </p:nvSpPr>
        <p:spPr>
          <a:xfrm>
            <a:off x="3662260" y="2855402"/>
            <a:ext cx="28398" cy="28398"/>
          </a:xfrm>
          <a:prstGeom prst="ellipse">
            <a:avLst/>
          </a:prstGeom>
          <a:solidFill>
            <a:srgbClr val="7F8C97">
              <a:alpha val="48000"/>
            </a:srgbClr>
          </a:solidFill>
          <a:ln w="0">
            <a:noFill/>
            <a:prstDash val="solid"/>
          </a:ln>
        </p:spPr>
      </p:sp>
      <p:sp>
        <p:nvSpPr>
          <p:cNvPr id="1290" name="01_find_only_1289">
            <a:extLst>
              <a:ext uri="{FF2B5EF4-FFF2-40B4-BE49-F238E27FC236}">
                <a16:creationId xmlns:a16="http://schemas.microsoft.com/office/drawing/2014/main" id="{3E0AB54C-00ED-4154-8F83-5BB6A0E29B43}"/>
              </a:ext>
            </a:extLst>
          </p:cNvPr>
          <p:cNvSpPr>
            <a:spLocks noGrp="1"/>
          </p:cNvSpPr>
          <p:nvPr/>
        </p:nvSpPr>
        <p:spPr>
          <a:xfrm>
            <a:off x="3697265" y="3278074"/>
            <a:ext cx="28398" cy="28398"/>
          </a:xfrm>
          <a:prstGeom prst="ellipse">
            <a:avLst/>
          </a:prstGeom>
          <a:solidFill>
            <a:srgbClr val="7F8C97">
              <a:alpha val="48000"/>
            </a:srgbClr>
          </a:solidFill>
          <a:ln w="0">
            <a:noFill/>
            <a:prstDash val="solid"/>
          </a:ln>
        </p:spPr>
      </p:sp>
      <p:sp>
        <p:nvSpPr>
          <p:cNvPr id="1291" name="01_find_only_1290">
            <a:extLst>
              <a:ext uri="{FF2B5EF4-FFF2-40B4-BE49-F238E27FC236}">
                <a16:creationId xmlns:a16="http://schemas.microsoft.com/office/drawing/2014/main" id="{A7EBC6DA-0E7C-4FB7-B9C8-22AB0BB51DE1}"/>
              </a:ext>
            </a:extLst>
          </p:cNvPr>
          <p:cNvSpPr>
            <a:spLocks noGrp="1"/>
          </p:cNvSpPr>
          <p:nvPr/>
        </p:nvSpPr>
        <p:spPr>
          <a:xfrm>
            <a:off x="3715769" y="2855402"/>
            <a:ext cx="28398" cy="28398"/>
          </a:xfrm>
          <a:prstGeom prst="ellipse">
            <a:avLst/>
          </a:prstGeom>
          <a:solidFill>
            <a:srgbClr val="7F8C97">
              <a:alpha val="48000"/>
            </a:srgbClr>
          </a:solidFill>
          <a:ln w="0">
            <a:noFill/>
            <a:prstDash val="solid"/>
          </a:ln>
        </p:spPr>
      </p:sp>
      <p:sp>
        <p:nvSpPr>
          <p:cNvPr id="1292" name="01_find_only_1291">
            <a:extLst>
              <a:ext uri="{FF2B5EF4-FFF2-40B4-BE49-F238E27FC236}">
                <a16:creationId xmlns:a16="http://schemas.microsoft.com/office/drawing/2014/main" id="{83586521-CDB7-4E54-86D1-3F3B5E42E810}"/>
              </a:ext>
            </a:extLst>
          </p:cNvPr>
          <p:cNvSpPr>
            <a:spLocks noGrp="1"/>
          </p:cNvSpPr>
          <p:nvPr/>
        </p:nvSpPr>
        <p:spPr>
          <a:xfrm>
            <a:off x="3704514" y="3278074"/>
            <a:ext cx="28398" cy="28398"/>
          </a:xfrm>
          <a:prstGeom prst="ellipse">
            <a:avLst/>
          </a:prstGeom>
          <a:solidFill>
            <a:srgbClr val="7F8C97">
              <a:alpha val="48000"/>
            </a:srgbClr>
          </a:solidFill>
          <a:ln w="0">
            <a:noFill/>
            <a:prstDash val="solid"/>
          </a:ln>
        </p:spPr>
      </p:sp>
      <p:sp>
        <p:nvSpPr>
          <p:cNvPr id="1293" name="01_find_only_1292">
            <a:extLst>
              <a:ext uri="{FF2B5EF4-FFF2-40B4-BE49-F238E27FC236}">
                <a16:creationId xmlns:a16="http://schemas.microsoft.com/office/drawing/2014/main" id="{7AEBBB95-3295-4DC7-9359-3A89F35470C4}"/>
              </a:ext>
            </a:extLst>
          </p:cNvPr>
          <p:cNvSpPr>
            <a:spLocks noGrp="1"/>
          </p:cNvSpPr>
          <p:nvPr/>
        </p:nvSpPr>
        <p:spPr>
          <a:xfrm>
            <a:off x="3694403" y="4123418"/>
            <a:ext cx="28398" cy="28398"/>
          </a:xfrm>
          <a:prstGeom prst="ellipse">
            <a:avLst/>
          </a:prstGeom>
          <a:solidFill>
            <a:srgbClr val="7F8C97">
              <a:alpha val="48000"/>
            </a:srgbClr>
          </a:solidFill>
          <a:ln w="0">
            <a:noFill/>
            <a:prstDash val="solid"/>
          </a:ln>
        </p:spPr>
      </p:sp>
      <p:sp>
        <p:nvSpPr>
          <p:cNvPr id="1294" name="01_find_only_1293">
            <a:extLst>
              <a:ext uri="{FF2B5EF4-FFF2-40B4-BE49-F238E27FC236}">
                <a16:creationId xmlns:a16="http://schemas.microsoft.com/office/drawing/2014/main" id="{CA1EB438-15C6-4A97-B6C5-660F89550181}"/>
              </a:ext>
            </a:extLst>
          </p:cNvPr>
          <p:cNvSpPr>
            <a:spLocks noGrp="1"/>
          </p:cNvSpPr>
          <p:nvPr/>
        </p:nvSpPr>
        <p:spPr>
          <a:xfrm>
            <a:off x="3671035" y="2855402"/>
            <a:ext cx="28398" cy="28398"/>
          </a:xfrm>
          <a:prstGeom prst="ellipse">
            <a:avLst/>
          </a:prstGeom>
          <a:solidFill>
            <a:srgbClr val="7F8C97">
              <a:alpha val="48000"/>
            </a:srgbClr>
          </a:solidFill>
          <a:ln w="0">
            <a:noFill/>
            <a:prstDash val="solid"/>
          </a:ln>
        </p:spPr>
      </p:sp>
      <p:sp>
        <p:nvSpPr>
          <p:cNvPr id="1295" name="01_find_only_1294">
            <a:extLst>
              <a:ext uri="{FF2B5EF4-FFF2-40B4-BE49-F238E27FC236}">
                <a16:creationId xmlns:a16="http://schemas.microsoft.com/office/drawing/2014/main" id="{EC249582-CE76-47C9-AA88-02643EF1823F}"/>
              </a:ext>
            </a:extLst>
          </p:cNvPr>
          <p:cNvSpPr>
            <a:spLocks noGrp="1"/>
          </p:cNvSpPr>
          <p:nvPr/>
        </p:nvSpPr>
        <p:spPr>
          <a:xfrm>
            <a:off x="3668173" y="3360413"/>
            <a:ext cx="28398" cy="28398"/>
          </a:xfrm>
          <a:prstGeom prst="ellipse">
            <a:avLst/>
          </a:prstGeom>
          <a:solidFill>
            <a:srgbClr val="7F8C97">
              <a:alpha val="48000"/>
            </a:srgbClr>
          </a:solidFill>
          <a:ln w="0">
            <a:noFill/>
            <a:prstDash val="solid"/>
          </a:ln>
        </p:spPr>
      </p:sp>
      <p:sp>
        <p:nvSpPr>
          <p:cNvPr id="1296" name="01_find_only_1295">
            <a:extLst>
              <a:ext uri="{FF2B5EF4-FFF2-40B4-BE49-F238E27FC236}">
                <a16:creationId xmlns:a16="http://schemas.microsoft.com/office/drawing/2014/main" id="{F008FFE2-C33D-4E9C-9973-FE8543BAAC4B}"/>
              </a:ext>
            </a:extLst>
          </p:cNvPr>
          <p:cNvSpPr>
            <a:spLocks noGrp="1"/>
          </p:cNvSpPr>
          <p:nvPr/>
        </p:nvSpPr>
        <p:spPr>
          <a:xfrm>
            <a:off x="3636411" y="2855402"/>
            <a:ext cx="28398" cy="28398"/>
          </a:xfrm>
          <a:prstGeom prst="ellipse">
            <a:avLst/>
          </a:prstGeom>
          <a:solidFill>
            <a:srgbClr val="7F8C97">
              <a:alpha val="48000"/>
            </a:srgbClr>
          </a:solidFill>
          <a:ln w="0">
            <a:noFill/>
            <a:prstDash val="solid"/>
          </a:ln>
        </p:spPr>
      </p:sp>
      <p:sp>
        <p:nvSpPr>
          <p:cNvPr id="1297" name="01_find_only_1296">
            <a:extLst>
              <a:ext uri="{FF2B5EF4-FFF2-40B4-BE49-F238E27FC236}">
                <a16:creationId xmlns:a16="http://schemas.microsoft.com/office/drawing/2014/main" id="{738E0213-2C94-464D-BBE9-95021EDAE48B}"/>
              </a:ext>
            </a:extLst>
          </p:cNvPr>
          <p:cNvSpPr>
            <a:spLocks noGrp="1"/>
          </p:cNvSpPr>
          <p:nvPr/>
        </p:nvSpPr>
        <p:spPr>
          <a:xfrm>
            <a:off x="3716055" y="2855402"/>
            <a:ext cx="28398" cy="28398"/>
          </a:xfrm>
          <a:prstGeom prst="ellipse">
            <a:avLst/>
          </a:prstGeom>
          <a:solidFill>
            <a:srgbClr val="7F8C97">
              <a:alpha val="48000"/>
            </a:srgbClr>
          </a:solidFill>
          <a:ln w="0">
            <a:noFill/>
            <a:prstDash val="solid"/>
          </a:ln>
        </p:spPr>
      </p:sp>
      <p:sp>
        <p:nvSpPr>
          <p:cNvPr id="1298" name="01_find_only_1297">
            <a:extLst>
              <a:ext uri="{FF2B5EF4-FFF2-40B4-BE49-F238E27FC236}">
                <a16:creationId xmlns:a16="http://schemas.microsoft.com/office/drawing/2014/main" id="{A0BEF42B-8CDD-433F-B889-7B47A3267674}"/>
              </a:ext>
            </a:extLst>
          </p:cNvPr>
          <p:cNvSpPr>
            <a:spLocks noGrp="1"/>
          </p:cNvSpPr>
          <p:nvPr/>
        </p:nvSpPr>
        <p:spPr>
          <a:xfrm>
            <a:off x="3705945" y="2855402"/>
            <a:ext cx="28398" cy="28398"/>
          </a:xfrm>
          <a:prstGeom prst="ellipse">
            <a:avLst/>
          </a:prstGeom>
          <a:solidFill>
            <a:srgbClr val="7F8C97">
              <a:alpha val="48000"/>
            </a:srgbClr>
          </a:solidFill>
          <a:ln w="0">
            <a:noFill/>
            <a:prstDash val="solid"/>
          </a:ln>
        </p:spPr>
      </p:sp>
      <p:sp>
        <p:nvSpPr>
          <p:cNvPr id="1299" name="01_find_only_1298">
            <a:extLst>
              <a:ext uri="{FF2B5EF4-FFF2-40B4-BE49-F238E27FC236}">
                <a16:creationId xmlns:a16="http://schemas.microsoft.com/office/drawing/2014/main" id="{0B54C71A-E68F-4D1B-9C5D-87A763C0ADB6}"/>
              </a:ext>
            </a:extLst>
          </p:cNvPr>
          <p:cNvSpPr>
            <a:spLocks noGrp="1"/>
          </p:cNvSpPr>
          <p:nvPr/>
        </p:nvSpPr>
        <p:spPr>
          <a:xfrm>
            <a:off x="3691542" y="2855402"/>
            <a:ext cx="28398" cy="28398"/>
          </a:xfrm>
          <a:prstGeom prst="ellipse">
            <a:avLst/>
          </a:prstGeom>
          <a:solidFill>
            <a:srgbClr val="7F8C97">
              <a:alpha val="48000"/>
            </a:srgbClr>
          </a:solidFill>
          <a:ln w="0">
            <a:noFill/>
            <a:prstDash val="solid"/>
          </a:ln>
        </p:spPr>
      </p:sp>
      <p:sp>
        <p:nvSpPr>
          <p:cNvPr id="1300" name="01_find_only_1299">
            <a:extLst>
              <a:ext uri="{FF2B5EF4-FFF2-40B4-BE49-F238E27FC236}">
                <a16:creationId xmlns:a16="http://schemas.microsoft.com/office/drawing/2014/main" id="{110E6BC7-0E5F-4157-A876-00C7319279AE}"/>
              </a:ext>
            </a:extLst>
          </p:cNvPr>
          <p:cNvSpPr>
            <a:spLocks noGrp="1"/>
          </p:cNvSpPr>
          <p:nvPr/>
        </p:nvSpPr>
        <p:spPr>
          <a:xfrm>
            <a:off x="3633073" y="2855402"/>
            <a:ext cx="28398" cy="28398"/>
          </a:xfrm>
          <a:prstGeom prst="ellipse">
            <a:avLst/>
          </a:prstGeom>
          <a:solidFill>
            <a:srgbClr val="7F8C97">
              <a:alpha val="48000"/>
            </a:srgbClr>
          </a:solidFill>
          <a:ln w="0">
            <a:noFill/>
            <a:prstDash val="solid"/>
          </a:ln>
        </p:spPr>
      </p:sp>
      <p:sp>
        <p:nvSpPr>
          <p:cNvPr id="1301" name="01_find_only_1300">
            <a:extLst>
              <a:ext uri="{FF2B5EF4-FFF2-40B4-BE49-F238E27FC236}">
                <a16:creationId xmlns:a16="http://schemas.microsoft.com/office/drawing/2014/main" id="{655BF599-9864-4000-ABEC-53C9F5D9EB22}"/>
              </a:ext>
            </a:extLst>
          </p:cNvPr>
          <p:cNvSpPr>
            <a:spLocks noGrp="1"/>
          </p:cNvSpPr>
          <p:nvPr/>
        </p:nvSpPr>
        <p:spPr>
          <a:xfrm>
            <a:off x="3642325" y="3954349"/>
            <a:ext cx="28398" cy="28398"/>
          </a:xfrm>
          <a:prstGeom prst="ellipse">
            <a:avLst/>
          </a:prstGeom>
          <a:solidFill>
            <a:srgbClr val="7F8C97">
              <a:alpha val="48000"/>
            </a:srgbClr>
          </a:solidFill>
          <a:ln w="0">
            <a:noFill/>
            <a:prstDash val="solid"/>
          </a:ln>
        </p:spPr>
      </p:sp>
      <p:sp>
        <p:nvSpPr>
          <p:cNvPr id="1302" name="01_find_only_1301">
            <a:extLst>
              <a:ext uri="{FF2B5EF4-FFF2-40B4-BE49-F238E27FC236}">
                <a16:creationId xmlns:a16="http://schemas.microsoft.com/office/drawing/2014/main" id="{31DDAF9B-DF76-4E57-A119-5FA123F9FE80}"/>
              </a:ext>
            </a:extLst>
          </p:cNvPr>
          <p:cNvSpPr>
            <a:spLocks noGrp="1"/>
          </p:cNvSpPr>
          <p:nvPr/>
        </p:nvSpPr>
        <p:spPr>
          <a:xfrm>
            <a:off x="3651577" y="2855402"/>
            <a:ext cx="28398" cy="28398"/>
          </a:xfrm>
          <a:prstGeom prst="ellipse">
            <a:avLst/>
          </a:prstGeom>
          <a:solidFill>
            <a:srgbClr val="7F8C97">
              <a:alpha val="48000"/>
            </a:srgbClr>
          </a:solidFill>
          <a:ln w="0">
            <a:noFill/>
            <a:prstDash val="solid"/>
          </a:ln>
        </p:spPr>
      </p:sp>
      <p:sp>
        <p:nvSpPr>
          <p:cNvPr id="1303" name="01_find_only_1302">
            <a:extLst>
              <a:ext uri="{FF2B5EF4-FFF2-40B4-BE49-F238E27FC236}">
                <a16:creationId xmlns:a16="http://schemas.microsoft.com/office/drawing/2014/main" id="{806468B9-BD52-49FE-BFBB-3B41D85FFE1B}"/>
              </a:ext>
            </a:extLst>
          </p:cNvPr>
          <p:cNvSpPr>
            <a:spLocks noGrp="1"/>
          </p:cNvSpPr>
          <p:nvPr/>
        </p:nvSpPr>
        <p:spPr>
          <a:xfrm>
            <a:off x="3692496" y="2855402"/>
            <a:ext cx="28398" cy="28398"/>
          </a:xfrm>
          <a:prstGeom prst="ellipse">
            <a:avLst/>
          </a:prstGeom>
          <a:solidFill>
            <a:srgbClr val="7F8C97">
              <a:alpha val="48000"/>
            </a:srgbClr>
          </a:solidFill>
          <a:ln w="0">
            <a:noFill/>
            <a:prstDash val="solid"/>
          </a:ln>
        </p:spPr>
      </p:sp>
      <p:sp>
        <p:nvSpPr>
          <p:cNvPr id="1304" name="01_find_only_1303">
            <a:extLst>
              <a:ext uri="{FF2B5EF4-FFF2-40B4-BE49-F238E27FC236}">
                <a16:creationId xmlns:a16="http://schemas.microsoft.com/office/drawing/2014/main" id="{7FD4BDEB-797D-4864-8A04-FB4EC7497D04}"/>
              </a:ext>
            </a:extLst>
          </p:cNvPr>
          <p:cNvSpPr>
            <a:spLocks noGrp="1"/>
          </p:cNvSpPr>
          <p:nvPr/>
        </p:nvSpPr>
        <p:spPr>
          <a:xfrm>
            <a:off x="3682862" y="3489410"/>
            <a:ext cx="28398" cy="28398"/>
          </a:xfrm>
          <a:prstGeom prst="ellipse">
            <a:avLst/>
          </a:prstGeom>
          <a:solidFill>
            <a:srgbClr val="7F8C97">
              <a:alpha val="48000"/>
            </a:srgbClr>
          </a:solidFill>
          <a:ln w="0">
            <a:noFill/>
            <a:prstDash val="solid"/>
          </a:ln>
        </p:spPr>
      </p:sp>
      <p:sp>
        <p:nvSpPr>
          <p:cNvPr id="1305" name="01_find_only_1304">
            <a:extLst>
              <a:ext uri="{FF2B5EF4-FFF2-40B4-BE49-F238E27FC236}">
                <a16:creationId xmlns:a16="http://schemas.microsoft.com/office/drawing/2014/main" id="{22ADCCA0-5FE5-4B32-8A43-AE32CAE74769}"/>
              </a:ext>
            </a:extLst>
          </p:cNvPr>
          <p:cNvSpPr>
            <a:spLocks noGrp="1"/>
          </p:cNvSpPr>
          <p:nvPr/>
        </p:nvSpPr>
        <p:spPr>
          <a:xfrm>
            <a:off x="3646331" y="3278074"/>
            <a:ext cx="28398" cy="28398"/>
          </a:xfrm>
          <a:prstGeom prst="ellipse">
            <a:avLst/>
          </a:prstGeom>
          <a:solidFill>
            <a:srgbClr val="7F8C97">
              <a:alpha val="48000"/>
            </a:srgbClr>
          </a:solidFill>
          <a:ln w="0">
            <a:noFill/>
            <a:prstDash val="solid"/>
          </a:ln>
        </p:spPr>
      </p:sp>
      <p:sp>
        <p:nvSpPr>
          <p:cNvPr id="1306" name="01_find_only_1305">
            <a:extLst>
              <a:ext uri="{FF2B5EF4-FFF2-40B4-BE49-F238E27FC236}">
                <a16:creationId xmlns:a16="http://schemas.microsoft.com/office/drawing/2014/main" id="{53A67AFB-D499-4E3A-AF5A-58B8F46FDEB6}"/>
              </a:ext>
            </a:extLst>
          </p:cNvPr>
          <p:cNvSpPr>
            <a:spLocks noGrp="1"/>
          </p:cNvSpPr>
          <p:nvPr/>
        </p:nvSpPr>
        <p:spPr>
          <a:xfrm>
            <a:off x="3663595" y="3489410"/>
            <a:ext cx="28398" cy="28398"/>
          </a:xfrm>
          <a:prstGeom prst="ellipse">
            <a:avLst/>
          </a:prstGeom>
          <a:solidFill>
            <a:srgbClr val="7F8C97">
              <a:alpha val="48000"/>
            </a:srgbClr>
          </a:solidFill>
          <a:ln w="0">
            <a:noFill/>
            <a:prstDash val="solid"/>
          </a:ln>
        </p:spPr>
      </p:sp>
      <p:sp>
        <p:nvSpPr>
          <p:cNvPr id="1307" name="01_find_only_1306">
            <a:extLst>
              <a:ext uri="{FF2B5EF4-FFF2-40B4-BE49-F238E27FC236}">
                <a16:creationId xmlns:a16="http://schemas.microsoft.com/office/drawing/2014/main" id="{8E97F2F2-3C7C-4699-86B3-4E628A48B5D7}"/>
              </a:ext>
            </a:extLst>
          </p:cNvPr>
          <p:cNvSpPr>
            <a:spLocks noGrp="1"/>
          </p:cNvSpPr>
          <p:nvPr/>
        </p:nvSpPr>
        <p:spPr>
          <a:xfrm>
            <a:off x="3629830" y="4078132"/>
            <a:ext cx="28398" cy="28398"/>
          </a:xfrm>
          <a:prstGeom prst="ellipse">
            <a:avLst/>
          </a:prstGeom>
          <a:solidFill>
            <a:srgbClr val="7F8C97">
              <a:alpha val="48000"/>
            </a:srgbClr>
          </a:solidFill>
          <a:ln w="0">
            <a:noFill/>
            <a:prstDash val="solid"/>
          </a:ln>
        </p:spPr>
      </p:sp>
      <p:sp>
        <p:nvSpPr>
          <p:cNvPr id="1308" name="01_find_only_1307">
            <a:extLst>
              <a:ext uri="{FF2B5EF4-FFF2-40B4-BE49-F238E27FC236}">
                <a16:creationId xmlns:a16="http://schemas.microsoft.com/office/drawing/2014/main" id="{935833C4-738C-4C0D-BD85-21F37344F8AC}"/>
              </a:ext>
            </a:extLst>
          </p:cNvPr>
          <p:cNvSpPr>
            <a:spLocks noGrp="1"/>
          </p:cNvSpPr>
          <p:nvPr/>
        </p:nvSpPr>
        <p:spPr>
          <a:xfrm>
            <a:off x="4150623" y="2855402"/>
            <a:ext cx="28398" cy="28398"/>
          </a:xfrm>
          <a:prstGeom prst="ellipse">
            <a:avLst/>
          </a:prstGeom>
          <a:solidFill>
            <a:srgbClr val="7F8C97">
              <a:alpha val="48000"/>
            </a:srgbClr>
          </a:solidFill>
          <a:ln w="0">
            <a:noFill/>
            <a:prstDash val="solid"/>
          </a:ln>
        </p:spPr>
      </p:sp>
      <p:sp>
        <p:nvSpPr>
          <p:cNvPr id="1309" name="01_find_only_1308">
            <a:extLst>
              <a:ext uri="{FF2B5EF4-FFF2-40B4-BE49-F238E27FC236}">
                <a16:creationId xmlns:a16="http://schemas.microsoft.com/office/drawing/2014/main" id="{8AC801BA-6F5B-4A0B-9FD4-F165E25DE109}"/>
              </a:ext>
            </a:extLst>
          </p:cNvPr>
          <p:cNvSpPr>
            <a:spLocks noGrp="1"/>
          </p:cNvSpPr>
          <p:nvPr/>
        </p:nvSpPr>
        <p:spPr>
          <a:xfrm>
            <a:off x="4132310" y="3489410"/>
            <a:ext cx="28398" cy="28398"/>
          </a:xfrm>
          <a:prstGeom prst="ellipse">
            <a:avLst/>
          </a:prstGeom>
          <a:solidFill>
            <a:srgbClr val="7F8C97">
              <a:alpha val="48000"/>
            </a:srgbClr>
          </a:solidFill>
          <a:ln w="0">
            <a:noFill/>
            <a:prstDash val="solid"/>
          </a:ln>
        </p:spPr>
      </p:sp>
      <p:sp>
        <p:nvSpPr>
          <p:cNvPr id="1310" name="01_find_only_1309">
            <a:extLst>
              <a:ext uri="{FF2B5EF4-FFF2-40B4-BE49-F238E27FC236}">
                <a16:creationId xmlns:a16="http://schemas.microsoft.com/office/drawing/2014/main" id="{0A1AD992-7231-4E4C-99F4-1CB1503F3DFF}"/>
              </a:ext>
            </a:extLst>
          </p:cNvPr>
          <p:cNvSpPr>
            <a:spLocks noGrp="1"/>
          </p:cNvSpPr>
          <p:nvPr/>
        </p:nvSpPr>
        <p:spPr>
          <a:xfrm>
            <a:off x="4147190" y="2855402"/>
            <a:ext cx="28398" cy="28398"/>
          </a:xfrm>
          <a:prstGeom prst="ellipse">
            <a:avLst/>
          </a:prstGeom>
          <a:solidFill>
            <a:srgbClr val="7F8C97">
              <a:alpha val="48000"/>
            </a:srgbClr>
          </a:solidFill>
          <a:ln w="0">
            <a:noFill/>
            <a:prstDash val="solid"/>
          </a:ln>
        </p:spPr>
      </p:sp>
      <p:sp>
        <p:nvSpPr>
          <p:cNvPr id="1311" name="01_find_only_1310">
            <a:extLst>
              <a:ext uri="{FF2B5EF4-FFF2-40B4-BE49-F238E27FC236}">
                <a16:creationId xmlns:a16="http://schemas.microsoft.com/office/drawing/2014/main" id="{5B766982-65F0-40A4-9E30-8B7AC9D82546}"/>
              </a:ext>
            </a:extLst>
          </p:cNvPr>
          <p:cNvSpPr>
            <a:spLocks noGrp="1"/>
          </p:cNvSpPr>
          <p:nvPr/>
        </p:nvSpPr>
        <p:spPr>
          <a:xfrm>
            <a:off x="4146808" y="2961070"/>
            <a:ext cx="28398" cy="28398"/>
          </a:xfrm>
          <a:prstGeom prst="ellipse">
            <a:avLst/>
          </a:prstGeom>
          <a:solidFill>
            <a:srgbClr val="7F8C97">
              <a:alpha val="48000"/>
            </a:srgbClr>
          </a:solidFill>
          <a:ln w="0">
            <a:noFill/>
            <a:prstDash val="solid"/>
          </a:ln>
        </p:spPr>
      </p:sp>
      <p:sp>
        <p:nvSpPr>
          <p:cNvPr id="1312" name="01_find_only_1311">
            <a:extLst>
              <a:ext uri="{FF2B5EF4-FFF2-40B4-BE49-F238E27FC236}">
                <a16:creationId xmlns:a16="http://schemas.microsoft.com/office/drawing/2014/main" id="{B76F82B9-051D-425F-87E7-22E1EB8AC0A6}"/>
              </a:ext>
            </a:extLst>
          </p:cNvPr>
          <p:cNvSpPr>
            <a:spLocks noGrp="1"/>
          </p:cNvSpPr>
          <p:nvPr/>
        </p:nvSpPr>
        <p:spPr>
          <a:xfrm>
            <a:off x="4163023" y="2855402"/>
            <a:ext cx="28398" cy="28398"/>
          </a:xfrm>
          <a:prstGeom prst="ellipse">
            <a:avLst/>
          </a:prstGeom>
          <a:solidFill>
            <a:srgbClr val="7F8C97">
              <a:alpha val="48000"/>
            </a:srgbClr>
          </a:solidFill>
          <a:ln w="0">
            <a:noFill/>
            <a:prstDash val="solid"/>
          </a:ln>
        </p:spPr>
      </p:sp>
      <p:sp>
        <p:nvSpPr>
          <p:cNvPr id="1313" name="01_find_only_1312">
            <a:extLst>
              <a:ext uri="{FF2B5EF4-FFF2-40B4-BE49-F238E27FC236}">
                <a16:creationId xmlns:a16="http://schemas.microsoft.com/office/drawing/2014/main" id="{9784F207-163B-42C1-BEE2-1EDDB1082F0A}"/>
              </a:ext>
            </a:extLst>
          </p:cNvPr>
          <p:cNvSpPr>
            <a:spLocks noGrp="1"/>
          </p:cNvSpPr>
          <p:nvPr/>
        </p:nvSpPr>
        <p:spPr>
          <a:xfrm>
            <a:off x="4190779" y="3278074"/>
            <a:ext cx="28398" cy="28398"/>
          </a:xfrm>
          <a:prstGeom prst="ellipse">
            <a:avLst/>
          </a:prstGeom>
          <a:solidFill>
            <a:srgbClr val="7F8C97">
              <a:alpha val="48000"/>
            </a:srgbClr>
          </a:solidFill>
          <a:ln w="0">
            <a:noFill/>
            <a:prstDash val="solid"/>
          </a:ln>
        </p:spPr>
      </p:sp>
      <p:sp>
        <p:nvSpPr>
          <p:cNvPr id="1314" name="01_find_only_1313">
            <a:extLst>
              <a:ext uri="{FF2B5EF4-FFF2-40B4-BE49-F238E27FC236}">
                <a16:creationId xmlns:a16="http://schemas.microsoft.com/office/drawing/2014/main" id="{708308F0-55D4-4687-8EBA-75C39206C021}"/>
              </a:ext>
            </a:extLst>
          </p:cNvPr>
          <p:cNvSpPr>
            <a:spLocks noGrp="1"/>
          </p:cNvSpPr>
          <p:nvPr/>
        </p:nvSpPr>
        <p:spPr>
          <a:xfrm>
            <a:off x="4208234" y="2855402"/>
            <a:ext cx="28398" cy="28398"/>
          </a:xfrm>
          <a:prstGeom prst="ellipse">
            <a:avLst/>
          </a:prstGeom>
          <a:solidFill>
            <a:srgbClr val="7F8C97">
              <a:alpha val="48000"/>
            </a:srgbClr>
          </a:solidFill>
          <a:ln w="0">
            <a:noFill/>
            <a:prstDash val="solid"/>
          </a:ln>
        </p:spPr>
      </p:sp>
      <p:sp>
        <p:nvSpPr>
          <p:cNvPr id="1315" name="01_find_only_1314">
            <a:extLst>
              <a:ext uri="{FF2B5EF4-FFF2-40B4-BE49-F238E27FC236}">
                <a16:creationId xmlns:a16="http://schemas.microsoft.com/office/drawing/2014/main" id="{57384A6A-25B9-4FA2-BB9F-245DA7F6EC64}"/>
              </a:ext>
            </a:extLst>
          </p:cNvPr>
          <p:cNvSpPr>
            <a:spLocks noGrp="1"/>
          </p:cNvSpPr>
          <p:nvPr/>
        </p:nvSpPr>
        <p:spPr>
          <a:xfrm>
            <a:off x="4137365" y="2855402"/>
            <a:ext cx="28398" cy="28398"/>
          </a:xfrm>
          <a:prstGeom prst="ellipse">
            <a:avLst/>
          </a:prstGeom>
          <a:solidFill>
            <a:srgbClr val="7F8C97">
              <a:alpha val="48000"/>
            </a:srgbClr>
          </a:solidFill>
          <a:ln w="0">
            <a:noFill/>
            <a:prstDash val="solid"/>
          </a:ln>
        </p:spPr>
      </p:sp>
      <p:sp>
        <p:nvSpPr>
          <p:cNvPr id="1316" name="01_find_only_1315">
            <a:extLst>
              <a:ext uri="{FF2B5EF4-FFF2-40B4-BE49-F238E27FC236}">
                <a16:creationId xmlns:a16="http://schemas.microsoft.com/office/drawing/2014/main" id="{6A72EAAF-BBE0-4310-AD60-70C62023708B}"/>
              </a:ext>
            </a:extLst>
          </p:cNvPr>
          <p:cNvSpPr>
            <a:spLocks noGrp="1"/>
          </p:cNvSpPr>
          <p:nvPr/>
        </p:nvSpPr>
        <p:spPr>
          <a:xfrm>
            <a:off x="4180955" y="2855402"/>
            <a:ext cx="28398" cy="28398"/>
          </a:xfrm>
          <a:prstGeom prst="ellipse">
            <a:avLst/>
          </a:prstGeom>
          <a:solidFill>
            <a:srgbClr val="7F8C97">
              <a:alpha val="48000"/>
            </a:srgbClr>
          </a:solidFill>
          <a:ln w="0">
            <a:noFill/>
            <a:prstDash val="solid"/>
          </a:ln>
        </p:spPr>
      </p:sp>
      <p:sp>
        <p:nvSpPr>
          <p:cNvPr id="1317" name="01_find_only_1316">
            <a:extLst>
              <a:ext uri="{FF2B5EF4-FFF2-40B4-BE49-F238E27FC236}">
                <a16:creationId xmlns:a16="http://schemas.microsoft.com/office/drawing/2014/main" id="{4D5EF0D8-A105-4C9E-8F4B-B413ACCA0396}"/>
              </a:ext>
            </a:extLst>
          </p:cNvPr>
          <p:cNvSpPr>
            <a:spLocks noGrp="1"/>
          </p:cNvSpPr>
          <p:nvPr/>
        </p:nvSpPr>
        <p:spPr>
          <a:xfrm>
            <a:off x="4137651" y="4123418"/>
            <a:ext cx="28398" cy="28398"/>
          </a:xfrm>
          <a:prstGeom prst="ellipse">
            <a:avLst/>
          </a:prstGeom>
          <a:solidFill>
            <a:srgbClr val="7F8C97">
              <a:alpha val="48000"/>
            </a:srgbClr>
          </a:solidFill>
          <a:ln w="0">
            <a:noFill/>
            <a:prstDash val="solid"/>
          </a:ln>
        </p:spPr>
      </p:sp>
      <p:sp>
        <p:nvSpPr>
          <p:cNvPr id="1318" name="01_find_only_1317">
            <a:extLst>
              <a:ext uri="{FF2B5EF4-FFF2-40B4-BE49-F238E27FC236}">
                <a16:creationId xmlns:a16="http://schemas.microsoft.com/office/drawing/2014/main" id="{05FDDD44-08A5-494E-9C84-484A302C5133}"/>
              </a:ext>
            </a:extLst>
          </p:cNvPr>
          <p:cNvSpPr>
            <a:spLocks noGrp="1"/>
          </p:cNvSpPr>
          <p:nvPr/>
        </p:nvSpPr>
        <p:spPr>
          <a:xfrm>
            <a:off x="4127159" y="2855402"/>
            <a:ext cx="28398" cy="28398"/>
          </a:xfrm>
          <a:prstGeom prst="ellipse">
            <a:avLst/>
          </a:prstGeom>
          <a:solidFill>
            <a:srgbClr val="7F8C97">
              <a:alpha val="48000"/>
            </a:srgbClr>
          </a:solidFill>
          <a:ln w="0">
            <a:noFill/>
            <a:prstDash val="solid"/>
          </a:ln>
        </p:spPr>
      </p:sp>
      <p:sp>
        <p:nvSpPr>
          <p:cNvPr id="1319" name="01_find_only_1318">
            <a:extLst>
              <a:ext uri="{FF2B5EF4-FFF2-40B4-BE49-F238E27FC236}">
                <a16:creationId xmlns:a16="http://schemas.microsoft.com/office/drawing/2014/main" id="{2900B526-EABD-453D-A27F-6E516368208E}"/>
              </a:ext>
            </a:extLst>
          </p:cNvPr>
          <p:cNvSpPr>
            <a:spLocks noGrp="1"/>
          </p:cNvSpPr>
          <p:nvPr/>
        </p:nvSpPr>
        <p:spPr>
          <a:xfrm>
            <a:off x="4200603" y="3013904"/>
            <a:ext cx="28398" cy="28398"/>
          </a:xfrm>
          <a:prstGeom prst="ellipse">
            <a:avLst/>
          </a:prstGeom>
          <a:solidFill>
            <a:srgbClr val="7F8C97">
              <a:alpha val="48000"/>
            </a:srgbClr>
          </a:solidFill>
          <a:ln w="0">
            <a:noFill/>
            <a:prstDash val="solid"/>
          </a:ln>
        </p:spPr>
      </p:sp>
      <p:sp>
        <p:nvSpPr>
          <p:cNvPr id="1320" name="01_find_only_1319">
            <a:extLst>
              <a:ext uri="{FF2B5EF4-FFF2-40B4-BE49-F238E27FC236}">
                <a16:creationId xmlns:a16="http://schemas.microsoft.com/office/drawing/2014/main" id="{855A1E0B-F16A-4E5D-85F7-4E823151840F}"/>
              </a:ext>
            </a:extLst>
          </p:cNvPr>
          <p:cNvSpPr>
            <a:spLocks noGrp="1"/>
          </p:cNvSpPr>
          <p:nvPr/>
        </p:nvSpPr>
        <p:spPr>
          <a:xfrm>
            <a:off x="4220156" y="3700746"/>
            <a:ext cx="28398" cy="28398"/>
          </a:xfrm>
          <a:prstGeom prst="ellipse">
            <a:avLst/>
          </a:prstGeom>
          <a:solidFill>
            <a:srgbClr val="7F8C97">
              <a:alpha val="48000"/>
            </a:srgbClr>
          </a:solidFill>
          <a:ln w="0">
            <a:noFill/>
            <a:prstDash val="solid"/>
          </a:ln>
        </p:spPr>
      </p:sp>
      <p:sp>
        <p:nvSpPr>
          <p:cNvPr id="1321" name="01_find_only_1320">
            <a:extLst>
              <a:ext uri="{FF2B5EF4-FFF2-40B4-BE49-F238E27FC236}">
                <a16:creationId xmlns:a16="http://schemas.microsoft.com/office/drawing/2014/main" id="{53FF89AA-D36D-4FBC-A4E0-B506A3F7C749}"/>
              </a:ext>
            </a:extLst>
          </p:cNvPr>
          <p:cNvSpPr>
            <a:spLocks noGrp="1"/>
          </p:cNvSpPr>
          <p:nvPr/>
        </p:nvSpPr>
        <p:spPr>
          <a:xfrm>
            <a:off x="4162737" y="2855402"/>
            <a:ext cx="28398" cy="28398"/>
          </a:xfrm>
          <a:prstGeom prst="ellipse">
            <a:avLst/>
          </a:prstGeom>
          <a:solidFill>
            <a:srgbClr val="7F8C97">
              <a:alpha val="48000"/>
            </a:srgbClr>
          </a:solidFill>
          <a:ln w="0">
            <a:noFill/>
            <a:prstDash val="solid"/>
          </a:ln>
        </p:spPr>
      </p:sp>
      <p:sp>
        <p:nvSpPr>
          <p:cNvPr id="1322" name="01_find_only_1321">
            <a:extLst>
              <a:ext uri="{FF2B5EF4-FFF2-40B4-BE49-F238E27FC236}">
                <a16:creationId xmlns:a16="http://schemas.microsoft.com/office/drawing/2014/main" id="{5F949F98-C0B7-4C69-9E36-DE42DE215FF1}"/>
              </a:ext>
            </a:extLst>
          </p:cNvPr>
          <p:cNvSpPr>
            <a:spLocks noGrp="1"/>
          </p:cNvSpPr>
          <p:nvPr/>
        </p:nvSpPr>
        <p:spPr>
          <a:xfrm>
            <a:off x="4215006" y="2855402"/>
            <a:ext cx="28398" cy="28398"/>
          </a:xfrm>
          <a:prstGeom prst="ellipse">
            <a:avLst/>
          </a:prstGeom>
          <a:solidFill>
            <a:srgbClr val="7F8C97">
              <a:alpha val="48000"/>
            </a:srgbClr>
          </a:solidFill>
          <a:ln w="0">
            <a:noFill/>
            <a:prstDash val="solid"/>
          </a:ln>
        </p:spPr>
      </p:sp>
      <p:sp>
        <p:nvSpPr>
          <p:cNvPr id="1323" name="01_find_only_1322">
            <a:extLst>
              <a:ext uri="{FF2B5EF4-FFF2-40B4-BE49-F238E27FC236}">
                <a16:creationId xmlns:a16="http://schemas.microsoft.com/office/drawing/2014/main" id="{FC330879-3099-4068-B450-AD03CC4E5C47}"/>
              </a:ext>
            </a:extLst>
          </p:cNvPr>
          <p:cNvSpPr>
            <a:spLocks noGrp="1"/>
          </p:cNvSpPr>
          <p:nvPr/>
        </p:nvSpPr>
        <p:spPr>
          <a:xfrm>
            <a:off x="4147094" y="3207629"/>
            <a:ext cx="28398" cy="28398"/>
          </a:xfrm>
          <a:prstGeom prst="ellipse">
            <a:avLst/>
          </a:prstGeom>
          <a:solidFill>
            <a:srgbClr val="7F8C97">
              <a:alpha val="48000"/>
            </a:srgbClr>
          </a:solidFill>
          <a:ln w="0">
            <a:noFill/>
            <a:prstDash val="solid"/>
          </a:ln>
        </p:spPr>
      </p:sp>
      <p:sp>
        <p:nvSpPr>
          <p:cNvPr id="1324" name="01_find_only_1323">
            <a:extLst>
              <a:ext uri="{FF2B5EF4-FFF2-40B4-BE49-F238E27FC236}">
                <a16:creationId xmlns:a16="http://schemas.microsoft.com/office/drawing/2014/main" id="{B79A8786-15F8-4E74-9EC8-1618B1E16DD9}"/>
              </a:ext>
            </a:extLst>
          </p:cNvPr>
          <p:cNvSpPr>
            <a:spLocks noGrp="1"/>
          </p:cNvSpPr>
          <p:nvPr/>
        </p:nvSpPr>
        <p:spPr>
          <a:xfrm>
            <a:off x="4165217" y="3279912"/>
            <a:ext cx="28398" cy="28398"/>
          </a:xfrm>
          <a:prstGeom prst="ellipse">
            <a:avLst/>
          </a:prstGeom>
          <a:solidFill>
            <a:srgbClr val="7F8C97">
              <a:alpha val="48000"/>
            </a:srgbClr>
          </a:solidFill>
          <a:ln w="0">
            <a:noFill/>
            <a:prstDash val="solid"/>
          </a:ln>
        </p:spPr>
      </p:sp>
      <p:sp>
        <p:nvSpPr>
          <p:cNvPr id="1325" name="01_find_only_1324">
            <a:extLst>
              <a:ext uri="{FF2B5EF4-FFF2-40B4-BE49-F238E27FC236}">
                <a16:creationId xmlns:a16="http://schemas.microsoft.com/office/drawing/2014/main" id="{4BF1493D-FE97-449A-A026-6348B481E896}"/>
              </a:ext>
            </a:extLst>
          </p:cNvPr>
          <p:cNvSpPr>
            <a:spLocks noGrp="1"/>
          </p:cNvSpPr>
          <p:nvPr/>
        </p:nvSpPr>
        <p:spPr>
          <a:xfrm>
            <a:off x="4193640" y="3426009"/>
            <a:ext cx="28398" cy="28398"/>
          </a:xfrm>
          <a:prstGeom prst="ellipse">
            <a:avLst/>
          </a:prstGeom>
          <a:solidFill>
            <a:srgbClr val="7F8C97">
              <a:alpha val="48000"/>
            </a:srgbClr>
          </a:solidFill>
          <a:ln w="0">
            <a:noFill/>
            <a:prstDash val="solid"/>
          </a:ln>
        </p:spPr>
      </p:sp>
      <p:sp>
        <p:nvSpPr>
          <p:cNvPr id="1326" name="01_find_only_1325">
            <a:extLst>
              <a:ext uri="{FF2B5EF4-FFF2-40B4-BE49-F238E27FC236}">
                <a16:creationId xmlns:a16="http://schemas.microsoft.com/office/drawing/2014/main" id="{BC5DA3B4-E101-43B0-9613-DDDD44CEEDFD}"/>
              </a:ext>
            </a:extLst>
          </p:cNvPr>
          <p:cNvSpPr>
            <a:spLocks noGrp="1"/>
          </p:cNvSpPr>
          <p:nvPr/>
        </p:nvSpPr>
        <p:spPr>
          <a:xfrm>
            <a:off x="4210714" y="2855402"/>
            <a:ext cx="28398" cy="28398"/>
          </a:xfrm>
          <a:prstGeom prst="ellipse">
            <a:avLst/>
          </a:prstGeom>
          <a:solidFill>
            <a:srgbClr val="7F8C97">
              <a:alpha val="48000"/>
            </a:srgbClr>
          </a:solidFill>
          <a:ln w="0">
            <a:noFill/>
            <a:prstDash val="solid"/>
          </a:ln>
        </p:spPr>
      </p:sp>
      <p:sp>
        <p:nvSpPr>
          <p:cNvPr id="1327" name="01_find_only_1326">
            <a:extLst>
              <a:ext uri="{FF2B5EF4-FFF2-40B4-BE49-F238E27FC236}">
                <a16:creationId xmlns:a16="http://schemas.microsoft.com/office/drawing/2014/main" id="{316773F9-A335-4E38-8C47-268742275FC7}"/>
              </a:ext>
            </a:extLst>
          </p:cNvPr>
          <p:cNvSpPr>
            <a:spLocks noGrp="1"/>
          </p:cNvSpPr>
          <p:nvPr/>
        </p:nvSpPr>
        <p:spPr>
          <a:xfrm>
            <a:off x="4219966" y="3066738"/>
            <a:ext cx="28398" cy="28398"/>
          </a:xfrm>
          <a:prstGeom prst="ellipse">
            <a:avLst/>
          </a:prstGeom>
          <a:solidFill>
            <a:srgbClr val="7F8C97">
              <a:alpha val="48000"/>
            </a:srgbClr>
          </a:solidFill>
          <a:ln w="0">
            <a:noFill/>
            <a:prstDash val="solid"/>
          </a:ln>
        </p:spPr>
      </p:sp>
      <p:sp>
        <p:nvSpPr>
          <p:cNvPr id="1328" name="01_find_only_1327">
            <a:extLst>
              <a:ext uri="{FF2B5EF4-FFF2-40B4-BE49-F238E27FC236}">
                <a16:creationId xmlns:a16="http://schemas.microsoft.com/office/drawing/2014/main" id="{896372B8-127D-4AD2-BDCE-3DA0AF4B64B9}"/>
              </a:ext>
            </a:extLst>
          </p:cNvPr>
          <p:cNvSpPr>
            <a:spLocks noGrp="1"/>
          </p:cNvSpPr>
          <p:nvPr/>
        </p:nvSpPr>
        <p:spPr>
          <a:xfrm>
            <a:off x="4187059" y="2855402"/>
            <a:ext cx="28398" cy="28398"/>
          </a:xfrm>
          <a:prstGeom prst="ellipse">
            <a:avLst/>
          </a:prstGeom>
          <a:solidFill>
            <a:srgbClr val="7F8C97">
              <a:alpha val="48000"/>
            </a:srgbClr>
          </a:solidFill>
          <a:ln w="0">
            <a:noFill/>
            <a:prstDash val="solid"/>
          </a:ln>
        </p:spPr>
      </p:sp>
      <p:sp>
        <p:nvSpPr>
          <p:cNvPr id="1329" name="01_find_only_1328">
            <a:extLst>
              <a:ext uri="{FF2B5EF4-FFF2-40B4-BE49-F238E27FC236}">
                <a16:creationId xmlns:a16="http://schemas.microsoft.com/office/drawing/2014/main" id="{001840D9-BCED-44E1-84D7-9903A678F56E}"/>
              </a:ext>
            </a:extLst>
          </p:cNvPr>
          <p:cNvSpPr>
            <a:spLocks noGrp="1"/>
          </p:cNvSpPr>
          <p:nvPr/>
        </p:nvSpPr>
        <p:spPr>
          <a:xfrm>
            <a:off x="4130498" y="3389303"/>
            <a:ext cx="28398" cy="28398"/>
          </a:xfrm>
          <a:prstGeom prst="ellipse">
            <a:avLst/>
          </a:prstGeom>
          <a:solidFill>
            <a:srgbClr val="7F8C97">
              <a:alpha val="48000"/>
            </a:srgbClr>
          </a:solidFill>
          <a:ln w="0">
            <a:noFill/>
            <a:prstDash val="solid"/>
          </a:ln>
        </p:spPr>
      </p:sp>
      <p:sp>
        <p:nvSpPr>
          <p:cNvPr id="1330" name="01_find_only_1329">
            <a:extLst>
              <a:ext uri="{FF2B5EF4-FFF2-40B4-BE49-F238E27FC236}">
                <a16:creationId xmlns:a16="http://schemas.microsoft.com/office/drawing/2014/main" id="{08EF53EB-9EEC-4E2E-BAFB-40BFC553FE93}"/>
              </a:ext>
            </a:extLst>
          </p:cNvPr>
          <p:cNvSpPr>
            <a:spLocks noGrp="1"/>
          </p:cNvSpPr>
          <p:nvPr/>
        </p:nvSpPr>
        <p:spPr>
          <a:xfrm>
            <a:off x="4144614" y="3172406"/>
            <a:ext cx="28398" cy="28398"/>
          </a:xfrm>
          <a:prstGeom prst="ellipse">
            <a:avLst/>
          </a:prstGeom>
          <a:solidFill>
            <a:srgbClr val="7F8C97">
              <a:alpha val="48000"/>
            </a:srgbClr>
          </a:solidFill>
          <a:ln w="0">
            <a:noFill/>
            <a:prstDash val="solid"/>
          </a:ln>
        </p:spPr>
      </p:sp>
      <p:sp>
        <p:nvSpPr>
          <p:cNvPr id="1331" name="01_find_only_1330">
            <a:extLst>
              <a:ext uri="{FF2B5EF4-FFF2-40B4-BE49-F238E27FC236}">
                <a16:creationId xmlns:a16="http://schemas.microsoft.com/office/drawing/2014/main" id="{593695E4-7ADA-4BE7-B88A-BB55C3240CFC}"/>
              </a:ext>
            </a:extLst>
          </p:cNvPr>
          <p:cNvSpPr>
            <a:spLocks noGrp="1"/>
          </p:cNvSpPr>
          <p:nvPr/>
        </p:nvSpPr>
        <p:spPr>
          <a:xfrm>
            <a:off x="4150814" y="3489410"/>
            <a:ext cx="28398" cy="28398"/>
          </a:xfrm>
          <a:prstGeom prst="ellipse">
            <a:avLst/>
          </a:prstGeom>
          <a:solidFill>
            <a:srgbClr val="7F8C97">
              <a:alpha val="48000"/>
            </a:srgbClr>
          </a:solidFill>
          <a:ln w="0">
            <a:noFill/>
            <a:prstDash val="solid"/>
          </a:ln>
        </p:spPr>
      </p:sp>
      <p:sp>
        <p:nvSpPr>
          <p:cNvPr id="1332" name="01_find_only_1331">
            <a:extLst>
              <a:ext uri="{FF2B5EF4-FFF2-40B4-BE49-F238E27FC236}">
                <a16:creationId xmlns:a16="http://schemas.microsoft.com/office/drawing/2014/main" id="{61FB6ED3-EC36-4D3E-939D-EC84D7C88FF4}"/>
              </a:ext>
            </a:extLst>
          </p:cNvPr>
          <p:cNvSpPr>
            <a:spLocks noGrp="1"/>
          </p:cNvSpPr>
          <p:nvPr/>
        </p:nvSpPr>
        <p:spPr>
          <a:xfrm>
            <a:off x="4130307" y="3700746"/>
            <a:ext cx="28398" cy="28398"/>
          </a:xfrm>
          <a:prstGeom prst="ellipse">
            <a:avLst/>
          </a:prstGeom>
          <a:solidFill>
            <a:srgbClr val="7F8C97">
              <a:alpha val="48000"/>
            </a:srgbClr>
          </a:solidFill>
          <a:ln w="0">
            <a:noFill/>
            <a:prstDash val="solid"/>
          </a:ln>
        </p:spPr>
      </p:sp>
      <p:sp>
        <p:nvSpPr>
          <p:cNvPr id="1333" name="01_find_only_1332">
            <a:extLst>
              <a:ext uri="{FF2B5EF4-FFF2-40B4-BE49-F238E27FC236}">
                <a16:creationId xmlns:a16="http://schemas.microsoft.com/office/drawing/2014/main" id="{770671B4-2564-4804-B845-B35967A68D8A}"/>
              </a:ext>
            </a:extLst>
          </p:cNvPr>
          <p:cNvSpPr>
            <a:spLocks noGrp="1"/>
          </p:cNvSpPr>
          <p:nvPr/>
        </p:nvSpPr>
        <p:spPr>
          <a:xfrm>
            <a:off x="4129735" y="3616211"/>
            <a:ext cx="28398" cy="28398"/>
          </a:xfrm>
          <a:prstGeom prst="ellipse">
            <a:avLst/>
          </a:prstGeom>
          <a:solidFill>
            <a:srgbClr val="7F8C97">
              <a:alpha val="48000"/>
            </a:srgbClr>
          </a:solidFill>
          <a:ln w="0">
            <a:noFill/>
            <a:prstDash val="solid"/>
          </a:ln>
        </p:spPr>
      </p:sp>
      <p:sp>
        <p:nvSpPr>
          <p:cNvPr id="1334" name="01_find_only_1333">
            <a:extLst>
              <a:ext uri="{FF2B5EF4-FFF2-40B4-BE49-F238E27FC236}">
                <a16:creationId xmlns:a16="http://schemas.microsoft.com/office/drawing/2014/main" id="{F549F9AA-966F-4EAE-A917-33B43DA7EDB5}"/>
              </a:ext>
            </a:extLst>
          </p:cNvPr>
          <p:cNvSpPr>
            <a:spLocks noGrp="1"/>
          </p:cNvSpPr>
          <p:nvPr/>
        </p:nvSpPr>
        <p:spPr>
          <a:xfrm>
            <a:off x="4148239" y="4123418"/>
            <a:ext cx="28398" cy="28398"/>
          </a:xfrm>
          <a:prstGeom prst="ellipse">
            <a:avLst/>
          </a:prstGeom>
          <a:solidFill>
            <a:srgbClr val="7F8C97">
              <a:alpha val="48000"/>
            </a:srgbClr>
          </a:solidFill>
          <a:ln w="0">
            <a:noFill/>
            <a:prstDash val="solid"/>
          </a:ln>
        </p:spPr>
      </p:sp>
      <p:sp>
        <p:nvSpPr>
          <p:cNvPr id="1335" name="01_find_only_1334">
            <a:extLst>
              <a:ext uri="{FF2B5EF4-FFF2-40B4-BE49-F238E27FC236}">
                <a16:creationId xmlns:a16="http://schemas.microsoft.com/office/drawing/2014/main" id="{C278D006-3206-4260-A496-5E278F9C1C4B}"/>
              </a:ext>
            </a:extLst>
          </p:cNvPr>
          <p:cNvSpPr>
            <a:spLocks noGrp="1"/>
          </p:cNvSpPr>
          <p:nvPr/>
        </p:nvSpPr>
        <p:spPr>
          <a:xfrm>
            <a:off x="4184198" y="3489410"/>
            <a:ext cx="28398" cy="28398"/>
          </a:xfrm>
          <a:prstGeom prst="ellipse">
            <a:avLst/>
          </a:prstGeom>
          <a:solidFill>
            <a:srgbClr val="7F8C97">
              <a:alpha val="48000"/>
            </a:srgbClr>
          </a:solidFill>
          <a:ln w="0">
            <a:noFill/>
            <a:prstDash val="solid"/>
          </a:ln>
        </p:spPr>
      </p:sp>
      <p:sp>
        <p:nvSpPr>
          <p:cNvPr id="1336" name="01_find_only_1335">
            <a:extLst>
              <a:ext uri="{FF2B5EF4-FFF2-40B4-BE49-F238E27FC236}">
                <a16:creationId xmlns:a16="http://schemas.microsoft.com/office/drawing/2014/main" id="{97CE112A-4CB7-4612-9846-9ABA94B79F9A}"/>
              </a:ext>
            </a:extLst>
          </p:cNvPr>
          <p:cNvSpPr>
            <a:spLocks noGrp="1"/>
          </p:cNvSpPr>
          <p:nvPr/>
        </p:nvSpPr>
        <p:spPr>
          <a:xfrm>
            <a:off x="4143183" y="3278074"/>
            <a:ext cx="28398" cy="28398"/>
          </a:xfrm>
          <a:prstGeom prst="ellipse">
            <a:avLst/>
          </a:prstGeom>
          <a:solidFill>
            <a:srgbClr val="7F8C97">
              <a:alpha val="48000"/>
            </a:srgbClr>
          </a:solidFill>
          <a:ln w="0">
            <a:noFill/>
            <a:prstDash val="solid"/>
          </a:ln>
        </p:spPr>
      </p:sp>
      <p:sp>
        <p:nvSpPr>
          <p:cNvPr id="1337" name="01_find_only_1336">
            <a:extLst>
              <a:ext uri="{FF2B5EF4-FFF2-40B4-BE49-F238E27FC236}">
                <a16:creationId xmlns:a16="http://schemas.microsoft.com/office/drawing/2014/main" id="{B9D1EF43-672E-426F-B18E-47DD17AF92DB}"/>
              </a:ext>
            </a:extLst>
          </p:cNvPr>
          <p:cNvSpPr>
            <a:spLocks noGrp="1"/>
          </p:cNvSpPr>
          <p:nvPr/>
        </p:nvSpPr>
        <p:spPr>
          <a:xfrm>
            <a:off x="4171798" y="3489410"/>
            <a:ext cx="28398" cy="28398"/>
          </a:xfrm>
          <a:prstGeom prst="ellipse">
            <a:avLst/>
          </a:prstGeom>
          <a:solidFill>
            <a:srgbClr val="7F8C97">
              <a:alpha val="48000"/>
            </a:srgbClr>
          </a:solidFill>
          <a:ln w="0">
            <a:noFill/>
            <a:prstDash val="solid"/>
          </a:ln>
        </p:spPr>
      </p:sp>
      <p:sp>
        <p:nvSpPr>
          <p:cNvPr id="1338" name="01_find_only_1337">
            <a:extLst>
              <a:ext uri="{FF2B5EF4-FFF2-40B4-BE49-F238E27FC236}">
                <a16:creationId xmlns:a16="http://schemas.microsoft.com/office/drawing/2014/main" id="{B5B93904-FCC2-41E3-9F91-BAEC12F2ABB4}"/>
              </a:ext>
            </a:extLst>
          </p:cNvPr>
          <p:cNvSpPr>
            <a:spLocks noGrp="1"/>
          </p:cNvSpPr>
          <p:nvPr/>
        </p:nvSpPr>
        <p:spPr>
          <a:xfrm>
            <a:off x="4161688" y="2855402"/>
            <a:ext cx="28398" cy="28398"/>
          </a:xfrm>
          <a:prstGeom prst="ellipse">
            <a:avLst/>
          </a:prstGeom>
          <a:solidFill>
            <a:srgbClr val="7F8C97">
              <a:alpha val="48000"/>
            </a:srgbClr>
          </a:solidFill>
          <a:ln w="0">
            <a:noFill/>
            <a:prstDash val="solid"/>
          </a:ln>
        </p:spPr>
      </p:sp>
      <p:sp>
        <p:nvSpPr>
          <p:cNvPr id="1339" name="01_find_only_1338">
            <a:extLst>
              <a:ext uri="{FF2B5EF4-FFF2-40B4-BE49-F238E27FC236}">
                <a16:creationId xmlns:a16="http://schemas.microsoft.com/office/drawing/2014/main" id="{A3233111-7279-4AB6-A8BF-F3F56EF37A7F}"/>
              </a:ext>
            </a:extLst>
          </p:cNvPr>
          <p:cNvSpPr>
            <a:spLocks noGrp="1"/>
          </p:cNvSpPr>
          <p:nvPr/>
        </p:nvSpPr>
        <p:spPr>
          <a:xfrm>
            <a:off x="4208997" y="4123418"/>
            <a:ext cx="28398" cy="28398"/>
          </a:xfrm>
          <a:prstGeom prst="ellipse">
            <a:avLst/>
          </a:prstGeom>
          <a:solidFill>
            <a:srgbClr val="7F8C97">
              <a:alpha val="48000"/>
            </a:srgbClr>
          </a:solidFill>
          <a:ln w="0">
            <a:noFill/>
            <a:prstDash val="solid"/>
          </a:ln>
        </p:spPr>
      </p:sp>
      <p:sp>
        <p:nvSpPr>
          <p:cNvPr id="1340" name="01_find_only_1339">
            <a:extLst>
              <a:ext uri="{FF2B5EF4-FFF2-40B4-BE49-F238E27FC236}">
                <a16:creationId xmlns:a16="http://schemas.microsoft.com/office/drawing/2014/main" id="{EC28CFBB-A7E5-496F-BDDF-D18ED884F77B}"/>
              </a:ext>
            </a:extLst>
          </p:cNvPr>
          <p:cNvSpPr>
            <a:spLocks noGrp="1"/>
          </p:cNvSpPr>
          <p:nvPr/>
        </p:nvSpPr>
        <p:spPr>
          <a:xfrm>
            <a:off x="4152245" y="4077401"/>
            <a:ext cx="28398" cy="28398"/>
          </a:xfrm>
          <a:prstGeom prst="ellipse">
            <a:avLst/>
          </a:prstGeom>
          <a:solidFill>
            <a:srgbClr val="7F8C97">
              <a:alpha val="48000"/>
            </a:srgbClr>
          </a:solidFill>
          <a:ln w="0">
            <a:noFill/>
            <a:prstDash val="solid"/>
          </a:ln>
        </p:spPr>
      </p:sp>
      <p:sp>
        <p:nvSpPr>
          <p:cNvPr id="1341" name="01_find_only_1340">
            <a:extLst>
              <a:ext uri="{FF2B5EF4-FFF2-40B4-BE49-F238E27FC236}">
                <a16:creationId xmlns:a16="http://schemas.microsoft.com/office/drawing/2014/main" id="{7329AC9F-5890-44AD-A0DF-00BA6EBEF857}"/>
              </a:ext>
            </a:extLst>
          </p:cNvPr>
          <p:cNvSpPr>
            <a:spLocks noGrp="1"/>
          </p:cNvSpPr>
          <p:nvPr/>
        </p:nvSpPr>
        <p:spPr>
          <a:xfrm>
            <a:off x="4191447" y="3278074"/>
            <a:ext cx="28398" cy="28398"/>
          </a:xfrm>
          <a:prstGeom prst="ellipse">
            <a:avLst/>
          </a:prstGeom>
          <a:solidFill>
            <a:srgbClr val="7F8C97">
              <a:alpha val="48000"/>
            </a:srgbClr>
          </a:solidFill>
          <a:ln w="0">
            <a:noFill/>
            <a:prstDash val="solid"/>
          </a:ln>
        </p:spPr>
      </p:sp>
      <p:sp>
        <p:nvSpPr>
          <p:cNvPr id="1342" name="01_find_only_1341">
            <a:extLst>
              <a:ext uri="{FF2B5EF4-FFF2-40B4-BE49-F238E27FC236}">
                <a16:creationId xmlns:a16="http://schemas.microsoft.com/office/drawing/2014/main" id="{DA39E299-7F28-444F-BA69-D4B47C95F438}"/>
              </a:ext>
            </a:extLst>
          </p:cNvPr>
          <p:cNvSpPr>
            <a:spLocks noGrp="1"/>
          </p:cNvSpPr>
          <p:nvPr/>
        </p:nvSpPr>
        <p:spPr>
          <a:xfrm>
            <a:off x="4193831" y="2855402"/>
            <a:ext cx="28398" cy="28398"/>
          </a:xfrm>
          <a:prstGeom prst="ellipse">
            <a:avLst/>
          </a:prstGeom>
          <a:solidFill>
            <a:srgbClr val="7F8C97">
              <a:alpha val="48000"/>
            </a:srgbClr>
          </a:solidFill>
          <a:ln w="0">
            <a:noFill/>
            <a:prstDash val="solid"/>
          </a:ln>
        </p:spPr>
      </p:sp>
      <p:sp>
        <p:nvSpPr>
          <p:cNvPr id="1343" name="01_find_only_1342">
            <a:extLst>
              <a:ext uri="{FF2B5EF4-FFF2-40B4-BE49-F238E27FC236}">
                <a16:creationId xmlns:a16="http://schemas.microsoft.com/office/drawing/2014/main" id="{A76D96D1-1123-4846-AAF1-9E16705E8817}"/>
              </a:ext>
            </a:extLst>
          </p:cNvPr>
          <p:cNvSpPr>
            <a:spLocks noGrp="1"/>
          </p:cNvSpPr>
          <p:nvPr/>
        </p:nvSpPr>
        <p:spPr>
          <a:xfrm>
            <a:off x="4130021" y="3066738"/>
            <a:ext cx="28398" cy="28398"/>
          </a:xfrm>
          <a:prstGeom prst="ellipse">
            <a:avLst/>
          </a:prstGeom>
          <a:solidFill>
            <a:srgbClr val="7F8C97">
              <a:alpha val="48000"/>
            </a:srgbClr>
          </a:solidFill>
          <a:ln w="0">
            <a:noFill/>
            <a:prstDash val="solid"/>
          </a:ln>
        </p:spPr>
      </p:sp>
      <p:sp>
        <p:nvSpPr>
          <p:cNvPr id="1344" name="01_find_only_1343">
            <a:extLst>
              <a:ext uri="{FF2B5EF4-FFF2-40B4-BE49-F238E27FC236}">
                <a16:creationId xmlns:a16="http://schemas.microsoft.com/office/drawing/2014/main" id="{7E3FB90F-AEAD-4234-A69B-7B1141477A71}"/>
              </a:ext>
            </a:extLst>
          </p:cNvPr>
          <p:cNvSpPr>
            <a:spLocks noGrp="1"/>
          </p:cNvSpPr>
          <p:nvPr/>
        </p:nvSpPr>
        <p:spPr>
          <a:xfrm>
            <a:off x="4207757" y="2855402"/>
            <a:ext cx="28398" cy="28398"/>
          </a:xfrm>
          <a:prstGeom prst="ellipse">
            <a:avLst/>
          </a:prstGeom>
          <a:solidFill>
            <a:srgbClr val="7F8C97">
              <a:alpha val="48000"/>
            </a:srgbClr>
          </a:solidFill>
          <a:ln w="0">
            <a:noFill/>
            <a:prstDash val="solid"/>
          </a:ln>
        </p:spPr>
      </p:sp>
      <p:sp>
        <p:nvSpPr>
          <p:cNvPr id="1345" name="01_find_only_1344">
            <a:extLst>
              <a:ext uri="{FF2B5EF4-FFF2-40B4-BE49-F238E27FC236}">
                <a16:creationId xmlns:a16="http://schemas.microsoft.com/office/drawing/2014/main" id="{6CB07D6E-11DD-4072-9286-CEB61399155A}"/>
              </a:ext>
            </a:extLst>
          </p:cNvPr>
          <p:cNvSpPr>
            <a:spLocks noGrp="1"/>
          </p:cNvSpPr>
          <p:nvPr/>
        </p:nvSpPr>
        <p:spPr>
          <a:xfrm>
            <a:off x="4127732" y="4123418"/>
            <a:ext cx="28398" cy="28398"/>
          </a:xfrm>
          <a:prstGeom prst="ellipse">
            <a:avLst/>
          </a:prstGeom>
          <a:solidFill>
            <a:srgbClr val="7F8C97">
              <a:alpha val="48000"/>
            </a:srgbClr>
          </a:solidFill>
          <a:ln w="0">
            <a:noFill/>
            <a:prstDash val="solid"/>
          </a:ln>
        </p:spPr>
      </p:sp>
      <p:sp>
        <p:nvSpPr>
          <p:cNvPr id="1346" name="01_find_only_1345">
            <a:extLst>
              <a:ext uri="{FF2B5EF4-FFF2-40B4-BE49-F238E27FC236}">
                <a16:creationId xmlns:a16="http://schemas.microsoft.com/office/drawing/2014/main" id="{1BB471EE-DCCE-4B7B-8CFD-9A2680FA8889}"/>
              </a:ext>
            </a:extLst>
          </p:cNvPr>
          <p:cNvSpPr>
            <a:spLocks noGrp="1"/>
          </p:cNvSpPr>
          <p:nvPr/>
        </p:nvSpPr>
        <p:spPr>
          <a:xfrm>
            <a:off x="4207566" y="3806414"/>
            <a:ext cx="28398" cy="28398"/>
          </a:xfrm>
          <a:prstGeom prst="ellipse">
            <a:avLst/>
          </a:prstGeom>
          <a:solidFill>
            <a:srgbClr val="7F8C97">
              <a:alpha val="48000"/>
            </a:srgbClr>
          </a:solidFill>
          <a:ln w="0">
            <a:noFill/>
            <a:prstDash val="solid"/>
          </a:ln>
        </p:spPr>
      </p:sp>
      <p:sp>
        <p:nvSpPr>
          <p:cNvPr id="1347" name="01_find_only_1346">
            <a:extLst>
              <a:ext uri="{FF2B5EF4-FFF2-40B4-BE49-F238E27FC236}">
                <a16:creationId xmlns:a16="http://schemas.microsoft.com/office/drawing/2014/main" id="{E95A6078-AC9D-49AC-B02A-146C9EA24815}"/>
              </a:ext>
            </a:extLst>
          </p:cNvPr>
          <p:cNvSpPr>
            <a:spLocks noGrp="1"/>
          </p:cNvSpPr>
          <p:nvPr/>
        </p:nvSpPr>
        <p:spPr>
          <a:xfrm>
            <a:off x="4216818" y="2855402"/>
            <a:ext cx="28398" cy="28398"/>
          </a:xfrm>
          <a:prstGeom prst="ellipse">
            <a:avLst/>
          </a:prstGeom>
          <a:solidFill>
            <a:srgbClr val="7F8C97">
              <a:alpha val="48000"/>
            </a:srgbClr>
          </a:solidFill>
          <a:ln w="0">
            <a:noFill/>
            <a:prstDash val="solid"/>
          </a:ln>
        </p:spPr>
      </p:sp>
      <p:sp>
        <p:nvSpPr>
          <p:cNvPr id="1348" name="01_find_only_1347">
            <a:extLst>
              <a:ext uri="{FF2B5EF4-FFF2-40B4-BE49-F238E27FC236}">
                <a16:creationId xmlns:a16="http://schemas.microsoft.com/office/drawing/2014/main" id="{1BFED884-9384-482F-B0A1-8B1B0B3F7750}"/>
              </a:ext>
            </a:extLst>
          </p:cNvPr>
          <p:cNvSpPr>
            <a:spLocks noGrp="1"/>
          </p:cNvSpPr>
          <p:nvPr/>
        </p:nvSpPr>
        <p:spPr>
          <a:xfrm>
            <a:off x="4184770" y="2855402"/>
            <a:ext cx="28398" cy="28398"/>
          </a:xfrm>
          <a:prstGeom prst="ellipse">
            <a:avLst/>
          </a:prstGeom>
          <a:solidFill>
            <a:srgbClr val="7F8C97">
              <a:alpha val="48000"/>
            </a:srgbClr>
          </a:solidFill>
          <a:ln w="0">
            <a:noFill/>
            <a:prstDash val="solid"/>
          </a:ln>
        </p:spPr>
      </p:sp>
      <p:sp>
        <p:nvSpPr>
          <p:cNvPr id="1349" name="01_find_only_1348">
            <a:extLst>
              <a:ext uri="{FF2B5EF4-FFF2-40B4-BE49-F238E27FC236}">
                <a16:creationId xmlns:a16="http://schemas.microsoft.com/office/drawing/2014/main" id="{45AA5AD1-BAA5-4F77-B2AF-05FA450FFE51}"/>
              </a:ext>
            </a:extLst>
          </p:cNvPr>
          <p:cNvSpPr>
            <a:spLocks noGrp="1"/>
          </p:cNvSpPr>
          <p:nvPr/>
        </p:nvSpPr>
        <p:spPr>
          <a:xfrm>
            <a:off x="4156155" y="2855402"/>
            <a:ext cx="28398" cy="28398"/>
          </a:xfrm>
          <a:prstGeom prst="ellipse">
            <a:avLst/>
          </a:prstGeom>
          <a:solidFill>
            <a:srgbClr val="7F8C97">
              <a:alpha val="48000"/>
            </a:srgbClr>
          </a:solidFill>
          <a:ln w="0">
            <a:noFill/>
            <a:prstDash val="solid"/>
          </a:ln>
        </p:spPr>
      </p:sp>
      <p:sp>
        <p:nvSpPr>
          <p:cNvPr id="1350" name="01_find_only_1349">
            <a:extLst>
              <a:ext uri="{FF2B5EF4-FFF2-40B4-BE49-F238E27FC236}">
                <a16:creationId xmlns:a16="http://schemas.microsoft.com/office/drawing/2014/main" id="{0421CF71-BF8D-41C6-BACB-68377DE3BFCD}"/>
              </a:ext>
            </a:extLst>
          </p:cNvPr>
          <p:cNvSpPr>
            <a:spLocks noGrp="1"/>
          </p:cNvSpPr>
          <p:nvPr/>
        </p:nvSpPr>
        <p:spPr>
          <a:xfrm>
            <a:off x="4196120" y="2855402"/>
            <a:ext cx="28398" cy="28398"/>
          </a:xfrm>
          <a:prstGeom prst="ellipse">
            <a:avLst/>
          </a:prstGeom>
          <a:solidFill>
            <a:srgbClr val="7F8C97">
              <a:alpha val="48000"/>
            </a:srgbClr>
          </a:solidFill>
          <a:ln w="0">
            <a:noFill/>
            <a:prstDash val="solid"/>
          </a:ln>
        </p:spPr>
      </p:sp>
      <p:sp>
        <p:nvSpPr>
          <p:cNvPr id="1351" name="01_find_only_1350">
            <a:extLst>
              <a:ext uri="{FF2B5EF4-FFF2-40B4-BE49-F238E27FC236}">
                <a16:creationId xmlns:a16="http://schemas.microsoft.com/office/drawing/2014/main" id="{6281F392-3D89-4AF7-B27C-9B3DDE5D8C85}"/>
              </a:ext>
            </a:extLst>
          </p:cNvPr>
          <p:cNvSpPr>
            <a:spLocks noGrp="1"/>
          </p:cNvSpPr>
          <p:nvPr/>
        </p:nvSpPr>
        <p:spPr>
          <a:xfrm>
            <a:off x="4147571" y="2855402"/>
            <a:ext cx="28398" cy="28398"/>
          </a:xfrm>
          <a:prstGeom prst="ellipse">
            <a:avLst/>
          </a:prstGeom>
          <a:solidFill>
            <a:srgbClr val="7F8C97">
              <a:alpha val="48000"/>
            </a:srgbClr>
          </a:solidFill>
          <a:ln w="0">
            <a:noFill/>
            <a:prstDash val="solid"/>
          </a:ln>
        </p:spPr>
      </p:sp>
      <p:sp>
        <p:nvSpPr>
          <p:cNvPr id="1352" name="01_find_only_1351">
            <a:extLst>
              <a:ext uri="{FF2B5EF4-FFF2-40B4-BE49-F238E27FC236}">
                <a16:creationId xmlns:a16="http://schemas.microsoft.com/office/drawing/2014/main" id="{49333B5A-85CE-4A21-82B0-665648BDD656}"/>
              </a:ext>
            </a:extLst>
          </p:cNvPr>
          <p:cNvSpPr>
            <a:spLocks noGrp="1"/>
          </p:cNvSpPr>
          <p:nvPr/>
        </p:nvSpPr>
        <p:spPr>
          <a:xfrm>
            <a:off x="4172084" y="2855402"/>
            <a:ext cx="28398" cy="28398"/>
          </a:xfrm>
          <a:prstGeom prst="ellipse">
            <a:avLst/>
          </a:prstGeom>
          <a:solidFill>
            <a:srgbClr val="7F8C97">
              <a:alpha val="48000"/>
            </a:srgbClr>
          </a:solidFill>
          <a:ln w="0">
            <a:noFill/>
            <a:prstDash val="solid"/>
          </a:ln>
        </p:spPr>
      </p:sp>
      <p:sp>
        <p:nvSpPr>
          <p:cNvPr id="1353" name="01_find_only_1352">
            <a:extLst>
              <a:ext uri="{FF2B5EF4-FFF2-40B4-BE49-F238E27FC236}">
                <a16:creationId xmlns:a16="http://schemas.microsoft.com/office/drawing/2014/main" id="{89CA8494-F36D-4B4E-99E1-59FE36C9CA6A}"/>
              </a:ext>
            </a:extLst>
          </p:cNvPr>
          <p:cNvSpPr>
            <a:spLocks noGrp="1"/>
          </p:cNvSpPr>
          <p:nvPr/>
        </p:nvSpPr>
        <p:spPr>
          <a:xfrm>
            <a:off x="4172084" y="2855402"/>
            <a:ext cx="28398" cy="28398"/>
          </a:xfrm>
          <a:prstGeom prst="ellipse">
            <a:avLst/>
          </a:prstGeom>
          <a:solidFill>
            <a:srgbClr val="7F8C97">
              <a:alpha val="48000"/>
            </a:srgbClr>
          </a:solidFill>
          <a:ln w="0">
            <a:noFill/>
            <a:prstDash val="solid"/>
          </a:ln>
        </p:spPr>
      </p:sp>
      <p:sp>
        <p:nvSpPr>
          <p:cNvPr id="1354" name="01_find_only_1353">
            <a:extLst>
              <a:ext uri="{FF2B5EF4-FFF2-40B4-BE49-F238E27FC236}">
                <a16:creationId xmlns:a16="http://schemas.microsoft.com/office/drawing/2014/main" id="{28B0A347-71D7-4185-9962-E35223006784}"/>
              </a:ext>
            </a:extLst>
          </p:cNvPr>
          <p:cNvSpPr>
            <a:spLocks noGrp="1"/>
          </p:cNvSpPr>
          <p:nvPr/>
        </p:nvSpPr>
        <p:spPr>
          <a:xfrm>
            <a:off x="4143470" y="3036547"/>
            <a:ext cx="28398" cy="28398"/>
          </a:xfrm>
          <a:prstGeom prst="ellipse">
            <a:avLst/>
          </a:prstGeom>
          <a:solidFill>
            <a:srgbClr val="7F8C97">
              <a:alpha val="48000"/>
            </a:srgbClr>
          </a:solidFill>
          <a:ln w="0">
            <a:noFill/>
            <a:prstDash val="solid"/>
          </a:ln>
        </p:spPr>
      </p:sp>
      <p:sp>
        <p:nvSpPr>
          <p:cNvPr id="1355" name="01_find_only_1354">
            <a:extLst>
              <a:ext uri="{FF2B5EF4-FFF2-40B4-BE49-F238E27FC236}">
                <a16:creationId xmlns:a16="http://schemas.microsoft.com/office/drawing/2014/main" id="{58B6CB3B-FC26-422B-8CA1-A4F50C99BBC5}"/>
              </a:ext>
            </a:extLst>
          </p:cNvPr>
          <p:cNvSpPr>
            <a:spLocks noGrp="1"/>
          </p:cNvSpPr>
          <p:nvPr/>
        </p:nvSpPr>
        <p:spPr>
          <a:xfrm>
            <a:off x="4209951" y="2855402"/>
            <a:ext cx="28398" cy="28398"/>
          </a:xfrm>
          <a:prstGeom prst="ellipse">
            <a:avLst/>
          </a:prstGeom>
          <a:solidFill>
            <a:srgbClr val="7F8C97">
              <a:alpha val="48000"/>
            </a:srgbClr>
          </a:solidFill>
          <a:ln w="0">
            <a:noFill/>
            <a:prstDash val="solid"/>
          </a:ln>
        </p:spPr>
      </p:sp>
      <p:sp>
        <p:nvSpPr>
          <p:cNvPr id="1356" name="01_find_only_1355">
            <a:extLst>
              <a:ext uri="{FF2B5EF4-FFF2-40B4-BE49-F238E27FC236}">
                <a16:creationId xmlns:a16="http://schemas.microsoft.com/office/drawing/2014/main" id="{28ED48EC-6489-4546-9179-5B5C1ABD5263}"/>
              </a:ext>
            </a:extLst>
          </p:cNvPr>
          <p:cNvSpPr>
            <a:spLocks noGrp="1"/>
          </p:cNvSpPr>
          <p:nvPr/>
        </p:nvSpPr>
        <p:spPr>
          <a:xfrm>
            <a:off x="4157777" y="3700746"/>
            <a:ext cx="28398" cy="28398"/>
          </a:xfrm>
          <a:prstGeom prst="ellipse">
            <a:avLst/>
          </a:prstGeom>
          <a:solidFill>
            <a:srgbClr val="7F8C97">
              <a:alpha val="48000"/>
            </a:srgbClr>
          </a:solidFill>
          <a:ln w="0">
            <a:noFill/>
            <a:prstDash val="solid"/>
          </a:ln>
        </p:spPr>
      </p:sp>
      <p:sp>
        <p:nvSpPr>
          <p:cNvPr id="1357" name="01_find_only_1356">
            <a:extLst>
              <a:ext uri="{FF2B5EF4-FFF2-40B4-BE49-F238E27FC236}">
                <a16:creationId xmlns:a16="http://schemas.microsoft.com/office/drawing/2014/main" id="{A358E38E-4C03-4A26-BA3A-FCF3DD7E7E3D}"/>
              </a:ext>
            </a:extLst>
          </p:cNvPr>
          <p:cNvSpPr>
            <a:spLocks noGrp="1"/>
          </p:cNvSpPr>
          <p:nvPr/>
        </p:nvSpPr>
        <p:spPr>
          <a:xfrm>
            <a:off x="4167029" y="3278074"/>
            <a:ext cx="28398" cy="28398"/>
          </a:xfrm>
          <a:prstGeom prst="ellipse">
            <a:avLst/>
          </a:prstGeom>
          <a:solidFill>
            <a:srgbClr val="7F8C97">
              <a:alpha val="48000"/>
            </a:srgbClr>
          </a:solidFill>
          <a:ln w="0">
            <a:noFill/>
            <a:prstDash val="solid"/>
          </a:ln>
        </p:spPr>
      </p:sp>
      <p:sp>
        <p:nvSpPr>
          <p:cNvPr id="1358" name="01_find_only_1357">
            <a:extLst>
              <a:ext uri="{FF2B5EF4-FFF2-40B4-BE49-F238E27FC236}">
                <a16:creationId xmlns:a16="http://schemas.microsoft.com/office/drawing/2014/main" id="{2C73E7E9-8B9C-41BC-BCDC-8F9B03B949AC}"/>
              </a:ext>
            </a:extLst>
          </p:cNvPr>
          <p:cNvSpPr>
            <a:spLocks noGrp="1"/>
          </p:cNvSpPr>
          <p:nvPr/>
        </p:nvSpPr>
        <p:spPr>
          <a:xfrm>
            <a:off x="4219107" y="2855402"/>
            <a:ext cx="28398" cy="28398"/>
          </a:xfrm>
          <a:prstGeom prst="ellipse">
            <a:avLst/>
          </a:prstGeom>
          <a:solidFill>
            <a:srgbClr val="7F8C97">
              <a:alpha val="48000"/>
            </a:srgbClr>
          </a:solidFill>
          <a:ln w="0">
            <a:noFill/>
            <a:prstDash val="solid"/>
          </a:ln>
        </p:spPr>
      </p:sp>
      <p:sp>
        <p:nvSpPr>
          <p:cNvPr id="1359" name="01_find_only_1358">
            <a:extLst>
              <a:ext uri="{FF2B5EF4-FFF2-40B4-BE49-F238E27FC236}">
                <a16:creationId xmlns:a16="http://schemas.microsoft.com/office/drawing/2014/main" id="{36E89F3F-2CD9-45BD-8CAC-FC41F87CA1D0}"/>
              </a:ext>
            </a:extLst>
          </p:cNvPr>
          <p:cNvSpPr>
            <a:spLocks noGrp="1"/>
          </p:cNvSpPr>
          <p:nvPr/>
        </p:nvSpPr>
        <p:spPr>
          <a:xfrm>
            <a:off x="4190493" y="4123418"/>
            <a:ext cx="28398" cy="28398"/>
          </a:xfrm>
          <a:prstGeom prst="ellipse">
            <a:avLst/>
          </a:prstGeom>
          <a:solidFill>
            <a:srgbClr val="7F8C97">
              <a:alpha val="48000"/>
            </a:srgbClr>
          </a:solidFill>
          <a:ln w="0">
            <a:noFill/>
            <a:prstDash val="solid"/>
          </a:ln>
        </p:spPr>
      </p:sp>
      <p:sp>
        <p:nvSpPr>
          <p:cNvPr id="1360" name="01_find_only_1359">
            <a:extLst>
              <a:ext uri="{FF2B5EF4-FFF2-40B4-BE49-F238E27FC236}">
                <a16:creationId xmlns:a16="http://schemas.microsoft.com/office/drawing/2014/main" id="{BA813A10-8897-4166-965E-052644AB72FF}"/>
              </a:ext>
            </a:extLst>
          </p:cNvPr>
          <p:cNvSpPr>
            <a:spLocks noGrp="1"/>
          </p:cNvSpPr>
          <p:nvPr/>
        </p:nvSpPr>
        <p:spPr>
          <a:xfrm>
            <a:off x="4215673" y="3942273"/>
            <a:ext cx="28398" cy="28398"/>
          </a:xfrm>
          <a:prstGeom prst="ellipse">
            <a:avLst/>
          </a:prstGeom>
          <a:solidFill>
            <a:srgbClr val="7F8C97">
              <a:alpha val="48000"/>
            </a:srgbClr>
          </a:solidFill>
          <a:ln w="0">
            <a:noFill/>
            <a:prstDash val="solid"/>
          </a:ln>
        </p:spPr>
      </p:sp>
      <p:sp>
        <p:nvSpPr>
          <p:cNvPr id="1361" name="01_find_only_1360">
            <a:extLst>
              <a:ext uri="{FF2B5EF4-FFF2-40B4-BE49-F238E27FC236}">
                <a16:creationId xmlns:a16="http://schemas.microsoft.com/office/drawing/2014/main" id="{8BFCE18C-AED9-4596-81D7-C05D27BB86F5}"/>
              </a:ext>
            </a:extLst>
          </p:cNvPr>
          <p:cNvSpPr>
            <a:spLocks noGrp="1"/>
          </p:cNvSpPr>
          <p:nvPr/>
        </p:nvSpPr>
        <p:spPr>
          <a:xfrm>
            <a:off x="4131356" y="4123418"/>
            <a:ext cx="28398" cy="28398"/>
          </a:xfrm>
          <a:prstGeom prst="ellipse">
            <a:avLst/>
          </a:prstGeom>
          <a:solidFill>
            <a:srgbClr val="7F8C97">
              <a:alpha val="48000"/>
            </a:srgbClr>
          </a:solidFill>
          <a:ln w="0">
            <a:noFill/>
            <a:prstDash val="solid"/>
          </a:ln>
        </p:spPr>
      </p:sp>
      <p:sp>
        <p:nvSpPr>
          <p:cNvPr id="1362" name="01_find_only_1361">
            <a:extLst>
              <a:ext uri="{FF2B5EF4-FFF2-40B4-BE49-F238E27FC236}">
                <a16:creationId xmlns:a16="http://schemas.microsoft.com/office/drawing/2014/main" id="{22A2D8C9-6BD8-48C4-88CA-AD048B5244B8}"/>
              </a:ext>
            </a:extLst>
          </p:cNvPr>
          <p:cNvSpPr>
            <a:spLocks noGrp="1"/>
          </p:cNvSpPr>
          <p:nvPr/>
        </p:nvSpPr>
        <p:spPr>
          <a:xfrm>
            <a:off x="4208615" y="4123418"/>
            <a:ext cx="28398" cy="28398"/>
          </a:xfrm>
          <a:prstGeom prst="ellipse">
            <a:avLst/>
          </a:prstGeom>
          <a:solidFill>
            <a:srgbClr val="7F8C97">
              <a:alpha val="48000"/>
            </a:srgbClr>
          </a:solidFill>
          <a:ln w="0">
            <a:noFill/>
            <a:prstDash val="solid"/>
          </a:ln>
        </p:spPr>
      </p:sp>
      <p:sp>
        <p:nvSpPr>
          <p:cNvPr id="1363" name="01_find_only_1362">
            <a:extLst>
              <a:ext uri="{FF2B5EF4-FFF2-40B4-BE49-F238E27FC236}">
                <a16:creationId xmlns:a16="http://schemas.microsoft.com/office/drawing/2014/main" id="{03231365-0C53-48D4-A4CF-1BCBDD68477E}"/>
              </a:ext>
            </a:extLst>
          </p:cNvPr>
          <p:cNvSpPr>
            <a:spLocks noGrp="1"/>
          </p:cNvSpPr>
          <p:nvPr/>
        </p:nvSpPr>
        <p:spPr>
          <a:xfrm>
            <a:off x="4196025" y="3278074"/>
            <a:ext cx="28398" cy="28398"/>
          </a:xfrm>
          <a:prstGeom prst="ellipse">
            <a:avLst/>
          </a:prstGeom>
          <a:solidFill>
            <a:srgbClr val="7F8C97">
              <a:alpha val="48000"/>
            </a:srgbClr>
          </a:solidFill>
          <a:ln w="0">
            <a:noFill/>
            <a:prstDash val="solid"/>
          </a:ln>
        </p:spPr>
      </p:sp>
      <p:sp>
        <p:nvSpPr>
          <p:cNvPr id="1364" name="01_find_only_1363">
            <a:extLst>
              <a:ext uri="{FF2B5EF4-FFF2-40B4-BE49-F238E27FC236}">
                <a16:creationId xmlns:a16="http://schemas.microsoft.com/office/drawing/2014/main" id="{B85DFE4F-9FBC-4D25-8F2E-5FBA9F802D57}"/>
              </a:ext>
            </a:extLst>
          </p:cNvPr>
          <p:cNvSpPr>
            <a:spLocks noGrp="1"/>
          </p:cNvSpPr>
          <p:nvPr/>
        </p:nvSpPr>
        <p:spPr>
          <a:xfrm>
            <a:off x="4163118" y="2855402"/>
            <a:ext cx="28398" cy="28398"/>
          </a:xfrm>
          <a:prstGeom prst="ellipse">
            <a:avLst/>
          </a:prstGeom>
          <a:solidFill>
            <a:srgbClr val="7F8C97">
              <a:alpha val="48000"/>
            </a:srgbClr>
          </a:solidFill>
          <a:ln w="0">
            <a:noFill/>
            <a:prstDash val="solid"/>
          </a:ln>
        </p:spPr>
      </p:sp>
      <p:sp>
        <p:nvSpPr>
          <p:cNvPr id="1365" name="01_find_only_1364">
            <a:extLst>
              <a:ext uri="{FF2B5EF4-FFF2-40B4-BE49-F238E27FC236}">
                <a16:creationId xmlns:a16="http://schemas.microsoft.com/office/drawing/2014/main" id="{DDFD6BEA-0F43-4A81-9B52-1BDD39789C8A}"/>
              </a:ext>
            </a:extLst>
          </p:cNvPr>
          <p:cNvSpPr>
            <a:spLocks noGrp="1"/>
          </p:cNvSpPr>
          <p:nvPr/>
        </p:nvSpPr>
        <p:spPr>
          <a:xfrm>
            <a:off x="4199745" y="3806414"/>
            <a:ext cx="28398" cy="28398"/>
          </a:xfrm>
          <a:prstGeom prst="ellipse">
            <a:avLst/>
          </a:prstGeom>
          <a:solidFill>
            <a:srgbClr val="7F8C97">
              <a:alpha val="48000"/>
            </a:srgbClr>
          </a:solidFill>
          <a:ln w="0">
            <a:noFill/>
            <a:prstDash val="solid"/>
          </a:ln>
        </p:spPr>
      </p:sp>
      <p:sp>
        <p:nvSpPr>
          <p:cNvPr id="1366" name="01_find_only_1365">
            <a:extLst>
              <a:ext uri="{FF2B5EF4-FFF2-40B4-BE49-F238E27FC236}">
                <a16:creationId xmlns:a16="http://schemas.microsoft.com/office/drawing/2014/main" id="{3619E619-F21A-4E76-88D3-F60BB91E49ED}"/>
              </a:ext>
            </a:extLst>
          </p:cNvPr>
          <p:cNvSpPr>
            <a:spLocks noGrp="1"/>
          </p:cNvSpPr>
          <p:nvPr/>
        </p:nvSpPr>
        <p:spPr>
          <a:xfrm>
            <a:off x="4219584" y="3489410"/>
            <a:ext cx="28398" cy="28398"/>
          </a:xfrm>
          <a:prstGeom prst="ellipse">
            <a:avLst/>
          </a:prstGeom>
          <a:solidFill>
            <a:srgbClr val="7F8C97">
              <a:alpha val="48000"/>
            </a:srgbClr>
          </a:solidFill>
          <a:ln w="0">
            <a:noFill/>
            <a:prstDash val="solid"/>
          </a:ln>
        </p:spPr>
      </p:sp>
      <p:sp>
        <p:nvSpPr>
          <p:cNvPr id="1367" name="01_find_only_1366">
            <a:extLst>
              <a:ext uri="{FF2B5EF4-FFF2-40B4-BE49-F238E27FC236}">
                <a16:creationId xmlns:a16="http://schemas.microsoft.com/office/drawing/2014/main" id="{B169BE19-CAC3-4232-80EF-09B7A814F740}"/>
              </a:ext>
            </a:extLst>
          </p:cNvPr>
          <p:cNvSpPr>
            <a:spLocks noGrp="1"/>
          </p:cNvSpPr>
          <p:nvPr/>
        </p:nvSpPr>
        <p:spPr>
          <a:xfrm>
            <a:off x="4189730" y="3278074"/>
            <a:ext cx="28398" cy="28398"/>
          </a:xfrm>
          <a:prstGeom prst="ellipse">
            <a:avLst/>
          </a:prstGeom>
          <a:solidFill>
            <a:srgbClr val="7F8C97">
              <a:alpha val="48000"/>
            </a:srgbClr>
          </a:solidFill>
          <a:ln w="0">
            <a:noFill/>
            <a:prstDash val="solid"/>
          </a:ln>
        </p:spPr>
      </p:sp>
      <p:sp>
        <p:nvSpPr>
          <p:cNvPr id="1368" name="01_find_only_1367">
            <a:extLst>
              <a:ext uri="{FF2B5EF4-FFF2-40B4-BE49-F238E27FC236}">
                <a16:creationId xmlns:a16="http://schemas.microsoft.com/office/drawing/2014/main" id="{DEDA3D69-3ED0-4581-B2CB-0E9A3E1FCB23}"/>
              </a:ext>
            </a:extLst>
          </p:cNvPr>
          <p:cNvSpPr>
            <a:spLocks noGrp="1"/>
          </p:cNvSpPr>
          <p:nvPr/>
        </p:nvSpPr>
        <p:spPr>
          <a:xfrm>
            <a:off x="4197074" y="2855402"/>
            <a:ext cx="28398" cy="28398"/>
          </a:xfrm>
          <a:prstGeom prst="ellipse">
            <a:avLst/>
          </a:prstGeom>
          <a:solidFill>
            <a:srgbClr val="7F8C97">
              <a:alpha val="48000"/>
            </a:srgbClr>
          </a:solidFill>
          <a:ln w="0">
            <a:noFill/>
            <a:prstDash val="solid"/>
          </a:ln>
        </p:spPr>
      </p:sp>
      <p:sp>
        <p:nvSpPr>
          <p:cNvPr id="1369" name="01_find_only_1368">
            <a:extLst>
              <a:ext uri="{FF2B5EF4-FFF2-40B4-BE49-F238E27FC236}">
                <a16:creationId xmlns:a16="http://schemas.microsoft.com/office/drawing/2014/main" id="{86E0265F-3BC1-41DC-847D-262B7B6535D6}"/>
              </a:ext>
            </a:extLst>
          </p:cNvPr>
          <p:cNvSpPr>
            <a:spLocks noGrp="1"/>
          </p:cNvSpPr>
          <p:nvPr/>
        </p:nvSpPr>
        <p:spPr>
          <a:xfrm>
            <a:off x="4196216" y="3841637"/>
            <a:ext cx="28398" cy="28398"/>
          </a:xfrm>
          <a:prstGeom prst="ellipse">
            <a:avLst/>
          </a:prstGeom>
          <a:solidFill>
            <a:srgbClr val="7F8C97">
              <a:alpha val="48000"/>
            </a:srgbClr>
          </a:solidFill>
          <a:ln w="0">
            <a:noFill/>
            <a:prstDash val="solid"/>
          </a:ln>
        </p:spPr>
      </p:sp>
      <p:sp>
        <p:nvSpPr>
          <p:cNvPr id="1370" name="01_find_only_1369">
            <a:extLst>
              <a:ext uri="{FF2B5EF4-FFF2-40B4-BE49-F238E27FC236}">
                <a16:creationId xmlns:a16="http://schemas.microsoft.com/office/drawing/2014/main" id="{5C439B2D-AEA1-4641-8710-D1AB7C72190C}"/>
              </a:ext>
            </a:extLst>
          </p:cNvPr>
          <p:cNvSpPr>
            <a:spLocks noGrp="1"/>
          </p:cNvSpPr>
          <p:nvPr/>
        </p:nvSpPr>
        <p:spPr>
          <a:xfrm>
            <a:off x="4180955" y="3278074"/>
            <a:ext cx="28398" cy="28398"/>
          </a:xfrm>
          <a:prstGeom prst="ellipse">
            <a:avLst/>
          </a:prstGeom>
          <a:solidFill>
            <a:srgbClr val="7F8C97">
              <a:alpha val="48000"/>
            </a:srgbClr>
          </a:solidFill>
          <a:ln w="0">
            <a:noFill/>
            <a:prstDash val="solid"/>
          </a:ln>
        </p:spPr>
      </p:sp>
      <p:sp>
        <p:nvSpPr>
          <p:cNvPr id="1371" name="01_find_only_1370">
            <a:extLst>
              <a:ext uri="{FF2B5EF4-FFF2-40B4-BE49-F238E27FC236}">
                <a16:creationId xmlns:a16="http://schemas.microsoft.com/office/drawing/2014/main" id="{A85234FD-E084-4007-A303-AC84BD4F442D}"/>
              </a:ext>
            </a:extLst>
          </p:cNvPr>
          <p:cNvSpPr>
            <a:spLocks noGrp="1"/>
          </p:cNvSpPr>
          <p:nvPr/>
        </p:nvSpPr>
        <p:spPr>
          <a:xfrm>
            <a:off x="4154343" y="3679612"/>
            <a:ext cx="28398" cy="28398"/>
          </a:xfrm>
          <a:prstGeom prst="ellipse">
            <a:avLst/>
          </a:prstGeom>
          <a:solidFill>
            <a:srgbClr val="7F8C97">
              <a:alpha val="48000"/>
            </a:srgbClr>
          </a:solidFill>
          <a:ln w="0">
            <a:noFill/>
            <a:prstDash val="solid"/>
          </a:ln>
        </p:spPr>
      </p:sp>
      <p:sp>
        <p:nvSpPr>
          <p:cNvPr id="1372" name="01_find_only_1371">
            <a:extLst>
              <a:ext uri="{FF2B5EF4-FFF2-40B4-BE49-F238E27FC236}">
                <a16:creationId xmlns:a16="http://schemas.microsoft.com/office/drawing/2014/main" id="{EBC65080-07DC-4739-8C20-6E98BDDB98DD}"/>
              </a:ext>
            </a:extLst>
          </p:cNvPr>
          <p:cNvSpPr>
            <a:spLocks noGrp="1"/>
          </p:cNvSpPr>
          <p:nvPr/>
        </p:nvSpPr>
        <p:spPr>
          <a:xfrm>
            <a:off x="4212907" y="3278074"/>
            <a:ext cx="28398" cy="28398"/>
          </a:xfrm>
          <a:prstGeom prst="ellipse">
            <a:avLst/>
          </a:prstGeom>
          <a:solidFill>
            <a:srgbClr val="7F8C97">
              <a:alpha val="48000"/>
            </a:srgbClr>
          </a:solidFill>
          <a:ln w="0">
            <a:noFill/>
            <a:prstDash val="solid"/>
          </a:ln>
        </p:spPr>
      </p:sp>
      <p:sp>
        <p:nvSpPr>
          <p:cNvPr id="1373" name="01_find_only_1372">
            <a:extLst>
              <a:ext uri="{FF2B5EF4-FFF2-40B4-BE49-F238E27FC236}">
                <a16:creationId xmlns:a16="http://schemas.microsoft.com/office/drawing/2014/main" id="{6D13E881-1D3A-407B-81E6-6E9BAC5F205B}"/>
              </a:ext>
            </a:extLst>
          </p:cNvPr>
          <p:cNvSpPr>
            <a:spLocks noGrp="1"/>
          </p:cNvSpPr>
          <p:nvPr/>
        </p:nvSpPr>
        <p:spPr>
          <a:xfrm>
            <a:off x="4144233" y="3489410"/>
            <a:ext cx="28398" cy="28398"/>
          </a:xfrm>
          <a:prstGeom prst="ellipse">
            <a:avLst/>
          </a:prstGeom>
          <a:solidFill>
            <a:srgbClr val="7F8C97">
              <a:alpha val="48000"/>
            </a:srgbClr>
          </a:solidFill>
          <a:ln w="0">
            <a:noFill/>
            <a:prstDash val="solid"/>
          </a:ln>
        </p:spPr>
      </p:sp>
      <p:sp>
        <p:nvSpPr>
          <p:cNvPr id="1374" name="01_find_only_1373">
            <a:extLst>
              <a:ext uri="{FF2B5EF4-FFF2-40B4-BE49-F238E27FC236}">
                <a16:creationId xmlns:a16="http://schemas.microsoft.com/office/drawing/2014/main" id="{5C380FA2-AC82-4595-9556-986D0EDCBDE3}"/>
              </a:ext>
            </a:extLst>
          </p:cNvPr>
          <p:cNvSpPr>
            <a:spLocks noGrp="1"/>
          </p:cNvSpPr>
          <p:nvPr/>
        </p:nvSpPr>
        <p:spPr>
          <a:xfrm>
            <a:off x="4143470" y="4123418"/>
            <a:ext cx="28398" cy="28398"/>
          </a:xfrm>
          <a:prstGeom prst="ellipse">
            <a:avLst/>
          </a:prstGeom>
          <a:solidFill>
            <a:srgbClr val="7F8C97">
              <a:alpha val="48000"/>
            </a:srgbClr>
          </a:solidFill>
          <a:ln w="0">
            <a:noFill/>
            <a:prstDash val="solid"/>
          </a:ln>
        </p:spPr>
      </p:sp>
      <p:sp>
        <p:nvSpPr>
          <p:cNvPr id="1375" name="01_find_only_1374">
            <a:extLst>
              <a:ext uri="{FF2B5EF4-FFF2-40B4-BE49-F238E27FC236}">
                <a16:creationId xmlns:a16="http://schemas.microsoft.com/office/drawing/2014/main" id="{9E251F13-7E39-4ABD-A0AD-F9E830B7D532}"/>
              </a:ext>
            </a:extLst>
          </p:cNvPr>
          <p:cNvSpPr>
            <a:spLocks noGrp="1"/>
          </p:cNvSpPr>
          <p:nvPr/>
        </p:nvSpPr>
        <p:spPr>
          <a:xfrm>
            <a:off x="4147762" y="4123418"/>
            <a:ext cx="28398" cy="28398"/>
          </a:xfrm>
          <a:prstGeom prst="ellipse">
            <a:avLst/>
          </a:prstGeom>
          <a:solidFill>
            <a:srgbClr val="7F8C97">
              <a:alpha val="48000"/>
            </a:srgbClr>
          </a:solidFill>
          <a:ln w="0">
            <a:noFill/>
            <a:prstDash val="solid"/>
          </a:ln>
        </p:spPr>
      </p:sp>
      <p:sp>
        <p:nvSpPr>
          <p:cNvPr id="1376" name="01_find_only_1375">
            <a:extLst>
              <a:ext uri="{FF2B5EF4-FFF2-40B4-BE49-F238E27FC236}">
                <a16:creationId xmlns:a16="http://schemas.microsoft.com/office/drawing/2014/main" id="{49D1BBDE-3FD4-4715-8EC3-24F8F7A21FB5}"/>
              </a:ext>
            </a:extLst>
          </p:cNvPr>
          <p:cNvSpPr>
            <a:spLocks noGrp="1"/>
          </p:cNvSpPr>
          <p:nvPr/>
        </p:nvSpPr>
        <p:spPr>
          <a:xfrm>
            <a:off x="4214243" y="3700746"/>
            <a:ext cx="28398" cy="28398"/>
          </a:xfrm>
          <a:prstGeom prst="ellipse">
            <a:avLst/>
          </a:prstGeom>
          <a:solidFill>
            <a:srgbClr val="7F8C97">
              <a:alpha val="48000"/>
            </a:srgbClr>
          </a:solidFill>
          <a:ln w="0">
            <a:noFill/>
            <a:prstDash val="solid"/>
          </a:ln>
        </p:spPr>
      </p:sp>
      <p:sp>
        <p:nvSpPr>
          <p:cNvPr id="1377" name="01_find_only_1376">
            <a:extLst>
              <a:ext uri="{FF2B5EF4-FFF2-40B4-BE49-F238E27FC236}">
                <a16:creationId xmlns:a16="http://schemas.microsoft.com/office/drawing/2014/main" id="{3D9CD9C2-D184-4CBF-98D9-DE5CC704AB2D}"/>
              </a:ext>
            </a:extLst>
          </p:cNvPr>
          <p:cNvSpPr>
            <a:spLocks noGrp="1"/>
          </p:cNvSpPr>
          <p:nvPr/>
        </p:nvSpPr>
        <p:spPr>
          <a:xfrm>
            <a:off x="4204132" y="3635719"/>
            <a:ext cx="28398" cy="28398"/>
          </a:xfrm>
          <a:prstGeom prst="ellipse">
            <a:avLst/>
          </a:prstGeom>
          <a:solidFill>
            <a:srgbClr val="7F8C97">
              <a:alpha val="48000"/>
            </a:srgbClr>
          </a:solidFill>
          <a:ln w="0">
            <a:noFill/>
            <a:prstDash val="solid"/>
          </a:ln>
        </p:spPr>
      </p:sp>
      <p:sp>
        <p:nvSpPr>
          <p:cNvPr id="1378" name="01_find_only_1377">
            <a:extLst>
              <a:ext uri="{FF2B5EF4-FFF2-40B4-BE49-F238E27FC236}">
                <a16:creationId xmlns:a16="http://schemas.microsoft.com/office/drawing/2014/main" id="{87682012-B00F-4766-93C5-DAEEF349DA5A}"/>
              </a:ext>
            </a:extLst>
          </p:cNvPr>
          <p:cNvSpPr>
            <a:spLocks noGrp="1"/>
          </p:cNvSpPr>
          <p:nvPr/>
        </p:nvSpPr>
        <p:spPr>
          <a:xfrm>
            <a:off x="4208234" y="2996292"/>
            <a:ext cx="28398" cy="28398"/>
          </a:xfrm>
          <a:prstGeom prst="ellipse">
            <a:avLst/>
          </a:prstGeom>
          <a:solidFill>
            <a:srgbClr val="7F8C97">
              <a:alpha val="48000"/>
            </a:srgbClr>
          </a:solidFill>
          <a:ln w="0">
            <a:noFill/>
            <a:prstDash val="solid"/>
          </a:ln>
        </p:spPr>
      </p:sp>
      <p:sp>
        <p:nvSpPr>
          <p:cNvPr id="1379" name="01_find_only_1378">
            <a:extLst>
              <a:ext uri="{FF2B5EF4-FFF2-40B4-BE49-F238E27FC236}">
                <a16:creationId xmlns:a16="http://schemas.microsoft.com/office/drawing/2014/main" id="{5D294107-CE40-42A5-845E-2157968B8132}"/>
              </a:ext>
            </a:extLst>
          </p:cNvPr>
          <p:cNvSpPr>
            <a:spLocks noGrp="1"/>
          </p:cNvSpPr>
          <p:nvPr/>
        </p:nvSpPr>
        <p:spPr>
          <a:xfrm>
            <a:off x="4196406" y="2855402"/>
            <a:ext cx="28398" cy="28398"/>
          </a:xfrm>
          <a:prstGeom prst="ellipse">
            <a:avLst/>
          </a:prstGeom>
          <a:solidFill>
            <a:srgbClr val="7F8C97">
              <a:alpha val="48000"/>
            </a:srgbClr>
          </a:solidFill>
          <a:ln w="0">
            <a:noFill/>
            <a:prstDash val="solid"/>
          </a:ln>
        </p:spPr>
      </p:sp>
      <p:sp>
        <p:nvSpPr>
          <p:cNvPr id="1380" name="01_find_only_1379">
            <a:extLst>
              <a:ext uri="{FF2B5EF4-FFF2-40B4-BE49-F238E27FC236}">
                <a16:creationId xmlns:a16="http://schemas.microsoft.com/office/drawing/2014/main" id="{C78289D3-654E-49DF-A712-0B4144874675}"/>
              </a:ext>
            </a:extLst>
          </p:cNvPr>
          <p:cNvSpPr>
            <a:spLocks noGrp="1"/>
          </p:cNvSpPr>
          <p:nvPr/>
        </p:nvSpPr>
        <p:spPr>
          <a:xfrm>
            <a:off x="4203751" y="4123418"/>
            <a:ext cx="28398" cy="28398"/>
          </a:xfrm>
          <a:prstGeom prst="ellipse">
            <a:avLst/>
          </a:prstGeom>
          <a:solidFill>
            <a:srgbClr val="7F8C97">
              <a:alpha val="48000"/>
            </a:srgbClr>
          </a:solidFill>
          <a:ln w="0">
            <a:noFill/>
            <a:prstDash val="solid"/>
          </a:ln>
        </p:spPr>
      </p:sp>
      <p:sp>
        <p:nvSpPr>
          <p:cNvPr id="1381" name="01_find_only_1380">
            <a:extLst>
              <a:ext uri="{FF2B5EF4-FFF2-40B4-BE49-F238E27FC236}">
                <a16:creationId xmlns:a16="http://schemas.microsoft.com/office/drawing/2014/main" id="{CB8BE5B7-F8D5-4448-ACB9-2120293BAB3C}"/>
              </a:ext>
            </a:extLst>
          </p:cNvPr>
          <p:cNvSpPr>
            <a:spLocks noGrp="1"/>
          </p:cNvSpPr>
          <p:nvPr/>
        </p:nvSpPr>
        <p:spPr>
          <a:xfrm>
            <a:off x="4211954" y="4123418"/>
            <a:ext cx="28398" cy="28398"/>
          </a:xfrm>
          <a:prstGeom prst="ellipse">
            <a:avLst/>
          </a:prstGeom>
          <a:solidFill>
            <a:srgbClr val="7F8C97">
              <a:alpha val="48000"/>
            </a:srgbClr>
          </a:solidFill>
          <a:ln w="0">
            <a:noFill/>
            <a:prstDash val="solid"/>
          </a:ln>
        </p:spPr>
      </p:sp>
      <p:sp>
        <p:nvSpPr>
          <p:cNvPr id="1382" name="01_find_only_1381">
            <a:extLst>
              <a:ext uri="{FF2B5EF4-FFF2-40B4-BE49-F238E27FC236}">
                <a16:creationId xmlns:a16="http://schemas.microsoft.com/office/drawing/2014/main" id="{8C441B84-2E96-4874-B700-6F0CB6DB7EE9}"/>
              </a:ext>
            </a:extLst>
          </p:cNvPr>
          <p:cNvSpPr>
            <a:spLocks noGrp="1"/>
          </p:cNvSpPr>
          <p:nvPr/>
        </p:nvSpPr>
        <p:spPr>
          <a:xfrm>
            <a:off x="4141944" y="4123418"/>
            <a:ext cx="28398" cy="28398"/>
          </a:xfrm>
          <a:prstGeom prst="ellipse">
            <a:avLst/>
          </a:prstGeom>
          <a:solidFill>
            <a:srgbClr val="7F8C97">
              <a:alpha val="48000"/>
            </a:srgbClr>
          </a:solidFill>
          <a:ln w="0">
            <a:noFill/>
            <a:prstDash val="solid"/>
          </a:ln>
        </p:spPr>
      </p:sp>
      <p:sp>
        <p:nvSpPr>
          <p:cNvPr id="1383" name="01_find_only_1382">
            <a:extLst>
              <a:ext uri="{FF2B5EF4-FFF2-40B4-BE49-F238E27FC236}">
                <a16:creationId xmlns:a16="http://schemas.microsoft.com/office/drawing/2014/main" id="{B0074DD1-F458-480F-812E-18903CC23D96}"/>
              </a:ext>
            </a:extLst>
          </p:cNvPr>
          <p:cNvSpPr>
            <a:spLocks noGrp="1"/>
          </p:cNvSpPr>
          <p:nvPr/>
        </p:nvSpPr>
        <p:spPr>
          <a:xfrm>
            <a:off x="4149479" y="3489410"/>
            <a:ext cx="28398" cy="28398"/>
          </a:xfrm>
          <a:prstGeom prst="ellipse">
            <a:avLst/>
          </a:prstGeom>
          <a:solidFill>
            <a:srgbClr val="7F8C97">
              <a:alpha val="48000"/>
            </a:srgbClr>
          </a:solidFill>
          <a:ln w="0">
            <a:noFill/>
            <a:prstDash val="solid"/>
          </a:ln>
        </p:spPr>
      </p:sp>
      <p:sp>
        <p:nvSpPr>
          <p:cNvPr id="1384" name="01_find_only_1383">
            <a:extLst>
              <a:ext uri="{FF2B5EF4-FFF2-40B4-BE49-F238E27FC236}">
                <a16:creationId xmlns:a16="http://schemas.microsoft.com/office/drawing/2014/main" id="{9CD0D396-D3C0-4C2D-A5D2-0B93325DF01A}"/>
              </a:ext>
            </a:extLst>
          </p:cNvPr>
          <p:cNvSpPr>
            <a:spLocks noGrp="1"/>
          </p:cNvSpPr>
          <p:nvPr/>
        </p:nvSpPr>
        <p:spPr>
          <a:xfrm>
            <a:off x="4194785" y="3586950"/>
            <a:ext cx="28398" cy="28398"/>
          </a:xfrm>
          <a:prstGeom prst="ellipse">
            <a:avLst/>
          </a:prstGeom>
          <a:solidFill>
            <a:srgbClr val="7F8C97">
              <a:alpha val="48000"/>
            </a:srgbClr>
          </a:solidFill>
          <a:ln w="0">
            <a:noFill/>
            <a:prstDash val="solid"/>
          </a:ln>
        </p:spPr>
      </p:sp>
      <p:sp>
        <p:nvSpPr>
          <p:cNvPr id="1385" name="01_find_only_1384">
            <a:extLst>
              <a:ext uri="{FF2B5EF4-FFF2-40B4-BE49-F238E27FC236}">
                <a16:creationId xmlns:a16="http://schemas.microsoft.com/office/drawing/2014/main" id="{49CD415F-F0BE-42FB-B73D-7657FEFF37B6}"/>
              </a:ext>
            </a:extLst>
          </p:cNvPr>
          <p:cNvSpPr>
            <a:spLocks noGrp="1"/>
          </p:cNvSpPr>
          <p:nvPr/>
        </p:nvSpPr>
        <p:spPr>
          <a:xfrm>
            <a:off x="4146808" y="2855402"/>
            <a:ext cx="28398" cy="28398"/>
          </a:xfrm>
          <a:prstGeom prst="ellipse">
            <a:avLst/>
          </a:prstGeom>
          <a:solidFill>
            <a:srgbClr val="7F8C97">
              <a:alpha val="48000"/>
            </a:srgbClr>
          </a:solidFill>
          <a:ln w="0">
            <a:noFill/>
            <a:prstDash val="solid"/>
          </a:ln>
        </p:spPr>
      </p:sp>
      <p:sp>
        <p:nvSpPr>
          <p:cNvPr id="1386" name="01_find_only_1385">
            <a:extLst>
              <a:ext uri="{FF2B5EF4-FFF2-40B4-BE49-F238E27FC236}">
                <a16:creationId xmlns:a16="http://schemas.microsoft.com/office/drawing/2014/main" id="{0FE3B61C-3251-4EA7-9106-5FFE7E31722C}"/>
              </a:ext>
            </a:extLst>
          </p:cNvPr>
          <p:cNvSpPr>
            <a:spLocks noGrp="1"/>
          </p:cNvSpPr>
          <p:nvPr/>
        </p:nvSpPr>
        <p:spPr>
          <a:xfrm>
            <a:off x="4156060" y="3314828"/>
            <a:ext cx="28398" cy="28398"/>
          </a:xfrm>
          <a:prstGeom prst="ellipse">
            <a:avLst/>
          </a:prstGeom>
          <a:solidFill>
            <a:srgbClr val="7F8C97">
              <a:alpha val="48000"/>
            </a:srgbClr>
          </a:solidFill>
          <a:ln w="0">
            <a:noFill/>
            <a:prstDash val="solid"/>
          </a:ln>
        </p:spPr>
      </p:sp>
      <p:sp>
        <p:nvSpPr>
          <p:cNvPr id="1387" name="01_find_only_1386">
            <a:extLst>
              <a:ext uri="{FF2B5EF4-FFF2-40B4-BE49-F238E27FC236}">
                <a16:creationId xmlns:a16="http://schemas.microsoft.com/office/drawing/2014/main" id="{D2ED8E3E-D37F-431F-B95A-CC7656884C95}"/>
              </a:ext>
            </a:extLst>
          </p:cNvPr>
          <p:cNvSpPr>
            <a:spLocks noGrp="1"/>
          </p:cNvSpPr>
          <p:nvPr/>
        </p:nvSpPr>
        <p:spPr>
          <a:xfrm>
            <a:off x="4140417" y="2855402"/>
            <a:ext cx="28398" cy="28398"/>
          </a:xfrm>
          <a:prstGeom prst="ellipse">
            <a:avLst/>
          </a:prstGeom>
          <a:solidFill>
            <a:srgbClr val="7F8C97">
              <a:alpha val="48000"/>
            </a:srgbClr>
          </a:solidFill>
          <a:ln w="0">
            <a:noFill/>
            <a:prstDash val="solid"/>
          </a:ln>
        </p:spPr>
      </p:sp>
      <p:sp>
        <p:nvSpPr>
          <p:cNvPr id="1388" name="01_find_only_1387">
            <a:extLst>
              <a:ext uri="{FF2B5EF4-FFF2-40B4-BE49-F238E27FC236}">
                <a16:creationId xmlns:a16="http://schemas.microsoft.com/office/drawing/2014/main" id="{07DB0909-8AE1-4606-A6AC-390DC71E5172}"/>
              </a:ext>
            </a:extLst>
          </p:cNvPr>
          <p:cNvSpPr>
            <a:spLocks noGrp="1"/>
          </p:cNvSpPr>
          <p:nvPr/>
        </p:nvSpPr>
        <p:spPr>
          <a:xfrm>
            <a:off x="4150528" y="3727163"/>
            <a:ext cx="28398" cy="28398"/>
          </a:xfrm>
          <a:prstGeom prst="ellipse">
            <a:avLst/>
          </a:prstGeom>
          <a:solidFill>
            <a:srgbClr val="7F8C97">
              <a:alpha val="48000"/>
            </a:srgbClr>
          </a:solidFill>
          <a:ln w="0">
            <a:noFill/>
            <a:prstDash val="solid"/>
          </a:ln>
        </p:spPr>
      </p:sp>
      <p:sp>
        <p:nvSpPr>
          <p:cNvPr id="1389" name="01_find_only_1388">
            <a:extLst>
              <a:ext uri="{FF2B5EF4-FFF2-40B4-BE49-F238E27FC236}">
                <a16:creationId xmlns:a16="http://schemas.microsoft.com/office/drawing/2014/main" id="{899DCC88-EE05-42B9-9939-CE5DD743B57E}"/>
              </a:ext>
            </a:extLst>
          </p:cNvPr>
          <p:cNvSpPr>
            <a:spLocks noGrp="1"/>
          </p:cNvSpPr>
          <p:nvPr/>
        </p:nvSpPr>
        <p:spPr>
          <a:xfrm>
            <a:off x="4154248" y="3761128"/>
            <a:ext cx="28398" cy="28398"/>
          </a:xfrm>
          <a:prstGeom prst="ellipse">
            <a:avLst/>
          </a:prstGeom>
          <a:solidFill>
            <a:srgbClr val="7F8C97">
              <a:alpha val="48000"/>
            </a:srgbClr>
          </a:solidFill>
          <a:ln w="0">
            <a:noFill/>
            <a:prstDash val="solid"/>
          </a:ln>
        </p:spPr>
      </p:sp>
      <p:sp>
        <p:nvSpPr>
          <p:cNvPr id="1390" name="01_find_only_1389">
            <a:extLst>
              <a:ext uri="{FF2B5EF4-FFF2-40B4-BE49-F238E27FC236}">
                <a16:creationId xmlns:a16="http://schemas.microsoft.com/office/drawing/2014/main" id="{93196797-81D0-44C0-915D-A2F8845D9318}"/>
              </a:ext>
            </a:extLst>
          </p:cNvPr>
          <p:cNvSpPr>
            <a:spLocks noGrp="1"/>
          </p:cNvSpPr>
          <p:nvPr/>
        </p:nvSpPr>
        <p:spPr>
          <a:xfrm>
            <a:off x="4213480" y="3912082"/>
            <a:ext cx="28398" cy="28398"/>
          </a:xfrm>
          <a:prstGeom prst="ellipse">
            <a:avLst/>
          </a:prstGeom>
          <a:solidFill>
            <a:srgbClr val="7F8C97">
              <a:alpha val="48000"/>
            </a:srgbClr>
          </a:solidFill>
          <a:ln w="0">
            <a:noFill/>
            <a:prstDash val="solid"/>
          </a:ln>
        </p:spPr>
      </p:sp>
      <p:sp>
        <p:nvSpPr>
          <p:cNvPr id="1391" name="01_find_only_1390">
            <a:extLst>
              <a:ext uri="{FF2B5EF4-FFF2-40B4-BE49-F238E27FC236}">
                <a16:creationId xmlns:a16="http://schemas.microsoft.com/office/drawing/2014/main" id="{E8520246-FD4A-4D22-93E2-367D41D46B4C}"/>
              </a:ext>
            </a:extLst>
          </p:cNvPr>
          <p:cNvSpPr>
            <a:spLocks noGrp="1"/>
          </p:cNvSpPr>
          <p:nvPr/>
        </p:nvSpPr>
        <p:spPr>
          <a:xfrm>
            <a:off x="4173038" y="2855402"/>
            <a:ext cx="28398" cy="28398"/>
          </a:xfrm>
          <a:prstGeom prst="ellipse">
            <a:avLst/>
          </a:prstGeom>
          <a:solidFill>
            <a:srgbClr val="7F8C97">
              <a:alpha val="48000"/>
            </a:srgbClr>
          </a:solidFill>
          <a:ln w="0">
            <a:noFill/>
            <a:prstDash val="solid"/>
          </a:ln>
        </p:spPr>
      </p:sp>
      <p:sp>
        <p:nvSpPr>
          <p:cNvPr id="1392" name="01_find_only_1391">
            <a:extLst>
              <a:ext uri="{FF2B5EF4-FFF2-40B4-BE49-F238E27FC236}">
                <a16:creationId xmlns:a16="http://schemas.microsoft.com/office/drawing/2014/main" id="{E5FC16FB-619F-4EB6-9D3C-88A3368593EA}"/>
              </a:ext>
            </a:extLst>
          </p:cNvPr>
          <p:cNvSpPr>
            <a:spLocks noGrp="1"/>
          </p:cNvSpPr>
          <p:nvPr/>
        </p:nvSpPr>
        <p:spPr>
          <a:xfrm>
            <a:off x="4141944" y="3806414"/>
            <a:ext cx="28398" cy="28398"/>
          </a:xfrm>
          <a:prstGeom prst="ellipse">
            <a:avLst/>
          </a:prstGeom>
          <a:solidFill>
            <a:srgbClr val="7F8C97">
              <a:alpha val="48000"/>
            </a:srgbClr>
          </a:solidFill>
          <a:ln w="0">
            <a:noFill/>
            <a:prstDash val="solid"/>
          </a:ln>
        </p:spPr>
      </p:sp>
      <p:sp>
        <p:nvSpPr>
          <p:cNvPr id="1393" name="01_find_only_1392">
            <a:extLst>
              <a:ext uri="{FF2B5EF4-FFF2-40B4-BE49-F238E27FC236}">
                <a16:creationId xmlns:a16="http://schemas.microsoft.com/office/drawing/2014/main" id="{E0DEE2E3-7D16-4BF5-A4B7-034F27236E98}"/>
              </a:ext>
            </a:extLst>
          </p:cNvPr>
          <p:cNvSpPr>
            <a:spLocks noGrp="1"/>
          </p:cNvSpPr>
          <p:nvPr/>
        </p:nvSpPr>
        <p:spPr>
          <a:xfrm>
            <a:off x="4155774" y="3172406"/>
            <a:ext cx="28398" cy="28398"/>
          </a:xfrm>
          <a:prstGeom prst="ellipse">
            <a:avLst/>
          </a:prstGeom>
          <a:solidFill>
            <a:srgbClr val="7F8C97">
              <a:alpha val="48000"/>
            </a:srgbClr>
          </a:solidFill>
          <a:ln w="0">
            <a:noFill/>
            <a:prstDash val="solid"/>
          </a:ln>
        </p:spPr>
      </p:sp>
      <p:sp>
        <p:nvSpPr>
          <p:cNvPr id="1394" name="01_find_only_1393">
            <a:extLst>
              <a:ext uri="{FF2B5EF4-FFF2-40B4-BE49-F238E27FC236}">
                <a16:creationId xmlns:a16="http://schemas.microsoft.com/office/drawing/2014/main" id="{A4E99754-5074-4EC6-8B1A-ACF644010CCB}"/>
              </a:ext>
            </a:extLst>
          </p:cNvPr>
          <p:cNvSpPr>
            <a:spLocks noGrp="1"/>
          </p:cNvSpPr>
          <p:nvPr/>
        </p:nvSpPr>
        <p:spPr>
          <a:xfrm>
            <a:off x="4208520" y="3743013"/>
            <a:ext cx="28398" cy="28398"/>
          </a:xfrm>
          <a:prstGeom prst="ellipse">
            <a:avLst/>
          </a:prstGeom>
          <a:solidFill>
            <a:srgbClr val="7F8C97">
              <a:alpha val="48000"/>
            </a:srgbClr>
          </a:solidFill>
          <a:ln w="0">
            <a:noFill/>
            <a:prstDash val="solid"/>
          </a:ln>
        </p:spPr>
      </p:sp>
      <p:sp>
        <p:nvSpPr>
          <p:cNvPr id="1395" name="01_find_only_1394">
            <a:extLst>
              <a:ext uri="{FF2B5EF4-FFF2-40B4-BE49-F238E27FC236}">
                <a16:creationId xmlns:a16="http://schemas.microsoft.com/office/drawing/2014/main" id="{E5600D7F-AB6B-41FD-9668-96BD737C4AE3}"/>
              </a:ext>
            </a:extLst>
          </p:cNvPr>
          <p:cNvSpPr>
            <a:spLocks noGrp="1"/>
          </p:cNvSpPr>
          <p:nvPr/>
        </p:nvSpPr>
        <p:spPr>
          <a:xfrm>
            <a:off x="4190493" y="3278074"/>
            <a:ext cx="28398" cy="28398"/>
          </a:xfrm>
          <a:prstGeom prst="ellipse">
            <a:avLst/>
          </a:prstGeom>
          <a:solidFill>
            <a:srgbClr val="7F8C97">
              <a:alpha val="48000"/>
            </a:srgbClr>
          </a:solidFill>
          <a:ln w="0">
            <a:noFill/>
            <a:prstDash val="solid"/>
          </a:ln>
        </p:spPr>
      </p:sp>
      <p:sp>
        <p:nvSpPr>
          <p:cNvPr id="1396" name="01_find_only_1395">
            <a:extLst>
              <a:ext uri="{FF2B5EF4-FFF2-40B4-BE49-F238E27FC236}">
                <a16:creationId xmlns:a16="http://schemas.microsoft.com/office/drawing/2014/main" id="{EA685F99-B715-48C4-95F0-CD7332C87473}"/>
              </a:ext>
            </a:extLst>
          </p:cNvPr>
          <p:cNvSpPr>
            <a:spLocks noGrp="1"/>
          </p:cNvSpPr>
          <p:nvPr/>
        </p:nvSpPr>
        <p:spPr>
          <a:xfrm>
            <a:off x="4208138" y="3559855"/>
            <a:ext cx="28398" cy="28398"/>
          </a:xfrm>
          <a:prstGeom prst="ellipse">
            <a:avLst/>
          </a:prstGeom>
          <a:solidFill>
            <a:srgbClr val="7F8C97">
              <a:alpha val="48000"/>
            </a:srgbClr>
          </a:solidFill>
          <a:ln w="0">
            <a:noFill/>
            <a:prstDash val="solid"/>
          </a:ln>
        </p:spPr>
      </p:sp>
      <p:sp>
        <p:nvSpPr>
          <p:cNvPr id="1397" name="01_find_only_1396">
            <a:extLst>
              <a:ext uri="{FF2B5EF4-FFF2-40B4-BE49-F238E27FC236}">
                <a16:creationId xmlns:a16="http://schemas.microsoft.com/office/drawing/2014/main" id="{C6441B68-99F4-4787-AA5F-91B1C8D3775B}"/>
              </a:ext>
            </a:extLst>
          </p:cNvPr>
          <p:cNvSpPr>
            <a:spLocks noGrp="1"/>
          </p:cNvSpPr>
          <p:nvPr/>
        </p:nvSpPr>
        <p:spPr>
          <a:xfrm>
            <a:off x="4147762" y="3148021"/>
            <a:ext cx="28398" cy="28398"/>
          </a:xfrm>
          <a:prstGeom prst="ellipse">
            <a:avLst/>
          </a:prstGeom>
          <a:solidFill>
            <a:srgbClr val="7F8C97">
              <a:alpha val="48000"/>
            </a:srgbClr>
          </a:solidFill>
          <a:ln w="0">
            <a:noFill/>
            <a:prstDash val="solid"/>
          </a:ln>
        </p:spPr>
      </p:sp>
      <p:sp>
        <p:nvSpPr>
          <p:cNvPr id="1398" name="01_find_only_1397">
            <a:extLst>
              <a:ext uri="{FF2B5EF4-FFF2-40B4-BE49-F238E27FC236}">
                <a16:creationId xmlns:a16="http://schemas.microsoft.com/office/drawing/2014/main" id="{9F3D3AD7-9769-4ED6-84D3-4290E714DF21}"/>
              </a:ext>
            </a:extLst>
          </p:cNvPr>
          <p:cNvSpPr>
            <a:spLocks noGrp="1"/>
          </p:cNvSpPr>
          <p:nvPr/>
        </p:nvSpPr>
        <p:spPr>
          <a:xfrm>
            <a:off x="4165694" y="3423823"/>
            <a:ext cx="28398" cy="28398"/>
          </a:xfrm>
          <a:prstGeom prst="ellipse">
            <a:avLst/>
          </a:prstGeom>
          <a:solidFill>
            <a:srgbClr val="7F8C97">
              <a:alpha val="48000"/>
            </a:srgbClr>
          </a:solidFill>
          <a:ln w="0">
            <a:noFill/>
            <a:prstDash val="solid"/>
          </a:ln>
        </p:spPr>
      </p:sp>
      <p:sp>
        <p:nvSpPr>
          <p:cNvPr id="1399" name="01_find_only_1398">
            <a:extLst>
              <a:ext uri="{FF2B5EF4-FFF2-40B4-BE49-F238E27FC236}">
                <a16:creationId xmlns:a16="http://schemas.microsoft.com/office/drawing/2014/main" id="{D287FD74-B189-4FC1-BA78-5D38266F4662}"/>
              </a:ext>
            </a:extLst>
          </p:cNvPr>
          <p:cNvSpPr>
            <a:spLocks noGrp="1"/>
          </p:cNvSpPr>
          <p:nvPr/>
        </p:nvSpPr>
        <p:spPr>
          <a:xfrm>
            <a:off x="4208806" y="3853185"/>
            <a:ext cx="28398" cy="28398"/>
          </a:xfrm>
          <a:prstGeom prst="ellipse">
            <a:avLst/>
          </a:prstGeom>
          <a:solidFill>
            <a:srgbClr val="7F8C97">
              <a:alpha val="48000"/>
            </a:srgbClr>
          </a:solidFill>
          <a:ln w="0">
            <a:noFill/>
            <a:prstDash val="solid"/>
          </a:ln>
        </p:spPr>
      </p:sp>
      <p:sp>
        <p:nvSpPr>
          <p:cNvPr id="1400" name="01_find_only_1399">
            <a:extLst>
              <a:ext uri="{FF2B5EF4-FFF2-40B4-BE49-F238E27FC236}">
                <a16:creationId xmlns:a16="http://schemas.microsoft.com/office/drawing/2014/main" id="{6B2A5443-0864-42D9-B87F-C3A5D2D2292C}"/>
              </a:ext>
            </a:extLst>
          </p:cNvPr>
          <p:cNvSpPr>
            <a:spLocks noGrp="1"/>
          </p:cNvSpPr>
          <p:nvPr/>
        </p:nvSpPr>
        <p:spPr>
          <a:xfrm>
            <a:off x="4208901" y="3489410"/>
            <a:ext cx="28398" cy="28398"/>
          </a:xfrm>
          <a:prstGeom prst="ellipse">
            <a:avLst/>
          </a:prstGeom>
          <a:solidFill>
            <a:srgbClr val="7F8C97">
              <a:alpha val="48000"/>
            </a:srgbClr>
          </a:solidFill>
          <a:ln w="0">
            <a:noFill/>
            <a:prstDash val="solid"/>
          </a:ln>
        </p:spPr>
      </p:sp>
      <p:sp>
        <p:nvSpPr>
          <p:cNvPr id="1401" name="01_find_only_1400">
            <a:extLst>
              <a:ext uri="{FF2B5EF4-FFF2-40B4-BE49-F238E27FC236}">
                <a16:creationId xmlns:a16="http://schemas.microsoft.com/office/drawing/2014/main" id="{512A6172-1F97-427A-955A-0CBECBC28250}"/>
              </a:ext>
            </a:extLst>
          </p:cNvPr>
          <p:cNvSpPr>
            <a:spLocks noGrp="1"/>
          </p:cNvSpPr>
          <p:nvPr/>
        </p:nvSpPr>
        <p:spPr>
          <a:xfrm>
            <a:off x="4202988" y="2855402"/>
            <a:ext cx="28398" cy="28398"/>
          </a:xfrm>
          <a:prstGeom prst="ellipse">
            <a:avLst/>
          </a:prstGeom>
          <a:solidFill>
            <a:srgbClr val="7F8C97">
              <a:alpha val="48000"/>
            </a:srgbClr>
          </a:solidFill>
          <a:ln w="0">
            <a:noFill/>
            <a:prstDash val="solid"/>
          </a:ln>
        </p:spPr>
      </p:sp>
      <p:sp>
        <p:nvSpPr>
          <p:cNvPr id="1402" name="01_find_only_1401">
            <a:extLst>
              <a:ext uri="{FF2B5EF4-FFF2-40B4-BE49-F238E27FC236}">
                <a16:creationId xmlns:a16="http://schemas.microsoft.com/office/drawing/2014/main" id="{9BCD67FE-0D2B-4C0C-82E9-2836E8750729}"/>
              </a:ext>
            </a:extLst>
          </p:cNvPr>
          <p:cNvSpPr>
            <a:spLocks noGrp="1"/>
          </p:cNvSpPr>
          <p:nvPr/>
        </p:nvSpPr>
        <p:spPr>
          <a:xfrm>
            <a:off x="4211381" y="3489410"/>
            <a:ext cx="28398" cy="28398"/>
          </a:xfrm>
          <a:prstGeom prst="ellipse">
            <a:avLst/>
          </a:prstGeom>
          <a:solidFill>
            <a:srgbClr val="7F8C97">
              <a:alpha val="48000"/>
            </a:srgbClr>
          </a:solidFill>
          <a:ln w="0">
            <a:noFill/>
            <a:prstDash val="solid"/>
          </a:ln>
        </p:spPr>
      </p:sp>
      <p:sp>
        <p:nvSpPr>
          <p:cNvPr id="1403" name="01_find_only_1402">
            <a:extLst>
              <a:ext uri="{FF2B5EF4-FFF2-40B4-BE49-F238E27FC236}">
                <a16:creationId xmlns:a16="http://schemas.microsoft.com/office/drawing/2014/main" id="{A1CC7A24-DC7E-4C2D-BB4E-13DBD36D8FFF}"/>
              </a:ext>
            </a:extLst>
          </p:cNvPr>
          <p:cNvSpPr>
            <a:spLocks noGrp="1"/>
          </p:cNvSpPr>
          <p:nvPr/>
        </p:nvSpPr>
        <p:spPr>
          <a:xfrm>
            <a:off x="4156537" y="3362608"/>
            <a:ext cx="28398" cy="28398"/>
          </a:xfrm>
          <a:prstGeom prst="ellipse">
            <a:avLst/>
          </a:prstGeom>
          <a:solidFill>
            <a:srgbClr val="7F8C97">
              <a:alpha val="48000"/>
            </a:srgbClr>
          </a:solidFill>
          <a:ln w="0">
            <a:noFill/>
            <a:prstDash val="solid"/>
          </a:ln>
        </p:spPr>
      </p:sp>
      <p:sp>
        <p:nvSpPr>
          <p:cNvPr id="1404" name="01_find_only_1403">
            <a:extLst>
              <a:ext uri="{FF2B5EF4-FFF2-40B4-BE49-F238E27FC236}">
                <a16:creationId xmlns:a16="http://schemas.microsoft.com/office/drawing/2014/main" id="{18B5D6C6-E102-452E-96EC-1AF1D9162E12}"/>
              </a:ext>
            </a:extLst>
          </p:cNvPr>
          <p:cNvSpPr>
            <a:spLocks noGrp="1"/>
          </p:cNvSpPr>
          <p:nvPr/>
        </p:nvSpPr>
        <p:spPr>
          <a:xfrm>
            <a:off x="4142134" y="3489410"/>
            <a:ext cx="28398" cy="28398"/>
          </a:xfrm>
          <a:prstGeom prst="ellipse">
            <a:avLst/>
          </a:prstGeom>
          <a:solidFill>
            <a:srgbClr val="7F8C97">
              <a:alpha val="48000"/>
            </a:srgbClr>
          </a:solidFill>
          <a:ln w="0">
            <a:noFill/>
            <a:prstDash val="solid"/>
          </a:ln>
        </p:spPr>
      </p:sp>
      <p:sp>
        <p:nvSpPr>
          <p:cNvPr id="1405" name="01_find_only_1404">
            <a:extLst>
              <a:ext uri="{FF2B5EF4-FFF2-40B4-BE49-F238E27FC236}">
                <a16:creationId xmlns:a16="http://schemas.microsoft.com/office/drawing/2014/main" id="{563F973C-0BB8-4EA2-8888-33C809CFB498}"/>
              </a:ext>
            </a:extLst>
          </p:cNvPr>
          <p:cNvSpPr>
            <a:spLocks noGrp="1"/>
          </p:cNvSpPr>
          <p:nvPr/>
        </p:nvSpPr>
        <p:spPr>
          <a:xfrm>
            <a:off x="4197646" y="4123418"/>
            <a:ext cx="28398" cy="28398"/>
          </a:xfrm>
          <a:prstGeom prst="ellipse">
            <a:avLst/>
          </a:prstGeom>
          <a:solidFill>
            <a:srgbClr val="7F8C97">
              <a:alpha val="48000"/>
            </a:srgbClr>
          </a:solidFill>
          <a:ln w="0">
            <a:noFill/>
            <a:prstDash val="solid"/>
          </a:ln>
        </p:spPr>
      </p:sp>
      <p:sp>
        <p:nvSpPr>
          <p:cNvPr id="1406" name="01_find_only_1405">
            <a:extLst>
              <a:ext uri="{FF2B5EF4-FFF2-40B4-BE49-F238E27FC236}">
                <a16:creationId xmlns:a16="http://schemas.microsoft.com/office/drawing/2014/main" id="{EDF01418-0B26-4F4F-B2D5-4737AB414C49}"/>
              </a:ext>
            </a:extLst>
          </p:cNvPr>
          <p:cNvSpPr>
            <a:spLocks noGrp="1"/>
          </p:cNvSpPr>
          <p:nvPr/>
        </p:nvSpPr>
        <p:spPr>
          <a:xfrm>
            <a:off x="4137651" y="2855402"/>
            <a:ext cx="28398" cy="28398"/>
          </a:xfrm>
          <a:prstGeom prst="ellipse">
            <a:avLst/>
          </a:prstGeom>
          <a:solidFill>
            <a:srgbClr val="7F8C97">
              <a:alpha val="48000"/>
            </a:srgbClr>
          </a:solidFill>
          <a:ln w="0">
            <a:noFill/>
            <a:prstDash val="solid"/>
          </a:ln>
        </p:spPr>
      </p:sp>
      <p:sp>
        <p:nvSpPr>
          <p:cNvPr id="1407" name="01_find_only_1406">
            <a:extLst>
              <a:ext uri="{FF2B5EF4-FFF2-40B4-BE49-F238E27FC236}">
                <a16:creationId xmlns:a16="http://schemas.microsoft.com/office/drawing/2014/main" id="{76A3C23E-8D01-442E-9A9E-FD153C6ECDDA}"/>
              </a:ext>
            </a:extLst>
          </p:cNvPr>
          <p:cNvSpPr>
            <a:spLocks noGrp="1"/>
          </p:cNvSpPr>
          <p:nvPr/>
        </p:nvSpPr>
        <p:spPr>
          <a:xfrm>
            <a:off x="4143660" y="4123418"/>
            <a:ext cx="28398" cy="28398"/>
          </a:xfrm>
          <a:prstGeom prst="ellipse">
            <a:avLst/>
          </a:prstGeom>
          <a:solidFill>
            <a:srgbClr val="7F8C97">
              <a:alpha val="48000"/>
            </a:srgbClr>
          </a:solidFill>
          <a:ln w="0">
            <a:noFill/>
            <a:prstDash val="solid"/>
          </a:ln>
        </p:spPr>
      </p:sp>
      <p:sp>
        <p:nvSpPr>
          <p:cNvPr id="1408" name="01_find_only_1407">
            <a:extLst>
              <a:ext uri="{FF2B5EF4-FFF2-40B4-BE49-F238E27FC236}">
                <a16:creationId xmlns:a16="http://schemas.microsoft.com/office/drawing/2014/main" id="{F5DFEDFB-D7B1-4D20-A6F0-25BC865D7490}"/>
              </a:ext>
            </a:extLst>
          </p:cNvPr>
          <p:cNvSpPr>
            <a:spLocks noGrp="1"/>
          </p:cNvSpPr>
          <p:nvPr/>
        </p:nvSpPr>
        <p:spPr>
          <a:xfrm>
            <a:off x="4200031" y="3330908"/>
            <a:ext cx="28398" cy="28398"/>
          </a:xfrm>
          <a:prstGeom prst="ellipse">
            <a:avLst/>
          </a:prstGeom>
          <a:solidFill>
            <a:srgbClr val="7F8C97">
              <a:alpha val="48000"/>
            </a:srgbClr>
          </a:solidFill>
          <a:ln w="0">
            <a:noFill/>
            <a:prstDash val="solid"/>
          </a:ln>
        </p:spPr>
      </p:sp>
      <p:sp>
        <p:nvSpPr>
          <p:cNvPr id="1409" name="01_find_only_1408">
            <a:extLst>
              <a:ext uri="{FF2B5EF4-FFF2-40B4-BE49-F238E27FC236}">
                <a16:creationId xmlns:a16="http://schemas.microsoft.com/office/drawing/2014/main" id="{0B1521CA-6A90-4E83-A18B-D85CE3E25AB2}"/>
              </a:ext>
            </a:extLst>
          </p:cNvPr>
          <p:cNvSpPr>
            <a:spLocks noGrp="1"/>
          </p:cNvSpPr>
          <p:nvPr/>
        </p:nvSpPr>
        <p:spPr>
          <a:xfrm>
            <a:off x="4138510" y="2855402"/>
            <a:ext cx="28398" cy="28398"/>
          </a:xfrm>
          <a:prstGeom prst="ellipse">
            <a:avLst/>
          </a:prstGeom>
          <a:solidFill>
            <a:srgbClr val="7F8C97">
              <a:alpha val="48000"/>
            </a:srgbClr>
          </a:solidFill>
          <a:ln w="0">
            <a:noFill/>
            <a:prstDash val="solid"/>
          </a:ln>
        </p:spPr>
      </p:sp>
      <p:sp>
        <p:nvSpPr>
          <p:cNvPr id="1410" name="01_find_only_1409">
            <a:extLst>
              <a:ext uri="{FF2B5EF4-FFF2-40B4-BE49-F238E27FC236}">
                <a16:creationId xmlns:a16="http://schemas.microsoft.com/office/drawing/2014/main" id="{4A4D580A-240B-4157-B305-6BFB8B1D59B1}"/>
              </a:ext>
            </a:extLst>
          </p:cNvPr>
          <p:cNvSpPr>
            <a:spLocks noGrp="1"/>
          </p:cNvSpPr>
          <p:nvPr/>
        </p:nvSpPr>
        <p:spPr>
          <a:xfrm>
            <a:off x="4218344" y="3489410"/>
            <a:ext cx="28398" cy="28398"/>
          </a:xfrm>
          <a:prstGeom prst="ellipse">
            <a:avLst/>
          </a:prstGeom>
          <a:solidFill>
            <a:srgbClr val="7F8C97">
              <a:alpha val="48000"/>
            </a:srgbClr>
          </a:solidFill>
          <a:ln w="0">
            <a:noFill/>
            <a:prstDash val="solid"/>
          </a:ln>
        </p:spPr>
      </p:sp>
      <p:sp>
        <p:nvSpPr>
          <p:cNvPr id="1411" name="01_find_only_1410">
            <a:extLst>
              <a:ext uri="{FF2B5EF4-FFF2-40B4-BE49-F238E27FC236}">
                <a16:creationId xmlns:a16="http://schemas.microsoft.com/office/drawing/2014/main" id="{B6AD13AA-47F8-47F6-BC61-94230057CBCB}"/>
              </a:ext>
            </a:extLst>
          </p:cNvPr>
          <p:cNvSpPr>
            <a:spLocks noGrp="1"/>
          </p:cNvSpPr>
          <p:nvPr/>
        </p:nvSpPr>
        <p:spPr>
          <a:xfrm>
            <a:off x="4203751" y="3700746"/>
            <a:ext cx="28398" cy="28398"/>
          </a:xfrm>
          <a:prstGeom prst="ellipse">
            <a:avLst/>
          </a:prstGeom>
          <a:solidFill>
            <a:srgbClr val="7F8C97">
              <a:alpha val="48000"/>
            </a:srgbClr>
          </a:solidFill>
          <a:ln w="0">
            <a:noFill/>
            <a:prstDash val="solid"/>
          </a:ln>
        </p:spPr>
      </p:sp>
      <p:sp>
        <p:nvSpPr>
          <p:cNvPr id="1412" name="01_find_only_1411">
            <a:extLst>
              <a:ext uri="{FF2B5EF4-FFF2-40B4-BE49-F238E27FC236}">
                <a16:creationId xmlns:a16="http://schemas.microsoft.com/office/drawing/2014/main" id="{A6E94EF6-33C8-4A2C-B803-96F8F209C4EB}"/>
              </a:ext>
            </a:extLst>
          </p:cNvPr>
          <p:cNvSpPr>
            <a:spLocks noGrp="1"/>
          </p:cNvSpPr>
          <p:nvPr/>
        </p:nvSpPr>
        <p:spPr>
          <a:xfrm>
            <a:off x="4169223" y="3489410"/>
            <a:ext cx="28398" cy="28398"/>
          </a:xfrm>
          <a:prstGeom prst="ellipse">
            <a:avLst/>
          </a:prstGeom>
          <a:solidFill>
            <a:srgbClr val="7F8C97">
              <a:alpha val="48000"/>
            </a:srgbClr>
          </a:solidFill>
          <a:ln w="0">
            <a:noFill/>
            <a:prstDash val="solid"/>
          </a:ln>
        </p:spPr>
      </p:sp>
      <p:sp>
        <p:nvSpPr>
          <p:cNvPr id="1413" name="01_find_only_1412">
            <a:extLst>
              <a:ext uri="{FF2B5EF4-FFF2-40B4-BE49-F238E27FC236}">
                <a16:creationId xmlns:a16="http://schemas.microsoft.com/office/drawing/2014/main" id="{236255D7-9327-4244-AE98-B0FC59DE67EF}"/>
              </a:ext>
            </a:extLst>
          </p:cNvPr>
          <p:cNvSpPr>
            <a:spLocks noGrp="1"/>
          </p:cNvSpPr>
          <p:nvPr/>
        </p:nvSpPr>
        <p:spPr>
          <a:xfrm>
            <a:off x="4153103" y="2855402"/>
            <a:ext cx="28398" cy="28398"/>
          </a:xfrm>
          <a:prstGeom prst="ellipse">
            <a:avLst/>
          </a:prstGeom>
          <a:solidFill>
            <a:srgbClr val="7F8C97">
              <a:alpha val="48000"/>
            </a:srgbClr>
          </a:solidFill>
          <a:ln w="0">
            <a:noFill/>
            <a:prstDash val="solid"/>
          </a:ln>
        </p:spPr>
      </p:sp>
      <p:sp>
        <p:nvSpPr>
          <p:cNvPr id="1414" name="01_find_only_1413">
            <a:extLst>
              <a:ext uri="{FF2B5EF4-FFF2-40B4-BE49-F238E27FC236}">
                <a16:creationId xmlns:a16="http://schemas.microsoft.com/office/drawing/2014/main" id="{BDE2DBFF-59AF-4E01-9D0B-C24FBA7BC539}"/>
              </a:ext>
            </a:extLst>
          </p:cNvPr>
          <p:cNvSpPr>
            <a:spLocks noGrp="1"/>
          </p:cNvSpPr>
          <p:nvPr/>
        </p:nvSpPr>
        <p:spPr>
          <a:xfrm>
            <a:off x="4216913" y="3168997"/>
            <a:ext cx="28398" cy="28398"/>
          </a:xfrm>
          <a:prstGeom prst="ellipse">
            <a:avLst/>
          </a:prstGeom>
          <a:solidFill>
            <a:srgbClr val="7F8C97">
              <a:alpha val="48000"/>
            </a:srgbClr>
          </a:solidFill>
          <a:ln w="0">
            <a:noFill/>
            <a:prstDash val="solid"/>
          </a:ln>
        </p:spPr>
      </p:sp>
      <p:sp>
        <p:nvSpPr>
          <p:cNvPr id="1415" name="01_find_only_1414">
            <a:extLst>
              <a:ext uri="{FF2B5EF4-FFF2-40B4-BE49-F238E27FC236}">
                <a16:creationId xmlns:a16="http://schemas.microsoft.com/office/drawing/2014/main" id="{14EFAC30-6467-42CB-BA7F-2AB1ECDC3FDE}"/>
              </a:ext>
            </a:extLst>
          </p:cNvPr>
          <p:cNvSpPr>
            <a:spLocks noGrp="1"/>
          </p:cNvSpPr>
          <p:nvPr/>
        </p:nvSpPr>
        <p:spPr>
          <a:xfrm>
            <a:off x="4221015" y="3217692"/>
            <a:ext cx="28398" cy="28398"/>
          </a:xfrm>
          <a:prstGeom prst="ellipse">
            <a:avLst/>
          </a:prstGeom>
          <a:solidFill>
            <a:srgbClr val="7F8C97">
              <a:alpha val="48000"/>
            </a:srgbClr>
          </a:solidFill>
          <a:ln w="0">
            <a:noFill/>
            <a:prstDash val="solid"/>
          </a:ln>
        </p:spPr>
      </p:sp>
      <p:sp>
        <p:nvSpPr>
          <p:cNvPr id="1416" name="01_find_only_1415">
            <a:extLst>
              <a:ext uri="{FF2B5EF4-FFF2-40B4-BE49-F238E27FC236}">
                <a16:creationId xmlns:a16="http://schemas.microsoft.com/office/drawing/2014/main" id="{371DE3DE-CCCB-42BE-A005-97B88A215E63}"/>
              </a:ext>
            </a:extLst>
          </p:cNvPr>
          <p:cNvSpPr>
            <a:spLocks noGrp="1"/>
          </p:cNvSpPr>
          <p:nvPr/>
        </p:nvSpPr>
        <p:spPr>
          <a:xfrm>
            <a:off x="4186391" y="2855402"/>
            <a:ext cx="28398" cy="28398"/>
          </a:xfrm>
          <a:prstGeom prst="ellipse">
            <a:avLst/>
          </a:prstGeom>
          <a:solidFill>
            <a:srgbClr val="7F8C97">
              <a:alpha val="48000"/>
            </a:srgbClr>
          </a:solidFill>
          <a:ln w="0">
            <a:noFill/>
            <a:prstDash val="solid"/>
          </a:ln>
        </p:spPr>
      </p:sp>
      <p:sp>
        <p:nvSpPr>
          <p:cNvPr id="1417" name="01_find_only_1416">
            <a:extLst>
              <a:ext uri="{FF2B5EF4-FFF2-40B4-BE49-F238E27FC236}">
                <a16:creationId xmlns:a16="http://schemas.microsoft.com/office/drawing/2014/main" id="{A12580DA-EA73-4D67-89EB-463832EF9C05}"/>
              </a:ext>
            </a:extLst>
          </p:cNvPr>
          <p:cNvSpPr>
            <a:spLocks noGrp="1"/>
          </p:cNvSpPr>
          <p:nvPr/>
        </p:nvSpPr>
        <p:spPr>
          <a:xfrm>
            <a:off x="4208138" y="3489410"/>
            <a:ext cx="28398" cy="28398"/>
          </a:xfrm>
          <a:prstGeom prst="ellipse">
            <a:avLst/>
          </a:prstGeom>
          <a:solidFill>
            <a:srgbClr val="7F8C97">
              <a:alpha val="48000"/>
            </a:srgbClr>
          </a:solidFill>
          <a:ln w="0">
            <a:noFill/>
            <a:prstDash val="solid"/>
          </a:ln>
        </p:spPr>
      </p:sp>
      <p:sp>
        <p:nvSpPr>
          <p:cNvPr id="1418" name="01_find_only_1417">
            <a:extLst>
              <a:ext uri="{FF2B5EF4-FFF2-40B4-BE49-F238E27FC236}">
                <a16:creationId xmlns:a16="http://schemas.microsoft.com/office/drawing/2014/main" id="{E85D9098-5678-436B-B76D-D0F06C08BE33}"/>
              </a:ext>
            </a:extLst>
          </p:cNvPr>
          <p:cNvSpPr>
            <a:spLocks noGrp="1"/>
          </p:cNvSpPr>
          <p:nvPr/>
        </p:nvSpPr>
        <p:spPr>
          <a:xfrm>
            <a:off x="4141276" y="2855402"/>
            <a:ext cx="28398" cy="28398"/>
          </a:xfrm>
          <a:prstGeom prst="ellipse">
            <a:avLst/>
          </a:prstGeom>
          <a:solidFill>
            <a:srgbClr val="7F8C97">
              <a:alpha val="48000"/>
            </a:srgbClr>
          </a:solidFill>
          <a:ln w="0">
            <a:noFill/>
            <a:prstDash val="solid"/>
          </a:ln>
        </p:spPr>
      </p:sp>
      <p:sp>
        <p:nvSpPr>
          <p:cNvPr id="1419" name="01_find_only_1418">
            <a:extLst>
              <a:ext uri="{FF2B5EF4-FFF2-40B4-BE49-F238E27FC236}">
                <a16:creationId xmlns:a16="http://schemas.microsoft.com/office/drawing/2014/main" id="{D288D03E-7483-4B80-A450-CFF32E8CF386}"/>
              </a:ext>
            </a:extLst>
          </p:cNvPr>
          <p:cNvSpPr>
            <a:spLocks noGrp="1"/>
          </p:cNvSpPr>
          <p:nvPr/>
        </p:nvSpPr>
        <p:spPr>
          <a:xfrm>
            <a:off x="4168173" y="2855402"/>
            <a:ext cx="28398" cy="28398"/>
          </a:xfrm>
          <a:prstGeom prst="ellipse">
            <a:avLst/>
          </a:prstGeom>
          <a:solidFill>
            <a:srgbClr val="7F8C97">
              <a:alpha val="48000"/>
            </a:srgbClr>
          </a:solidFill>
          <a:ln w="0">
            <a:noFill/>
            <a:prstDash val="solid"/>
          </a:ln>
        </p:spPr>
      </p:sp>
      <p:sp>
        <p:nvSpPr>
          <p:cNvPr id="1420" name="01_find_only_1419">
            <a:extLst>
              <a:ext uri="{FF2B5EF4-FFF2-40B4-BE49-F238E27FC236}">
                <a16:creationId xmlns:a16="http://schemas.microsoft.com/office/drawing/2014/main" id="{F9C974A9-3067-4073-BAC6-83904DDD788E}"/>
              </a:ext>
            </a:extLst>
          </p:cNvPr>
          <p:cNvSpPr>
            <a:spLocks noGrp="1"/>
          </p:cNvSpPr>
          <p:nvPr/>
        </p:nvSpPr>
        <p:spPr>
          <a:xfrm>
            <a:off x="4202225" y="3579982"/>
            <a:ext cx="28398" cy="28398"/>
          </a:xfrm>
          <a:prstGeom prst="ellipse">
            <a:avLst/>
          </a:prstGeom>
          <a:solidFill>
            <a:srgbClr val="7F8C97">
              <a:alpha val="48000"/>
            </a:srgbClr>
          </a:solidFill>
          <a:ln w="0">
            <a:noFill/>
            <a:prstDash val="solid"/>
          </a:ln>
        </p:spPr>
      </p:sp>
      <p:sp>
        <p:nvSpPr>
          <p:cNvPr id="1421" name="01_find_only_1420">
            <a:extLst>
              <a:ext uri="{FF2B5EF4-FFF2-40B4-BE49-F238E27FC236}">
                <a16:creationId xmlns:a16="http://schemas.microsoft.com/office/drawing/2014/main" id="{5F86DB4C-92CB-4725-B785-31C70A4FBDB3}"/>
              </a:ext>
            </a:extLst>
          </p:cNvPr>
          <p:cNvSpPr>
            <a:spLocks noGrp="1"/>
          </p:cNvSpPr>
          <p:nvPr/>
        </p:nvSpPr>
        <p:spPr>
          <a:xfrm>
            <a:off x="4135458" y="2855402"/>
            <a:ext cx="28398" cy="28398"/>
          </a:xfrm>
          <a:prstGeom prst="ellipse">
            <a:avLst/>
          </a:prstGeom>
          <a:solidFill>
            <a:srgbClr val="7F8C97">
              <a:alpha val="48000"/>
            </a:srgbClr>
          </a:solidFill>
          <a:ln w="0">
            <a:noFill/>
            <a:prstDash val="solid"/>
          </a:ln>
        </p:spPr>
      </p:sp>
      <p:sp>
        <p:nvSpPr>
          <p:cNvPr id="1422" name="01_find_only_1421">
            <a:extLst>
              <a:ext uri="{FF2B5EF4-FFF2-40B4-BE49-F238E27FC236}">
                <a16:creationId xmlns:a16="http://schemas.microsoft.com/office/drawing/2014/main" id="{26879749-80E4-4BAE-8C0A-B81286337660}"/>
              </a:ext>
            </a:extLst>
          </p:cNvPr>
          <p:cNvSpPr>
            <a:spLocks noGrp="1"/>
          </p:cNvSpPr>
          <p:nvPr/>
        </p:nvSpPr>
        <p:spPr>
          <a:xfrm>
            <a:off x="4132024" y="2855402"/>
            <a:ext cx="28398" cy="28398"/>
          </a:xfrm>
          <a:prstGeom prst="ellipse">
            <a:avLst/>
          </a:prstGeom>
          <a:solidFill>
            <a:srgbClr val="7F8C97">
              <a:alpha val="48000"/>
            </a:srgbClr>
          </a:solidFill>
          <a:ln w="0">
            <a:noFill/>
            <a:prstDash val="solid"/>
          </a:ln>
        </p:spPr>
      </p:sp>
      <p:sp>
        <p:nvSpPr>
          <p:cNvPr id="1423" name="01_find_only_1422">
            <a:extLst>
              <a:ext uri="{FF2B5EF4-FFF2-40B4-BE49-F238E27FC236}">
                <a16:creationId xmlns:a16="http://schemas.microsoft.com/office/drawing/2014/main" id="{9CE1F0BE-1C39-476B-9318-4CF0978237D6}"/>
              </a:ext>
            </a:extLst>
          </p:cNvPr>
          <p:cNvSpPr>
            <a:spLocks noGrp="1"/>
          </p:cNvSpPr>
          <p:nvPr/>
        </p:nvSpPr>
        <p:spPr>
          <a:xfrm>
            <a:off x="4188394" y="3066738"/>
            <a:ext cx="28398" cy="28398"/>
          </a:xfrm>
          <a:prstGeom prst="ellipse">
            <a:avLst/>
          </a:prstGeom>
          <a:solidFill>
            <a:srgbClr val="7F8C97">
              <a:alpha val="48000"/>
            </a:srgbClr>
          </a:solidFill>
          <a:ln w="0">
            <a:noFill/>
            <a:prstDash val="solid"/>
          </a:ln>
        </p:spPr>
      </p:sp>
      <p:sp>
        <p:nvSpPr>
          <p:cNvPr id="1424" name="01_find_only_1423">
            <a:extLst>
              <a:ext uri="{FF2B5EF4-FFF2-40B4-BE49-F238E27FC236}">
                <a16:creationId xmlns:a16="http://schemas.microsoft.com/office/drawing/2014/main" id="{D6477D4C-95F2-4293-9868-EF6FF4943D96}"/>
              </a:ext>
            </a:extLst>
          </p:cNvPr>
          <p:cNvSpPr>
            <a:spLocks noGrp="1"/>
          </p:cNvSpPr>
          <p:nvPr/>
        </p:nvSpPr>
        <p:spPr>
          <a:xfrm>
            <a:off x="4216341" y="2855402"/>
            <a:ext cx="28398" cy="28398"/>
          </a:xfrm>
          <a:prstGeom prst="ellipse">
            <a:avLst/>
          </a:prstGeom>
          <a:solidFill>
            <a:srgbClr val="7F8C97">
              <a:alpha val="48000"/>
            </a:srgbClr>
          </a:solidFill>
          <a:ln w="0">
            <a:noFill/>
            <a:prstDash val="solid"/>
          </a:ln>
        </p:spPr>
      </p:sp>
      <p:sp>
        <p:nvSpPr>
          <p:cNvPr id="1425" name="01_find_only_1424">
            <a:extLst>
              <a:ext uri="{FF2B5EF4-FFF2-40B4-BE49-F238E27FC236}">
                <a16:creationId xmlns:a16="http://schemas.microsoft.com/office/drawing/2014/main" id="{2200CA88-9B8A-4D98-B8E1-226118F5C424}"/>
              </a:ext>
            </a:extLst>
          </p:cNvPr>
          <p:cNvSpPr>
            <a:spLocks noGrp="1"/>
          </p:cNvSpPr>
          <p:nvPr/>
        </p:nvSpPr>
        <p:spPr>
          <a:xfrm>
            <a:off x="4127827" y="3489410"/>
            <a:ext cx="28398" cy="28398"/>
          </a:xfrm>
          <a:prstGeom prst="ellipse">
            <a:avLst/>
          </a:prstGeom>
          <a:solidFill>
            <a:srgbClr val="7F8C97">
              <a:alpha val="48000"/>
            </a:srgbClr>
          </a:solidFill>
          <a:ln w="0">
            <a:noFill/>
            <a:prstDash val="solid"/>
          </a:ln>
        </p:spPr>
      </p:sp>
      <p:sp>
        <p:nvSpPr>
          <p:cNvPr id="1426" name="01_find_only_1425">
            <a:extLst>
              <a:ext uri="{FF2B5EF4-FFF2-40B4-BE49-F238E27FC236}">
                <a16:creationId xmlns:a16="http://schemas.microsoft.com/office/drawing/2014/main" id="{125E4E64-66F9-4FEC-B826-D6D5A24E5A36}"/>
              </a:ext>
            </a:extLst>
          </p:cNvPr>
          <p:cNvSpPr>
            <a:spLocks noGrp="1"/>
          </p:cNvSpPr>
          <p:nvPr/>
        </p:nvSpPr>
        <p:spPr>
          <a:xfrm>
            <a:off x="4165121" y="2855402"/>
            <a:ext cx="28398" cy="28398"/>
          </a:xfrm>
          <a:prstGeom prst="ellipse">
            <a:avLst/>
          </a:prstGeom>
          <a:solidFill>
            <a:srgbClr val="7F8C97">
              <a:alpha val="48000"/>
            </a:srgbClr>
          </a:solidFill>
          <a:ln w="0">
            <a:noFill/>
            <a:prstDash val="solid"/>
          </a:ln>
        </p:spPr>
      </p:sp>
      <p:sp>
        <p:nvSpPr>
          <p:cNvPr id="1427" name="01_find_only_1426">
            <a:extLst>
              <a:ext uri="{FF2B5EF4-FFF2-40B4-BE49-F238E27FC236}">
                <a16:creationId xmlns:a16="http://schemas.microsoft.com/office/drawing/2014/main" id="{0A07779E-D300-4B40-AF99-D8F2CFF0E626}"/>
              </a:ext>
            </a:extLst>
          </p:cNvPr>
          <p:cNvSpPr>
            <a:spLocks noGrp="1"/>
          </p:cNvSpPr>
          <p:nvPr/>
        </p:nvSpPr>
        <p:spPr>
          <a:xfrm>
            <a:off x="4195739" y="4123418"/>
            <a:ext cx="28398" cy="28398"/>
          </a:xfrm>
          <a:prstGeom prst="ellipse">
            <a:avLst/>
          </a:prstGeom>
          <a:solidFill>
            <a:srgbClr val="7F8C97">
              <a:alpha val="48000"/>
            </a:srgbClr>
          </a:solidFill>
          <a:ln w="0">
            <a:noFill/>
            <a:prstDash val="solid"/>
          </a:ln>
        </p:spPr>
      </p:sp>
      <p:sp>
        <p:nvSpPr>
          <p:cNvPr id="1428" name="01_find_only_1427">
            <a:extLst>
              <a:ext uri="{FF2B5EF4-FFF2-40B4-BE49-F238E27FC236}">
                <a16:creationId xmlns:a16="http://schemas.microsoft.com/office/drawing/2014/main" id="{2838739B-5532-4CDF-8C0F-2EB95521DFEB}"/>
              </a:ext>
            </a:extLst>
          </p:cNvPr>
          <p:cNvSpPr>
            <a:spLocks noGrp="1"/>
          </p:cNvSpPr>
          <p:nvPr/>
        </p:nvSpPr>
        <p:spPr>
          <a:xfrm>
            <a:off x="4167124" y="4123418"/>
            <a:ext cx="28398" cy="28398"/>
          </a:xfrm>
          <a:prstGeom prst="ellipse">
            <a:avLst/>
          </a:prstGeom>
          <a:solidFill>
            <a:srgbClr val="7F8C97">
              <a:alpha val="48000"/>
            </a:srgbClr>
          </a:solidFill>
          <a:ln w="0">
            <a:noFill/>
            <a:prstDash val="solid"/>
          </a:ln>
        </p:spPr>
      </p:sp>
      <p:sp>
        <p:nvSpPr>
          <p:cNvPr id="1429" name="01_find_only_1428">
            <a:extLst>
              <a:ext uri="{FF2B5EF4-FFF2-40B4-BE49-F238E27FC236}">
                <a16:creationId xmlns:a16="http://schemas.microsoft.com/office/drawing/2014/main" id="{3F9E1124-1743-40D1-B910-9E62BD09DF97}"/>
              </a:ext>
            </a:extLst>
          </p:cNvPr>
          <p:cNvSpPr>
            <a:spLocks noGrp="1"/>
          </p:cNvSpPr>
          <p:nvPr/>
        </p:nvSpPr>
        <p:spPr>
          <a:xfrm>
            <a:off x="4151005" y="3785280"/>
            <a:ext cx="28398" cy="28398"/>
          </a:xfrm>
          <a:prstGeom prst="ellipse">
            <a:avLst/>
          </a:prstGeom>
          <a:solidFill>
            <a:srgbClr val="7F8C97">
              <a:alpha val="48000"/>
            </a:srgbClr>
          </a:solidFill>
          <a:ln w="0">
            <a:noFill/>
            <a:prstDash val="solid"/>
          </a:ln>
        </p:spPr>
      </p:sp>
      <p:sp>
        <p:nvSpPr>
          <p:cNvPr id="1430" name="01_find_only_1429">
            <a:extLst>
              <a:ext uri="{FF2B5EF4-FFF2-40B4-BE49-F238E27FC236}">
                <a16:creationId xmlns:a16="http://schemas.microsoft.com/office/drawing/2014/main" id="{D131EB10-E1DD-4EF3-833F-47ADF6298536}"/>
              </a:ext>
            </a:extLst>
          </p:cNvPr>
          <p:cNvSpPr>
            <a:spLocks noGrp="1"/>
          </p:cNvSpPr>
          <p:nvPr/>
        </p:nvSpPr>
        <p:spPr>
          <a:xfrm>
            <a:off x="4188013" y="3383742"/>
            <a:ext cx="28398" cy="28398"/>
          </a:xfrm>
          <a:prstGeom prst="ellipse">
            <a:avLst/>
          </a:prstGeom>
          <a:solidFill>
            <a:srgbClr val="7F8C97">
              <a:alpha val="48000"/>
            </a:srgbClr>
          </a:solidFill>
          <a:ln w="0">
            <a:noFill/>
            <a:prstDash val="solid"/>
          </a:ln>
        </p:spPr>
      </p:sp>
      <p:sp>
        <p:nvSpPr>
          <p:cNvPr id="1431" name="01_find_only_1430">
            <a:extLst>
              <a:ext uri="{FF2B5EF4-FFF2-40B4-BE49-F238E27FC236}">
                <a16:creationId xmlns:a16="http://schemas.microsoft.com/office/drawing/2014/main" id="{AA8F97FF-713F-47C7-A29A-FBCFEA6ADBE1}"/>
              </a:ext>
            </a:extLst>
          </p:cNvPr>
          <p:cNvSpPr>
            <a:spLocks noGrp="1"/>
          </p:cNvSpPr>
          <p:nvPr/>
        </p:nvSpPr>
        <p:spPr>
          <a:xfrm>
            <a:off x="4184961" y="3489410"/>
            <a:ext cx="28398" cy="28398"/>
          </a:xfrm>
          <a:prstGeom prst="ellipse">
            <a:avLst/>
          </a:prstGeom>
          <a:solidFill>
            <a:srgbClr val="7F8C97">
              <a:alpha val="48000"/>
            </a:srgbClr>
          </a:solidFill>
          <a:ln w="0">
            <a:noFill/>
            <a:prstDash val="solid"/>
          </a:ln>
        </p:spPr>
      </p:sp>
      <p:sp>
        <p:nvSpPr>
          <p:cNvPr id="1432" name="01_find_only_1431">
            <a:extLst>
              <a:ext uri="{FF2B5EF4-FFF2-40B4-BE49-F238E27FC236}">
                <a16:creationId xmlns:a16="http://schemas.microsoft.com/office/drawing/2014/main" id="{38BF134C-3677-4D62-9B84-E2C9C90B966E}"/>
              </a:ext>
            </a:extLst>
          </p:cNvPr>
          <p:cNvSpPr>
            <a:spLocks noGrp="1"/>
          </p:cNvSpPr>
          <p:nvPr/>
        </p:nvSpPr>
        <p:spPr>
          <a:xfrm>
            <a:off x="4173419" y="2855402"/>
            <a:ext cx="28398" cy="28398"/>
          </a:xfrm>
          <a:prstGeom prst="ellipse">
            <a:avLst/>
          </a:prstGeom>
          <a:solidFill>
            <a:srgbClr val="7F8C97">
              <a:alpha val="48000"/>
            </a:srgbClr>
          </a:solidFill>
          <a:ln w="0">
            <a:noFill/>
            <a:prstDash val="solid"/>
          </a:ln>
        </p:spPr>
      </p:sp>
      <p:sp>
        <p:nvSpPr>
          <p:cNvPr id="1433" name="01_find_only_1432">
            <a:extLst>
              <a:ext uri="{FF2B5EF4-FFF2-40B4-BE49-F238E27FC236}">
                <a16:creationId xmlns:a16="http://schemas.microsoft.com/office/drawing/2014/main" id="{811760A4-3583-4828-AB47-88D8CD4B0894}"/>
              </a:ext>
            </a:extLst>
          </p:cNvPr>
          <p:cNvSpPr>
            <a:spLocks noGrp="1"/>
          </p:cNvSpPr>
          <p:nvPr/>
        </p:nvSpPr>
        <p:spPr>
          <a:xfrm>
            <a:off x="4182671" y="2855402"/>
            <a:ext cx="28398" cy="28398"/>
          </a:xfrm>
          <a:prstGeom prst="ellipse">
            <a:avLst/>
          </a:prstGeom>
          <a:solidFill>
            <a:srgbClr val="7F8C97">
              <a:alpha val="48000"/>
            </a:srgbClr>
          </a:solidFill>
          <a:ln w="0">
            <a:noFill/>
            <a:prstDash val="solid"/>
          </a:ln>
        </p:spPr>
      </p:sp>
      <p:sp>
        <p:nvSpPr>
          <p:cNvPr id="1434" name="01_find_only_1433">
            <a:extLst>
              <a:ext uri="{FF2B5EF4-FFF2-40B4-BE49-F238E27FC236}">
                <a16:creationId xmlns:a16="http://schemas.microsoft.com/office/drawing/2014/main" id="{BAEB16E4-A09F-4D30-89AD-5EC4B95A977D}"/>
              </a:ext>
            </a:extLst>
          </p:cNvPr>
          <p:cNvSpPr>
            <a:spLocks noGrp="1"/>
          </p:cNvSpPr>
          <p:nvPr/>
        </p:nvSpPr>
        <p:spPr>
          <a:xfrm>
            <a:off x="4155297" y="4123418"/>
            <a:ext cx="28398" cy="28398"/>
          </a:xfrm>
          <a:prstGeom prst="ellipse">
            <a:avLst/>
          </a:prstGeom>
          <a:solidFill>
            <a:srgbClr val="7F8C97">
              <a:alpha val="48000"/>
            </a:srgbClr>
          </a:solidFill>
          <a:ln w="0">
            <a:noFill/>
            <a:prstDash val="solid"/>
          </a:ln>
        </p:spPr>
      </p:sp>
      <p:sp>
        <p:nvSpPr>
          <p:cNvPr id="1435" name="01_find_only_1434">
            <a:extLst>
              <a:ext uri="{FF2B5EF4-FFF2-40B4-BE49-F238E27FC236}">
                <a16:creationId xmlns:a16="http://schemas.microsoft.com/office/drawing/2014/main" id="{FE2B17A5-D41D-4835-AAA1-D3C490BEA09D}"/>
              </a:ext>
            </a:extLst>
          </p:cNvPr>
          <p:cNvSpPr>
            <a:spLocks noGrp="1"/>
          </p:cNvSpPr>
          <p:nvPr/>
        </p:nvSpPr>
        <p:spPr>
          <a:xfrm>
            <a:off x="4176662" y="3489410"/>
            <a:ext cx="28398" cy="28398"/>
          </a:xfrm>
          <a:prstGeom prst="ellipse">
            <a:avLst/>
          </a:prstGeom>
          <a:solidFill>
            <a:srgbClr val="7F8C97">
              <a:alpha val="48000"/>
            </a:srgbClr>
          </a:solidFill>
          <a:ln w="0">
            <a:noFill/>
            <a:prstDash val="solid"/>
          </a:ln>
        </p:spPr>
      </p:sp>
      <p:sp>
        <p:nvSpPr>
          <p:cNvPr id="1436" name="01_find_only_1435">
            <a:extLst>
              <a:ext uri="{FF2B5EF4-FFF2-40B4-BE49-F238E27FC236}">
                <a16:creationId xmlns:a16="http://schemas.microsoft.com/office/drawing/2014/main" id="{35CF2E04-EEB4-46D1-957F-54C812D2E7F7}"/>
              </a:ext>
            </a:extLst>
          </p:cNvPr>
          <p:cNvSpPr>
            <a:spLocks noGrp="1"/>
          </p:cNvSpPr>
          <p:nvPr/>
        </p:nvSpPr>
        <p:spPr>
          <a:xfrm>
            <a:off x="4156251" y="3109005"/>
            <a:ext cx="28398" cy="28398"/>
          </a:xfrm>
          <a:prstGeom prst="ellipse">
            <a:avLst/>
          </a:prstGeom>
          <a:solidFill>
            <a:srgbClr val="7F8C97">
              <a:alpha val="48000"/>
            </a:srgbClr>
          </a:solidFill>
          <a:ln w="0">
            <a:noFill/>
            <a:prstDash val="solid"/>
          </a:ln>
        </p:spPr>
      </p:sp>
      <p:sp>
        <p:nvSpPr>
          <p:cNvPr id="1437" name="01_find_only_1436">
            <a:extLst>
              <a:ext uri="{FF2B5EF4-FFF2-40B4-BE49-F238E27FC236}">
                <a16:creationId xmlns:a16="http://schemas.microsoft.com/office/drawing/2014/main" id="{DFE68CAB-1C23-449F-9A88-CD7EB36EF704}"/>
              </a:ext>
            </a:extLst>
          </p:cNvPr>
          <p:cNvSpPr>
            <a:spLocks noGrp="1"/>
          </p:cNvSpPr>
          <p:nvPr/>
        </p:nvSpPr>
        <p:spPr>
          <a:xfrm>
            <a:off x="4164644" y="3806414"/>
            <a:ext cx="28398" cy="28398"/>
          </a:xfrm>
          <a:prstGeom prst="ellipse">
            <a:avLst/>
          </a:prstGeom>
          <a:solidFill>
            <a:srgbClr val="7F8C97">
              <a:alpha val="48000"/>
            </a:srgbClr>
          </a:solidFill>
          <a:ln w="0">
            <a:noFill/>
            <a:prstDash val="solid"/>
          </a:ln>
        </p:spPr>
      </p:sp>
      <p:sp>
        <p:nvSpPr>
          <p:cNvPr id="1438" name="01_find_only_1437">
            <a:extLst>
              <a:ext uri="{FF2B5EF4-FFF2-40B4-BE49-F238E27FC236}">
                <a16:creationId xmlns:a16="http://schemas.microsoft.com/office/drawing/2014/main" id="{22B5AB59-C1EA-45B9-92E0-322BC751E03E}"/>
              </a:ext>
            </a:extLst>
          </p:cNvPr>
          <p:cNvSpPr>
            <a:spLocks noGrp="1"/>
          </p:cNvSpPr>
          <p:nvPr/>
        </p:nvSpPr>
        <p:spPr>
          <a:xfrm>
            <a:off x="4205849" y="4032845"/>
            <a:ext cx="28398" cy="28398"/>
          </a:xfrm>
          <a:prstGeom prst="ellipse">
            <a:avLst/>
          </a:prstGeom>
          <a:solidFill>
            <a:srgbClr val="7F8C97">
              <a:alpha val="48000"/>
            </a:srgbClr>
          </a:solidFill>
          <a:ln w="0">
            <a:noFill/>
            <a:prstDash val="solid"/>
          </a:ln>
        </p:spPr>
      </p:sp>
      <p:sp>
        <p:nvSpPr>
          <p:cNvPr id="1439" name="01_find_only_1438">
            <a:extLst>
              <a:ext uri="{FF2B5EF4-FFF2-40B4-BE49-F238E27FC236}">
                <a16:creationId xmlns:a16="http://schemas.microsoft.com/office/drawing/2014/main" id="{C28EBFCA-ED6A-4741-89B9-2C582D116A6C}"/>
              </a:ext>
            </a:extLst>
          </p:cNvPr>
          <p:cNvSpPr>
            <a:spLocks noGrp="1"/>
          </p:cNvSpPr>
          <p:nvPr/>
        </p:nvSpPr>
        <p:spPr>
          <a:xfrm>
            <a:off x="4138319" y="3489410"/>
            <a:ext cx="28398" cy="28398"/>
          </a:xfrm>
          <a:prstGeom prst="ellipse">
            <a:avLst/>
          </a:prstGeom>
          <a:solidFill>
            <a:srgbClr val="7F8C97">
              <a:alpha val="48000"/>
            </a:srgbClr>
          </a:solidFill>
          <a:ln w="0">
            <a:noFill/>
            <a:prstDash val="solid"/>
          </a:ln>
        </p:spPr>
      </p:sp>
      <p:sp>
        <p:nvSpPr>
          <p:cNvPr id="1440" name="01_find_only_1439">
            <a:extLst>
              <a:ext uri="{FF2B5EF4-FFF2-40B4-BE49-F238E27FC236}">
                <a16:creationId xmlns:a16="http://schemas.microsoft.com/office/drawing/2014/main" id="{AE9BEDF9-F318-4499-9691-C537D970EB3E}"/>
              </a:ext>
            </a:extLst>
          </p:cNvPr>
          <p:cNvSpPr>
            <a:spLocks noGrp="1"/>
          </p:cNvSpPr>
          <p:nvPr/>
        </p:nvSpPr>
        <p:spPr>
          <a:xfrm>
            <a:off x="4142707" y="3700746"/>
            <a:ext cx="28398" cy="28398"/>
          </a:xfrm>
          <a:prstGeom prst="ellipse">
            <a:avLst/>
          </a:prstGeom>
          <a:solidFill>
            <a:srgbClr val="7F8C97">
              <a:alpha val="48000"/>
            </a:srgbClr>
          </a:solidFill>
          <a:ln w="0">
            <a:noFill/>
            <a:prstDash val="solid"/>
          </a:ln>
        </p:spPr>
      </p:sp>
      <p:sp>
        <p:nvSpPr>
          <p:cNvPr id="1441" name="01_find_only_1440">
            <a:extLst>
              <a:ext uri="{FF2B5EF4-FFF2-40B4-BE49-F238E27FC236}">
                <a16:creationId xmlns:a16="http://schemas.microsoft.com/office/drawing/2014/main" id="{A5763228-CEF6-446E-8A78-3A84E76C856D}"/>
              </a:ext>
            </a:extLst>
          </p:cNvPr>
          <p:cNvSpPr>
            <a:spLocks noGrp="1"/>
          </p:cNvSpPr>
          <p:nvPr/>
        </p:nvSpPr>
        <p:spPr>
          <a:xfrm>
            <a:off x="4182385" y="2855402"/>
            <a:ext cx="28398" cy="28398"/>
          </a:xfrm>
          <a:prstGeom prst="ellipse">
            <a:avLst/>
          </a:prstGeom>
          <a:solidFill>
            <a:srgbClr val="7F8C97">
              <a:alpha val="48000"/>
            </a:srgbClr>
          </a:solidFill>
          <a:ln w="0">
            <a:noFill/>
            <a:prstDash val="solid"/>
          </a:ln>
        </p:spPr>
      </p:sp>
      <p:sp>
        <p:nvSpPr>
          <p:cNvPr id="1442" name="01_find_only_1441">
            <a:extLst>
              <a:ext uri="{FF2B5EF4-FFF2-40B4-BE49-F238E27FC236}">
                <a16:creationId xmlns:a16="http://schemas.microsoft.com/office/drawing/2014/main" id="{26E162B6-3387-4048-8CF1-8BCF58EF2399}"/>
              </a:ext>
            </a:extLst>
          </p:cNvPr>
          <p:cNvSpPr>
            <a:spLocks noGrp="1"/>
          </p:cNvSpPr>
          <p:nvPr/>
        </p:nvSpPr>
        <p:spPr>
          <a:xfrm>
            <a:off x="4181527" y="3278074"/>
            <a:ext cx="28398" cy="28398"/>
          </a:xfrm>
          <a:prstGeom prst="ellipse">
            <a:avLst/>
          </a:prstGeom>
          <a:solidFill>
            <a:srgbClr val="7F8C97">
              <a:alpha val="48000"/>
            </a:srgbClr>
          </a:solidFill>
          <a:ln w="0">
            <a:noFill/>
            <a:prstDash val="solid"/>
          </a:ln>
        </p:spPr>
      </p:sp>
      <p:sp>
        <p:nvSpPr>
          <p:cNvPr id="1443" name="01_find_only_1442">
            <a:extLst>
              <a:ext uri="{FF2B5EF4-FFF2-40B4-BE49-F238E27FC236}">
                <a16:creationId xmlns:a16="http://schemas.microsoft.com/office/drawing/2014/main" id="{278F3231-838F-4E42-8119-2F385AB598AC}"/>
              </a:ext>
            </a:extLst>
          </p:cNvPr>
          <p:cNvSpPr>
            <a:spLocks noGrp="1"/>
          </p:cNvSpPr>
          <p:nvPr/>
        </p:nvSpPr>
        <p:spPr>
          <a:xfrm>
            <a:off x="4212526" y="3489410"/>
            <a:ext cx="28398" cy="28398"/>
          </a:xfrm>
          <a:prstGeom prst="ellipse">
            <a:avLst/>
          </a:prstGeom>
          <a:solidFill>
            <a:srgbClr val="7F8C97">
              <a:alpha val="48000"/>
            </a:srgbClr>
          </a:solidFill>
          <a:ln w="0">
            <a:noFill/>
            <a:prstDash val="solid"/>
          </a:ln>
        </p:spPr>
      </p:sp>
      <p:sp>
        <p:nvSpPr>
          <p:cNvPr id="1444" name="01_find_only_1443">
            <a:extLst>
              <a:ext uri="{FF2B5EF4-FFF2-40B4-BE49-F238E27FC236}">
                <a16:creationId xmlns:a16="http://schemas.microsoft.com/office/drawing/2014/main" id="{8D1CCE76-F4CA-4A75-AF24-DC7D5916D1EA}"/>
              </a:ext>
            </a:extLst>
          </p:cNvPr>
          <p:cNvSpPr>
            <a:spLocks noGrp="1"/>
          </p:cNvSpPr>
          <p:nvPr/>
        </p:nvSpPr>
        <p:spPr>
          <a:xfrm>
            <a:off x="4198123" y="2855402"/>
            <a:ext cx="28398" cy="28398"/>
          </a:xfrm>
          <a:prstGeom prst="ellipse">
            <a:avLst/>
          </a:prstGeom>
          <a:solidFill>
            <a:srgbClr val="7F8C97">
              <a:alpha val="48000"/>
            </a:srgbClr>
          </a:solidFill>
          <a:ln w="0">
            <a:noFill/>
            <a:prstDash val="solid"/>
          </a:ln>
        </p:spPr>
      </p:sp>
      <p:sp>
        <p:nvSpPr>
          <p:cNvPr id="1445" name="01_find_only_1444">
            <a:extLst>
              <a:ext uri="{FF2B5EF4-FFF2-40B4-BE49-F238E27FC236}">
                <a16:creationId xmlns:a16="http://schemas.microsoft.com/office/drawing/2014/main" id="{56E3ACB2-C302-4F56-B47B-B70F19D8526A}"/>
              </a:ext>
            </a:extLst>
          </p:cNvPr>
          <p:cNvSpPr>
            <a:spLocks noGrp="1"/>
          </p:cNvSpPr>
          <p:nvPr/>
        </p:nvSpPr>
        <p:spPr>
          <a:xfrm>
            <a:off x="4139273" y="4123418"/>
            <a:ext cx="28398" cy="28398"/>
          </a:xfrm>
          <a:prstGeom prst="ellipse">
            <a:avLst/>
          </a:prstGeom>
          <a:solidFill>
            <a:srgbClr val="7F8C97">
              <a:alpha val="48000"/>
            </a:srgbClr>
          </a:solidFill>
          <a:ln w="0">
            <a:noFill/>
            <a:prstDash val="solid"/>
          </a:ln>
        </p:spPr>
      </p:sp>
      <p:sp>
        <p:nvSpPr>
          <p:cNvPr id="1446" name="01_find_only_1445">
            <a:extLst>
              <a:ext uri="{FF2B5EF4-FFF2-40B4-BE49-F238E27FC236}">
                <a16:creationId xmlns:a16="http://schemas.microsoft.com/office/drawing/2014/main" id="{4ECC961E-7690-4F0B-9EA2-995B2546E638}"/>
              </a:ext>
            </a:extLst>
          </p:cNvPr>
          <p:cNvSpPr>
            <a:spLocks noGrp="1"/>
          </p:cNvSpPr>
          <p:nvPr/>
        </p:nvSpPr>
        <p:spPr>
          <a:xfrm>
            <a:off x="4153103" y="3217692"/>
            <a:ext cx="28398" cy="28398"/>
          </a:xfrm>
          <a:prstGeom prst="ellipse">
            <a:avLst/>
          </a:prstGeom>
          <a:solidFill>
            <a:srgbClr val="7F8C97">
              <a:alpha val="48000"/>
            </a:srgbClr>
          </a:solidFill>
          <a:ln w="0">
            <a:noFill/>
            <a:prstDash val="solid"/>
          </a:ln>
        </p:spPr>
      </p:sp>
      <p:sp>
        <p:nvSpPr>
          <p:cNvPr id="1447" name="01_find_only_1446">
            <a:extLst>
              <a:ext uri="{FF2B5EF4-FFF2-40B4-BE49-F238E27FC236}">
                <a16:creationId xmlns:a16="http://schemas.microsoft.com/office/drawing/2014/main" id="{88A4B317-2057-4B7A-BE11-46845519CEF3}"/>
              </a:ext>
            </a:extLst>
          </p:cNvPr>
          <p:cNvSpPr>
            <a:spLocks noGrp="1"/>
          </p:cNvSpPr>
          <p:nvPr/>
        </p:nvSpPr>
        <p:spPr>
          <a:xfrm>
            <a:off x="4190970" y="3278074"/>
            <a:ext cx="28398" cy="28398"/>
          </a:xfrm>
          <a:prstGeom prst="ellipse">
            <a:avLst/>
          </a:prstGeom>
          <a:solidFill>
            <a:srgbClr val="7F8C97">
              <a:alpha val="48000"/>
            </a:srgbClr>
          </a:solidFill>
          <a:ln w="0">
            <a:noFill/>
            <a:prstDash val="solid"/>
          </a:ln>
        </p:spPr>
      </p:sp>
      <p:sp>
        <p:nvSpPr>
          <p:cNvPr id="1448" name="01_find_only_1447">
            <a:extLst>
              <a:ext uri="{FF2B5EF4-FFF2-40B4-BE49-F238E27FC236}">
                <a16:creationId xmlns:a16="http://schemas.microsoft.com/office/drawing/2014/main" id="{F9D13E5F-0138-4330-BAED-3B83A6B4FBF6}"/>
              </a:ext>
            </a:extLst>
          </p:cNvPr>
          <p:cNvSpPr>
            <a:spLocks noGrp="1"/>
          </p:cNvSpPr>
          <p:nvPr/>
        </p:nvSpPr>
        <p:spPr>
          <a:xfrm>
            <a:off x="4133741" y="2855402"/>
            <a:ext cx="28398" cy="28398"/>
          </a:xfrm>
          <a:prstGeom prst="ellipse">
            <a:avLst/>
          </a:prstGeom>
          <a:solidFill>
            <a:srgbClr val="7F8C97">
              <a:alpha val="48000"/>
            </a:srgbClr>
          </a:solidFill>
          <a:ln w="0">
            <a:noFill/>
            <a:prstDash val="solid"/>
          </a:ln>
        </p:spPr>
      </p:sp>
      <p:sp>
        <p:nvSpPr>
          <p:cNvPr id="1449" name="01_find_only_1448">
            <a:extLst>
              <a:ext uri="{FF2B5EF4-FFF2-40B4-BE49-F238E27FC236}">
                <a16:creationId xmlns:a16="http://schemas.microsoft.com/office/drawing/2014/main" id="{41741403-2FAC-4237-919F-8DE4C1A57E3B}"/>
              </a:ext>
            </a:extLst>
          </p:cNvPr>
          <p:cNvSpPr>
            <a:spLocks noGrp="1"/>
          </p:cNvSpPr>
          <p:nvPr/>
        </p:nvSpPr>
        <p:spPr>
          <a:xfrm>
            <a:off x="4200031" y="3278074"/>
            <a:ext cx="28398" cy="28398"/>
          </a:xfrm>
          <a:prstGeom prst="ellipse">
            <a:avLst/>
          </a:prstGeom>
          <a:solidFill>
            <a:srgbClr val="7F8C97">
              <a:alpha val="48000"/>
            </a:srgbClr>
          </a:solidFill>
          <a:ln w="0">
            <a:noFill/>
            <a:prstDash val="solid"/>
          </a:ln>
        </p:spPr>
      </p:sp>
      <p:sp>
        <p:nvSpPr>
          <p:cNvPr id="1450" name="01_find_only_1449">
            <a:extLst>
              <a:ext uri="{FF2B5EF4-FFF2-40B4-BE49-F238E27FC236}">
                <a16:creationId xmlns:a16="http://schemas.microsoft.com/office/drawing/2014/main" id="{7AD343C3-8D95-44AB-B193-17F8109DA42D}"/>
              </a:ext>
            </a:extLst>
          </p:cNvPr>
          <p:cNvSpPr>
            <a:spLocks noGrp="1"/>
          </p:cNvSpPr>
          <p:nvPr/>
        </p:nvSpPr>
        <p:spPr>
          <a:xfrm>
            <a:off x="4203274" y="2855402"/>
            <a:ext cx="28398" cy="28398"/>
          </a:xfrm>
          <a:prstGeom prst="ellipse">
            <a:avLst/>
          </a:prstGeom>
          <a:solidFill>
            <a:srgbClr val="7F8C97">
              <a:alpha val="48000"/>
            </a:srgbClr>
          </a:solidFill>
          <a:ln w="0">
            <a:noFill/>
            <a:prstDash val="solid"/>
          </a:ln>
        </p:spPr>
      </p:sp>
      <p:sp>
        <p:nvSpPr>
          <p:cNvPr id="1451" name="01_find_only_1450">
            <a:extLst>
              <a:ext uri="{FF2B5EF4-FFF2-40B4-BE49-F238E27FC236}">
                <a16:creationId xmlns:a16="http://schemas.microsoft.com/office/drawing/2014/main" id="{E2624C8C-10CA-451A-9DFF-3EA983D58F6F}"/>
              </a:ext>
            </a:extLst>
          </p:cNvPr>
          <p:cNvSpPr>
            <a:spLocks noGrp="1"/>
          </p:cNvSpPr>
          <p:nvPr/>
        </p:nvSpPr>
        <p:spPr>
          <a:xfrm>
            <a:off x="4193163" y="3172406"/>
            <a:ext cx="28398" cy="28398"/>
          </a:xfrm>
          <a:prstGeom prst="ellipse">
            <a:avLst/>
          </a:prstGeom>
          <a:solidFill>
            <a:srgbClr val="7F8C97">
              <a:alpha val="48000"/>
            </a:srgbClr>
          </a:solidFill>
          <a:ln w="0">
            <a:noFill/>
            <a:prstDash val="solid"/>
          </a:ln>
        </p:spPr>
      </p:sp>
      <p:sp>
        <p:nvSpPr>
          <p:cNvPr id="1452" name="01_find_only_1451">
            <a:extLst>
              <a:ext uri="{FF2B5EF4-FFF2-40B4-BE49-F238E27FC236}">
                <a16:creationId xmlns:a16="http://schemas.microsoft.com/office/drawing/2014/main" id="{43F334EC-71C9-4B44-ABFA-0705D0F07E04}"/>
              </a:ext>
            </a:extLst>
          </p:cNvPr>
          <p:cNvSpPr>
            <a:spLocks noGrp="1"/>
          </p:cNvSpPr>
          <p:nvPr/>
        </p:nvSpPr>
        <p:spPr>
          <a:xfrm>
            <a:off x="4192305" y="2855402"/>
            <a:ext cx="28398" cy="28398"/>
          </a:xfrm>
          <a:prstGeom prst="ellipse">
            <a:avLst/>
          </a:prstGeom>
          <a:solidFill>
            <a:srgbClr val="7F8C97">
              <a:alpha val="48000"/>
            </a:srgbClr>
          </a:solidFill>
          <a:ln w="0">
            <a:noFill/>
            <a:prstDash val="solid"/>
          </a:ln>
        </p:spPr>
      </p:sp>
      <p:sp>
        <p:nvSpPr>
          <p:cNvPr id="1453" name="01_find_only_1452">
            <a:extLst>
              <a:ext uri="{FF2B5EF4-FFF2-40B4-BE49-F238E27FC236}">
                <a16:creationId xmlns:a16="http://schemas.microsoft.com/office/drawing/2014/main" id="{30919DDD-70BC-4F4A-BCAF-99DAD2B6D79A}"/>
              </a:ext>
            </a:extLst>
          </p:cNvPr>
          <p:cNvSpPr>
            <a:spLocks noGrp="1"/>
          </p:cNvSpPr>
          <p:nvPr/>
        </p:nvSpPr>
        <p:spPr>
          <a:xfrm>
            <a:off x="4196406" y="4123418"/>
            <a:ext cx="28398" cy="28398"/>
          </a:xfrm>
          <a:prstGeom prst="ellipse">
            <a:avLst/>
          </a:prstGeom>
          <a:solidFill>
            <a:srgbClr val="7F8C97">
              <a:alpha val="48000"/>
            </a:srgbClr>
          </a:solidFill>
          <a:ln w="0">
            <a:noFill/>
            <a:prstDash val="solid"/>
          </a:ln>
        </p:spPr>
      </p:sp>
      <p:sp>
        <p:nvSpPr>
          <p:cNvPr id="1454" name="01_find_only_1453">
            <a:extLst>
              <a:ext uri="{FF2B5EF4-FFF2-40B4-BE49-F238E27FC236}">
                <a16:creationId xmlns:a16="http://schemas.microsoft.com/office/drawing/2014/main" id="{0D61FB15-6169-4FDF-921F-623AFADF68F1}"/>
              </a:ext>
            </a:extLst>
          </p:cNvPr>
          <p:cNvSpPr>
            <a:spLocks noGrp="1"/>
          </p:cNvSpPr>
          <p:nvPr/>
        </p:nvSpPr>
        <p:spPr>
          <a:xfrm>
            <a:off x="4178379" y="2855402"/>
            <a:ext cx="28398" cy="28398"/>
          </a:xfrm>
          <a:prstGeom prst="ellipse">
            <a:avLst/>
          </a:prstGeom>
          <a:solidFill>
            <a:srgbClr val="7F8C97">
              <a:alpha val="48000"/>
            </a:srgbClr>
          </a:solidFill>
          <a:ln w="0">
            <a:noFill/>
            <a:prstDash val="solid"/>
          </a:ln>
        </p:spPr>
      </p:sp>
      <p:sp>
        <p:nvSpPr>
          <p:cNvPr id="1455" name="01_find_only_1454">
            <a:extLst>
              <a:ext uri="{FF2B5EF4-FFF2-40B4-BE49-F238E27FC236}">
                <a16:creationId xmlns:a16="http://schemas.microsoft.com/office/drawing/2014/main" id="{0E140E96-9D9D-4490-B472-80C6D280821B}"/>
              </a:ext>
            </a:extLst>
          </p:cNvPr>
          <p:cNvSpPr>
            <a:spLocks noGrp="1"/>
          </p:cNvSpPr>
          <p:nvPr/>
        </p:nvSpPr>
        <p:spPr>
          <a:xfrm>
            <a:off x="4128876" y="3489410"/>
            <a:ext cx="28398" cy="28398"/>
          </a:xfrm>
          <a:prstGeom prst="ellipse">
            <a:avLst/>
          </a:prstGeom>
          <a:solidFill>
            <a:srgbClr val="7F8C97">
              <a:alpha val="48000"/>
            </a:srgbClr>
          </a:solidFill>
          <a:ln w="0">
            <a:noFill/>
            <a:prstDash val="solid"/>
          </a:ln>
        </p:spPr>
      </p:sp>
      <p:sp>
        <p:nvSpPr>
          <p:cNvPr id="1456" name="01_find_only_1455">
            <a:extLst>
              <a:ext uri="{FF2B5EF4-FFF2-40B4-BE49-F238E27FC236}">
                <a16:creationId xmlns:a16="http://schemas.microsoft.com/office/drawing/2014/main" id="{724BD212-1C1F-4155-9686-4C9DCB7F3D3C}"/>
              </a:ext>
            </a:extLst>
          </p:cNvPr>
          <p:cNvSpPr>
            <a:spLocks noGrp="1"/>
          </p:cNvSpPr>
          <p:nvPr/>
        </p:nvSpPr>
        <p:spPr>
          <a:xfrm>
            <a:off x="4178189" y="3278074"/>
            <a:ext cx="28398" cy="28398"/>
          </a:xfrm>
          <a:prstGeom prst="ellipse">
            <a:avLst/>
          </a:prstGeom>
          <a:solidFill>
            <a:srgbClr val="7F8C97">
              <a:alpha val="48000"/>
            </a:srgbClr>
          </a:solidFill>
          <a:ln w="0">
            <a:noFill/>
            <a:prstDash val="solid"/>
          </a:ln>
        </p:spPr>
      </p:sp>
      <p:sp>
        <p:nvSpPr>
          <p:cNvPr id="1457" name="01_find_only_1456">
            <a:extLst>
              <a:ext uri="{FF2B5EF4-FFF2-40B4-BE49-F238E27FC236}">
                <a16:creationId xmlns:a16="http://schemas.microsoft.com/office/drawing/2014/main" id="{65E28381-0F7C-4856-B333-C498103824A7}"/>
              </a:ext>
            </a:extLst>
          </p:cNvPr>
          <p:cNvSpPr>
            <a:spLocks noGrp="1"/>
          </p:cNvSpPr>
          <p:nvPr/>
        </p:nvSpPr>
        <p:spPr>
          <a:xfrm>
            <a:off x="4141467" y="2855402"/>
            <a:ext cx="28398" cy="28398"/>
          </a:xfrm>
          <a:prstGeom prst="ellipse">
            <a:avLst/>
          </a:prstGeom>
          <a:solidFill>
            <a:srgbClr val="7F8C97">
              <a:alpha val="48000"/>
            </a:srgbClr>
          </a:solidFill>
          <a:ln w="0">
            <a:noFill/>
            <a:prstDash val="solid"/>
          </a:ln>
        </p:spPr>
      </p:sp>
      <p:sp>
        <p:nvSpPr>
          <p:cNvPr id="1458" name="01_find_only_1457">
            <a:extLst>
              <a:ext uri="{FF2B5EF4-FFF2-40B4-BE49-F238E27FC236}">
                <a16:creationId xmlns:a16="http://schemas.microsoft.com/office/drawing/2014/main" id="{F668F9DF-6238-44D0-BB0F-F5C01F7F880C}"/>
              </a:ext>
            </a:extLst>
          </p:cNvPr>
          <p:cNvSpPr>
            <a:spLocks noGrp="1"/>
          </p:cNvSpPr>
          <p:nvPr/>
        </p:nvSpPr>
        <p:spPr>
          <a:xfrm>
            <a:off x="4192687" y="3635719"/>
            <a:ext cx="28398" cy="28398"/>
          </a:xfrm>
          <a:prstGeom prst="ellipse">
            <a:avLst/>
          </a:prstGeom>
          <a:solidFill>
            <a:srgbClr val="7F8C97">
              <a:alpha val="48000"/>
            </a:srgbClr>
          </a:solidFill>
          <a:ln w="0">
            <a:noFill/>
            <a:prstDash val="solid"/>
          </a:ln>
        </p:spPr>
      </p:sp>
      <p:sp>
        <p:nvSpPr>
          <p:cNvPr id="1459" name="01_find_only_1458">
            <a:extLst>
              <a:ext uri="{FF2B5EF4-FFF2-40B4-BE49-F238E27FC236}">
                <a16:creationId xmlns:a16="http://schemas.microsoft.com/office/drawing/2014/main" id="{72B19603-2D8F-45AF-9545-EF281B1B441D}"/>
              </a:ext>
            </a:extLst>
          </p:cNvPr>
          <p:cNvSpPr>
            <a:spLocks noGrp="1"/>
          </p:cNvSpPr>
          <p:nvPr/>
        </p:nvSpPr>
        <p:spPr>
          <a:xfrm>
            <a:off x="4205277" y="3489410"/>
            <a:ext cx="28398" cy="28398"/>
          </a:xfrm>
          <a:prstGeom prst="ellipse">
            <a:avLst/>
          </a:prstGeom>
          <a:solidFill>
            <a:srgbClr val="7F8C97">
              <a:alpha val="48000"/>
            </a:srgbClr>
          </a:solidFill>
          <a:ln w="0">
            <a:noFill/>
            <a:prstDash val="solid"/>
          </a:ln>
        </p:spPr>
      </p:sp>
      <p:sp>
        <p:nvSpPr>
          <p:cNvPr id="1460" name="01_find_only_1459">
            <a:extLst>
              <a:ext uri="{FF2B5EF4-FFF2-40B4-BE49-F238E27FC236}">
                <a16:creationId xmlns:a16="http://schemas.microsoft.com/office/drawing/2014/main" id="{368FE617-BE90-4374-BA04-4937403DFA50}"/>
              </a:ext>
            </a:extLst>
          </p:cNvPr>
          <p:cNvSpPr>
            <a:spLocks noGrp="1"/>
          </p:cNvSpPr>
          <p:nvPr/>
        </p:nvSpPr>
        <p:spPr>
          <a:xfrm>
            <a:off x="4139941" y="2855402"/>
            <a:ext cx="28398" cy="28398"/>
          </a:xfrm>
          <a:prstGeom prst="ellipse">
            <a:avLst/>
          </a:prstGeom>
          <a:solidFill>
            <a:srgbClr val="7F8C97">
              <a:alpha val="48000"/>
            </a:srgbClr>
          </a:solidFill>
          <a:ln w="0">
            <a:noFill/>
            <a:prstDash val="solid"/>
          </a:ln>
        </p:spPr>
      </p:sp>
      <p:sp>
        <p:nvSpPr>
          <p:cNvPr id="1461" name="01_find_only_1460">
            <a:extLst>
              <a:ext uri="{FF2B5EF4-FFF2-40B4-BE49-F238E27FC236}">
                <a16:creationId xmlns:a16="http://schemas.microsoft.com/office/drawing/2014/main" id="{344B1DBA-F46A-4390-9D44-6FE62BB493FF}"/>
              </a:ext>
            </a:extLst>
          </p:cNvPr>
          <p:cNvSpPr>
            <a:spLocks noGrp="1"/>
          </p:cNvSpPr>
          <p:nvPr/>
        </p:nvSpPr>
        <p:spPr>
          <a:xfrm>
            <a:off x="4193545" y="2855402"/>
            <a:ext cx="28398" cy="28398"/>
          </a:xfrm>
          <a:prstGeom prst="ellipse">
            <a:avLst/>
          </a:prstGeom>
          <a:solidFill>
            <a:srgbClr val="7F8C97">
              <a:alpha val="48000"/>
            </a:srgbClr>
          </a:solidFill>
          <a:ln w="0">
            <a:noFill/>
            <a:prstDash val="solid"/>
          </a:ln>
        </p:spPr>
      </p:sp>
      <p:sp>
        <p:nvSpPr>
          <p:cNvPr id="1462" name="01_find_only_1461">
            <a:extLst>
              <a:ext uri="{FF2B5EF4-FFF2-40B4-BE49-F238E27FC236}">
                <a16:creationId xmlns:a16="http://schemas.microsoft.com/office/drawing/2014/main" id="{F0CA3867-ACD2-465B-8916-D57596883BB9}"/>
              </a:ext>
            </a:extLst>
          </p:cNvPr>
          <p:cNvSpPr>
            <a:spLocks noGrp="1"/>
          </p:cNvSpPr>
          <p:nvPr/>
        </p:nvSpPr>
        <p:spPr>
          <a:xfrm>
            <a:off x="4144710" y="3489410"/>
            <a:ext cx="28398" cy="28398"/>
          </a:xfrm>
          <a:prstGeom prst="ellipse">
            <a:avLst/>
          </a:prstGeom>
          <a:solidFill>
            <a:srgbClr val="7F8C97">
              <a:alpha val="48000"/>
            </a:srgbClr>
          </a:solidFill>
          <a:ln w="0">
            <a:noFill/>
            <a:prstDash val="solid"/>
          </a:ln>
        </p:spPr>
      </p:sp>
      <p:sp>
        <p:nvSpPr>
          <p:cNvPr id="1463" name="01_find_only_1462">
            <a:extLst>
              <a:ext uri="{FF2B5EF4-FFF2-40B4-BE49-F238E27FC236}">
                <a16:creationId xmlns:a16="http://schemas.microsoft.com/office/drawing/2014/main" id="{2637F97C-F8CB-478A-A8F3-239336C08F64}"/>
              </a:ext>
            </a:extLst>
          </p:cNvPr>
          <p:cNvSpPr>
            <a:spLocks noGrp="1"/>
          </p:cNvSpPr>
          <p:nvPr/>
        </p:nvSpPr>
        <p:spPr>
          <a:xfrm>
            <a:off x="4148906" y="3278074"/>
            <a:ext cx="28398" cy="28398"/>
          </a:xfrm>
          <a:prstGeom prst="ellipse">
            <a:avLst/>
          </a:prstGeom>
          <a:solidFill>
            <a:srgbClr val="7F8C97">
              <a:alpha val="48000"/>
            </a:srgbClr>
          </a:solidFill>
          <a:ln w="0">
            <a:noFill/>
            <a:prstDash val="solid"/>
          </a:ln>
        </p:spPr>
      </p:sp>
      <p:sp>
        <p:nvSpPr>
          <p:cNvPr id="1464" name="01_find_only_1463">
            <a:extLst>
              <a:ext uri="{FF2B5EF4-FFF2-40B4-BE49-F238E27FC236}">
                <a16:creationId xmlns:a16="http://schemas.microsoft.com/office/drawing/2014/main" id="{3295724D-A5AC-47AA-88CE-1AAFF036FFA2}"/>
              </a:ext>
            </a:extLst>
          </p:cNvPr>
          <p:cNvSpPr>
            <a:spLocks noGrp="1"/>
          </p:cNvSpPr>
          <p:nvPr/>
        </p:nvSpPr>
        <p:spPr>
          <a:xfrm>
            <a:off x="4137556" y="2855402"/>
            <a:ext cx="28398" cy="28398"/>
          </a:xfrm>
          <a:prstGeom prst="ellipse">
            <a:avLst/>
          </a:prstGeom>
          <a:solidFill>
            <a:srgbClr val="7F8C97">
              <a:alpha val="48000"/>
            </a:srgbClr>
          </a:solidFill>
          <a:ln w="0">
            <a:noFill/>
            <a:prstDash val="solid"/>
          </a:ln>
        </p:spPr>
      </p:sp>
      <p:sp>
        <p:nvSpPr>
          <p:cNvPr id="1465" name="01_find_only_1464">
            <a:extLst>
              <a:ext uri="{FF2B5EF4-FFF2-40B4-BE49-F238E27FC236}">
                <a16:creationId xmlns:a16="http://schemas.microsoft.com/office/drawing/2014/main" id="{C65F27AA-6289-4843-B791-EA24879466FC}"/>
              </a:ext>
            </a:extLst>
          </p:cNvPr>
          <p:cNvSpPr>
            <a:spLocks noGrp="1"/>
          </p:cNvSpPr>
          <p:nvPr/>
        </p:nvSpPr>
        <p:spPr>
          <a:xfrm>
            <a:off x="4192496" y="3013904"/>
            <a:ext cx="28398" cy="28398"/>
          </a:xfrm>
          <a:prstGeom prst="ellipse">
            <a:avLst/>
          </a:prstGeom>
          <a:solidFill>
            <a:srgbClr val="7F8C97">
              <a:alpha val="48000"/>
            </a:srgbClr>
          </a:solidFill>
          <a:ln w="0">
            <a:noFill/>
            <a:prstDash val="solid"/>
          </a:ln>
        </p:spPr>
      </p:sp>
      <p:sp>
        <p:nvSpPr>
          <p:cNvPr id="1466" name="01_find_only_1465">
            <a:extLst>
              <a:ext uri="{FF2B5EF4-FFF2-40B4-BE49-F238E27FC236}">
                <a16:creationId xmlns:a16="http://schemas.microsoft.com/office/drawing/2014/main" id="{092511FD-0D76-45ED-92E7-98CD834E9EC5}"/>
              </a:ext>
            </a:extLst>
          </p:cNvPr>
          <p:cNvSpPr>
            <a:spLocks noGrp="1"/>
          </p:cNvSpPr>
          <p:nvPr/>
        </p:nvSpPr>
        <p:spPr>
          <a:xfrm>
            <a:off x="4217104" y="2855402"/>
            <a:ext cx="28398" cy="28398"/>
          </a:xfrm>
          <a:prstGeom prst="ellipse">
            <a:avLst/>
          </a:prstGeom>
          <a:solidFill>
            <a:srgbClr val="7F8C97">
              <a:alpha val="48000"/>
            </a:srgbClr>
          </a:solidFill>
          <a:ln w="0">
            <a:noFill/>
            <a:prstDash val="solid"/>
          </a:ln>
        </p:spPr>
      </p:sp>
      <p:sp>
        <p:nvSpPr>
          <p:cNvPr id="1467" name="01_find_only_1466">
            <a:extLst>
              <a:ext uri="{FF2B5EF4-FFF2-40B4-BE49-F238E27FC236}">
                <a16:creationId xmlns:a16="http://schemas.microsoft.com/office/drawing/2014/main" id="{36E0F6CD-4154-4A46-B1E0-D07F6E6BD6DC}"/>
              </a:ext>
            </a:extLst>
          </p:cNvPr>
          <p:cNvSpPr>
            <a:spLocks noGrp="1"/>
          </p:cNvSpPr>
          <p:nvPr/>
        </p:nvSpPr>
        <p:spPr>
          <a:xfrm>
            <a:off x="4221206" y="3579982"/>
            <a:ext cx="28398" cy="28398"/>
          </a:xfrm>
          <a:prstGeom prst="ellipse">
            <a:avLst/>
          </a:prstGeom>
          <a:solidFill>
            <a:srgbClr val="7F8C97">
              <a:alpha val="48000"/>
            </a:srgbClr>
          </a:solidFill>
          <a:ln w="0">
            <a:noFill/>
            <a:prstDash val="solid"/>
          </a:ln>
        </p:spPr>
      </p:sp>
      <p:sp>
        <p:nvSpPr>
          <p:cNvPr id="1468" name="01_find_only_1467">
            <a:extLst>
              <a:ext uri="{FF2B5EF4-FFF2-40B4-BE49-F238E27FC236}">
                <a16:creationId xmlns:a16="http://schemas.microsoft.com/office/drawing/2014/main" id="{3DB96E67-45EB-4B9C-A0D0-12D752B9E0AA}"/>
              </a:ext>
            </a:extLst>
          </p:cNvPr>
          <p:cNvSpPr>
            <a:spLocks noGrp="1"/>
          </p:cNvSpPr>
          <p:nvPr/>
        </p:nvSpPr>
        <p:spPr>
          <a:xfrm>
            <a:off x="4162260" y="2855402"/>
            <a:ext cx="28398" cy="28398"/>
          </a:xfrm>
          <a:prstGeom prst="ellipse">
            <a:avLst/>
          </a:prstGeom>
          <a:solidFill>
            <a:srgbClr val="7F8C97">
              <a:alpha val="48000"/>
            </a:srgbClr>
          </a:solidFill>
          <a:ln w="0">
            <a:noFill/>
            <a:prstDash val="solid"/>
          </a:ln>
        </p:spPr>
      </p:sp>
      <p:sp>
        <p:nvSpPr>
          <p:cNvPr id="1469" name="01_find_only_1468">
            <a:extLst>
              <a:ext uri="{FF2B5EF4-FFF2-40B4-BE49-F238E27FC236}">
                <a16:creationId xmlns:a16="http://schemas.microsoft.com/office/drawing/2014/main" id="{B6525D89-999C-4330-B50E-7EDB720B0B32}"/>
              </a:ext>
            </a:extLst>
          </p:cNvPr>
          <p:cNvSpPr>
            <a:spLocks noGrp="1"/>
          </p:cNvSpPr>
          <p:nvPr/>
        </p:nvSpPr>
        <p:spPr>
          <a:xfrm>
            <a:off x="4197265" y="3278074"/>
            <a:ext cx="28398" cy="28398"/>
          </a:xfrm>
          <a:prstGeom prst="ellipse">
            <a:avLst/>
          </a:prstGeom>
          <a:solidFill>
            <a:srgbClr val="7F8C97">
              <a:alpha val="48000"/>
            </a:srgbClr>
          </a:solidFill>
          <a:ln w="0">
            <a:noFill/>
            <a:prstDash val="solid"/>
          </a:ln>
        </p:spPr>
      </p:sp>
      <p:sp>
        <p:nvSpPr>
          <p:cNvPr id="1470" name="01_find_only_1469">
            <a:extLst>
              <a:ext uri="{FF2B5EF4-FFF2-40B4-BE49-F238E27FC236}">
                <a16:creationId xmlns:a16="http://schemas.microsoft.com/office/drawing/2014/main" id="{38435BB0-EBD6-48CF-8A6D-B7D8299910EB}"/>
              </a:ext>
            </a:extLst>
          </p:cNvPr>
          <p:cNvSpPr>
            <a:spLocks noGrp="1"/>
          </p:cNvSpPr>
          <p:nvPr/>
        </p:nvSpPr>
        <p:spPr>
          <a:xfrm>
            <a:off x="4215769" y="2855402"/>
            <a:ext cx="28398" cy="28398"/>
          </a:xfrm>
          <a:prstGeom prst="ellipse">
            <a:avLst/>
          </a:prstGeom>
          <a:solidFill>
            <a:srgbClr val="7F8C97">
              <a:alpha val="48000"/>
            </a:srgbClr>
          </a:solidFill>
          <a:ln w="0">
            <a:noFill/>
            <a:prstDash val="solid"/>
          </a:ln>
        </p:spPr>
      </p:sp>
      <p:sp>
        <p:nvSpPr>
          <p:cNvPr id="1471" name="01_find_only_1470">
            <a:extLst>
              <a:ext uri="{FF2B5EF4-FFF2-40B4-BE49-F238E27FC236}">
                <a16:creationId xmlns:a16="http://schemas.microsoft.com/office/drawing/2014/main" id="{26F93D80-63DC-4428-AABA-B5EB904114BE}"/>
              </a:ext>
            </a:extLst>
          </p:cNvPr>
          <p:cNvSpPr>
            <a:spLocks noGrp="1"/>
          </p:cNvSpPr>
          <p:nvPr/>
        </p:nvSpPr>
        <p:spPr>
          <a:xfrm>
            <a:off x="4204514" y="3278074"/>
            <a:ext cx="28398" cy="28398"/>
          </a:xfrm>
          <a:prstGeom prst="ellipse">
            <a:avLst/>
          </a:prstGeom>
          <a:solidFill>
            <a:srgbClr val="7F8C97">
              <a:alpha val="48000"/>
            </a:srgbClr>
          </a:solidFill>
          <a:ln w="0">
            <a:noFill/>
            <a:prstDash val="solid"/>
          </a:ln>
        </p:spPr>
      </p:sp>
      <p:sp>
        <p:nvSpPr>
          <p:cNvPr id="1472" name="01_find_only_1471">
            <a:extLst>
              <a:ext uri="{FF2B5EF4-FFF2-40B4-BE49-F238E27FC236}">
                <a16:creationId xmlns:a16="http://schemas.microsoft.com/office/drawing/2014/main" id="{C13DC049-1665-4488-AB8F-CF03D2962B4D}"/>
              </a:ext>
            </a:extLst>
          </p:cNvPr>
          <p:cNvSpPr>
            <a:spLocks noGrp="1"/>
          </p:cNvSpPr>
          <p:nvPr/>
        </p:nvSpPr>
        <p:spPr>
          <a:xfrm>
            <a:off x="4194403" y="4123418"/>
            <a:ext cx="28398" cy="28398"/>
          </a:xfrm>
          <a:prstGeom prst="ellipse">
            <a:avLst/>
          </a:prstGeom>
          <a:solidFill>
            <a:srgbClr val="7F8C97">
              <a:alpha val="48000"/>
            </a:srgbClr>
          </a:solidFill>
          <a:ln w="0">
            <a:noFill/>
            <a:prstDash val="solid"/>
          </a:ln>
        </p:spPr>
      </p:sp>
      <p:sp>
        <p:nvSpPr>
          <p:cNvPr id="1473" name="01_find_only_1472">
            <a:extLst>
              <a:ext uri="{FF2B5EF4-FFF2-40B4-BE49-F238E27FC236}">
                <a16:creationId xmlns:a16="http://schemas.microsoft.com/office/drawing/2014/main" id="{DCA98798-758B-4EA0-BDFE-0832A5876073}"/>
              </a:ext>
            </a:extLst>
          </p:cNvPr>
          <p:cNvSpPr>
            <a:spLocks noGrp="1"/>
          </p:cNvSpPr>
          <p:nvPr/>
        </p:nvSpPr>
        <p:spPr>
          <a:xfrm>
            <a:off x="4171035" y="2855402"/>
            <a:ext cx="28398" cy="28398"/>
          </a:xfrm>
          <a:prstGeom prst="ellipse">
            <a:avLst/>
          </a:prstGeom>
          <a:solidFill>
            <a:srgbClr val="7F8C97">
              <a:alpha val="48000"/>
            </a:srgbClr>
          </a:solidFill>
          <a:ln w="0">
            <a:noFill/>
            <a:prstDash val="solid"/>
          </a:ln>
        </p:spPr>
      </p:sp>
      <p:sp>
        <p:nvSpPr>
          <p:cNvPr id="1474" name="01_find_only_1473">
            <a:extLst>
              <a:ext uri="{FF2B5EF4-FFF2-40B4-BE49-F238E27FC236}">
                <a16:creationId xmlns:a16="http://schemas.microsoft.com/office/drawing/2014/main" id="{A3AF5464-6973-4D1C-A617-5D38B73090D2}"/>
              </a:ext>
            </a:extLst>
          </p:cNvPr>
          <p:cNvSpPr>
            <a:spLocks noGrp="1"/>
          </p:cNvSpPr>
          <p:nvPr/>
        </p:nvSpPr>
        <p:spPr>
          <a:xfrm>
            <a:off x="4168173" y="3360413"/>
            <a:ext cx="28398" cy="28398"/>
          </a:xfrm>
          <a:prstGeom prst="ellipse">
            <a:avLst/>
          </a:prstGeom>
          <a:solidFill>
            <a:srgbClr val="7F8C97">
              <a:alpha val="48000"/>
            </a:srgbClr>
          </a:solidFill>
          <a:ln w="0">
            <a:noFill/>
            <a:prstDash val="solid"/>
          </a:ln>
        </p:spPr>
      </p:sp>
      <p:sp>
        <p:nvSpPr>
          <p:cNvPr id="1475" name="01_find_only_1474">
            <a:extLst>
              <a:ext uri="{FF2B5EF4-FFF2-40B4-BE49-F238E27FC236}">
                <a16:creationId xmlns:a16="http://schemas.microsoft.com/office/drawing/2014/main" id="{2C1FC1D0-A53A-44D5-A270-11E0FB7EFF9B}"/>
              </a:ext>
            </a:extLst>
          </p:cNvPr>
          <p:cNvSpPr>
            <a:spLocks noGrp="1"/>
          </p:cNvSpPr>
          <p:nvPr/>
        </p:nvSpPr>
        <p:spPr>
          <a:xfrm>
            <a:off x="4136411" y="2855402"/>
            <a:ext cx="28398" cy="28398"/>
          </a:xfrm>
          <a:prstGeom prst="ellipse">
            <a:avLst/>
          </a:prstGeom>
          <a:solidFill>
            <a:srgbClr val="7F8C97">
              <a:alpha val="48000"/>
            </a:srgbClr>
          </a:solidFill>
          <a:ln w="0">
            <a:noFill/>
            <a:prstDash val="solid"/>
          </a:ln>
        </p:spPr>
      </p:sp>
      <p:sp>
        <p:nvSpPr>
          <p:cNvPr id="1476" name="01_find_only_1475">
            <a:extLst>
              <a:ext uri="{FF2B5EF4-FFF2-40B4-BE49-F238E27FC236}">
                <a16:creationId xmlns:a16="http://schemas.microsoft.com/office/drawing/2014/main" id="{275769D8-554A-49F8-B35B-0A9C4BC981E9}"/>
              </a:ext>
            </a:extLst>
          </p:cNvPr>
          <p:cNvSpPr>
            <a:spLocks noGrp="1"/>
          </p:cNvSpPr>
          <p:nvPr/>
        </p:nvSpPr>
        <p:spPr>
          <a:xfrm>
            <a:off x="4216055" y="2855402"/>
            <a:ext cx="28398" cy="28398"/>
          </a:xfrm>
          <a:prstGeom prst="ellipse">
            <a:avLst/>
          </a:prstGeom>
          <a:solidFill>
            <a:srgbClr val="7F8C97">
              <a:alpha val="48000"/>
            </a:srgbClr>
          </a:solidFill>
          <a:ln w="0">
            <a:noFill/>
            <a:prstDash val="solid"/>
          </a:ln>
        </p:spPr>
      </p:sp>
      <p:sp>
        <p:nvSpPr>
          <p:cNvPr id="1477" name="01_find_only_1476">
            <a:extLst>
              <a:ext uri="{FF2B5EF4-FFF2-40B4-BE49-F238E27FC236}">
                <a16:creationId xmlns:a16="http://schemas.microsoft.com/office/drawing/2014/main" id="{4E60A289-74BB-4C33-806F-E918F018400A}"/>
              </a:ext>
            </a:extLst>
          </p:cNvPr>
          <p:cNvSpPr>
            <a:spLocks noGrp="1"/>
          </p:cNvSpPr>
          <p:nvPr/>
        </p:nvSpPr>
        <p:spPr>
          <a:xfrm>
            <a:off x="4205945" y="2855402"/>
            <a:ext cx="28398" cy="28398"/>
          </a:xfrm>
          <a:prstGeom prst="ellipse">
            <a:avLst/>
          </a:prstGeom>
          <a:solidFill>
            <a:srgbClr val="7F8C97">
              <a:alpha val="48000"/>
            </a:srgbClr>
          </a:solidFill>
          <a:ln w="0">
            <a:noFill/>
            <a:prstDash val="solid"/>
          </a:ln>
        </p:spPr>
      </p:sp>
      <p:sp>
        <p:nvSpPr>
          <p:cNvPr id="1478" name="01_find_only_1477">
            <a:extLst>
              <a:ext uri="{FF2B5EF4-FFF2-40B4-BE49-F238E27FC236}">
                <a16:creationId xmlns:a16="http://schemas.microsoft.com/office/drawing/2014/main" id="{B921F520-3FD5-47F6-81AC-89AA41AA6792}"/>
              </a:ext>
            </a:extLst>
          </p:cNvPr>
          <p:cNvSpPr>
            <a:spLocks noGrp="1"/>
          </p:cNvSpPr>
          <p:nvPr/>
        </p:nvSpPr>
        <p:spPr>
          <a:xfrm>
            <a:off x="4191542" y="2855402"/>
            <a:ext cx="28398" cy="28398"/>
          </a:xfrm>
          <a:prstGeom prst="ellipse">
            <a:avLst/>
          </a:prstGeom>
          <a:solidFill>
            <a:srgbClr val="7F8C97">
              <a:alpha val="48000"/>
            </a:srgbClr>
          </a:solidFill>
          <a:ln w="0">
            <a:noFill/>
            <a:prstDash val="solid"/>
          </a:ln>
        </p:spPr>
      </p:sp>
      <p:sp>
        <p:nvSpPr>
          <p:cNvPr id="1479" name="01_find_only_1478">
            <a:extLst>
              <a:ext uri="{FF2B5EF4-FFF2-40B4-BE49-F238E27FC236}">
                <a16:creationId xmlns:a16="http://schemas.microsoft.com/office/drawing/2014/main" id="{7416FA48-BAA0-4503-8464-80052F53729F}"/>
              </a:ext>
            </a:extLst>
          </p:cNvPr>
          <p:cNvSpPr>
            <a:spLocks noGrp="1"/>
          </p:cNvSpPr>
          <p:nvPr/>
        </p:nvSpPr>
        <p:spPr>
          <a:xfrm>
            <a:off x="4133073" y="2855402"/>
            <a:ext cx="28398" cy="28398"/>
          </a:xfrm>
          <a:prstGeom prst="ellipse">
            <a:avLst/>
          </a:prstGeom>
          <a:solidFill>
            <a:srgbClr val="7F8C97">
              <a:alpha val="48000"/>
            </a:srgbClr>
          </a:solidFill>
          <a:ln w="0">
            <a:noFill/>
            <a:prstDash val="solid"/>
          </a:ln>
        </p:spPr>
      </p:sp>
      <p:sp>
        <p:nvSpPr>
          <p:cNvPr id="1480" name="01_find_only_1479">
            <a:extLst>
              <a:ext uri="{FF2B5EF4-FFF2-40B4-BE49-F238E27FC236}">
                <a16:creationId xmlns:a16="http://schemas.microsoft.com/office/drawing/2014/main" id="{6CB61175-388F-4CCA-A198-5992E991D4CD}"/>
              </a:ext>
            </a:extLst>
          </p:cNvPr>
          <p:cNvSpPr>
            <a:spLocks noGrp="1"/>
          </p:cNvSpPr>
          <p:nvPr/>
        </p:nvSpPr>
        <p:spPr>
          <a:xfrm>
            <a:off x="4142325" y="3954349"/>
            <a:ext cx="28398" cy="28398"/>
          </a:xfrm>
          <a:prstGeom prst="ellipse">
            <a:avLst/>
          </a:prstGeom>
          <a:solidFill>
            <a:srgbClr val="7F8C97">
              <a:alpha val="48000"/>
            </a:srgbClr>
          </a:solidFill>
          <a:ln w="0">
            <a:noFill/>
            <a:prstDash val="solid"/>
          </a:ln>
        </p:spPr>
      </p:sp>
      <p:sp>
        <p:nvSpPr>
          <p:cNvPr id="1481" name="01_find_only_1480">
            <a:extLst>
              <a:ext uri="{FF2B5EF4-FFF2-40B4-BE49-F238E27FC236}">
                <a16:creationId xmlns:a16="http://schemas.microsoft.com/office/drawing/2014/main" id="{792374DC-7423-40DC-8D7E-75270FEFBBD9}"/>
              </a:ext>
            </a:extLst>
          </p:cNvPr>
          <p:cNvSpPr>
            <a:spLocks noGrp="1"/>
          </p:cNvSpPr>
          <p:nvPr/>
        </p:nvSpPr>
        <p:spPr>
          <a:xfrm>
            <a:off x="4151577" y="2855402"/>
            <a:ext cx="28398" cy="28398"/>
          </a:xfrm>
          <a:prstGeom prst="ellipse">
            <a:avLst/>
          </a:prstGeom>
          <a:solidFill>
            <a:srgbClr val="7F8C97">
              <a:alpha val="48000"/>
            </a:srgbClr>
          </a:solidFill>
          <a:ln w="0">
            <a:noFill/>
            <a:prstDash val="solid"/>
          </a:ln>
        </p:spPr>
      </p:sp>
      <p:sp>
        <p:nvSpPr>
          <p:cNvPr id="1482" name="01_find_only_1481">
            <a:extLst>
              <a:ext uri="{FF2B5EF4-FFF2-40B4-BE49-F238E27FC236}">
                <a16:creationId xmlns:a16="http://schemas.microsoft.com/office/drawing/2014/main" id="{D7005CA9-ACB8-409D-8306-2D86EA65E9CC}"/>
              </a:ext>
            </a:extLst>
          </p:cNvPr>
          <p:cNvSpPr>
            <a:spLocks noGrp="1"/>
          </p:cNvSpPr>
          <p:nvPr/>
        </p:nvSpPr>
        <p:spPr>
          <a:xfrm>
            <a:off x="4192496" y="2855402"/>
            <a:ext cx="28398" cy="28398"/>
          </a:xfrm>
          <a:prstGeom prst="ellipse">
            <a:avLst/>
          </a:prstGeom>
          <a:solidFill>
            <a:srgbClr val="7F8C97">
              <a:alpha val="48000"/>
            </a:srgbClr>
          </a:solidFill>
          <a:ln w="0">
            <a:noFill/>
            <a:prstDash val="solid"/>
          </a:ln>
        </p:spPr>
      </p:sp>
      <p:sp>
        <p:nvSpPr>
          <p:cNvPr id="1483" name="01_find_only_1482">
            <a:extLst>
              <a:ext uri="{FF2B5EF4-FFF2-40B4-BE49-F238E27FC236}">
                <a16:creationId xmlns:a16="http://schemas.microsoft.com/office/drawing/2014/main" id="{9BB15D24-5C7B-4FC6-9232-0BD87EF8F2FE}"/>
              </a:ext>
            </a:extLst>
          </p:cNvPr>
          <p:cNvSpPr>
            <a:spLocks noGrp="1"/>
          </p:cNvSpPr>
          <p:nvPr/>
        </p:nvSpPr>
        <p:spPr>
          <a:xfrm>
            <a:off x="4182862" y="3489410"/>
            <a:ext cx="28398" cy="28398"/>
          </a:xfrm>
          <a:prstGeom prst="ellipse">
            <a:avLst/>
          </a:prstGeom>
          <a:solidFill>
            <a:srgbClr val="7F8C97">
              <a:alpha val="48000"/>
            </a:srgbClr>
          </a:solidFill>
          <a:ln w="0">
            <a:noFill/>
            <a:prstDash val="solid"/>
          </a:ln>
        </p:spPr>
      </p:sp>
      <p:sp>
        <p:nvSpPr>
          <p:cNvPr id="1484" name="01_find_only_1483">
            <a:extLst>
              <a:ext uri="{FF2B5EF4-FFF2-40B4-BE49-F238E27FC236}">
                <a16:creationId xmlns:a16="http://schemas.microsoft.com/office/drawing/2014/main" id="{A52F52AE-66C4-44EF-828F-EAFC708FF099}"/>
              </a:ext>
            </a:extLst>
          </p:cNvPr>
          <p:cNvSpPr>
            <a:spLocks noGrp="1"/>
          </p:cNvSpPr>
          <p:nvPr/>
        </p:nvSpPr>
        <p:spPr>
          <a:xfrm>
            <a:off x="4146331" y="3278074"/>
            <a:ext cx="28398" cy="28398"/>
          </a:xfrm>
          <a:prstGeom prst="ellipse">
            <a:avLst/>
          </a:prstGeom>
          <a:solidFill>
            <a:srgbClr val="7F8C97">
              <a:alpha val="48000"/>
            </a:srgbClr>
          </a:solidFill>
          <a:ln w="0">
            <a:noFill/>
            <a:prstDash val="solid"/>
          </a:ln>
        </p:spPr>
      </p:sp>
      <p:sp>
        <p:nvSpPr>
          <p:cNvPr id="1485" name="01_find_only_1484">
            <a:extLst>
              <a:ext uri="{FF2B5EF4-FFF2-40B4-BE49-F238E27FC236}">
                <a16:creationId xmlns:a16="http://schemas.microsoft.com/office/drawing/2014/main" id="{E6E1C99B-C996-4E27-8E30-DFC19886F187}"/>
              </a:ext>
            </a:extLst>
          </p:cNvPr>
          <p:cNvSpPr>
            <a:spLocks noGrp="1"/>
          </p:cNvSpPr>
          <p:nvPr/>
        </p:nvSpPr>
        <p:spPr>
          <a:xfrm>
            <a:off x="4163595" y="3489410"/>
            <a:ext cx="28398" cy="28398"/>
          </a:xfrm>
          <a:prstGeom prst="ellipse">
            <a:avLst/>
          </a:prstGeom>
          <a:solidFill>
            <a:srgbClr val="7F8C97">
              <a:alpha val="48000"/>
            </a:srgbClr>
          </a:solidFill>
          <a:ln w="0">
            <a:noFill/>
            <a:prstDash val="solid"/>
          </a:ln>
        </p:spPr>
      </p:sp>
      <p:sp>
        <p:nvSpPr>
          <p:cNvPr id="1486" name="01_find_only_1485">
            <a:extLst>
              <a:ext uri="{FF2B5EF4-FFF2-40B4-BE49-F238E27FC236}">
                <a16:creationId xmlns:a16="http://schemas.microsoft.com/office/drawing/2014/main" id="{615C5AE7-3EC8-492A-9034-D332640CF63F}"/>
              </a:ext>
            </a:extLst>
          </p:cNvPr>
          <p:cNvSpPr>
            <a:spLocks noGrp="1"/>
          </p:cNvSpPr>
          <p:nvPr/>
        </p:nvSpPr>
        <p:spPr>
          <a:xfrm>
            <a:off x="4129830" y="4078132"/>
            <a:ext cx="28398" cy="28398"/>
          </a:xfrm>
          <a:prstGeom prst="ellipse">
            <a:avLst/>
          </a:prstGeom>
          <a:solidFill>
            <a:srgbClr val="7F8C97">
              <a:alpha val="48000"/>
            </a:srgbClr>
          </a:solidFill>
          <a:ln w="0">
            <a:noFill/>
            <a:prstDash val="solid"/>
          </a:ln>
        </p:spPr>
      </p:sp>
      <p:sp>
        <p:nvSpPr>
          <p:cNvPr id="1487" name="01_find_only_1486">
            <a:extLst>
              <a:ext uri="{FF2B5EF4-FFF2-40B4-BE49-F238E27FC236}">
                <a16:creationId xmlns:a16="http://schemas.microsoft.com/office/drawing/2014/main" id="{B302D77E-8403-45BF-BCD8-8DC2EB1CE6C6}"/>
              </a:ext>
            </a:extLst>
          </p:cNvPr>
          <p:cNvSpPr>
            <a:spLocks noGrp="1"/>
          </p:cNvSpPr>
          <p:nvPr/>
        </p:nvSpPr>
        <p:spPr>
          <a:xfrm>
            <a:off x="2673000" y="2806200"/>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1488" name="01_find_only_1487">
            <a:extLst>
              <a:ext uri="{FF2B5EF4-FFF2-40B4-BE49-F238E27FC236}">
                <a16:creationId xmlns:a16="http://schemas.microsoft.com/office/drawing/2014/main" id="{73A2E758-23FD-416E-BD3E-877240DC7223}"/>
              </a:ext>
            </a:extLst>
          </p:cNvPr>
          <p:cNvSpPr>
            <a:spLocks noGrp="1"/>
          </p:cNvSpPr>
          <p:nvPr/>
        </p:nvSpPr>
        <p:spPr>
          <a:xfrm>
            <a:off x="2673000" y="4201018"/>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1489" name="text_1488">
            <a:extLst>
              <a:ext uri="{FF2B5EF4-FFF2-40B4-BE49-F238E27FC236}">
                <a16:creationId xmlns:a16="http://schemas.microsoft.com/office/drawing/2014/main" id="{6315D79B-440A-4764-9C1D-717803A36878}"/>
              </a:ext>
            </a:extLst>
          </p:cNvPr>
          <p:cNvSpPr>
            <a:spLocks noGrp="1"/>
          </p:cNvSpPr>
          <p:nvPr/>
        </p:nvSpPr>
        <p:spPr>
          <a:xfrm>
            <a:off x="2446200" y="2615448"/>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1490" name="text_1489">
            <a:extLst>
              <a:ext uri="{FF2B5EF4-FFF2-40B4-BE49-F238E27FC236}">
                <a16:creationId xmlns:a16="http://schemas.microsoft.com/office/drawing/2014/main" id="{2C366FDA-7B0B-4666-B63D-CF36766AF1FF}"/>
              </a:ext>
            </a:extLst>
          </p:cNvPr>
          <p:cNvSpPr>
            <a:spLocks noGrp="1"/>
          </p:cNvSpPr>
          <p:nvPr/>
        </p:nvSpPr>
        <p:spPr>
          <a:xfrm>
            <a:off x="2673000" y="2606620"/>
            <a:ext cx="77461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CA2</a:t>
            </a:r>
          </a:p>
        </p:txBody>
      </p:sp>
      <p:sp>
        <p:nvSpPr>
          <p:cNvPr id="1491" name="01_find_only_1490">
            <a:extLst>
              <a:ext uri="{FF2B5EF4-FFF2-40B4-BE49-F238E27FC236}">
                <a16:creationId xmlns:a16="http://schemas.microsoft.com/office/drawing/2014/main" id="{B6FA0DEB-4EE4-4409-86AD-BFF0C58B32C4}"/>
              </a:ext>
            </a:extLst>
          </p:cNvPr>
          <p:cNvSpPr>
            <a:spLocks noGrp="1"/>
          </p:cNvSpPr>
          <p:nvPr/>
        </p:nvSpPr>
        <p:spPr>
          <a:xfrm>
            <a:off x="2688000" y="3335063"/>
            <a:ext cx="1500000" cy="802554"/>
          </a:xfrm>
          <a:custGeom>
            <a:avLst/>
            <a:gdLst/>
            <a:ahLst/>
            <a:cxnLst/>
            <a:rect l="0" t="0" r="0" b="0"/>
            <a:pathLst>
              <a:path w="1500000" h="802554">
                <a:moveTo>
                  <a:pt x="0" y="802554"/>
                </a:moveTo>
                <a:lnTo>
                  <a:pt x="14493" y="801176"/>
                </a:lnTo>
                <a:lnTo>
                  <a:pt x="15217" y="801028"/>
                </a:lnTo>
                <a:lnTo>
                  <a:pt x="19231" y="800233"/>
                </a:lnTo>
                <a:lnTo>
                  <a:pt x="19565" y="798734"/>
                </a:lnTo>
                <a:lnTo>
                  <a:pt x="25000" y="797701"/>
                </a:lnTo>
                <a:lnTo>
                  <a:pt x="26316" y="796349"/>
                </a:lnTo>
                <a:lnTo>
                  <a:pt x="27778" y="796257"/>
                </a:lnTo>
                <a:lnTo>
                  <a:pt x="28986" y="793916"/>
                </a:lnTo>
                <a:lnTo>
                  <a:pt x="32051" y="792511"/>
                </a:lnTo>
                <a:lnTo>
                  <a:pt x="33333" y="791355"/>
                </a:lnTo>
                <a:lnTo>
                  <a:pt x="35714" y="791324"/>
                </a:lnTo>
                <a:lnTo>
                  <a:pt x="36957" y="788883"/>
                </a:lnTo>
                <a:lnTo>
                  <a:pt x="40984" y="787549"/>
                </a:lnTo>
                <a:lnTo>
                  <a:pt x="42391" y="782676"/>
                </a:lnTo>
                <a:lnTo>
                  <a:pt x="48387" y="781286"/>
                </a:lnTo>
                <a:lnTo>
                  <a:pt x="49180" y="781079"/>
                </a:lnTo>
                <a:lnTo>
                  <a:pt x="50000" y="781079"/>
                </a:lnTo>
                <a:lnTo>
                  <a:pt x="51282" y="779453"/>
                </a:lnTo>
                <a:lnTo>
                  <a:pt x="55556" y="778430"/>
                </a:lnTo>
                <a:lnTo>
                  <a:pt x="56522" y="775069"/>
                </a:lnTo>
                <a:lnTo>
                  <a:pt x="62500" y="774170"/>
                </a:lnTo>
                <a:lnTo>
                  <a:pt x="63043" y="764531"/>
                </a:lnTo>
                <a:lnTo>
                  <a:pt x="68966" y="763211"/>
                </a:lnTo>
                <a:lnTo>
                  <a:pt x="69565" y="762755"/>
                </a:lnTo>
                <a:lnTo>
                  <a:pt x="71429" y="762649"/>
                </a:lnTo>
                <a:lnTo>
                  <a:pt x="72826" y="756328"/>
                </a:lnTo>
                <a:lnTo>
                  <a:pt x="76923" y="754939"/>
                </a:lnTo>
                <a:lnTo>
                  <a:pt x="78261" y="753455"/>
                </a:lnTo>
                <a:lnTo>
                  <a:pt x="83333" y="752771"/>
                </a:lnTo>
                <a:lnTo>
                  <a:pt x="83696" y="734149"/>
                </a:lnTo>
                <a:lnTo>
                  <a:pt x="90909" y="733261"/>
                </a:lnTo>
                <a:lnTo>
                  <a:pt x="91667" y="732376"/>
                </a:lnTo>
                <a:lnTo>
                  <a:pt x="96154" y="731401"/>
                </a:lnTo>
                <a:lnTo>
                  <a:pt x="97222" y="730205"/>
                </a:lnTo>
                <a:lnTo>
                  <a:pt x="100000" y="730027"/>
                </a:lnTo>
                <a:lnTo>
                  <a:pt x="101087" y="719725"/>
                </a:lnTo>
                <a:lnTo>
                  <a:pt x="107143" y="718395"/>
                </a:lnTo>
                <a:lnTo>
                  <a:pt x="108333" y="716162"/>
                </a:lnTo>
                <a:lnTo>
                  <a:pt x="111111" y="715938"/>
                </a:lnTo>
                <a:lnTo>
                  <a:pt x="111111" y="712592"/>
                </a:lnTo>
                <a:lnTo>
                  <a:pt x="115385" y="712439"/>
                </a:lnTo>
                <a:lnTo>
                  <a:pt x="116304" y="710868"/>
                </a:lnTo>
                <a:lnTo>
                  <a:pt x="125000" y="710047"/>
                </a:lnTo>
                <a:lnTo>
                  <a:pt x="126087" y="674736"/>
                </a:lnTo>
                <a:lnTo>
                  <a:pt x="134409" y="673334"/>
                </a:lnTo>
                <a:lnTo>
                  <a:pt x="134615" y="671805"/>
                </a:lnTo>
                <a:lnTo>
                  <a:pt x="138889" y="670809"/>
                </a:lnTo>
                <a:lnTo>
                  <a:pt x="140217" y="668947"/>
                </a:lnTo>
                <a:lnTo>
                  <a:pt x="142857" y="668676"/>
                </a:lnTo>
                <a:lnTo>
                  <a:pt x="143478" y="662474"/>
                </a:lnTo>
                <a:lnTo>
                  <a:pt x="150000" y="661771"/>
                </a:lnTo>
                <a:lnTo>
                  <a:pt x="151087" y="660837"/>
                </a:lnTo>
                <a:lnTo>
                  <a:pt x="153846" y="660579"/>
                </a:lnTo>
                <a:lnTo>
                  <a:pt x="155172" y="659139"/>
                </a:lnTo>
                <a:lnTo>
                  <a:pt x="156250" y="659017"/>
                </a:lnTo>
                <a:lnTo>
                  <a:pt x="157609" y="657657"/>
                </a:lnTo>
                <a:lnTo>
                  <a:pt x="166667" y="656815"/>
                </a:lnTo>
                <a:lnTo>
                  <a:pt x="167391" y="618983"/>
                </a:lnTo>
                <a:lnTo>
                  <a:pt x="173077" y="618555"/>
                </a:lnTo>
                <a:lnTo>
                  <a:pt x="173913" y="617225"/>
                </a:lnTo>
                <a:lnTo>
                  <a:pt x="178571" y="616246"/>
                </a:lnTo>
                <a:lnTo>
                  <a:pt x="179487" y="614622"/>
                </a:lnTo>
                <a:lnTo>
                  <a:pt x="187500" y="613825"/>
                </a:lnTo>
                <a:lnTo>
                  <a:pt x="188406" y="605336"/>
                </a:lnTo>
                <a:lnTo>
                  <a:pt x="192308" y="604559"/>
                </a:lnTo>
                <a:lnTo>
                  <a:pt x="193478" y="603636"/>
                </a:lnTo>
                <a:lnTo>
                  <a:pt x="200000" y="602441"/>
                </a:lnTo>
                <a:lnTo>
                  <a:pt x="201299" y="591990"/>
                </a:lnTo>
                <a:lnTo>
                  <a:pt x="208333" y="591322"/>
                </a:lnTo>
                <a:lnTo>
                  <a:pt x="209677" y="587098"/>
                </a:lnTo>
                <a:lnTo>
                  <a:pt x="211538" y="586577"/>
                </a:lnTo>
                <a:lnTo>
                  <a:pt x="212121" y="585093"/>
                </a:lnTo>
                <a:lnTo>
                  <a:pt x="214286" y="585078"/>
                </a:lnTo>
                <a:lnTo>
                  <a:pt x="215217" y="580095"/>
                </a:lnTo>
                <a:lnTo>
                  <a:pt x="222222" y="579630"/>
                </a:lnTo>
                <a:lnTo>
                  <a:pt x="222222" y="577269"/>
                </a:lnTo>
                <a:lnTo>
                  <a:pt x="227174" y="575867"/>
                </a:lnTo>
                <a:lnTo>
                  <a:pt x="228261" y="575192"/>
                </a:lnTo>
                <a:lnTo>
                  <a:pt x="231884" y="573866"/>
                </a:lnTo>
                <a:lnTo>
                  <a:pt x="231884" y="573764"/>
                </a:lnTo>
                <a:lnTo>
                  <a:pt x="241379" y="572481"/>
                </a:lnTo>
                <a:lnTo>
                  <a:pt x="242424" y="571997"/>
                </a:lnTo>
                <a:lnTo>
                  <a:pt x="250000" y="571619"/>
                </a:lnTo>
                <a:lnTo>
                  <a:pt x="251087" y="444126"/>
                </a:lnTo>
                <a:lnTo>
                  <a:pt x="262821" y="442717"/>
                </a:lnTo>
                <a:lnTo>
                  <a:pt x="264130" y="442146"/>
                </a:lnTo>
                <a:lnTo>
                  <a:pt x="269231" y="441757"/>
                </a:lnTo>
                <a:lnTo>
                  <a:pt x="269565" y="440289"/>
                </a:lnTo>
                <a:lnTo>
                  <a:pt x="275000" y="439227"/>
                </a:lnTo>
                <a:lnTo>
                  <a:pt x="275862" y="438066"/>
                </a:lnTo>
                <a:lnTo>
                  <a:pt x="277778" y="438050"/>
                </a:lnTo>
                <a:lnTo>
                  <a:pt x="277778" y="435295"/>
                </a:lnTo>
                <a:lnTo>
                  <a:pt x="285714" y="434445"/>
                </a:lnTo>
                <a:lnTo>
                  <a:pt x="286957" y="432053"/>
                </a:lnTo>
                <a:lnTo>
                  <a:pt x="291667" y="430889"/>
                </a:lnTo>
                <a:lnTo>
                  <a:pt x="292391" y="427596"/>
                </a:lnTo>
                <a:lnTo>
                  <a:pt x="300000" y="426929"/>
                </a:lnTo>
                <a:lnTo>
                  <a:pt x="301282" y="421095"/>
                </a:lnTo>
                <a:lnTo>
                  <a:pt x="306452" y="419688"/>
                </a:lnTo>
                <a:lnTo>
                  <a:pt x="307692" y="418915"/>
                </a:lnTo>
                <a:lnTo>
                  <a:pt x="312500" y="418235"/>
                </a:lnTo>
                <a:lnTo>
                  <a:pt x="313853" y="413761"/>
                </a:lnTo>
                <a:lnTo>
                  <a:pt x="321429" y="412516"/>
                </a:lnTo>
                <a:lnTo>
                  <a:pt x="322826" y="411366"/>
                </a:lnTo>
                <a:lnTo>
                  <a:pt x="327586" y="410197"/>
                </a:lnTo>
                <a:lnTo>
                  <a:pt x="327957" y="409876"/>
                </a:lnTo>
                <a:lnTo>
                  <a:pt x="333333" y="409769"/>
                </a:lnTo>
                <a:lnTo>
                  <a:pt x="333333" y="366556"/>
                </a:lnTo>
                <a:lnTo>
                  <a:pt x="346154" y="365566"/>
                </a:lnTo>
                <a:lnTo>
                  <a:pt x="346739" y="364914"/>
                </a:lnTo>
                <a:lnTo>
                  <a:pt x="357143" y="364343"/>
                </a:lnTo>
                <a:lnTo>
                  <a:pt x="358333" y="359794"/>
                </a:lnTo>
                <a:lnTo>
                  <a:pt x="363636" y="358675"/>
                </a:lnTo>
                <a:lnTo>
                  <a:pt x="364130" y="357985"/>
                </a:lnTo>
                <a:lnTo>
                  <a:pt x="375000" y="357153"/>
                </a:lnTo>
                <a:lnTo>
                  <a:pt x="376344" y="340119"/>
                </a:lnTo>
                <a:lnTo>
                  <a:pt x="388889" y="339071"/>
                </a:lnTo>
                <a:lnTo>
                  <a:pt x="390217" y="338253"/>
                </a:lnTo>
                <a:lnTo>
                  <a:pt x="397436" y="336848"/>
                </a:lnTo>
                <a:lnTo>
                  <a:pt x="398268" y="336635"/>
                </a:lnTo>
                <a:lnTo>
                  <a:pt x="400000" y="336635"/>
                </a:lnTo>
                <a:lnTo>
                  <a:pt x="401087" y="331173"/>
                </a:lnTo>
                <a:lnTo>
                  <a:pt x="409091" y="330369"/>
                </a:lnTo>
                <a:lnTo>
                  <a:pt x="410256" y="329634"/>
                </a:lnTo>
                <a:lnTo>
                  <a:pt x="416667" y="329512"/>
                </a:lnTo>
                <a:lnTo>
                  <a:pt x="417749" y="318962"/>
                </a:lnTo>
                <a:lnTo>
                  <a:pt x="428571" y="317685"/>
                </a:lnTo>
                <a:lnTo>
                  <a:pt x="429487" y="316582"/>
                </a:lnTo>
                <a:lnTo>
                  <a:pt x="437500" y="316327"/>
                </a:lnTo>
                <a:lnTo>
                  <a:pt x="437500" y="314556"/>
                </a:lnTo>
                <a:lnTo>
                  <a:pt x="454545" y="313675"/>
                </a:lnTo>
                <a:lnTo>
                  <a:pt x="455128" y="312910"/>
                </a:lnTo>
                <a:lnTo>
                  <a:pt x="458333" y="312910"/>
                </a:lnTo>
                <a:lnTo>
                  <a:pt x="458874" y="310400"/>
                </a:lnTo>
                <a:lnTo>
                  <a:pt x="464286" y="309975"/>
                </a:lnTo>
                <a:lnTo>
                  <a:pt x="465368" y="308933"/>
                </a:lnTo>
                <a:lnTo>
                  <a:pt x="480769" y="307692"/>
                </a:lnTo>
                <a:lnTo>
                  <a:pt x="480769" y="307329"/>
                </a:lnTo>
                <a:lnTo>
                  <a:pt x="500000" y="307025"/>
                </a:lnTo>
                <a:lnTo>
                  <a:pt x="500000" y="98098"/>
                </a:lnTo>
                <a:lnTo>
                  <a:pt x="541667" y="97107"/>
                </a:lnTo>
                <a:lnTo>
                  <a:pt x="541667" y="96517"/>
                </a:lnTo>
                <a:lnTo>
                  <a:pt x="583333" y="95430"/>
                </a:lnTo>
                <a:lnTo>
                  <a:pt x="583333" y="87048"/>
                </a:lnTo>
                <a:lnTo>
                  <a:pt x="600000" y="86487"/>
                </a:lnTo>
                <a:lnTo>
                  <a:pt x="600000" y="83535"/>
                </a:lnTo>
                <a:lnTo>
                  <a:pt x="625000" y="83417"/>
                </a:lnTo>
                <a:lnTo>
                  <a:pt x="625000" y="76481"/>
                </a:lnTo>
                <a:lnTo>
                  <a:pt x="666667" y="75684"/>
                </a:lnTo>
                <a:lnTo>
                  <a:pt x="666667" y="66711"/>
                </a:lnTo>
                <a:lnTo>
                  <a:pt x="700000" y="65383"/>
                </a:lnTo>
                <a:lnTo>
                  <a:pt x="700000" y="65265"/>
                </a:lnTo>
                <a:lnTo>
                  <a:pt x="714286" y="64674"/>
                </a:lnTo>
                <a:lnTo>
                  <a:pt x="714286" y="63662"/>
                </a:lnTo>
                <a:lnTo>
                  <a:pt x="750000" y="63101"/>
                </a:lnTo>
                <a:lnTo>
                  <a:pt x="750000" y="38898"/>
                </a:lnTo>
                <a:lnTo>
                  <a:pt x="785714" y="38780"/>
                </a:lnTo>
                <a:lnTo>
                  <a:pt x="785714" y="36756"/>
                </a:lnTo>
                <a:lnTo>
                  <a:pt x="875000" y="36284"/>
                </a:lnTo>
                <a:lnTo>
                  <a:pt x="875000" y="33923"/>
                </a:lnTo>
                <a:lnTo>
                  <a:pt x="958333" y="32624"/>
                </a:lnTo>
                <a:lnTo>
                  <a:pt x="958333" y="32506"/>
                </a:lnTo>
                <a:lnTo>
                  <a:pt x="1000000" y="32388"/>
                </a:lnTo>
                <a:lnTo>
                  <a:pt x="1000000" y="17039"/>
                </a:lnTo>
                <a:lnTo>
                  <a:pt x="1083333" y="15791"/>
                </a:lnTo>
                <a:lnTo>
                  <a:pt x="1083333" y="14611"/>
                </a:lnTo>
                <a:lnTo>
                  <a:pt x="1125000" y="14611"/>
                </a:lnTo>
                <a:lnTo>
                  <a:pt x="1125000" y="12840"/>
                </a:lnTo>
                <a:lnTo>
                  <a:pt x="1500000" y="12397"/>
                </a:lnTo>
                <a:lnTo>
                  <a:pt x="1500000" y="0"/>
                </a:lnTo>
                <a:lnTo>
                  <a:pt x="1500000" y="0"/>
                </a:lnTo>
              </a:path>
            </a:pathLst>
          </a:custGeom>
          <a:noFill/>
          <a:ln w="22860">
            <a:solidFill>
              <a:srgbClr val="00878B"/>
            </a:solidFill>
            <a:prstDash val="solid"/>
          </a:ln>
        </p:spPr>
      </p:sp>
      <p:sp>
        <p:nvSpPr>
          <p:cNvPr id="1492" name="01_find_only_1491">
            <a:extLst>
              <a:ext uri="{FF2B5EF4-FFF2-40B4-BE49-F238E27FC236}">
                <a16:creationId xmlns:a16="http://schemas.microsoft.com/office/drawing/2014/main" id="{39468227-010A-45EE-AEC8-B5F929765263}"/>
              </a:ext>
            </a:extLst>
          </p:cNvPr>
          <p:cNvSpPr>
            <a:spLocks noGrp="1"/>
          </p:cNvSpPr>
          <p:nvPr/>
        </p:nvSpPr>
        <p:spPr>
          <a:xfrm>
            <a:off x="2688000" y="3292273"/>
            <a:ext cx="1500000" cy="845344"/>
          </a:xfrm>
          <a:custGeom>
            <a:avLst/>
            <a:gdLst/>
            <a:ahLst/>
            <a:cxnLst/>
            <a:rect l="0" t="0" r="0" b="0"/>
            <a:pathLst>
              <a:path w="1500000" h="845344">
                <a:moveTo>
                  <a:pt x="0" y="845344"/>
                </a:moveTo>
                <a:lnTo>
                  <a:pt x="142857" y="845344"/>
                </a:lnTo>
                <a:lnTo>
                  <a:pt x="142857" y="800058"/>
                </a:lnTo>
                <a:lnTo>
                  <a:pt x="143478" y="800058"/>
                </a:lnTo>
                <a:lnTo>
                  <a:pt x="166667" y="800058"/>
                </a:lnTo>
                <a:lnTo>
                  <a:pt x="166667" y="634008"/>
                </a:lnTo>
                <a:lnTo>
                  <a:pt x="167391" y="634008"/>
                </a:lnTo>
                <a:lnTo>
                  <a:pt x="250000" y="634008"/>
                </a:lnTo>
                <a:lnTo>
                  <a:pt x="250000" y="422672"/>
                </a:lnTo>
                <a:lnTo>
                  <a:pt x="251087" y="422672"/>
                </a:lnTo>
                <a:lnTo>
                  <a:pt x="333333" y="422672"/>
                </a:lnTo>
                <a:lnTo>
                  <a:pt x="333333" y="301909"/>
                </a:lnTo>
                <a:lnTo>
                  <a:pt x="375000" y="301909"/>
                </a:lnTo>
                <a:lnTo>
                  <a:pt x="375000" y="268973"/>
                </a:lnTo>
                <a:lnTo>
                  <a:pt x="376344" y="268973"/>
                </a:lnTo>
                <a:lnTo>
                  <a:pt x="378788" y="268973"/>
                </a:lnTo>
                <a:lnTo>
                  <a:pt x="378788" y="263484"/>
                </a:lnTo>
                <a:lnTo>
                  <a:pt x="385281" y="263484"/>
                </a:lnTo>
                <a:lnTo>
                  <a:pt x="385281" y="257995"/>
                </a:lnTo>
                <a:lnTo>
                  <a:pt x="391775" y="257995"/>
                </a:lnTo>
                <a:lnTo>
                  <a:pt x="391775" y="252505"/>
                </a:lnTo>
                <a:lnTo>
                  <a:pt x="392857" y="252505"/>
                </a:lnTo>
                <a:lnTo>
                  <a:pt x="393939" y="252505"/>
                </a:lnTo>
                <a:lnTo>
                  <a:pt x="393939" y="247016"/>
                </a:lnTo>
                <a:lnTo>
                  <a:pt x="394565" y="247016"/>
                </a:lnTo>
                <a:lnTo>
                  <a:pt x="398268" y="247016"/>
                </a:lnTo>
                <a:lnTo>
                  <a:pt x="398268" y="241527"/>
                </a:lnTo>
                <a:lnTo>
                  <a:pt x="400000" y="241527"/>
                </a:lnTo>
                <a:lnTo>
                  <a:pt x="400000" y="211336"/>
                </a:lnTo>
                <a:lnTo>
                  <a:pt x="401087" y="211336"/>
                </a:lnTo>
                <a:lnTo>
                  <a:pt x="666667" y="211336"/>
                </a:lnTo>
                <a:lnTo>
                  <a:pt x="666667" y="145749"/>
                </a:lnTo>
                <a:lnTo>
                  <a:pt x="750000" y="145749"/>
                </a:lnTo>
                <a:lnTo>
                  <a:pt x="750000" y="1838"/>
                </a:lnTo>
                <a:lnTo>
                  <a:pt x="916667" y="1838"/>
                </a:lnTo>
                <a:lnTo>
                  <a:pt x="916667" y="0"/>
                </a:lnTo>
                <a:lnTo>
                  <a:pt x="1500000" y="0"/>
                </a:lnTo>
                <a:lnTo>
                  <a:pt x="1500000" y="0"/>
                </a:lnTo>
              </a:path>
            </a:pathLst>
          </a:custGeom>
          <a:noFill/>
          <a:ln w="13335">
            <a:solidFill>
              <a:srgbClr val="3A64C8"/>
            </a:solidFill>
            <a:prstDash val="solid"/>
          </a:ln>
        </p:spPr>
      </p:sp>
      <p:sp>
        <p:nvSpPr>
          <p:cNvPr id="1493" name="01_find_only_1492">
            <a:extLst>
              <a:ext uri="{FF2B5EF4-FFF2-40B4-BE49-F238E27FC236}">
                <a16:creationId xmlns:a16="http://schemas.microsoft.com/office/drawing/2014/main" id="{9E03A807-748A-426D-8795-D9D9C0BBFA97}"/>
              </a:ext>
            </a:extLst>
          </p:cNvPr>
          <p:cNvSpPr>
            <a:spLocks noGrp="1"/>
          </p:cNvSpPr>
          <p:nvPr/>
        </p:nvSpPr>
        <p:spPr>
          <a:xfrm>
            <a:off x="2916410" y="3757615"/>
            <a:ext cx="43180" cy="43180"/>
          </a:xfrm>
          <a:prstGeom prst="ellipse">
            <a:avLst/>
          </a:prstGeom>
          <a:solidFill>
            <a:srgbClr val="00878B"/>
          </a:solidFill>
          <a:ln w="4445">
            <a:solidFill>
              <a:srgbClr val="FFFFFF"/>
            </a:solidFill>
            <a:prstDash val="solid"/>
          </a:ln>
        </p:spPr>
      </p:sp>
      <p:sp>
        <p:nvSpPr>
          <p:cNvPr id="1494" name="01_find_only_1493">
            <a:extLst>
              <a:ext uri="{FF2B5EF4-FFF2-40B4-BE49-F238E27FC236}">
                <a16:creationId xmlns:a16="http://schemas.microsoft.com/office/drawing/2014/main" id="{93F188A1-5FF2-44CF-8E77-603FFFED9506}"/>
              </a:ext>
            </a:extLst>
          </p:cNvPr>
          <p:cNvSpPr>
            <a:spLocks noGrp="1"/>
          </p:cNvSpPr>
          <p:nvPr/>
        </p:nvSpPr>
        <p:spPr>
          <a:xfrm>
            <a:off x="3166410" y="3411572"/>
            <a:ext cx="43180" cy="43180"/>
          </a:xfrm>
          <a:prstGeom prst="ellipse">
            <a:avLst/>
          </a:prstGeom>
          <a:solidFill>
            <a:srgbClr val="00878B"/>
          </a:solidFill>
          <a:ln w="4445">
            <a:solidFill>
              <a:srgbClr val="FFFFFF"/>
            </a:solidFill>
            <a:prstDash val="solid"/>
          </a:ln>
        </p:spPr>
      </p:sp>
      <p:sp>
        <p:nvSpPr>
          <p:cNvPr id="1495" name="01_find_only_1494">
            <a:extLst>
              <a:ext uri="{FF2B5EF4-FFF2-40B4-BE49-F238E27FC236}">
                <a16:creationId xmlns:a16="http://schemas.microsoft.com/office/drawing/2014/main" id="{963B7C81-E50A-456C-880B-9EA4909D2F36}"/>
              </a:ext>
            </a:extLst>
          </p:cNvPr>
          <p:cNvSpPr>
            <a:spLocks noGrp="1"/>
          </p:cNvSpPr>
          <p:nvPr/>
        </p:nvSpPr>
        <p:spPr>
          <a:xfrm>
            <a:off x="3666410" y="3330513"/>
            <a:ext cx="43180" cy="43180"/>
          </a:xfrm>
          <a:prstGeom prst="ellipse">
            <a:avLst/>
          </a:prstGeom>
          <a:solidFill>
            <a:srgbClr val="00878B"/>
          </a:solidFill>
          <a:ln w="4445">
            <a:solidFill>
              <a:srgbClr val="FFFFFF"/>
            </a:solidFill>
            <a:prstDash val="solid"/>
          </a:ln>
        </p:spPr>
      </p:sp>
      <p:sp>
        <p:nvSpPr>
          <p:cNvPr id="1496" name="01_find_only_1495">
            <a:extLst>
              <a:ext uri="{FF2B5EF4-FFF2-40B4-BE49-F238E27FC236}">
                <a16:creationId xmlns:a16="http://schemas.microsoft.com/office/drawing/2014/main" id="{AF7EA04A-426D-4500-902A-C5B599C0F46E}"/>
              </a:ext>
            </a:extLst>
          </p:cNvPr>
          <p:cNvSpPr>
            <a:spLocks noGrp="1"/>
          </p:cNvSpPr>
          <p:nvPr/>
        </p:nvSpPr>
        <p:spPr>
          <a:xfrm>
            <a:off x="4166410" y="3313473"/>
            <a:ext cx="43180" cy="43180"/>
          </a:xfrm>
          <a:prstGeom prst="ellipse">
            <a:avLst/>
          </a:prstGeom>
          <a:solidFill>
            <a:srgbClr val="00878B"/>
          </a:solidFill>
          <a:ln w="4445">
            <a:solidFill>
              <a:srgbClr val="FFFFFF"/>
            </a:solidFill>
            <a:prstDash val="solid"/>
          </a:ln>
        </p:spPr>
      </p:sp>
      <p:sp>
        <p:nvSpPr>
          <p:cNvPr id="1497" name="01_find_only_1496">
            <a:extLst>
              <a:ext uri="{FF2B5EF4-FFF2-40B4-BE49-F238E27FC236}">
                <a16:creationId xmlns:a16="http://schemas.microsoft.com/office/drawing/2014/main" id="{6B0FB757-F107-4EC9-B6EA-312FBA514CE0}"/>
              </a:ext>
            </a:extLst>
          </p:cNvPr>
          <p:cNvSpPr>
            <a:spLocks noGrp="1"/>
          </p:cNvSpPr>
          <p:nvPr/>
        </p:nvSpPr>
        <p:spPr>
          <a:xfrm>
            <a:off x="2902079" y="367902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498" name="01_find_only_1497">
            <a:extLst>
              <a:ext uri="{FF2B5EF4-FFF2-40B4-BE49-F238E27FC236}">
                <a16:creationId xmlns:a16="http://schemas.microsoft.com/office/drawing/2014/main" id="{AB68F111-51A9-4D92-9920-972EB0FEF96D}"/>
              </a:ext>
            </a:extLst>
          </p:cNvPr>
          <p:cNvSpPr>
            <a:spLocks noGrp="1"/>
          </p:cNvSpPr>
          <p:nvPr/>
        </p:nvSpPr>
        <p:spPr>
          <a:xfrm>
            <a:off x="3152079" y="346768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499" name="01_find_only_1498">
            <a:extLst>
              <a:ext uri="{FF2B5EF4-FFF2-40B4-BE49-F238E27FC236}">
                <a16:creationId xmlns:a16="http://schemas.microsoft.com/office/drawing/2014/main" id="{482866B7-D01B-4252-96AF-3FA50736784F}"/>
              </a:ext>
            </a:extLst>
          </p:cNvPr>
          <p:cNvSpPr>
            <a:spLocks noGrp="1"/>
          </p:cNvSpPr>
          <p:nvPr/>
        </p:nvSpPr>
        <p:spPr>
          <a:xfrm>
            <a:off x="3652079" y="325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500" name="01_find_only_1499">
            <a:extLst>
              <a:ext uri="{FF2B5EF4-FFF2-40B4-BE49-F238E27FC236}">
                <a16:creationId xmlns:a16="http://schemas.microsoft.com/office/drawing/2014/main" id="{3D6235DE-572D-4FC9-AAAE-BD499088A1C9}"/>
              </a:ext>
            </a:extLst>
          </p:cNvPr>
          <p:cNvSpPr>
            <a:spLocks noGrp="1"/>
          </p:cNvSpPr>
          <p:nvPr/>
        </p:nvSpPr>
        <p:spPr>
          <a:xfrm>
            <a:off x="4152079" y="325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501" name="01_find_only_1500">
            <a:extLst>
              <a:ext uri="{FF2B5EF4-FFF2-40B4-BE49-F238E27FC236}">
                <a16:creationId xmlns:a16="http://schemas.microsoft.com/office/drawing/2014/main" id="{77EDF86E-75C2-420D-A3AB-A91B309B3467}"/>
              </a:ext>
            </a:extLst>
          </p:cNvPr>
          <p:cNvSpPr>
            <a:spLocks noGrp="1"/>
          </p:cNvSpPr>
          <p:nvPr/>
        </p:nvSpPr>
        <p:spPr>
          <a:xfrm>
            <a:off x="4795200" y="2806200"/>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1502" name="01_find_only_1501">
            <a:extLst>
              <a:ext uri="{FF2B5EF4-FFF2-40B4-BE49-F238E27FC236}">
                <a16:creationId xmlns:a16="http://schemas.microsoft.com/office/drawing/2014/main" id="{80B27CF3-2B90-4DD8-B736-4F36465E712F}"/>
              </a:ext>
            </a:extLst>
          </p:cNvPr>
          <p:cNvSpPr>
            <a:spLocks noGrp="1"/>
          </p:cNvSpPr>
          <p:nvPr/>
        </p:nvSpPr>
        <p:spPr>
          <a:xfrm>
            <a:off x="4995200" y="2869601"/>
            <a:ext cx="130000" cy="1268016"/>
          </a:xfrm>
          <a:custGeom>
            <a:avLst/>
            <a:gdLst/>
            <a:ahLst/>
            <a:cxnLst/>
            <a:rect l="0" t="0" r="0" b="0"/>
            <a:pathLst>
              <a:path w="130000" h="1268016">
                <a:moveTo>
                  <a:pt x="130000" y="1268016"/>
                </a:moveTo>
                <a:lnTo>
                  <a:pt x="0" y="1268016"/>
                </a:lnTo>
                <a:lnTo>
                  <a:pt x="721" y="1257449"/>
                </a:lnTo>
                <a:lnTo>
                  <a:pt x="2836" y="1246883"/>
                </a:lnTo>
                <a:lnTo>
                  <a:pt x="6201" y="1236316"/>
                </a:lnTo>
                <a:lnTo>
                  <a:pt x="10594" y="1225749"/>
                </a:lnTo>
                <a:lnTo>
                  <a:pt x="15741" y="1215182"/>
                </a:lnTo>
                <a:lnTo>
                  <a:pt x="21340" y="1204615"/>
                </a:lnTo>
                <a:lnTo>
                  <a:pt x="27093" y="1194049"/>
                </a:lnTo>
                <a:lnTo>
                  <a:pt x="32730" y="1183482"/>
                </a:lnTo>
                <a:lnTo>
                  <a:pt x="38026" y="1172915"/>
                </a:lnTo>
                <a:lnTo>
                  <a:pt x="42818" y="1162348"/>
                </a:lnTo>
                <a:lnTo>
                  <a:pt x="47003" y="1151781"/>
                </a:lnTo>
                <a:lnTo>
                  <a:pt x="50537" y="1141215"/>
                </a:lnTo>
                <a:lnTo>
                  <a:pt x="53427" y="1130648"/>
                </a:lnTo>
                <a:lnTo>
                  <a:pt x="55717" y="1120081"/>
                </a:lnTo>
                <a:lnTo>
                  <a:pt x="57477" y="1109514"/>
                </a:lnTo>
                <a:lnTo>
                  <a:pt x="58790" y="1098947"/>
                </a:lnTo>
                <a:lnTo>
                  <a:pt x="59742" y="1088381"/>
                </a:lnTo>
                <a:lnTo>
                  <a:pt x="60413" y="1077814"/>
                </a:lnTo>
                <a:lnTo>
                  <a:pt x="60873" y="1067247"/>
                </a:lnTo>
                <a:lnTo>
                  <a:pt x="61180" y="1056680"/>
                </a:lnTo>
                <a:lnTo>
                  <a:pt x="61378" y="1046113"/>
                </a:lnTo>
                <a:lnTo>
                  <a:pt x="61499" y="1035547"/>
                </a:lnTo>
                <a:lnTo>
                  <a:pt x="61562" y="1024980"/>
                </a:lnTo>
                <a:lnTo>
                  <a:pt x="61582" y="1014413"/>
                </a:lnTo>
                <a:lnTo>
                  <a:pt x="61565" y="1003846"/>
                </a:lnTo>
                <a:lnTo>
                  <a:pt x="61514" y="993279"/>
                </a:lnTo>
                <a:lnTo>
                  <a:pt x="61429" y="982713"/>
                </a:lnTo>
                <a:lnTo>
                  <a:pt x="61311" y="972146"/>
                </a:lnTo>
                <a:lnTo>
                  <a:pt x="61159" y="961579"/>
                </a:lnTo>
                <a:lnTo>
                  <a:pt x="60973" y="951012"/>
                </a:lnTo>
                <a:lnTo>
                  <a:pt x="60758" y="940445"/>
                </a:lnTo>
                <a:lnTo>
                  <a:pt x="60516" y="929879"/>
                </a:lnTo>
                <a:lnTo>
                  <a:pt x="60253" y="919312"/>
                </a:lnTo>
                <a:lnTo>
                  <a:pt x="59977" y="908745"/>
                </a:lnTo>
                <a:lnTo>
                  <a:pt x="59694" y="898178"/>
                </a:lnTo>
                <a:lnTo>
                  <a:pt x="59414" y="887611"/>
                </a:lnTo>
                <a:lnTo>
                  <a:pt x="59145" y="877045"/>
                </a:lnTo>
                <a:lnTo>
                  <a:pt x="58893" y="866478"/>
                </a:lnTo>
                <a:lnTo>
                  <a:pt x="58664" y="855911"/>
                </a:lnTo>
                <a:lnTo>
                  <a:pt x="58460" y="845344"/>
                </a:lnTo>
                <a:lnTo>
                  <a:pt x="58281" y="834777"/>
                </a:lnTo>
                <a:lnTo>
                  <a:pt x="58122" y="824211"/>
                </a:lnTo>
                <a:lnTo>
                  <a:pt x="57978" y="813644"/>
                </a:lnTo>
                <a:lnTo>
                  <a:pt x="57837" y="803077"/>
                </a:lnTo>
                <a:lnTo>
                  <a:pt x="57690" y="792510"/>
                </a:lnTo>
                <a:lnTo>
                  <a:pt x="57524" y="781943"/>
                </a:lnTo>
                <a:lnTo>
                  <a:pt x="57328" y="771377"/>
                </a:lnTo>
                <a:lnTo>
                  <a:pt x="57093" y="760810"/>
                </a:lnTo>
                <a:lnTo>
                  <a:pt x="56813" y="750243"/>
                </a:lnTo>
                <a:lnTo>
                  <a:pt x="56487" y="739676"/>
                </a:lnTo>
                <a:lnTo>
                  <a:pt x="56120" y="729109"/>
                </a:lnTo>
                <a:lnTo>
                  <a:pt x="55722" y="718543"/>
                </a:lnTo>
                <a:lnTo>
                  <a:pt x="55314" y="707976"/>
                </a:lnTo>
                <a:lnTo>
                  <a:pt x="54918" y="697409"/>
                </a:lnTo>
                <a:lnTo>
                  <a:pt x="54565" y="686842"/>
                </a:lnTo>
                <a:lnTo>
                  <a:pt x="54285" y="676275"/>
                </a:lnTo>
                <a:lnTo>
                  <a:pt x="54110" y="665709"/>
                </a:lnTo>
                <a:lnTo>
                  <a:pt x="54067" y="655142"/>
                </a:lnTo>
                <a:lnTo>
                  <a:pt x="54178" y="644575"/>
                </a:lnTo>
                <a:lnTo>
                  <a:pt x="54453" y="634008"/>
                </a:lnTo>
                <a:lnTo>
                  <a:pt x="54892" y="623441"/>
                </a:lnTo>
                <a:lnTo>
                  <a:pt x="55486" y="612874"/>
                </a:lnTo>
                <a:lnTo>
                  <a:pt x="56212" y="602308"/>
                </a:lnTo>
                <a:lnTo>
                  <a:pt x="57039" y="591741"/>
                </a:lnTo>
                <a:lnTo>
                  <a:pt x="57932" y="581174"/>
                </a:lnTo>
                <a:lnTo>
                  <a:pt x="58854" y="570607"/>
                </a:lnTo>
                <a:lnTo>
                  <a:pt x="59766" y="560040"/>
                </a:lnTo>
                <a:lnTo>
                  <a:pt x="60637" y="549474"/>
                </a:lnTo>
                <a:lnTo>
                  <a:pt x="61441" y="538907"/>
                </a:lnTo>
                <a:lnTo>
                  <a:pt x="62159" y="528340"/>
                </a:lnTo>
                <a:lnTo>
                  <a:pt x="62782" y="517773"/>
                </a:lnTo>
                <a:lnTo>
                  <a:pt x="63306" y="507206"/>
                </a:lnTo>
                <a:lnTo>
                  <a:pt x="63735" y="496640"/>
                </a:lnTo>
                <a:lnTo>
                  <a:pt x="64076" y="486073"/>
                </a:lnTo>
                <a:lnTo>
                  <a:pt x="64341" y="475506"/>
                </a:lnTo>
                <a:lnTo>
                  <a:pt x="64540" y="464939"/>
                </a:lnTo>
                <a:lnTo>
                  <a:pt x="64686" y="454372"/>
                </a:lnTo>
                <a:lnTo>
                  <a:pt x="64790" y="443806"/>
                </a:lnTo>
                <a:lnTo>
                  <a:pt x="64863" y="433239"/>
                </a:lnTo>
                <a:lnTo>
                  <a:pt x="64913" y="422672"/>
                </a:lnTo>
                <a:lnTo>
                  <a:pt x="64946" y="412105"/>
                </a:lnTo>
                <a:lnTo>
                  <a:pt x="64967" y="401538"/>
                </a:lnTo>
                <a:lnTo>
                  <a:pt x="64980" y="390972"/>
                </a:lnTo>
                <a:lnTo>
                  <a:pt x="64989" y="380405"/>
                </a:lnTo>
                <a:lnTo>
                  <a:pt x="64993" y="369838"/>
                </a:lnTo>
                <a:lnTo>
                  <a:pt x="64996" y="359271"/>
                </a:lnTo>
                <a:lnTo>
                  <a:pt x="64998" y="348704"/>
                </a:lnTo>
                <a:lnTo>
                  <a:pt x="64999" y="338138"/>
                </a:lnTo>
                <a:lnTo>
                  <a:pt x="64999" y="327571"/>
                </a:lnTo>
                <a:lnTo>
                  <a:pt x="65000"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0" y="317004"/>
                </a:lnTo>
                <a:lnTo>
                  <a:pt x="65001" y="327571"/>
                </a:lnTo>
                <a:lnTo>
                  <a:pt x="65001" y="338138"/>
                </a:lnTo>
                <a:lnTo>
                  <a:pt x="65002" y="348704"/>
                </a:lnTo>
                <a:lnTo>
                  <a:pt x="65004" y="359271"/>
                </a:lnTo>
                <a:lnTo>
                  <a:pt x="65007" y="369838"/>
                </a:lnTo>
                <a:lnTo>
                  <a:pt x="65011" y="380405"/>
                </a:lnTo>
                <a:lnTo>
                  <a:pt x="65020" y="390972"/>
                </a:lnTo>
                <a:lnTo>
                  <a:pt x="65033" y="401538"/>
                </a:lnTo>
                <a:lnTo>
                  <a:pt x="65054" y="412105"/>
                </a:lnTo>
                <a:lnTo>
                  <a:pt x="65087" y="422672"/>
                </a:lnTo>
                <a:lnTo>
                  <a:pt x="65137" y="433239"/>
                </a:lnTo>
                <a:lnTo>
                  <a:pt x="65210" y="443806"/>
                </a:lnTo>
                <a:lnTo>
                  <a:pt x="65314" y="454372"/>
                </a:lnTo>
                <a:lnTo>
                  <a:pt x="65460" y="464939"/>
                </a:lnTo>
                <a:lnTo>
                  <a:pt x="65659" y="475506"/>
                </a:lnTo>
                <a:lnTo>
                  <a:pt x="65924" y="486073"/>
                </a:lnTo>
                <a:lnTo>
                  <a:pt x="66265" y="496640"/>
                </a:lnTo>
                <a:lnTo>
                  <a:pt x="66694" y="507206"/>
                </a:lnTo>
                <a:lnTo>
                  <a:pt x="67218" y="517773"/>
                </a:lnTo>
                <a:lnTo>
                  <a:pt x="67841" y="528340"/>
                </a:lnTo>
                <a:lnTo>
                  <a:pt x="68559" y="538907"/>
                </a:lnTo>
                <a:lnTo>
                  <a:pt x="69363" y="549474"/>
                </a:lnTo>
                <a:lnTo>
                  <a:pt x="70234" y="560040"/>
                </a:lnTo>
                <a:lnTo>
                  <a:pt x="71146" y="570607"/>
                </a:lnTo>
                <a:lnTo>
                  <a:pt x="72068" y="581174"/>
                </a:lnTo>
                <a:lnTo>
                  <a:pt x="72961" y="591741"/>
                </a:lnTo>
                <a:lnTo>
                  <a:pt x="73788" y="602308"/>
                </a:lnTo>
                <a:lnTo>
                  <a:pt x="74514" y="612874"/>
                </a:lnTo>
                <a:lnTo>
                  <a:pt x="75108" y="623441"/>
                </a:lnTo>
                <a:lnTo>
                  <a:pt x="75547" y="634008"/>
                </a:lnTo>
                <a:lnTo>
                  <a:pt x="75822" y="644575"/>
                </a:lnTo>
                <a:lnTo>
                  <a:pt x="75933" y="655142"/>
                </a:lnTo>
                <a:lnTo>
                  <a:pt x="75890" y="665709"/>
                </a:lnTo>
                <a:lnTo>
                  <a:pt x="75715" y="676275"/>
                </a:lnTo>
                <a:lnTo>
                  <a:pt x="75435" y="686842"/>
                </a:lnTo>
                <a:lnTo>
                  <a:pt x="75082" y="697409"/>
                </a:lnTo>
                <a:lnTo>
                  <a:pt x="74686" y="707976"/>
                </a:lnTo>
                <a:lnTo>
                  <a:pt x="74277" y="718543"/>
                </a:lnTo>
                <a:lnTo>
                  <a:pt x="73880" y="729109"/>
                </a:lnTo>
                <a:lnTo>
                  <a:pt x="73513" y="739676"/>
                </a:lnTo>
                <a:lnTo>
                  <a:pt x="73187" y="750243"/>
                </a:lnTo>
                <a:lnTo>
                  <a:pt x="72907" y="760810"/>
                </a:lnTo>
                <a:lnTo>
                  <a:pt x="72672" y="771377"/>
                </a:lnTo>
                <a:lnTo>
                  <a:pt x="72476" y="781943"/>
                </a:lnTo>
                <a:lnTo>
                  <a:pt x="72310" y="792510"/>
                </a:lnTo>
                <a:lnTo>
                  <a:pt x="72163" y="803077"/>
                </a:lnTo>
                <a:lnTo>
                  <a:pt x="72022" y="813644"/>
                </a:lnTo>
                <a:lnTo>
                  <a:pt x="71878" y="824211"/>
                </a:lnTo>
                <a:lnTo>
                  <a:pt x="71719" y="834777"/>
                </a:lnTo>
                <a:lnTo>
                  <a:pt x="71540" y="845344"/>
                </a:lnTo>
                <a:lnTo>
                  <a:pt x="71336" y="855911"/>
                </a:lnTo>
                <a:lnTo>
                  <a:pt x="71107" y="866478"/>
                </a:lnTo>
                <a:lnTo>
                  <a:pt x="70855" y="877045"/>
                </a:lnTo>
                <a:lnTo>
                  <a:pt x="70586" y="887611"/>
                </a:lnTo>
                <a:lnTo>
                  <a:pt x="70306" y="898178"/>
                </a:lnTo>
                <a:lnTo>
                  <a:pt x="70023" y="908745"/>
                </a:lnTo>
                <a:lnTo>
                  <a:pt x="69747" y="919312"/>
                </a:lnTo>
                <a:lnTo>
                  <a:pt x="69484" y="929879"/>
                </a:lnTo>
                <a:lnTo>
                  <a:pt x="69242" y="940445"/>
                </a:lnTo>
                <a:lnTo>
                  <a:pt x="69027" y="951012"/>
                </a:lnTo>
                <a:lnTo>
                  <a:pt x="68841" y="961579"/>
                </a:lnTo>
                <a:lnTo>
                  <a:pt x="68689" y="972146"/>
                </a:lnTo>
                <a:lnTo>
                  <a:pt x="68571" y="982713"/>
                </a:lnTo>
                <a:lnTo>
                  <a:pt x="68486" y="993279"/>
                </a:lnTo>
                <a:lnTo>
                  <a:pt x="68434" y="1003846"/>
                </a:lnTo>
                <a:lnTo>
                  <a:pt x="68418" y="1014413"/>
                </a:lnTo>
                <a:lnTo>
                  <a:pt x="68438" y="1024980"/>
                </a:lnTo>
                <a:lnTo>
                  <a:pt x="68501" y="1035547"/>
                </a:lnTo>
                <a:lnTo>
                  <a:pt x="68622" y="1046113"/>
                </a:lnTo>
                <a:lnTo>
                  <a:pt x="68820" y="1056680"/>
                </a:lnTo>
                <a:lnTo>
                  <a:pt x="69127" y="1067247"/>
                </a:lnTo>
                <a:lnTo>
                  <a:pt x="69587" y="1077814"/>
                </a:lnTo>
                <a:lnTo>
                  <a:pt x="70258" y="1088381"/>
                </a:lnTo>
                <a:lnTo>
                  <a:pt x="71210" y="1098947"/>
                </a:lnTo>
                <a:lnTo>
                  <a:pt x="72523" y="1109514"/>
                </a:lnTo>
                <a:lnTo>
                  <a:pt x="74283" y="1120081"/>
                </a:lnTo>
                <a:lnTo>
                  <a:pt x="76573" y="1130648"/>
                </a:lnTo>
                <a:lnTo>
                  <a:pt x="79463" y="1141215"/>
                </a:lnTo>
                <a:lnTo>
                  <a:pt x="82997" y="1151781"/>
                </a:lnTo>
                <a:lnTo>
                  <a:pt x="87182" y="1162348"/>
                </a:lnTo>
                <a:lnTo>
                  <a:pt x="91974" y="1172915"/>
                </a:lnTo>
                <a:lnTo>
                  <a:pt x="97270" y="1183482"/>
                </a:lnTo>
                <a:lnTo>
                  <a:pt x="102907" y="1194049"/>
                </a:lnTo>
                <a:lnTo>
                  <a:pt x="108660" y="1204615"/>
                </a:lnTo>
                <a:lnTo>
                  <a:pt x="114259" y="1215182"/>
                </a:lnTo>
                <a:lnTo>
                  <a:pt x="119406" y="1225749"/>
                </a:lnTo>
                <a:lnTo>
                  <a:pt x="123799" y="1236316"/>
                </a:lnTo>
                <a:lnTo>
                  <a:pt x="127164" y="1246883"/>
                </a:lnTo>
                <a:lnTo>
                  <a:pt x="129279"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3" name="01_find_only_1502">
            <a:extLst>
              <a:ext uri="{FF2B5EF4-FFF2-40B4-BE49-F238E27FC236}">
                <a16:creationId xmlns:a16="http://schemas.microsoft.com/office/drawing/2014/main" id="{9357F9BC-9B93-4628-95AC-A1E79942515F}"/>
              </a:ext>
            </a:extLst>
          </p:cNvPr>
          <p:cNvSpPr>
            <a:spLocks noGrp="1"/>
          </p:cNvSpPr>
          <p:nvPr/>
        </p:nvSpPr>
        <p:spPr>
          <a:xfrm>
            <a:off x="5245200" y="2869601"/>
            <a:ext cx="130000" cy="1268016"/>
          </a:xfrm>
          <a:custGeom>
            <a:avLst/>
            <a:gdLst/>
            <a:ahLst/>
            <a:cxnLst/>
            <a:rect l="0" t="0" r="0" b="0"/>
            <a:pathLst>
              <a:path w="130000" h="1268016">
                <a:moveTo>
                  <a:pt x="130000" y="1268016"/>
                </a:moveTo>
                <a:lnTo>
                  <a:pt x="0" y="1268016"/>
                </a:lnTo>
                <a:lnTo>
                  <a:pt x="724" y="1257449"/>
                </a:lnTo>
                <a:lnTo>
                  <a:pt x="2846" y="1246883"/>
                </a:lnTo>
                <a:lnTo>
                  <a:pt x="6222" y="1236316"/>
                </a:lnTo>
                <a:lnTo>
                  <a:pt x="10630" y="1225749"/>
                </a:lnTo>
                <a:lnTo>
                  <a:pt x="15792" y="1215182"/>
                </a:lnTo>
                <a:lnTo>
                  <a:pt x="21405" y="1204615"/>
                </a:lnTo>
                <a:lnTo>
                  <a:pt x="27169" y="1194049"/>
                </a:lnTo>
                <a:lnTo>
                  <a:pt x="32812" y="1183482"/>
                </a:lnTo>
                <a:lnTo>
                  <a:pt x="38109" y="1172915"/>
                </a:lnTo>
                <a:lnTo>
                  <a:pt x="42896" y="1162348"/>
                </a:lnTo>
                <a:lnTo>
                  <a:pt x="47069" y="1151781"/>
                </a:lnTo>
                <a:lnTo>
                  <a:pt x="50585" y="1141215"/>
                </a:lnTo>
                <a:lnTo>
                  <a:pt x="53451" y="1130648"/>
                </a:lnTo>
                <a:lnTo>
                  <a:pt x="55715" y="1120081"/>
                </a:lnTo>
                <a:lnTo>
                  <a:pt x="57447" y="1109514"/>
                </a:lnTo>
                <a:lnTo>
                  <a:pt x="58733" y="1098947"/>
                </a:lnTo>
                <a:lnTo>
                  <a:pt x="59660" y="1088381"/>
                </a:lnTo>
                <a:lnTo>
                  <a:pt x="60310" y="1077814"/>
                </a:lnTo>
                <a:lnTo>
                  <a:pt x="60755" y="1067247"/>
                </a:lnTo>
                <a:lnTo>
                  <a:pt x="61052" y="1056680"/>
                </a:lnTo>
                <a:lnTo>
                  <a:pt x="61247" y="1046113"/>
                </a:lnTo>
                <a:lnTo>
                  <a:pt x="61370" y="1035547"/>
                </a:lnTo>
                <a:lnTo>
                  <a:pt x="61441" y="1024980"/>
                </a:lnTo>
                <a:lnTo>
                  <a:pt x="61473" y="1014413"/>
                </a:lnTo>
                <a:lnTo>
                  <a:pt x="61470" y="1003846"/>
                </a:lnTo>
                <a:lnTo>
                  <a:pt x="61436" y="993279"/>
                </a:lnTo>
                <a:lnTo>
                  <a:pt x="61369" y="982713"/>
                </a:lnTo>
                <a:lnTo>
                  <a:pt x="61269" y="972146"/>
                </a:lnTo>
                <a:lnTo>
                  <a:pt x="61136" y="961579"/>
                </a:lnTo>
                <a:lnTo>
                  <a:pt x="60972" y="951012"/>
                </a:lnTo>
                <a:lnTo>
                  <a:pt x="60780" y="940445"/>
                </a:lnTo>
                <a:lnTo>
                  <a:pt x="60564" y="929879"/>
                </a:lnTo>
                <a:lnTo>
                  <a:pt x="60333" y="919312"/>
                </a:lnTo>
                <a:lnTo>
                  <a:pt x="60094" y="908745"/>
                </a:lnTo>
                <a:lnTo>
                  <a:pt x="59859" y="898178"/>
                </a:lnTo>
                <a:lnTo>
                  <a:pt x="59639" y="887611"/>
                </a:lnTo>
                <a:lnTo>
                  <a:pt x="59445" y="877045"/>
                </a:lnTo>
                <a:lnTo>
                  <a:pt x="59287" y="866478"/>
                </a:lnTo>
                <a:lnTo>
                  <a:pt x="59173" y="855911"/>
                </a:lnTo>
                <a:lnTo>
                  <a:pt x="59108" y="845344"/>
                </a:lnTo>
                <a:lnTo>
                  <a:pt x="59091" y="834777"/>
                </a:lnTo>
                <a:lnTo>
                  <a:pt x="59119" y="824211"/>
                </a:lnTo>
                <a:lnTo>
                  <a:pt x="59181" y="813644"/>
                </a:lnTo>
                <a:lnTo>
                  <a:pt x="59263" y="803077"/>
                </a:lnTo>
                <a:lnTo>
                  <a:pt x="59348" y="792510"/>
                </a:lnTo>
                <a:lnTo>
                  <a:pt x="59415" y="781943"/>
                </a:lnTo>
                <a:lnTo>
                  <a:pt x="59443" y="771377"/>
                </a:lnTo>
                <a:lnTo>
                  <a:pt x="59414" y="760810"/>
                </a:lnTo>
                <a:lnTo>
                  <a:pt x="59312" y="750243"/>
                </a:lnTo>
                <a:lnTo>
                  <a:pt x="59128" y="739676"/>
                </a:lnTo>
                <a:lnTo>
                  <a:pt x="58858" y="729109"/>
                </a:lnTo>
                <a:lnTo>
                  <a:pt x="58508" y="718543"/>
                </a:lnTo>
                <a:lnTo>
                  <a:pt x="58094" y="707976"/>
                </a:lnTo>
                <a:lnTo>
                  <a:pt x="57637" y="697409"/>
                </a:lnTo>
                <a:lnTo>
                  <a:pt x="57166" y="686842"/>
                </a:lnTo>
                <a:lnTo>
                  <a:pt x="56716" y="676275"/>
                </a:lnTo>
                <a:lnTo>
                  <a:pt x="56321" y="665709"/>
                </a:lnTo>
                <a:lnTo>
                  <a:pt x="56012" y="655142"/>
                </a:lnTo>
                <a:lnTo>
                  <a:pt x="55816" y="644575"/>
                </a:lnTo>
                <a:lnTo>
                  <a:pt x="55751" y="634008"/>
                </a:lnTo>
                <a:lnTo>
                  <a:pt x="55824" y="623441"/>
                </a:lnTo>
                <a:lnTo>
                  <a:pt x="56032" y="612874"/>
                </a:lnTo>
                <a:lnTo>
                  <a:pt x="56361" y="602308"/>
                </a:lnTo>
                <a:lnTo>
                  <a:pt x="56787" y="591741"/>
                </a:lnTo>
                <a:lnTo>
                  <a:pt x="57283" y="581174"/>
                </a:lnTo>
                <a:lnTo>
                  <a:pt x="57817" y="570607"/>
                </a:lnTo>
                <a:lnTo>
                  <a:pt x="58359" y="560040"/>
                </a:lnTo>
                <a:lnTo>
                  <a:pt x="58883" y="549474"/>
                </a:lnTo>
                <a:lnTo>
                  <a:pt x="59367" y="538907"/>
                </a:lnTo>
                <a:lnTo>
                  <a:pt x="59797" y="528340"/>
                </a:lnTo>
                <a:lnTo>
                  <a:pt x="60166" y="517773"/>
                </a:lnTo>
                <a:lnTo>
                  <a:pt x="60471" y="507206"/>
                </a:lnTo>
                <a:lnTo>
                  <a:pt x="60717" y="496640"/>
                </a:lnTo>
                <a:lnTo>
                  <a:pt x="60910" y="486073"/>
                </a:lnTo>
                <a:lnTo>
                  <a:pt x="61059" y="475506"/>
                </a:lnTo>
                <a:lnTo>
                  <a:pt x="61173" y="464939"/>
                </a:lnTo>
                <a:lnTo>
                  <a:pt x="61261" y="454372"/>
                </a:lnTo>
                <a:lnTo>
                  <a:pt x="61329" y="443806"/>
                </a:lnTo>
                <a:lnTo>
                  <a:pt x="61384" y="433239"/>
                </a:lnTo>
                <a:lnTo>
                  <a:pt x="61428" y="422672"/>
                </a:lnTo>
                <a:lnTo>
                  <a:pt x="61466" y="412105"/>
                </a:lnTo>
                <a:lnTo>
                  <a:pt x="61499" y="401538"/>
                </a:lnTo>
                <a:lnTo>
                  <a:pt x="61531" y="390972"/>
                </a:lnTo>
                <a:lnTo>
                  <a:pt x="61563" y="380405"/>
                </a:lnTo>
                <a:lnTo>
                  <a:pt x="61599" y="369838"/>
                </a:lnTo>
                <a:lnTo>
                  <a:pt x="61643" y="359271"/>
                </a:lnTo>
                <a:lnTo>
                  <a:pt x="61698" y="348704"/>
                </a:lnTo>
                <a:lnTo>
                  <a:pt x="61768" y="338138"/>
                </a:lnTo>
                <a:lnTo>
                  <a:pt x="61857" y="327571"/>
                </a:lnTo>
                <a:lnTo>
                  <a:pt x="61967" y="317004"/>
                </a:lnTo>
                <a:lnTo>
                  <a:pt x="62100" y="306437"/>
                </a:lnTo>
                <a:lnTo>
                  <a:pt x="62254" y="295870"/>
                </a:lnTo>
                <a:lnTo>
                  <a:pt x="62430" y="285304"/>
                </a:lnTo>
                <a:lnTo>
                  <a:pt x="62622" y="274737"/>
                </a:lnTo>
                <a:lnTo>
                  <a:pt x="62827" y="264170"/>
                </a:lnTo>
                <a:lnTo>
                  <a:pt x="63039" y="253603"/>
                </a:lnTo>
                <a:lnTo>
                  <a:pt x="63250" y="243036"/>
                </a:lnTo>
                <a:lnTo>
                  <a:pt x="63453" y="232470"/>
                </a:lnTo>
                <a:lnTo>
                  <a:pt x="63640" y="221903"/>
                </a:lnTo>
                <a:lnTo>
                  <a:pt x="63803" y="211336"/>
                </a:lnTo>
                <a:lnTo>
                  <a:pt x="63933" y="200769"/>
                </a:lnTo>
                <a:lnTo>
                  <a:pt x="64021" y="190202"/>
                </a:lnTo>
                <a:lnTo>
                  <a:pt x="64057" y="179636"/>
                </a:lnTo>
                <a:lnTo>
                  <a:pt x="64030" y="169069"/>
                </a:lnTo>
                <a:lnTo>
                  <a:pt x="63929" y="158502"/>
                </a:lnTo>
                <a:lnTo>
                  <a:pt x="63744" y="147935"/>
                </a:lnTo>
                <a:lnTo>
                  <a:pt x="63466" y="137368"/>
                </a:lnTo>
                <a:lnTo>
                  <a:pt x="63086" y="126802"/>
                </a:lnTo>
                <a:lnTo>
                  <a:pt x="62601" y="116235"/>
                </a:lnTo>
                <a:lnTo>
                  <a:pt x="62014" y="105668"/>
                </a:lnTo>
                <a:lnTo>
                  <a:pt x="61333" y="95101"/>
                </a:lnTo>
                <a:lnTo>
                  <a:pt x="60574" y="84534"/>
                </a:lnTo>
                <a:lnTo>
                  <a:pt x="59763" y="73968"/>
                </a:lnTo>
                <a:lnTo>
                  <a:pt x="58934" y="63401"/>
                </a:lnTo>
                <a:lnTo>
                  <a:pt x="58127" y="52834"/>
                </a:lnTo>
                <a:lnTo>
                  <a:pt x="57384" y="42267"/>
                </a:lnTo>
                <a:lnTo>
                  <a:pt x="56750" y="31700"/>
                </a:lnTo>
                <a:lnTo>
                  <a:pt x="56265" y="21134"/>
                </a:lnTo>
                <a:lnTo>
                  <a:pt x="55960" y="10567"/>
                </a:lnTo>
                <a:lnTo>
                  <a:pt x="55856" y="0"/>
                </a:lnTo>
                <a:lnTo>
                  <a:pt x="74144" y="0"/>
                </a:lnTo>
                <a:lnTo>
                  <a:pt x="74144" y="0"/>
                </a:lnTo>
                <a:lnTo>
                  <a:pt x="74040" y="10567"/>
                </a:lnTo>
                <a:lnTo>
                  <a:pt x="73735" y="21134"/>
                </a:lnTo>
                <a:lnTo>
                  <a:pt x="73250" y="31700"/>
                </a:lnTo>
                <a:lnTo>
                  <a:pt x="72616" y="42267"/>
                </a:lnTo>
                <a:lnTo>
                  <a:pt x="71873" y="52834"/>
                </a:lnTo>
                <a:lnTo>
                  <a:pt x="71066" y="63401"/>
                </a:lnTo>
                <a:lnTo>
                  <a:pt x="70237" y="73968"/>
                </a:lnTo>
                <a:lnTo>
                  <a:pt x="69426" y="84534"/>
                </a:lnTo>
                <a:lnTo>
                  <a:pt x="68667" y="95101"/>
                </a:lnTo>
                <a:lnTo>
                  <a:pt x="67986" y="105668"/>
                </a:lnTo>
                <a:lnTo>
                  <a:pt x="67399" y="116235"/>
                </a:lnTo>
                <a:lnTo>
                  <a:pt x="66914" y="126802"/>
                </a:lnTo>
                <a:lnTo>
                  <a:pt x="66534" y="137368"/>
                </a:lnTo>
                <a:lnTo>
                  <a:pt x="66256" y="147935"/>
                </a:lnTo>
                <a:lnTo>
                  <a:pt x="66071" y="158502"/>
                </a:lnTo>
                <a:lnTo>
                  <a:pt x="65970" y="169069"/>
                </a:lnTo>
                <a:lnTo>
                  <a:pt x="65943" y="179636"/>
                </a:lnTo>
                <a:lnTo>
                  <a:pt x="65979" y="190202"/>
                </a:lnTo>
                <a:lnTo>
                  <a:pt x="66067" y="200769"/>
                </a:lnTo>
                <a:lnTo>
                  <a:pt x="66197" y="211336"/>
                </a:lnTo>
                <a:lnTo>
                  <a:pt x="66360" y="221903"/>
                </a:lnTo>
                <a:lnTo>
                  <a:pt x="66547" y="232470"/>
                </a:lnTo>
                <a:lnTo>
                  <a:pt x="66750" y="243036"/>
                </a:lnTo>
                <a:lnTo>
                  <a:pt x="66961" y="253603"/>
                </a:lnTo>
                <a:lnTo>
                  <a:pt x="67173" y="264170"/>
                </a:lnTo>
                <a:lnTo>
                  <a:pt x="67378" y="274737"/>
                </a:lnTo>
                <a:lnTo>
                  <a:pt x="67570" y="285304"/>
                </a:lnTo>
                <a:lnTo>
                  <a:pt x="67746" y="295870"/>
                </a:lnTo>
                <a:lnTo>
                  <a:pt x="67900" y="306437"/>
                </a:lnTo>
                <a:lnTo>
                  <a:pt x="68033" y="317004"/>
                </a:lnTo>
                <a:lnTo>
                  <a:pt x="68143" y="327571"/>
                </a:lnTo>
                <a:lnTo>
                  <a:pt x="68232" y="338138"/>
                </a:lnTo>
                <a:lnTo>
                  <a:pt x="68302" y="348704"/>
                </a:lnTo>
                <a:lnTo>
                  <a:pt x="68357" y="359271"/>
                </a:lnTo>
                <a:lnTo>
                  <a:pt x="68401" y="369838"/>
                </a:lnTo>
                <a:lnTo>
                  <a:pt x="68437" y="380405"/>
                </a:lnTo>
                <a:lnTo>
                  <a:pt x="68469" y="390972"/>
                </a:lnTo>
                <a:lnTo>
                  <a:pt x="68501" y="401538"/>
                </a:lnTo>
                <a:lnTo>
                  <a:pt x="68534" y="412105"/>
                </a:lnTo>
                <a:lnTo>
                  <a:pt x="68572" y="422672"/>
                </a:lnTo>
                <a:lnTo>
                  <a:pt x="68616" y="433239"/>
                </a:lnTo>
                <a:lnTo>
                  <a:pt x="68671" y="443806"/>
                </a:lnTo>
                <a:lnTo>
                  <a:pt x="68739" y="454372"/>
                </a:lnTo>
                <a:lnTo>
                  <a:pt x="68826" y="464939"/>
                </a:lnTo>
                <a:lnTo>
                  <a:pt x="68941" y="475506"/>
                </a:lnTo>
                <a:lnTo>
                  <a:pt x="69090" y="486073"/>
                </a:lnTo>
                <a:lnTo>
                  <a:pt x="69283" y="496640"/>
                </a:lnTo>
                <a:lnTo>
                  <a:pt x="69529" y="507206"/>
                </a:lnTo>
                <a:lnTo>
                  <a:pt x="69834" y="517773"/>
                </a:lnTo>
                <a:lnTo>
                  <a:pt x="70203" y="528340"/>
                </a:lnTo>
                <a:lnTo>
                  <a:pt x="70633" y="538907"/>
                </a:lnTo>
                <a:lnTo>
                  <a:pt x="71117" y="549474"/>
                </a:lnTo>
                <a:lnTo>
                  <a:pt x="71641" y="560040"/>
                </a:lnTo>
                <a:lnTo>
                  <a:pt x="72183" y="570607"/>
                </a:lnTo>
                <a:lnTo>
                  <a:pt x="72717" y="581174"/>
                </a:lnTo>
                <a:lnTo>
                  <a:pt x="73213" y="591741"/>
                </a:lnTo>
                <a:lnTo>
                  <a:pt x="73639" y="602308"/>
                </a:lnTo>
                <a:lnTo>
                  <a:pt x="73968" y="612874"/>
                </a:lnTo>
                <a:lnTo>
                  <a:pt x="74176" y="623441"/>
                </a:lnTo>
                <a:lnTo>
                  <a:pt x="74249" y="634008"/>
                </a:lnTo>
                <a:lnTo>
                  <a:pt x="74184" y="644575"/>
                </a:lnTo>
                <a:lnTo>
                  <a:pt x="73988" y="655142"/>
                </a:lnTo>
                <a:lnTo>
                  <a:pt x="73679" y="665709"/>
                </a:lnTo>
                <a:lnTo>
                  <a:pt x="73284" y="676275"/>
                </a:lnTo>
                <a:lnTo>
                  <a:pt x="72834" y="686842"/>
                </a:lnTo>
                <a:lnTo>
                  <a:pt x="72363" y="697409"/>
                </a:lnTo>
                <a:lnTo>
                  <a:pt x="71906" y="707976"/>
                </a:lnTo>
                <a:lnTo>
                  <a:pt x="71492" y="718543"/>
                </a:lnTo>
                <a:lnTo>
                  <a:pt x="71142" y="729109"/>
                </a:lnTo>
                <a:lnTo>
                  <a:pt x="70872" y="739676"/>
                </a:lnTo>
                <a:lnTo>
                  <a:pt x="70688" y="750243"/>
                </a:lnTo>
                <a:lnTo>
                  <a:pt x="70586" y="760810"/>
                </a:lnTo>
                <a:lnTo>
                  <a:pt x="70557" y="771377"/>
                </a:lnTo>
                <a:lnTo>
                  <a:pt x="70585" y="781943"/>
                </a:lnTo>
                <a:lnTo>
                  <a:pt x="70652" y="792510"/>
                </a:lnTo>
                <a:lnTo>
                  <a:pt x="70737" y="803077"/>
                </a:lnTo>
                <a:lnTo>
                  <a:pt x="70819" y="813644"/>
                </a:lnTo>
                <a:lnTo>
                  <a:pt x="70881" y="824211"/>
                </a:lnTo>
                <a:lnTo>
                  <a:pt x="70909" y="834777"/>
                </a:lnTo>
                <a:lnTo>
                  <a:pt x="70892" y="845344"/>
                </a:lnTo>
                <a:lnTo>
                  <a:pt x="70827" y="855911"/>
                </a:lnTo>
                <a:lnTo>
                  <a:pt x="70713" y="866478"/>
                </a:lnTo>
                <a:lnTo>
                  <a:pt x="70555" y="877045"/>
                </a:lnTo>
                <a:lnTo>
                  <a:pt x="70361" y="887611"/>
                </a:lnTo>
                <a:lnTo>
                  <a:pt x="70141" y="898178"/>
                </a:lnTo>
                <a:lnTo>
                  <a:pt x="69906" y="908745"/>
                </a:lnTo>
                <a:lnTo>
                  <a:pt x="69667" y="919312"/>
                </a:lnTo>
                <a:lnTo>
                  <a:pt x="69436" y="929879"/>
                </a:lnTo>
                <a:lnTo>
                  <a:pt x="69220" y="940445"/>
                </a:lnTo>
                <a:lnTo>
                  <a:pt x="69028" y="951012"/>
                </a:lnTo>
                <a:lnTo>
                  <a:pt x="68864" y="961579"/>
                </a:lnTo>
                <a:lnTo>
                  <a:pt x="68731" y="972146"/>
                </a:lnTo>
                <a:lnTo>
                  <a:pt x="68631" y="982713"/>
                </a:lnTo>
                <a:lnTo>
                  <a:pt x="68564" y="993279"/>
                </a:lnTo>
                <a:lnTo>
                  <a:pt x="68530" y="1003846"/>
                </a:lnTo>
                <a:lnTo>
                  <a:pt x="68527" y="1014413"/>
                </a:lnTo>
                <a:lnTo>
                  <a:pt x="68559" y="1024980"/>
                </a:lnTo>
                <a:lnTo>
                  <a:pt x="68630" y="1035547"/>
                </a:lnTo>
                <a:lnTo>
                  <a:pt x="68753" y="1046113"/>
                </a:lnTo>
                <a:lnTo>
                  <a:pt x="68948" y="1056680"/>
                </a:lnTo>
                <a:lnTo>
                  <a:pt x="69245" y="1067247"/>
                </a:lnTo>
                <a:lnTo>
                  <a:pt x="69690" y="1077814"/>
                </a:lnTo>
                <a:lnTo>
                  <a:pt x="70340" y="1088381"/>
                </a:lnTo>
                <a:lnTo>
                  <a:pt x="71267" y="1098947"/>
                </a:lnTo>
                <a:lnTo>
                  <a:pt x="72553" y="1109514"/>
                </a:lnTo>
                <a:lnTo>
                  <a:pt x="74285" y="1120081"/>
                </a:lnTo>
                <a:lnTo>
                  <a:pt x="76549" y="1130648"/>
                </a:lnTo>
                <a:lnTo>
                  <a:pt x="79415" y="1141215"/>
                </a:lnTo>
                <a:lnTo>
                  <a:pt x="82931" y="1151781"/>
                </a:lnTo>
                <a:lnTo>
                  <a:pt x="87104" y="1162348"/>
                </a:lnTo>
                <a:lnTo>
                  <a:pt x="91891" y="1172915"/>
                </a:lnTo>
                <a:lnTo>
                  <a:pt x="97188" y="1183482"/>
                </a:lnTo>
                <a:lnTo>
                  <a:pt x="102831" y="1194049"/>
                </a:lnTo>
                <a:lnTo>
                  <a:pt x="108595" y="1204615"/>
                </a:lnTo>
                <a:lnTo>
                  <a:pt x="114208" y="1215182"/>
                </a:lnTo>
                <a:lnTo>
                  <a:pt x="119370" y="1225749"/>
                </a:lnTo>
                <a:lnTo>
                  <a:pt x="123778" y="1236316"/>
                </a:lnTo>
                <a:lnTo>
                  <a:pt x="127154" y="1246883"/>
                </a:lnTo>
                <a:lnTo>
                  <a:pt x="129276"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4" name="01_find_only_1503">
            <a:extLst>
              <a:ext uri="{FF2B5EF4-FFF2-40B4-BE49-F238E27FC236}">
                <a16:creationId xmlns:a16="http://schemas.microsoft.com/office/drawing/2014/main" id="{55E2BE02-773A-4818-88CF-39BCE15CDEAA}"/>
              </a:ext>
            </a:extLst>
          </p:cNvPr>
          <p:cNvSpPr>
            <a:spLocks noGrp="1"/>
          </p:cNvSpPr>
          <p:nvPr/>
        </p:nvSpPr>
        <p:spPr>
          <a:xfrm>
            <a:off x="5745200" y="2869601"/>
            <a:ext cx="130000" cy="1268016"/>
          </a:xfrm>
          <a:custGeom>
            <a:avLst/>
            <a:gdLst/>
            <a:ahLst/>
            <a:cxnLst/>
            <a:rect l="0" t="0" r="0" b="0"/>
            <a:pathLst>
              <a:path w="130000" h="1268016">
                <a:moveTo>
                  <a:pt x="130000" y="1268016"/>
                </a:moveTo>
                <a:lnTo>
                  <a:pt x="0" y="1268016"/>
                </a:lnTo>
                <a:lnTo>
                  <a:pt x="722" y="1257449"/>
                </a:lnTo>
                <a:lnTo>
                  <a:pt x="2840" y="1246883"/>
                </a:lnTo>
                <a:lnTo>
                  <a:pt x="6208" y="1236316"/>
                </a:lnTo>
                <a:lnTo>
                  <a:pt x="10608" y="1225749"/>
                </a:lnTo>
                <a:lnTo>
                  <a:pt x="15762" y="1215182"/>
                </a:lnTo>
                <a:lnTo>
                  <a:pt x="21370" y="1204615"/>
                </a:lnTo>
                <a:lnTo>
                  <a:pt x="27133" y="1194049"/>
                </a:lnTo>
                <a:lnTo>
                  <a:pt x="32780" y="1183482"/>
                </a:lnTo>
                <a:lnTo>
                  <a:pt x="38088" y="1172915"/>
                </a:lnTo>
                <a:lnTo>
                  <a:pt x="42890" y="1162348"/>
                </a:lnTo>
                <a:lnTo>
                  <a:pt x="47084" y="1151781"/>
                </a:lnTo>
                <a:lnTo>
                  <a:pt x="50626" y="1141215"/>
                </a:lnTo>
                <a:lnTo>
                  <a:pt x="53521" y="1130648"/>
                </a:lnTo>
                <a:lnTo>
                  <a:pt x="55813" y="1120081"/>
                </a:lnTo>
                <a:lnTo>
                  <a:pt x="57572" y="1109514"/>
                </a:lnTo>
                <a:lnTo>
                  <a:pt x="58879" y="1098947"/>
                </a:lnTo>
                <a:lnTo>
                  <a:pt x="59820" y="1088381"/>
                </a:lnTo>
                <a:lnTo>
                  <a:pt x="60475" y="1077814"/>
                </a:lnTo>
                <a:lnTo>
                  <a:pt x="60915" y="1067247"/>
                </a:lnTo>
                <a:lnTo>
                  <a:pt x="61197" y="1056680"/>
                </a:lnTo>
                <a:lnTo>
                  <a:pt x="61366" y="1046113"/>
                </a:lnTo>
                <a:lnTo>
                  <a:pt x="61456" y="1035547"/>
                </a:lnTo>
                <a:lnTo>
                  <a:pt x="61487" y="1024980"/>
                </a:lnTo>
                <a:lnTo>
                  <a:pt x="61477" y="1014413"/>
                </a:lnTo>
                <a:lnTo>
                  <a:pt x="61432" y="1003846"/>
                </a:lnTo>
                <a:lnTo>
                  <a:pt x="61359" y="993279"/>
                </a:lnTo>
                <a:lnTo>
                  <a:pt x="61259" y="982713"/>
                </a:lnTo>
                <a:lnTo>
                  <a:pt x="61133" y="972146"/>
                </a:lnTo>
                <a:lnTo>
                  <a:pt x="60981" y="961579"/>
                </a:lnTo>
                <a:lnTo>
                  <a:pt x="60806" y="951012"/>
                </a:lnTo>
                <a:lnTo>
                  <a:pt x="60609" y="940445"/>
                </a:lnTo>
                <a:lnTo>
                  <a:pt x="60394" y="929879"/>
                </a:lnTo>
                <a:lnTo>
                  <a:pt x="60167" y="919312"/>
                </a:lnTo>
                <a:lnTo>
                  <a:pt x="59937" y="908745"/>
                </a:lnTo>
                <a:lnTo>
                  <a:pt x="59714" y="898178"/>
                </a:lnTo>
                <a:lnTo>
                  <a:pt x="59509" y="887611"/>
                </a:lnTo>
                <a:lnTo>
                  <a:pt x="59335" y="877045"/>
                </a:lnTo>
                <a:lnTo>
                  <a:pt x="59201" y="866478"/>
                </a:lnTo>
                <a:lnTo>
                  <a:pt x="59116" y="855911"/>
                </a:lnTo>
                <a:lnTo>
                  <a:pt x="59085" y="845344"/>
                </a:lnTo>
                <a:lnTo>
                  <a:pt x="59107" y="834777"/>
                </a:lnTo>
                <a:lnTo>
                  <a:pt x="59177" y="824211"/>
                </a:lnTo>
                <a:lnTo>
                  <a:pt x="59283" y="813644"/>
                </a:lnTo>
                <a:lnTo>
                  <a:pt x="59410" y="803077"/>
                </a:lnTo>
                <a:lnTo>
                  <a:pt x="59540" y="792510"/>
                </a:lnTo>
                <a:lnTo>
                  <a:pt x="59650" y="781943"/>
                </a:lnTo>
                <a:lnTo>
                  <a:pt x="59721" y="771377"/>
                </a:lnTo>
                <a:lnTo>
                  <a:pt x="59735" y="760810"/>
                </a:lnTo>
                <a:lnTo>
                  <a:pt x="59680" y="750243"/>
                </a:lnTo>
                <a:lnTo>
                  <a:pt x="59548" y="739676"/>
                </a:lnTo>
                <a:lnTo>
                  <a:pt x="59339" y="729109"/>
                </a:lnTo>
                <a:lnTo>
                  <a:pt x="59063" y="718543"/>
                </a:lnTo>
                <a:lnTo>
                  <a:pt x="58734" y="707976"/>
                </a:lnTo>
                <a:lnTo>
                  <a:pt x="58376" y="697409"/>
                </a:lnTo>
                <a:lnTo>
                  <a:pt x="58014" y="686842"/>
                </a:lnTo>
                <a:lnTo>
                  <a:pt x="57679" y="676275"/>
                </a:lnTo>
                <a:lnTo>
                  <a:pt x="57400" y="665709"/>
                </a:lnTo>
                <a:lnTo>
                  <a:pt x="57200" y="655142"/>
                </a:lnTo>
                <a:lnTo>
                  <a:pt x="57101" y="644575"/>
                </a:lnTo>
                <a:lnTo>
                  <a:pt x="57112" y="634008"/>
                </a:lnTo>
                <a:lnTo>
                  <a:pt x="57236" y="623441"/>
                </a:lnTo>
                <a:lnTo>
                  <a:pt x="57464" y="612874"/>
                </a:lnTo>
                <a:lnTo>
                  <a:pt x="57781" y="602308"/>
                </a:lnTo>
                <a:lnTo>
                  <a:pt x="58164" y="591741"/>
                </a:lnTo>
                <a:lnTo>
                  <a:pt x="58585" y="581174"/>
                </a:lnTo>
                <a:lnTo>
                  <a:pt x="59019" y="570607"/>
                </a:lnTo>
                <a:lnTo>
                  <a:pt x="59438" y="560040"/>
                </a:lnTo>
                <a:lnTo>
                  <a:pt x="59822" y="549474"/>
                </a:lnTo>
                <a:lnTo>
                  <a:pt x="60156" y="538907"/>
                </a:lnTo>
                <a:lnTo>
                  <a:pt x="60429" y="528340"/>
                </a:lnTo>
                <a:lnTo>
                  <a:pt x="60639" y="517773"/>
                </a:lnTo>
                <a:lnTo>
                  <a:pt x="60788" y="507206"/>
                </a:lnTo>
                <a:lnTo>
                  <a:pt x="60884" y="496640"/>
                </a:lnTo>
                <a:lnTo>
                  <a:pt x="60934" y="486073"/>
                </a:lnTo>
                <a:lnTo>
                  <a:pt x="60950" y="475506"/>
                </a:lnTo>
                <a:lnTo>
                  <a:pt x="60940" y="464939"/>
                </a:lnTo>
                <a:lnTo>
                  <a:pt x="60915" y="454372"/>
                </a:lnTo>
                <a:lnTo>
                  <a:pt x="60880" y="443806"/>
                </a:lnTo>
                <a:lnTo>
                  <a:pt x="60842" y="433239"/>
                </a:lnTo>
                <a:lnTo>
                  <a:pt x="60805" y="422672"/>
                </a:lnTo>
                <a:lnTo>
                  <a:pt x="60770" y="412105"/>
                </a:lnTo>
                <a:lnTo>
                  <a:pt x="60742" y="401538"/>
                </a:lnTo>
                <a:lnTo>
                  <a:pt x="60722" y="390972"/>
                </a:lnTo>
                <a:lnTo>
                  <a:pt x="60713" y="380405"/>
                </a:lnTo>
                <a:lnTo>
                  <a:pt x="60718" y="369838"/>
                </a:lnTo>
                <a:lnTo>
                  <a:pt x="60739" y="359271"/>
                </a:lnTo>
                <a:lnTo>
                  <a:pt x="60781" y="348704"/>
                </a:lnTo>
                <a:lnTo>
                  <a:pt x="60845" y="338138"/>
                </a:lnTo>
                <a:lnTo>
                  <a:pt x="60934" y="327571"/>
                </a:lnTo>
                <a:lnTo>
                  <a:pt x="61049" y="317004"/>
                </a:lnTo>
                <a:lnTo>
                  <a:pt x="61189" y="306437"/>
                </a:lnTo>
                <a:lnTo>
                  <a:pt x="61353" y="295870"/>
                </a:lnTo>
                <a:lnTo>
                  <a:pt x="61536" y="285304"/>
                </a:lnTo>
                <a:lnTo>
                  <a:pt x="61735" y="274737"/>
                </a:lnTo>
                <a:lnTo>
                  <a:pt x="61945" y="264170"/>
                </a:lnTo>
                <a:lnTo>
                  <a:pt x="62158" y="253603"/>
                </a:lnTo>
                <a:lnTo>
                  <a:pt x="62369" y="243036"/>
                </a:lnTo>
                <a:lnTo>
                  <a:pt x="62570" y="232470"/>
                </a:lnTo>
                <a:lnTo>
                  <a:pt x="62755" y="221903"/>
                </a:lnTo>
                <a:lnTo>
                  <a:pt x="62916" y="211336"/>
                </a:lnTo>
                <a:lnTo>
                  <a:pt x="63043" y="200769"/>
                </a:lnTo>
                <a:lnTo>
                  <a:pt x="63126" y="190202"/>
                </a:lnTo>
                <a:lnTo>
                  <a:pt x="63152" y="179636"/>
                </a:lnTo>
                <a:lnTo>
                  <a:pt x="63106" y="169069"/>
                </a:lnTo>
                <a:lnTo>
                  <a:pt x="62971" y="158502"/>
                </a:lnTo>
                <a:lnTo>
                  <a:pt x="62730" y="147935"/>
                </a:lnTo>
                <a:lnTo>
                  <a:pt x="62367" y="137368"/>
                </a:lnTo>
                <a:lnTo>
                  <a:pt x="61866" y="126802"/>
                </a:lnTo>
                <a:lnTo>
                  <a:pt x="61221" y="116235"/>
                </a:lnTo>
                <a:lnTo>
                  <a:pt x="60429" y="105668"/>
                </a:lnTo>
                <a:lnTo>
                  <a:pt x="59501" y="95101"/>
                </a:lnTo>
                <a:lnTo>
                  <a:pt x="58460" y="84534"/>
                </a:lnTo>
                <a:lnTo>
                  <a:pt x="57339" y="73968"/>
                </a:lnTo>
                <a:lnTo>
                  <a:pt x="56186" y="63401"/>
                </a:lnTo>
                <a:lnTo>
                  <a:pt x="55058" y="52834"/>
                </a:lnTo>
                <a:lnTo>
                  <a:pt x="54017" y="42267"/>
                </a:lnTo>
                <a:lnTo>
                  <a:pt x="53126" y="31700"/>
                </a:lnTo>
                <a:lnTo>
                  <a:pt x="52442" y="21134"/>
                </a:lnTo>
                <a:lnTo>
                  <a:pt x="52012" y="10567"/>
                </a:lnTo>
                <a:lnTo>
                  <a:pt x="51865" y="0"/>
                </a:lnTo>
                <a:lnTo>
                  <a:pt x="78135" y="0"/>
                </a:lnTo>
                <a:lnTo>
                  <a:pt x="78135" y="0"/>
                </a:lnTo>
                <a:lnTo>
                  <a:pt x="77988" y="10567"/>
                </a:lnTo>
                <a:lnTo>
                  <a:pt x="77558" y="21134"/>
                </a:lnTo>
                <a:lnTo>
                  <a:pt x="76874" y="31700"/>
                </a:lnTo>
                <a:lnTo>
                  <a:pt x="75983" y="42267"/>
                </a:lnTo>
                <a:lnTo>
                  <a:pt x="74942" y="52834"/>
                </a:lnTo>
                <a:lnTo>
                  <a:pt x="73814" y="63401"/>
                </a:lnTo>
                <a:lnTo>
                  <a:pt x="72661" y="73968"/>
                </a:lnTo>
                <a:lnTo>
                  <a:pt x="71540" y="84534"/>
                </a:lnTo>
                <a:lnTo>
                  <a:pt x="70499" y="95101"/>
                </a:lnTo>
                <a:lnTo>
                  <a:pt x="69571" y="105668"/>
                </a:lnTo>
                <a:lnTo>
                  <a:pt x="68779" y="116235"/>
                </a:lnTo>
                <a:lnTo>
                  <a:pt x="68134" y="126802"/>
                </a:lnTo>
                <a:lnTo>
                  <a:pt x="67633" y="137368"/>
                </a:lnTo>
                <a:lnTo>
                  <a:pt x="67270" y="147935"/>
                </a:lnTo>
                <a:lnTo>
                  <a:pt x="67029" y="158502"/>
                </a:lnTo>
                <a:lnTo>
                  <a:pt x="66894" y="169069"/>
                </a:lnTo>
                <a:lnTo>
                  <a:pt x="66848" y="179636"/>
                </a:lnTo>
                <a:lnTo>
                  <a:pt x="66874" y="190202"/>
                </a:lnTo>
                <a:lnTo>
                  <a:pt x="66957" y="200769"/>
                </a:lnTo>
                <a:lnTo>
                  <a:pt x="67084" y="211336"/>
                </a:lnTo>
                <a:lnTo>
                  <a:pt x="67245" y="221903"/>
                </a:lnTo>
                <a:lnTo>
                  <a:pt x="67430" y="232470"/>
                </a:lnTo>
                <a:lnTo>
                  <a:pt x="67631" y="243036"/>
                </a:lnTo>
                <a:lnTo>
                  <a:pt x="67842" y="253603"/>
                </a:lnTo>
                <a:lnTo>
                  <a:pt x="68055" y="264170"/>
                </a:lnTo>
                <a:lnTo>
                  <a:pt x="68265" y="274737"/>
                </a:lnTo>
                <a:lnTo>
                  <a:pt x="68464" y="285304"/>
                </a:lnTo>
                <a:lnTo>
                  <a:pt x="68647" y="295870"/>
                </a:lnTo>
                <a:lnTo>
                  <a:pt x="68811" y="306437"/>
                </a:lnTo>
                <a:lnTo>
                  <a:pt x="68951" y="317004"/>
                </a:lnTo>
                <a:lnTo>
                  <a:pt x="69066" y="327571"/>
                </a:lnTo>
                <a:lnTo>
                  <a:pt x="69155" y="338138"/>
                </a:lnTo>
                <a:lnTo>
                  <a:pt x="69219" y="348704"/>
                </a:lnTo>
                <a:lnTo>
                  <a:pt x="69261" y="359271"/>
                </a:lnTo>
                <a:lnTo>
                  <a:pt x="69282" y="369838"/>
                </a:lnTo>
                <a:lnTo>
                  <a:pt x="69287" y="380405"/>
                </a:lnTo>
                <a:lnTo>
                  <a:pt x="69278" y="390972"/>
                </a:lnTo>
                <a:lnTo>
                  <a:pt x="69258" y="401538"/>
                </a:lnTo>
                <a:lnTo>
                  <a:pt x="69230" y="412105"/>
                </a:lnTo>
                <a:lnTo>
                  <a:pt x="69195" y="422672"/>
                </a:lnTo>
                <a:lnTo>
                  <a:pt x="69158" y="433239"/>
                </a:lnTo>
                <a:lnTo>
                  <a:pt x="69120" y="443806"/>
                </a:lnTo>
                <a:lnTo>
                  <a:pt x="69085" y="454372"/>
                </a:lnTo>
                <a:lnTo>
                  <a:pt x="69060" y="464939"/>
                </a:lnTo>
                <a:lnTo>
                  <a:pt x="69050" y="475506"/>
                </a:lnTo>
                <a:lnTo>
                  <a:pt x="69066" y="486073"/>
                </a:lnTo>
                <a:lnTo>
                  <a:pt x="69116" y="496640"/>
                </a:lnTo>
                <a:lnTo>
                  <a:pt x="69212" y="507206"/>
                </a:lnTo>
                <a:lnTo>
                  <a:pt x="69361" y="517773"/>
                </a:lnTo>
                <a:lnTo>
                  <a:pt x="69571" y="528340"/>
                </a:lnTo>
                <a:lnTo>
                  <a:pt x="69844" y="538907"/>
                </a:lnTo>
                <a:lnTo>
                  <a:pt x="70178" y="549474"/>
                </a:lnTo>
                <a:lnTo>
                  <a:pt x="70562" y="560040"/>
                </a:lnTo>
                <a:lnTo>
                  <a:pt x="70981" y="570607"/>
                </a:lnTo>
                <a:lnTo>
                  <a:pt x="71415" y="581174"/>
                </a:lnTo>
                <a:lnTo>
                  <a:pt x="71836" y="591741"/>
                </a:lnTo>
                <a:lnTo>
                  <a:pt x="72219" y="602308"/>
                </a:lnTo>
                <a:lnTo>
                  <a:pt x="72536" y="612874"/>
                </a:lnTo>
                <a:lnTo>
                  <a:pt x="72764" y="623441"/>
                </a:lnTo>
                <a:lnTo>
                  <a:pt x="72888" y="634008"/>
                </a:lnTo>
                <a:lnTo>
                  <a:pt x="72899" y="644575"/>
                </a:lnTo>
                <a:lnTo>
                  <a:pt x="72800" y="655142"/>
                </a:lnTo>
                <a:lnTo>
                  <a:pt x="72600" y="665709"/>
                </a:lnTo>
                <a:lnTo>
                  <a:pt x="72321" y="676275"/>
                </a:lnTo>
                <a:lnTo>
                  <a:pt x="71986" y="686842"/>
                </a:lnTo>
                <a:lnTo>
                  <a:pt x="71624" y="697409"/>
                </a:lnTo>
                <a:lnTo>
                  <a:pt x="71266" y="707976"/>
                </a:lnTo>
                <a:lnTo>
                  <a:pt x="70937" y="718543"/>
                </a:lnTo>
                <a:lnTo>
                  <a:pt x="70661" y="729109"/>
                </a:lnTo>
                <a:lnTo>
                  <a:pt x="70452" y="739676"/>
                </a:lnTo>
                <a:lnTo>
                  <a:pt x="70320" y="750243"/>
                </a:lnTo>
                <a:lnTo>
                  <a:pt x="70265" y="760810"/>
                </a:lnTo>
                <a:lnTo>
                  <a:pt x="70279" y="771377"/>
                </a:lnTo>
                <a:lnTo>
                  <a:pt x="70350" y="781943"/>
                </a:lnTo>
                <a:lnTo>
                  <a:pt x="70460" y="792510"/>
                </a:lnTo>
                <a:lnTo>
                  <a:pt x="70590" y="803077"/>
                </a:lnTo>
                <a:lnTo>
                  <a:pt x="70717" y="813644"/>
                </a:lnTo>
                <a:lnTo>
                  <a:pt x="70823" y="824211"/>
                </a:lnTo>
                <a:lnTo>
                  <a:pt x="70893" y="834777"/>
                </a:lnTo>
                <a:lnTo>
                  <a:pt x="70915" y="845344"/>
                </a:lnTo>
                <a:lnTo>
                  <a:pt x="70884" y="855911"/>
                </a:lnTo>
                <a:lnTo>
                  <a:pt x="70799" y="866478"/>
                </a:lnTo>
                <a:lnTo>
                  <a:pt x="70665" y="877045"/>
                </a:lnTo>
                <a:lnTo>
                  <a:pt x="70491" y="887611"/>
                </a:lnTo>
                <a:lnTo>
                  <a:pt x="70286" y="898178"/>
                </a:lnTo>
                <a:lnTo>
                  <a:pt x="70063" y="908745"/>
                </a:lnTo>
                <a:lnTo>
                  <a:pt x="69833" y="919312"/>
                </a:lnTo>
                <a:lnTo>
                  <a:pt x="69606" y="929879"/>
                </a:lnTo>
                <a:lnTo>
                  <a:pt x="69391" y="940445"/>
                </a:lnTo>
                <a:lnTo>
                  <a:pt x="69194" y="951012"/>
                </a:lnTo>
                <a:lnTo>
                  <a:pt x="69019" y="961579"/>
                </a:lnTo>
                <a:lnTo>
                  <a:pt x="68867" y="972146"/>
                </a:lnTo>
                <a:lnTo>
                  <a:pt x="68741" y="982713"/>
                </a:lnTo>
                <a:lnTo>
                  <a:pt x="68641" y="993279"/>
                </a:lnTo>
                <a:lnTo>
                  <a:pt x="68568" y="1003846"/>
                </a:lnTo>
                <a:lnTo>
                  <a:pt x="68523" y="1014413"/>
                </a:lnTo>
                <a:lnTo>
                  <a:pt x="68513" y="1024980"/>
                </a:lnTo>
                <a:lnTo>
                  <a:pt x="68544" y="1035547"/>
                </a:lnTo>
                <a:lnTo>
                  <a:pt x="68634" y="1046113"/>
                </a:lnTo>
                <a:lnTo>
                  <a:pt x="68803" y="1056680"/>
                </a:lnTo>
                <a:lnTo>
                  <a:pt x="69085" y="1067247"/>
                </a:lnTo>
                <a:lnTo>
                  <a:pt x="69525" y="1077814"/>
                </a:lnTo>
                <a:lnTo>
                  <a:pt x="70180" y="1088381"/>
                </a:lnTo>
                <a:lnTo>
                  <a:pt x="71121" y="1098947"/>
                </a:lnTo>
                <a:lnTo>
                  <a:pt x="72428" y="1109514"/>
                </a:lnTo>
                <a:lnTo>
                  <a:pt x="74187" y="1120081"/>
                </a:lnTo>
                <a:lnTo>
                  <a:pt x="76479" y="1130648"/>
                </a:lnTo>
                <a:lnTo>
                  <a:pt x="79374" y="1141215"/>
                </a:lnTo>
                <a:lnTo>
                  <a:pt x="82916" y="1151781"/>
                </a:lnTo>
                <a:lnTo>
                  <a:pt x="87110" y="1162348"/>
                </a:lnTo>
                <a:lnTo>
                  <a:pt x="91912" y="1172915"/>
                </a:lnTo>
                <a:lnTo>
                  <a:pt x="97220" y="1183482"/>
                </a:lnTo>
                <a:lnTo>
                  <a:pt x="102867" y="1194049"/>
                </a:lnTo>
                <a:lnTo>
                  <a:pt x="108630" y="1204615"/>
                </a:lnTo>
                <a:lnTo>
                  <a:pt x="114238" y="1215182"/>
                </a:lnTo>
                <a:lnTo>
                  <a:pt x="119392" y="1225749"/>
                </a:lnTo>
                <a:lnTo>
                  <a:pt x="123792" y="1236316"/>
                </a:lnTo>
                <a:lnTo>
                  <a:pt x="127160" y="1246883"/>
                </a:lnTo>
                <a:lnTo>
                  <a:pt x="129278"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5" name="01_find_only_1504">
            <a:extLst>
              <a:ext uri="{FF2B5EF4-FFF2-40B4-BE49-F238E27FC236}">
                <a16:creationId xmlns:a16="http://schemas.microsoft.com/office/drawing/2014/main" id="{067A0E88-4939-4831-9AC5-E2735D3837FC}"/>
              </a:ext>
            </a:extLst>
          </p:cNvPr>
          <p:cNvSpPr>
            <a:spLocks noGrp="1"/>
          </p:cNvSpPr>
          <p:nvPr/>
        </p:nvSpPr>
        <p:spPr>
          <a:xfrm>
            <a:off x="6245200" y="2869601"/>
            <a:ext cx="130000" cy="1268016"/>
          </a:xfrm>
          <a:custGeom>
            <a:avLst/>
            <a:gdLst/>
            <a:ahLst/>
            <a:cxnLst/>
            <a:rect l="0" t="0" r="0" b="0"/>
            <a:pathLst>
              <a:path w="130000" h="1268016">
                <a:moveTo>
                  <a:pt x="130000" y="1268016"/>
                </a:moveTo>
                <a:lnTo>
                  <a:pt x="0" y="1268016"/>
                </a:lnTo>
                <a:lnTo>
                  <a:pt x="722" y="1257449"/>
                </a:lnTo>
                <a:lnTo>
                  <a:pt x="2839" y="1246883"/>
                </a:lnTo>
                <a:lnTo>
                  <a:pt x="6207" y="1236316"/>
                </a:lnTo>
                <a:lnTo>
                  <a:pt x="10604" y="1225749"/>
                </a:lnTo>
                <a:lnTo>
                  <a:pt x="15757" y="1215182"/>
                </a:lnTo>
                <a:lnTo>
                  <a:pt x="21363" y="1204615"/>
                </a:lnTo>
                <a:lnTo>
                  <a:pt x="27124" y="1194049"/>
                </a:lnTo>
                <a:lnTo>
                  <a:pt x="32770" y="1183482"/>
                </a:lnTo>
                <a:lnTo>
                  <a:pt x="38076" y="1172915"/>
                </a:lnTo>
                <a:lnTo>
                  <a:pt x="42877" y="1162348"/>
                </a:lnTo>
                <a:lnTo>
                  <a:pt x="47071" y="1151781"/>
                </a:lnTo>
                <a:lnTo>
                  <a:pt x="50613" y="1141215"/>
                </a:lnTo>
                <a:lnTo>
                  <a:pt x="53510" y="1130648"/>
                </a:lnTo>
                <a:lnTo>
                  <a:pt x="55806" y="1120081"/>
                </a:lnTo>
                <a:lnTo>
                  <a:pt x="57571" y="1109514"/>
                </a:lnTo>
                <a:lnTo>
                  <a:pt x="58888" y="1098947"/>
                </a:lnTo>
                <a:lnTo>
                  <a:pt x="59842" y="1088381"/>
                </a:lnTo>
                <a:lnTo>
                  <a:pt x="60514" y="1077814"/>
                </a:lnTo>
                <a:lnTo>
                  <a:pt x="60975" y="1067247"/>
                </a:lnTo>
                <a:lnTo>
                  <a:pt x="61282" y="1056680"/>
                </a:lnTo>
                <a:lnTo>
                  <a:pt x="61481" y="1046113"/>
                </a:lnTo>
                <a:lnTo>
                  <a:pt x="61604" y="1035547"/>
                </a:lnTo>
                <a:lnTo>
                  <a:pt x="61672" y="1024980"/>
                </a:lnTo>
                <a:lnTo>
                  <a:pt x="61701" y="1014413"/>
                </a:lnTo>
                <a:lnTo>
                  <a:pt x="61697" y="1003846"/>
                </a:lnTo>
                <a:lnTo>
                  <a:pt x="61663" y="993279"/>
                </a:lnTo>
                <a:lnTo>
                  <a:pt x="61601" y="982713"/>
                </a:lnTo>
                <a:lnTo>
                  <a:pt x="61511" y="972146"/>
                </a:lnTo>
                <a:lnTo>
                  <a:pt x="61391" y="961579"/>
                </a:lnTo>
                <a:lnTo>
                  <a:pt x="61243" y="951012"/>
                </a:lnTo>
                <a:lnTo>
                  <a:pt x="61068" y="940445"/>
                </a:lnTo>
                <a:lnTo>
                  <a:pt x="60869" y="929879"/>
                </a:lnTo>
                <a:lnTo>
                  <a:pt x="60654" y="919312"/>
                </a:lnTo>
                <a:lnTo>
                  <a:pt x="60429" y="908745"/>
                </a:lnTo>
                <a:lnTo>
                  <a:pt x="60206" y="898178"/>
                </a:lnTo>
                <a:lnTo>
                  <a:pt x="59996" y="887611"/>
                </a:lnTo>
                <a:lnTo>
                  <a:pt x="59811" y="877045"/>
                </a:lnTo>
                <a:lnTo>
                  <a:pt x="59662" y="866478"/>
                </a:lnTo>
                <a:lnTo>
                  <a:pt x="59556" y="855911"/>
                </a:lnTo>
                <a:lnTo>
                  <a:pt x="59499" y="845344"/>
                </a:lnTo>
                <a:lnTo>
                  <a:pt x="59490" y="834777"/>
                </a:lnTo>
                <a:lnTo>
                  <a:pt x="59524" y="824211"/>
                </a:lnTo>
                <a:lnTo>
                  <a:pt x="59590" y="813644"/>
                </a:lnTo>
                <a:lnTo>
                  <a:pt x="59673" y="803077"/>
                </a:lnTo>
                <a:lnTo>
                  <a:pt x="59754" y="792510"/>
                </a:lnTo>
                <a:lnTo>
                  <a:pt x="59813" y="781943"/>
                </a:lnTo>
                <a:lnTo>
                  <a:pt x="59831" y="771377"/>
                </a:lnTo>
                <a:lnTo>
                  <a:pt x="59791" y="760810"/>
                </a:lnTo>
                <a:lnTo>
                  <a:pt x="59679" y="750243"/>
                </a:lnTo>
                <a:lnTo>
                  <a:pt x="59490" y="739676"/>
                </a:lnTo>
                <a:lnTo>
                  <a:pt x="59224" y="729109"/>
                </a:lnTo>
                <a:lnTo>
                  <a:pt x="58891" y="718543"/>
                </a:lnTo>
                <a:lnTo>
                  <a:pt x="58508" y="707976"/>
                </a:lnTo>
                <a:lnTo>
                  <a:pt x="58098" y="697409"/>
                </a:lnTo>
                <a:lnTo>
                  <a:pt x="57690" y="686842"/>
                </a:lnTo>
                <a:lnTo>
                  <a:pt x="57314" y="676275"/>
                </a:lnTo>
                <a:lnTo>
                  <a:pt x="57001" y="665709"/>
                </a:lnTo>
                <a:lnTo>
                  <a:pt x="56779" y="655142"/>
                </a:lnTo>
                <a:lnTo>
                  <a:pt x="56667" y="644575"/>
                </a:lnTo>
                <a:lnTo>
                  <a:pt x="56678" y="634008"/>
                </a:lnTo>
                <a:lnTo>
                  <a:pt x="56814" y="623441"/>
                </a:lnTo>
                <a:lnTo>
                  <a:pt x="57067" y="612874"/>
                </a:lnTo>
                <a:lnTo>
                  <a:pt x="57419" y="602308"/>
                </a:lnTo>
                <a:lnTo>
                  <a:pt x="57847" y="591741"/>
                </a:lnTo>
                <a:lnTo>
                  <a:pt x="58323" y="581174"/>
                </a:lnTo>
                <a:lnTo>
                  <a:pt x="58817" y="570607"/>
                </a:lnTo>
                <a:lnTo>
                  <a:pt x="59301" y="560040"/>
                </a:lnTo>
                <a:lnTo>
                  <a:pt x="59753" y="549474"/>
                </a:lnTo>
                <a:lnTo>
                  <a:pt x="60154" y="538907"/>
                </a:lnTo>
                <a:lnTo>
                  <a:pt x="60495" y="528340"/>
                </a:lnTo>
                <a:lnTo>
                  <a:pt x="60770" y="517773"/>
                </a:lnTo>
                <a:lnTo>
                  <a:pt x="60982" y="507206"/>
                </a:lnTo>
                <a:lnTo>
                  <a:pt x="61137" y="496640"/>
                </a:lnTo>
                <a:lnTo>
                  <a:pt x="61242" y="486073"/>
                </a:lnTo>
                <a:lnTo>
                  <a:pt x="61307" y="475506"/>
                </a:lnTo>
                <a:lnTo>
                  <a:pt x="61341" y="464939"/>
                </a:lnTo>
                <a:lnTo>
                  <a:pt x="61353" y="454372"/>
                </a:lnTo>
                <a:lnTo>
                  <a:pt x="61348" y="443806"/>
                </a:lnTo>
                <a:lnTo>
                  <a:pt x="61329" y="433239"/>
                </a:lnTo>
                <a:lnTo>
                  <a:pt x="61301" y="422672"/>
                </a:lnTo>
                <a:lnTo>
                  <a:pt x="61263" y="412105"/>
                </a:lnTo>
                <a:lnTo>
                  <a:pt x="61218" y="401538"/>
                </a:lnTo>
                <a:lnTo>
                  <a:pt x="61166" y="390972"/>
                </a:lnTo>
                <a:lnTo>
                  <a:pt x="61109" y="380405"/>
                </a:lnTo>
                <a:lnTo>
                  <a:pt x="61050" y="369838"/>
                </a:lnTo>
                <a:lnTo>
                  <a:pt x="60994" y="359271"/>
                </a:lnTo>
                <a:lnTo>
                  <a:pt x="60945" y="348704"/>
                </a:lnTo>
                <a:lnTo>
                  <a:pt x="60908" y="338138"/>
                </a:lnTo>
                <a:lnTo>
                  <a:pt x="60889" y="327571"/>
                </a:lnTo>
                <a:lnTo>
                  <a:pt x="60891" y="317004"/>
                </a:lnTo>
                <a:lnTo>
                  <a:pt x="60919" y="306437"/>
                </a:lnTo>
                <a:lnTo>
                  <a:pt x="60972" y="295870"/>
                </a:lnTo>
                <a:lnTo>
                  <a:pt x="61052" y="285304"/>
                </a:lnTo>
                <a:lnTo>
                  <a:pt x="61156" y="274737"/>
                </a:lnTo>
                <a:lnTo>
                  <a:pt x="61280" y="264170"/>
                </a:lnTo>
                <a:lnTo>
                  <a:pt x="61421" y="253603"/>
                </a:lnTo>
                <a:lnTo>
                  <a:pt x="61573" y="243036"/>
                </a:lnTo>
                <a:lnTo>
                  <a:pt x="61730" y="232470"/>
                </a:lnTo>
                <a:lnTo>
                  <a:pt x="61885" y="221903"/>
                </a:lnTo>
                <a:lnTo>
                  <a:pt x="62029" y="211336"/>
                </a:lnTo>
                <a:lnTo>
                  <a:pt x="62153" y="200769"/>
                </a:lnTo>
                <a:lnTo>
                  <a:pt x="62245" y="190202"/>
                </a:lnTo>
                <a:lnTo>
                  <a:pt x="62288" y="179636"/>
                </a:lnTo>
                <a:lnTo>
                  <a:pt x="62268" y="169069"/>
                </a:lnTo>
                <a:lnTo>
                  <a:pt x="62163" y="158502"/>
                </a:lnTo>
                <a:lnTo>
                  <a:pt x="61954" y="147935"/>
                </a:lnTo>
                <a:lnTo>
                  <a:pt x="61620" y="137368"/>
                </a:lnTo>
                <a:lnTo>
                  <a:pt x="61145" y="126802"/>
                </a:lnTo>
                <a:lnTo>
                  <a:pt x="60517" y="116235"/>
                </a:lnTo>
                <a:lnTo>
                  <a:pt x="59732" y="105668"/>
                </a:lnTo>
                <a:lnTo>
                  <a:pt x="58800" y="95101"/>
                </a:lnTo>
                <a:lnTo>
                  <a:pt x="57743" y="84534"/>
                </a:lnTo>
                <a:lnTo>
                  <a:pt x="56596" y="73968"/>
                </a:lnTo>
                <a:lnTo>
                  <a:pt x="55409" y="63401"/>
                </a:lnTo>
                <a:lnTo>
                  <a:pt x="54242" y="52834"/>
                </a:lnTo>
                <a:lnTo>
                  <a:pt x="53161" y="42267"/>
                </a:lnTo>
                <a:lnTo>
                  <a:pt x="52233" y="31700"/>
                </a:lnTo>
                <a:lnTo>
                  <a:pt x="51520" y="21134"/>
                </a:lnTo>
                <a:lnTo>
                  <a:pt x="51070" y="10567"/>
                </a:lnTo>
                <a:lnTo>
                  <a:pt x="50917" y="0"/>
                </a:lnTo>
                <a:lnTo>
                  <a:pt x="79083" y="0"/>
                </a:lnTo>
                <a:lnTo>
                  <a:pt x="79083" y="0"/>
                </a:lnTo>
                <a:lnTo>
                  <a:pt x="78930" y="10567"/>
                </a:lnTo>
                <a:lnTo>
                  <a:pt x="78480" y="21134"/>
                </a:lnTo>
                <a:lnTo>
                  <a:pt x="77767" y="31700"/>
                </a:lnTo>
                <a:lnTo>
                  <a:pt x="76839" y="42267"/>
                </a:lnTo>
                <a:lnTo>
                  <a:pt x="75758" y="52834"/>
                </a:lnTo>
                <a:lnTo>
                  <a:pt x="74591" y="63401"/>
                </a:lnTo>
                <a:lnTo>
                  <a:pt x="73404" y="73968"/>
                </a:lnTo>
                <a:lnTo>
                  <a:pt x="72257" y="84534"/>
                </a:lnTo>
                <a:lnTo>
                  <a:pt x="71200" y="95101"/>
                </a:lnTo>
                <a:lnTo>
                  <a:pt x="70268" y="105668"/>
                </a:lnTo>
                <a:lnTo>
                  <a:pt x="69483" y="116235"/>
                </a:lnTo>
                <a:lnTo>
                  <a:pt x="68855" y="126802"/>
                </a:lnTo>
                <a:lnTo>
                  <a:pt x="68380" y="137368"/>
                </a:lnTo>
                <a:lnTo>
                  <a:pt x="68046" y="147935"/>
                </a:lnTo>
                <a:lnTo>
                  <a:pt x="67837" y="158502"/>
                </a:lnTo>
                <a:lnTo>
                  <a:pt x="67732" y="169069"/>
                </a:lnTo>
                <a:lnTo>
                  <a:pt x="67712" y="179636"/>
                </a:lnTo>
                <a:lnTo>
                  <a:pt x="67755" y="190202"/>
                </a:lnTo>
                <a:lnTo>
                  <a:pt x="67847" y="200769"/>
                </a:lnTo>
                <a:lnTo>
                  <a:pt x="67971" y="211336"/>
                </a:lnTo>
                <a:lnTo>
                  <a:pt x="68115" y="221903"/>
                </a:lnTo>
                <a:lnTo>
                  <a:pt x="68270" y="232470"/>
                </a:lnTo>
                <a:lnTo>
                  <a:pt x="68427" y="243036"/>
                </a:lnTo>
                <a:lnTo>
                  <a:pt x="68579" y="253603"/>
                </a:lnTo>
                <a:lnTo>
                  <a:pt x="68720" y="264170"/>
                </a:lnTo>
                <a:lnTo>
                  <a:pt x="68845" y="274737"/>
                </a:lnTo>
                <a:lnTo>
                  <a:pt x="68948" y="285304"/>
                </a:lnTo>
                <a:lnTo>
                  <a:pt x="69028" y="295870"/>
                </a:lnTo>
                <a:lnTo>
                  <a:pt x="69081" y="306437"/>
                </a:lnTo>
                <a:lnTo>
                  <a:pt x="69109" y="317004"/>
                </a:lnTo>
                <a:lnTo>
                  <a:pt x="69111" y="327571"/>
                </a:lnTo>
                <a:lnTo>
                  <a:pt x="69092" y="338138"/>
                </a:lnTo>
                <a:lnTo>
                  <a:pt x="69056" y="348704"/>
                </a:lnTo>
                <a:lnTo>
                  <a:pt x="69006" y="359271"/>
                </a:lnTo>
                <a:lnTo>
                  <a:pt x="68950" y="369838"/>
                </a:lnTo>
                <a:lnTo>
                  <a:pt x="68891" y="380405"/>
                </a:lnTo>
                <a:lnTo>
                  <a:pt x="68834" y="390972"/>
                </a:lnTo>
                <a:lnTo>
                  <a:pt x="68782" y="401538"/>
                </a:lnTo>
                <a:lnTo>
                  <a:pt x="68737" y="412105"/>
                </a:lnTo>
                <a:lnTo>
                  <a:pt x="68699" y="422672"/>
                </a:lnTo>
                <a:lnTo>
                  <a:pt x="68671" y="433239"/>
                </a:lnTo>
                <a:lnTo>
                  <a:pt x="68652" y="443806"/>
                </a:lnTo>
                <a:lnTo>
                  <a:pt x="68647" y="454372"/>
                </a:lnTo>
                <a:lnTo>
                  <a:pt x="68659" y="464939"/>
                </a:lnTo>
                <a:lnTo>
                  <a:pt x="68693" y="475506"/>
                </a:lnTo>
                <a:lnTo>
                  <a:pt x="68758" y="486073"/>
                </a:lnTo>
                <a:lnTo>
                  <a:pt x="68863" y="496640"/>
                </a:lnTo>
                <a:lnTo>
                  <a:pt x="69018" y="507206"/>
                </a:lnTo>
                <a:lnTo>
                  <a:pt x="69230" y="517773"/>
                </a:lnTo>
                <a:lnTo>
                  <a:pt x="69505" y="528340"/>
                </a:lnTo>
                <a:lnTo>
                  <a:pt x="69846" y="538907"/>
                </a:lnTo>
                <a:lnTo>
                  <a:pt x="70247" y="549474"/>
                </a:lnTo>
                <a:lnTo>
                  <a:pt x="70699" y="560040"/>
                </a:lnTo>
                <a:lnTo>
                  <a:pt x="71183" y="570607"/>
                </a:lnTo>
                <a:lnTo>
                  <a:pt x="71677" y="581174"/>
                </a:lnTo>
                <a:lnTo>
                  <a:pt x="72153" y="591741"/>
                </a:lnTo>
                <a:lnTo>
                  <a:pt x="72581" y="602308"/>
                </a:lnTo>
                <a:lnTo>
                  <a:pt x="72933" y="612874"/>
                </a:lnTo>
                <a:lnTo>
                  <a:pt x="73186" y="623441"/>
                </a:lnTo>
                <a:lnTo>
                  <a:pt x="73322" y="634008"/>
                </a:lnTo>
                <a:lnTo>
                  <a:pt x="73333" y="644575"/>
                </a:lnTo>
                <a:lnTo>
                  <a:pt x="73221" y="655142"/>
                </a:lnTo>
                <a:lnTo>
                  <a:pt x="72999" y="665709"/>
                </a:lnTo>
                <a:lnTo>
                  <a:pt x="72686" y="676275"/>
                </a:lnTo>
                <a:lnTo>
                  <a:pt x="72310" y="686842"/>
                </a:lnTo>
                <a:lnTo>
                  <a:pt x="71902" y="697409"/>
                </a:lnTo>
                <a:lnTo>
                  <a:pt x="71492" y="707976"/>
                </a:lnTo>
                <a:lnTo>
                  <a:pt x="71109" y="718543"/>
                </a:lnTo>
                <a:lnTo>
                  <a:pt x="70776" y="729109"/>
                </a:lnTo>
                <a:lnTo>
                  <a:pt x="70510" y="739676"/>
                </a:lnTo>
                <a:lnTo>
                  <a:pt x="70321" y="750243"/>
                </a:lnTo>
                <a:lnTo>
                  <a:pt x="70209" y="760810"/>
                </a:lnTo>
                <a:lnTo>
                  <a:pt x="70169" y="771377"/>
                </a:lnTo>
                <a:lnTo>
                  <a:pt x="70187" y="781943"/>
                </a:lnTo>
                <a:lnTo>
                  <a:pt x="70246" y="792510"/>
                </a:lnTo>
                <a:lnTo>
                  <a:pt x="70327" y="803077"/>
                </a:lnTo>
                <a:lnTo>
                  <a:pt x="70410" y="813644"/>
                </a:lnTo>
                <a:lnTo>
                  <a:pt x="70476" y="824211"/>
                </a:lnTo>
                <a:lnTo>
                  <a:pt x="70510" y="834777"/>
                </a:lnTo>
                <a:lnTo>
                  <a:pt x="70501" y="845344"/>
                </a:lnTo>
                <a:lnTo>
                  <a:pt x="70444" y="855911"/>
                </a:lnTo>
                <a:lnTo>
                  <a:pt x="70338" y="866478"/>
                </a:lnTo>
                <a:lnTo>
                  <a:pt x="70189" y="877045"/>
                </a:lnTo>
                <a:lnTo>
                  <a:pt x="70004" y="887611"/>
                </a:lnTo>
                <a:lnTo>
                  <a:pt x="69794" y="898178"/>
                </a:lnTo>
                <a:lnTo>
                  <a:pt x="69571" y="908745"/>
                </a:lnTo>
                <a:lnTo>
                  <a:pt x="69346" y="919312"/>
                </a:lnTo>
                <a:lnTo>
                  <a:pt x="69131" y="929879"/>
                </a:lnTo>
                <a:lnTo>
                  <a:pt x="68932" y="940445"/>
                </a:lnTo>
                <a:lnTo>
                  <a:pt x="68757" y="951012"/>
                </a:lnTo>
                <a:lnTo>
                  <a:pt x="68609" y="961579"/>
                </a:lnTo>
                <a:lnTo>
                  <a:pt x="68489" y="972146"/>
                </a:lnTo>
                <a:lnTo>
                  <a:pt x="68399" y="982713"/>
                </a:lnTo>
                <a:lnTo>
                  <a:pt x="68337" y="993279"/>
                </a:lnTo>
                <a:lnTo>
                  <a:pt x="68303" y="1003846"/>
                </a:lnTo>
                <a:lnTo>
                  <a:pt x="68299" y="1014413"/>
                </a:lnTo>
                <a:lnTo>
                  <a:pt x="68328" y="1024980"/>
                </a:lnTo>
                <a:lnTo>
                  <a:pt x="68396" y="1035547"/>
                </a:lnTo>
                <a:lnTo>
                  <a:pt x="68519" y="1046113"/>
                </a:lnTo>
                <a:lnTo>
                  <a:pt x="68718" y="1056680"/>
                </a:lnTo>
                <a:lnTo>
                  <a:pt x="69025" y="1067247"/>
                </a:lnTo>
                <a:lnTo>
                  <a:pt x="69486" y="1077814"/>
                </a:lnTo>
                <a:lnTo>
                  <a:pt x="70158" y="1088381"/>
                </a:lnTo>
                <a:lnTo>
                  <a:pt x="71112" y="1098947"/>
                </a:lnTo>
                <a:lnTo>
                  <a:pt x="72429" y="1109514"/>
                </a:lnTo>
                <a:lnTo>
                  <a:pt x="74194" y="1120081"/>
                </a:lnTo>
                <a:lnTo>
                  <a:pt x="76490" y="1130648"/>
                </a:lnTo>
                <a:lnTo>
                  <a:pt x="79387" y="1141215"/>
                </a:lnTo>
                <a:lnTo>
                  <a:pt x="82929" y="1151781"/>
                </a:lnTo>
                <a:lnTo>
                  <a:pt x="87123" y="1162348"/>
                </a:lnTo>
                <a:lnTo>
                  <a:pt x="91924" y="1172915"/>
                </a:lnTo>
                <a:lnTo>
                  <a:pt x="97230" y="1183482"/>
                </a:lnTo>
                <a:lnTo>
                  <a:pt x="102876" y="1194049"/>
                </a:lnTo>
                <a:lnTo>
                  <a:pt x="108637" y="1204615"/>
                </a:lnTo>
                <a:lnTo>
                  <a:pt x="114243" y="1215182"/>
                </a:lnTo>
                <a:lnTo>
                  <a:pt x="119396" y="1225749"/>
                </a:lnTo>
                <a:lnTo>
                  <a:pt x="123793" y="1236316"/>
                </a:lnTo>
                <a:lnTo>
                  <a:pt x="127161" y="1246883"/>
                </a:lnTo>
                <a:lnTo>
                  <a:pt x="129278"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1506" name="01_find_only_1505">
            <a:extLst>
              <a:ext uri="{FF2B5EF4-FFF2-40B4-BE49-F238E27FC236}">
                <a16:creationId xmlns:a16="http://schemas.microsoft.com/office/drawing/2014/main" id="{AAE0FC4F-B097-41FE-839B-003B8B79895F}"/>
              </a:ext>
            </a:extLst>
          </p:cNvPr>
          <p:cNvSpPr>
            <a:spLocks noGrp="1"/>
          </p:cNvSpPr>
          <p:nvPr/>
        </p:nvSpPr>
        <p:spPr>
          <a:xfrm>
            <a:off x="48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7" name="01_find_only_1506">
            <a:extLst>
              <a:ext uri="{FF2B5EF4-FFF2-40B4-BE49-F238E27FC236}">
                <a16:creationId xmlns:a16="http://schemas.microsoft.com/office/drawing/2014/main" id="{305F714D-15AC-41BC-AF66-7ADBCDD862C7}"/>
              </a:ext>
            </a:extLst>
          </p:cNvPr>
          <p:cNvSpPr>
            <a:spLocks noGrp="1"/>
          </p:cNvSpPr>
          <p:nvPr/>
        </p:nvSpPr>
        <p:spPr>
          <a:xfrm>
            <a:off x="506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8" name="01_find_only_1507">
            <a:extLst>
              <a:ext uri="{FF2B5EF4-FFF2-40B4-BE49-F238E27FC236}">
                <a16:creationId xmlns:a16="http://schemas.microsoft.com/office/drawing/2014/main" id="{9EC14670-2EF7-4A65-91E7-50325604C9E9}"/>
              </a:ext>
            </a:extLst>
          </p:cNvPr>
          <p:cNvSpPr>
            <a:spLocks noGrp="1"/>
          </p:cNvSpPr>
          <p:nvPr/>
        </p:nvSpPr>
        <p:spPr>
          <a:xfrm>
            <a:off x="53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9" name="01_find_only_1508">
            <a:extLst>
              <a:ext uri="{FF2B5EF4-FFF2-40B4-BE49-F238E27FC236}">
                <a16:creationId xmlns:a16="http://schemas.microsoft.com/office/drawing/2014/main" id="{75046A6E-41E6-45F9-B17F-C152EC15B773}"/>
              </a:ext>
            </a:extLst>
          </p:cNvPr>
          <p:cNvSpPr>
            <a:spLocks noGrp="1"/>
          </p:cNvSpPr>
          <p:nvPr/>
        </p:nvSpPr>
        <p:spPr>
          <a:xfrm>
            <a:off x="58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0" name="01_find_only_1509">
            <a:extLst>
              <a:ext uri="{FF2B5EF4-FFF2-40B4-BE49-F238E27FC236}">
                <a16:creationId xmlns:a16="http://schemas.microsoft.com/office/drawing/2014/main" id="{818777AF-0AC7-4DD0-8914-5E8CD703D96A}"/>
              </a:ext>
            </a:extLst>
          </p:cNvPr>
          <p:cNvSpPr>
            <a:spLocks noGrp="1"/>
          </p:cNvSpPr>
          <p:nvPr/>
        </p:nvSpPr>
        <p:spPr>
          <a:xfrm>
            <a:off x="6310200" y="420101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1" name="01_find_only_1510">
            <a:extLst>
              <a:ext uri="{FF2B5EF4-FFF2-40B4-BE49-F238E27FC236}">
                <a16:creationId xmlns:a16="http://schemas.microsoft.com/office/drawing/2014/main" id="{A6E9FDF8-D65E-4C5F-8548-C65BAC7D07CA}"/>
              </a:ext>
            </a:extLst>
          </p:cNvPr>
          <p:cNvSpPr>
            <a:spLocks noGrp="1"/>
          </p:cNvSpPr>
          <p:nvPr/>
        </p:nvSpPr>
        <p:spPr>
          <a:xfrm>
            <a:off x="4795200" y="4137617"/>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512" name="01_find_only_1511">
            <a:extLst>
              <a:ext uri="{FF2B5EF4-FFF2-40B4-BE49-F238E27FC236}">
                <a16:creationId xmlns:a16="http://schemas.microsoft.com/office/drawing/2014/main" id="{6C23EAE6-6273-4F3C-9F7B-5854949A0A49}"/>
              </a:ext>
            </a:extLst>
          </p:cNvPr>
          <p:cNvSpPr>
            <a:spLocks noGrp="1"/>
          </p:cNvSpPr>
          <p:nvPr/>
        </p:nvSpPr>
        <p:spPr>
          <a:xfrm>
            <a:off x="4757100" y="413761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3" name="text_1512">
            <a:extLst>
              <a:ext uri="{FF2B5EF4-FFF2-40B4-BE49-F238E27FC236}">
                <a16:creationId xmlns:a16="http://schemas.microsoft.com/office/drawing/2014/main" id="{86684CBC-9DA8-4462-9905-2950D257591C}"/>
              </a:ext>
            </a:extLst>
          </p:cNvPr>
          <p:cNvSpPr>
            <a:spLocks noGrp="1"/>
          </p:cNvSpPr>
          <p:nvPr/>
        </p:nvSpPr>
        <p:spPr>
          <a:xfrm>
            <a:off x="4667453" y="409755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14" name="01_find_only_1513">
            <a:extLst>
              <a:ext uri="{FF2B5EF4-FFF2-40B4-BE49-F238E27FC236}">
                <a16:creationId xmlns:a16="http://schemas.microsoft.com/office/drawing/2014/main" id="{B866C359-0862-4A15-A8F5-6A72961DF13D}"/>
              </a:ext>
            </a:extLst>
          </p:cNvPr>
          <p:cNvSpPr>
            <a:spLocks noGrp="1"/>
          </p:cNvSpPr>
          <p:nvPr/>
        </p:nvSpPr>
        <p:spPr>
          <a:xfrm>
            <a:off x="4795200" y="350360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515" name="01_find_only_1514">
            <a:extLst>
              <a:ext uri="{FF2B5EF4-FFF2-40B4-BE49-F238E27FC236}">
                <a16:creationId xmlns:a16="http://schemas.microsoft.com/office/drawing/2014/main" id="{2252F675-49E3-40F5-BDF7-DAD7A675EC89}"/>
              </a:ext>
            </a:extLst>
          </p:cNvPr>
          <p:cNvSpPr>
            <a:spLocks noGrp="1"/>
          </p:cNvSpPr>
          <p:nvPr/>
        </p:nvSpPr>
        <p:spPr>
          <a:xfrm>
            <a:off x="4757100" y="350360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6" name="text_1515">
            <a:extLst>
              <a:ext uri="{FF2B5EF4-FFF2-40B4-BE49-F238E27FC236}">
                <a16:creationId xmlns:a16="http://schemas.microsoft.com/office/drawing/2014/main" id="{6AE39051-B6B2-4B61-851C-9A57CAA403C1}"/>
              </a:ext>
            </a:extLst>
          </p:cNvPr>
          <p:cNvSpPr>
            <a:spLocks noGrp="1"/>
          </p:cNvSpPr>
          <p:nvPr/>
        </p:nvSpPr>
        <p:spPr>
          <a:xfrm>
            <a:off x="4615906" y="346354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517" name="01_find_only_1516">
            <a:extLst>
              <a:ext uri="{FF2B5EF4-FFF2-40B4-BE49-F238E27FC236}">
                <a16:creationId xmlns:a16="http://schemas.microsoft.com/office/drawing/2014/main" id="{207A0B9B-85EE-4CD2-B667-F6A624847613}"/>
              </a:ext>
            </a:extLst>
          </p:cNvPr>
          <p:cNvSpPr>
            <a:spLocks noGrp="1"/>
          </p:cNvSpPr>
          <p:nvPr/>
        </p:nvSpPr>
        <p:spPr>
          <a:xfrm>
            <a:off x="4795200" y="286960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1518" name="01_find_only_1517">
            <a:extLst>
              <a:ext uri="{FF2B5EF4-FFF2-40B4-BE49-F238E27FC236}">
                <a16:creationId xmlns:a16="http://schemas.microsoft.com/office/drawing/2014/main" id="{DB690587-AD5A-4745-96CA-C48DF8C148C6}"/>
              </a:ext>
            </a:extLst>
          </p:cNvPr>
          <p:cNvSpPr>
            <a:spLocks noGrp="1"/>
          </p:cNvSpPr>
          <p:nvPr/>
        </p:nvSpPr>
        <p:spPr>
          <a:xfrm>
            <a:off x="4757100" y="28696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9" name="text_1518">
            <a:extLst>
              <a:ext uri="{FF2B5EF4-FFF2-40B4-BE49-F238E27FC236}">
                <a16:creationId xmlns:a16="http://schemas.microsoft.com/office/drawing/2014/main" id="{E8189EEB-4561-48EC-9B2F-C31A3051C7E1}"/>
              </a:ext>
            </a:extLst>
          </p:cNvPr>
          <p:cNvSpPr>
            <a:spLocks noGrp="1"/>
          </p:cNvSpPr>
          <p:nvPr/>
        </p:nvSpPr>
        <p:spPr>
          <a:xfrm>
            <a:off x="4564360" y="2829540"/>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520" name="01_find_only_1519">
            <a:extLst>
              <a:ext uri="{FF2B5EF4-FFF2-40B4-BE49-F238E27FC236}">
                <a16:creationId xmlns:a16="http://schemas.microsoft.com/office/drawing/2014/main" id="{73D06537-962E-49B7-9081-3CABED41E3CF}"/>
              </a:ext>
            </a:extLst>
          </p:cNvPr>
          <p:cNvSpPr>
            <a:spLocks noGrp="1"/>
          </p:cNvSpPr>
          <p:nvPr/>
        </p:nvSpPr>
        <p:spPr>
          <a:xfrm>
            <a:off x="5022823" y="3806414"/>
            <a:ext cx="28398" cy="28398"/>
          </a:xfrm>
          <a:prstGeom prst="ellipse">
            <a:avLst/>
          </a:prstGeom>
          <a:solidFill>
            <a:srgbClr val="7F8C97">
              <a:alpha val="48000"/>
            </a:srgbClr>
          </a:solidFill>
          <a:ln w="0">
            <a:noFill/>
            <a:prstDash val="solid"/>
          </a:ln>
        </p:spPr>
      </p:sp>
      <p:sp>
        <p:nvSpPr>
          <p:cNvPr id="1521" name="01_find_only_1520">
            <a:extLst>
              <a:ext uri="{FF2B5EF4-FFF2-40B4-BE49-F238E27FC236}">
                <a16:creationId xmlns:a16="http://schemas.microsoft.com/office/drawing/2014/main" id="{4852AA37-5145-4F98-878A-66866FFC7B1B}"/>
              </a:ext>
            </a:extLst>
          </p:cNvPr>
          <p:cNvSpPr>
            <a:spLocks noGrp="1"/>
          </p:cNvSpPr>
          <p:nvPr/>
        </p:nvSpPr>
        <p:spPr>
          <a:xfrm>
            <a:off x="5004510" y="4017750"/>
            <a:ext cx="28398" cy="28398"/>
          </a:xfrm>
          <a:prstGeom prst="ellipse">
            <a:avLst/>
          </a:prstGeom>
          <a:solidFill>
            <a:srgbClr val="7F8C97">
              <a:alpha val="48000"/>
            </a:srgbClr>
          </a:solidFill>
          <a:ln w="0">
            <a:noFill/>
            <a:prstDash val="solid"/>
          </a:ln>
        </p:spPr>
      </p:sp>
      <p:sp>
        <p:nvSpPr>
          <p:cNvPr id="1522" name="01_find_only_1521">
            <a:extLst>
              <a:ext uri="{FF2B5EF4-FFF2-40B4-BE49-F238E27FC236}">
                <a16:creationId xmlns:a16="http://schemas.microsoft.com/office/drawing/2014/main" id="{47FF259D-5669-4F0A-B8A3-651EAD74101E}"/>
              </a:ext>
            </a:extLst>
          </p:cNvPr>
          <p:cNvSpPr>
            <a:spLocks noGrp="1"/>
          </p:cNvSpPr>
          <p:nvPr/>
        </p:nvSpPr>
        <p:spPr>
          <a:xfrm>
            <a:off x="5019390" y="4123418"/>
            <a:ext cx="28398" cy="28398"/>
          </a:xfrm>
          <a:prstGeom prst="ellipse">
            <a:avLst/>
          </a:prstGeom>
          <a:solidFill>
            <a:srgbClr val="7F8C97">
              <a:alpha val="48000"/>
            </a:srgbClr>
          </a:solidFill>
          <a:ln w="0">
            <a:noFill/>
            <a:prstDash val="solid"/>
          </a:ln>
        </p:spPr>
      </p:sp>
      <p:sp>
        <p:nvSpPr>
          <p:cNvPr id="1523" name="01_find_only_1522">
            <a:extLst>
              <a:ext uri="{FF2B5EF4-FFF2-40B4-BE49-F238E27FC236}">
                <a16:creationId xmlns:a16="http://schemas.microsoft.com/office/drawing/2014/main" id="{0971D7CF-50E0-4A35-AD58-DE1808055DCD}"/>
              </a:ext>
            </a:extLst>
          </p:cNvPr>
          <p:cNvSpPr>
            <a:spLocks noGrp="1"/>
          </p:cNvSpPr>
          <p:nvPr/>
        </p:nvSpPr>
        <p:spPr>
          <a:xfrm>
            <a:off x="5019008" y="3912082"/>
            <a:ext cx="28398" cy="28398"/>
          </a:xfrm>
          <a:prstGeom prst="ellipse">
            <a:avLst/>
          </a:prstGeom>
          <a:solidFill>
            <a:srgbClr val="7F8C97">
              <a:alpha val="48000"/>
            </a:srgbClr>
          </a:solidFill>
          <a:ln w="0">
            <a:noFill/>
            <a:prstDash val="solid"/>
          </a:ln>
        </p:spPr>
      </p:sp>
      <p:sp>
        <p:nvSpPr>
          <p:cNvPr id="1524" name="01_find_only_1523">
            <a:extLst>
              <a:ext uri="{FF2B5EF4-FFF2-40B4-BE49-F238E27FC236}">
                <a16:creationId xmlns:a16="http://schemas.microsoft.com/office/drawing/2014/main" id="{F0C96ECD-A2CE-4802-AD76-58955FB52E68}"/>
              </a:ext>
            </a:extLst>
          </p:cNvPr>
          <p:cNvSpPr>
            <a:spLocks noGrp="1"/>
          </p:cNvSpPr>
          <p:nvPr/>
        </p:nvSpPr>
        <p:spPr>
          <a:xfrm>
            <a:off x="5035223" y="3700746"/>
            <a:ext cx="28398" cy="28398"/>
          </a:xfrm>
          <a:prstGeom prst="ellipse">
            <a:avLst/>
          </a:prstGeom>
          <a:solidFill>
            <a:srgbClr val="7F8C97">
              <a:alpha val="48000"/>
            </a:srgbClr>
          </a:solidFill>
          <a:ln w="0">
            <a:noFill/>
            <a:prstDash val="solid"/>
          </a:ln>
        </p:spPr>
      </p:sp>
      <p:sp>
        <p:nvSpPr>
          <p:cNvPr id="1525" name="01_find_only_1524">
            <a:extLst>
              <a:ext uri="{FF2B5EF4-FFF2-40B4-BE49-F238E27FC236}">
                <a16:creationId xmlns:a16="http://schemas.microsoft.com/office/drawing/2014/main" id="{158D7974-9E2A-4A06-AC66-9BFEFECF4604}"/>
              </a:ext>
            </a:extLst>
          </p:cNvPr>
          <p:cNvSpPr>
            <a:spLocks noGrp="1"/>
          </p:cNvSpPr>
          <p:nvPr/>
        </p:nvSpPr>
        <p:spPr>
          <a:xfrm>
            <a:off x="5062979" y="4123418"/>
            <a:ext cx="28398" cy="28398"/>
          </a:xfrm>
          <a:prstGeom prst="ellipse">
            <a:avLst/>
          </a:prstGeom>
          <a:solidFill>
            <a:srgbClr val="7F8C97">
              <a:alpha val="48000"/>
            </a:srgbClr>
          </a:solidFill>
          <a:ln w="0">
            <a:noFill/>
            <a:prstDash val="solid"/>
          </a:ln>
        </p:spPr>
      </p:sp>
      <p:sp>
        <p:nvSpPr>
          <p:cNvPr id="1526" name="01_find_only_1525">
            <a:extLst>
              <a:ext uri="{FF2B5EF4-FFF2-40B4-BE49-F238E27FC236}">
                <a16:creationId xmlns:a16="http://schemas.microsoft.com/office/drawing/2014/main" id="{BF84E717-2A47-4D27-AA34-D472EE085B4E}"/>
              </a:ext>
            </a:extLst>
          </p:cNvPr>
          <p:cNvSpPr>
            <a:spLocks noGrp="1"/>
          </p:cNvSpPr>
          <p:nvPr/>
        </p:nvSpPr>
        <p:spPr>
          <a:xfrm>
            <a:off x="5080434" y="3603206"/>
            <a:ext cx="28398" cy="28398"/>
          </a:xfrm>
          <a:prstGeom prst="ellipse">
            <a:avLst/>
          </a:prstGeom>
          <a:solidFill>
            <a:srgbClr val="7F8C97">
              <a:alpha val="48000"/>
            </a:srgbClr>
          </a:solidFill>
          <a:ln w="0">
            <a:noFill/>
            <a:prstDash val="solid"/>
          </a:ln>
        </p:spPr>
      </p:sp>
      <p:sp>
        <p:nvSpPr>
          <p:cNvPr id="1527" name="01_find_only_1526">
            <a:extLst>
              <a:ext uri="{FF2B5EF4-FFF2-40B4-BE49-F238E27FC236}">
                <a16:creationId xmlns:a16="http://schemas.microsoft.com/office/drawing/2014/main" id="{A1D951BC-7C07-46FF-96C9-DB50AA62940F}"/>
              </a:ext>
            </a:extLst>
          </p:cNvPr>
          <p:cNvSpPr>
            <a:spLocks noGrp="1"/>
          </p:cNvSpPr>
          <p:nvPr/>
        </p:nvSpPr>
        <p:spPr>
          <a:xfrm>
            <a:off x="5009565" y="3489410"/>
            <a:ext cx="28398" cy="28398"/>
          </a:xfrm>
          <a:prstGeom prst="ellipse">
            <a:avLst/>
          </a:prstGeom>
          <a:solidFill>
            <a:srgbClr val="7F8C97">
              <a:alpha val="48000"/>
            </a:srgbClr>
          </a:solidFill>
          <a:ln w="0">
            <a:noFill/>
            <a:prstDash val="solid"/>
          </a:ln>
        </p:spPr>
      </p:sp>
      <p:sp>
        <p:nvSpPr>
          <p:cNvPr id="1528" name="01_find_only_1527">
            <a:extLst>
              <a:ext uri="{FF2B5EF4-FFF2-40B4-BE49-F238E27FC236}">
                <a16:creationId xmlns:a16="http://schemas.microsoft.com/office/drawing/2014/main" id="{BE1A6216-D8F9-4B9A-9EB4-75FD6251DC26}"/>
              </a:ext>
            </a:extLst>
          </p:cNvPr>
          <p:cNvSpPr>
            <a:spLocks noGrp="1"/>
          </p:cNvSpPr>
          <p:nvPr/>
        </p:nvSpPr>
        <p:spPr>
          <a:xfrm>
            <a:off x="5053155" y="3489410"/>
            <a:ext cx="28398" cy="28398"/>
          </a:xfrm>
          <a:prstGeom prst="ellipse">
            <a:avLst/>
          </a:prstGeom>
          <a:solidFill>
            <a:srgbClr val="7F8C97">
              <a:alpha val="48000"/>
            </a:srgbClr>
          </a:solidFill>
          <a:ln w="0">
            <a:noFill/>
            <a:prstDash val="solid"/>
          </a:ln>
        </p:spPr>
      </p:sp>
      <p:sp>
        <p:nvSpPr>
          <p:cNvPr id="1529" name="01_find_only_1528">
            <a:extLst>
              <a:ext uri="{FF2B5EF4-FFF2-40B4-BE49-F238E27FC236}">
                <a16:creationId xmlns:a16="http://schemas.microsoft.com/office/drawing/2014/main" id="{9FE7E963-F527-4E2F-A725-B3F68BA68CB4}"/>
              </a:ext>
            </a:extLst>
          </p:cNvPr>
          <p:cNvSpPr>
            <a:spLocks noGrp="1"/>
          </p:cNvSpPr>
          <p:nvPr/>
        </p:nvSpPr>
        <p:spPr>
          <a:xfrm>
            <a:off x="5009851" y="4123418"/>
            <a:ext cx="28398" cy="28398"/>
          </a:xfrm>
          <a:prstGeom prst="ellipse">
            <a:avLst/>
          </a:prstGeom>
          <a:solidFill>
            <a:srgbClr val="7F8C97">
              <a:alpha val="48000"/>
            </a:srgbClr>
          </a:solidFill>
          <a:ln w="0">
            <a:noFill/>
            <a:prstDash val="solid"/>
          </a:ln>
        </p:spPr>
      </p:sp>
      <p:sp>
        <p:nvSpPr>
          <p:cNvPr id="1530" name="01_find_only_1529">
            <a:extLst>
              <a:ext uri="{FF2B5EF4-FFF2-40B4-BE49-F238E27FC236}">
                <a16:creationId xmlns:a16="http://schemas.microsoft.com/office/drawing/2014/main" id="{E7A99D73-FF95-471E-88FE-F617297B44C6}"/>
              </a:ext>
            </a:extLst>
          </p:cNvPr>
          <p:cNvSpPr>
            <a:spLocks noGrp="1"/>
          </p:cNvSpPr>
          <p:nvPr/>
        </p:nvSpPr>
        <p:spPr>
          <a:xfrm>
            <a:off x="4999359" y="4123418"/>
            <a:ext cx="28398" cy="28398"/>
          </a:xfrm>
          <a:prstGeom prst="ellipse">
            <a:avLst/>
          </a:prstGeom>
          <a:solidFill>
            <a:srgbClr val="7F8C97">
              <a:alpha val="48000"/>
            </a:srgbClr>
          </a:solidFill>
          <a:ln w="0">
            <a:noFill/>
            <a:prstDash val="solid"/>
          </a:ln>
        </p:spPr>
      </p:sp>
      <p:sp>
        <p:nvSpPr>
          <p:cNvPr id="1531" name="01_find_only_1530">
            <a:extLst>
              <a:ext uri="{FF2B5EF4-FFF2-40B4-BE49-F238E27FC236}">
                <a16:creationId xmlns:a16="http://schemas.microsoft.com/office/drawing/2014/main" id="{A8711E60-B128-4BB4-A0D5-9726F0F63E32}"/>
              </a:ext>
            </a:extLst>
          </p:cNvPr>
          <p:cNvSpPr>
            <a:spLocks noGrp="1"/>
          </p:cNvSpPr>
          <p:nvPr/>
        </p:nvSpPr>
        <p:spPr>
          <a:xfrm>
            <a:off x="5072803" y="3647912"/>
            <a:ext cx="28398" cy="28398"/>
          </a:xfrm>
          <a:prstGeom prst="ellipse">
            <a:avLst/>
          </a:prstGeom>
          <a:solidFill>
            <a:srgbClr val="7F8C97">
              <a:alpha val="48000"/>
            </a:srgbClr>
          </a:solidFill>
          <a:ln w="0">
            <a:noFill/>
            <a:prstDash val="solid"/>
          </a:ln>
        </p:spPr>
      </p:sp>
      <p:sp>
        <p:nvSpPr>
          <p:cNvPr id="1532" name="01_find_only_1531">
            <a:extLst>
              <a:ext uri="{FF2B5EF4-FFF2-40B4-BE49-F238E27FC236}">
                <a16:creationId xmlns:a16="http://schemas.microsoft.com/office/drawing/2014/main" id="{F0B7C328-B816-420C-8775-64E8FA18C9E9}"/>
              </a:ext>
            </a:extLst>
          </p:cNvPr>
          <p:cNvSpPr>
            <a:spLocks noGrp="1"/>
          </p:cNvSpPr>
          <p:nvPr/>
        </p:nvSpPr>
        <p:spPr>
          <a:xfrm>
            <a:off x="5092356" y="4123418"/>
            <a:ext cx="28398" cy="28398"/>
          </a:xfrm>
          <a:prstGeom prst="ellipse">
            <a:avLst/>
          </a:prstGeom>
          <a:solidFill>
            <a:srgbClr val="7F8C97">
              <a:alpha val="48000"/>
            </a:srgbClr>
          </a:solidFill>
          <a:ln w="0">
            <a:noFill/>
            <a:prstDash val="solid"/>
          </a:ln>
        </p:spPr>
      </p:sp>
      <p:sp>
        <p:nvSpPr>
          <p:cNvPr id="1533" name="01_find_only_1532">
            <a:extLst>
              <a:ext uri="{FF2B5EF4-FFF2-40B4-BE49-F238E27FC236}">
                <a16:creationId xmlns:a16="http://schemas.microsoft.com/office/drawing/2014/main" id="{7E64669B-95FF-4F48-9D4A-C97866AFDD17}"/>
              </a:ext>
            </a:extLst>
          </p:cNvPr>
          <p:cNvSpPr>
            <a:spLocks noGrp="1"/>
          </p:cNvSpPr>
          <p:nvPr/>
        </p:nvSpPr>
        <p:spPr>
          <a:xfrm>
            <a:off x="5034937" y="4123418"/>
            <a:ext cx="28398" cy="28398"/>
          </a:xfrm>
          <a:prstGeom prst="ellipse">
            <a:avLst/>
          </a:prstGeom>
          <a:solidFill>
            <a:srgbClr val="7F8C97">
              <a:alpha val="48000"/>
            </a:srgbClr>
          </a:solidFill>
          <a:ln w="0">
            <a:noFill/>
            <a:prstDash val="solid"/>
          </a:ln>
        </p:spPr>
      </p:sp>
      <p:sp>
        <p:nvSpPr>
          <p:cNvPr id="1534" name="01_find_only_1533">
            <a:extLst>
              <a:ext uri="{FF2B5EF4-FFF2-40B4-BE49-F238E27FC236}">
                <a16:creationId xmlns:a16="http://schemas.microsoft.com/office/drawing/2014/main" id="{732FE179-4BB6-4FD1-9B39-2B51383539B5}"/>
              </a:ext>
            </a:extLst>
          </p:cNvPr>
          <p:cNvSpPr>
            <a:spLocks noGrp="1"/>
          </p:cNvSpPr>
          <p:nvPr/>
        </p:nvSpPr>
        <p:spPr>
          <a:xfrm>
            <a:off x="5087206" y="3489410"/>
            <a:ext cx="28398" cy="28398"/>
          </a:xfrm>
          <a:prstGeom prst="ellipse">
            <a:avLst/>
          </a:prstGeom>
          <a:solidFill>
            <a:srgbClr val="7F8C97">
              <a:alpha val="48000"/>
            </a:srgbClr>
          </a:solidFill>
          <a:ln w="0">
            <a:noFill/>
            <a:prstDash val="solid"/>
          </a:ln>
        </p:spPr>
      </p:sp>
      <p:sp>
        <p:nvSpPr>
          <p:cNvPr id="1535" name="01_find_only_1534">
            <a:extLst>
              <a:ext uri="{FF2B5EF4-FFF2-40B4-BE49-F238E27FC236}">
                <a16:creationId xmlns:a16="http://schemas.microsoft.com/office/drawing/2014/main" id="{49291813-B5DA-42BB-81BE-E17459935DB6}"/>
              </a:ext>
            </a:extLst>
          </p:cNvPr>
          <p:cNvSpPr>
            <a:spLocks noGrp="1"/>
          </p:cNvSpPr>
          <p:nvPr/>
        </p:nvSpPr>
        <p:spPr>
          <a:xfrm>
            <a:off x="5019294" y="3700746"/>
            <a:ext cx="28398" cy="28398"/>
          </a:xfrm>
          <a:prstGeom prst="ellipse">
            <a:avLst/>
          </a:prstGeom>
          <a:solidFill>
            <a:srgbClr val="7F8C97">
              <a:alpha val="48000"/>
            </a:srgbClr>
          </a:solidFill>
          <a:ln w="0">
            <a:noFill/>
            <a:prstDash val="solid"/>
          </a:ln>
        </p:spPr>
      </p:sp>
      <p:sp>
        <p:nvSpPr>
          <p:cNvPr id="1536" name="01_find_only_1535">
            <a:extLst>
              <a:ext uri="{FF2B5EF4-FFF2-40B4-BE49-F238E27FC236}">
                <a16:creationId xmlns:a16="http://schemas.microsoft.com/office/drawing/2014/main" id="{927F9DD5-4BF3-4C7B-B564-8DE4A3C52CE2}"/>
              </a:ext>
            </a:extLst>
          </p:cNvPr>
          <p:cNvSpPr>
            <a:spLocks noGrp="1"/>
          </p:cNvSpPr>
          <p:nvPr/>
        </p:nvSpPr>
        <p:spPr>
          <a:xfrm>
            <a:off x="5037417" y="4123418"/>
            <a:ext cx="28398" cy="28398"/>
          </a:xfrm>
          <a:prstGeom prst="ellipse">
            <a:avLst/>
          </a:prstGeom>
          <a:solidFill>
            <a:srgbClr val="7F8C97">
              <a:alpha val="48000"/>
            </a:srgbClr>
          </a:solidFill>
          <a:ln w="0">
            <a:noFill/>
            <a:prstDash val="solid"/>
          </a:ln>
        </p:spPr>
      </p:sp>
      <p:sp>
        <p:nvSpPr>
          <p:cNvPr id="1537" name="01_find_only_1536">
            <a:extLst>
              <a:ext uri="{FF2B5EF4-FFF2-40B4-BE49-F238E27FC236}">
                <a16:creationId xmlns:a16="http://schemas.microsoft.com/office/drawing/2014/main" id="{323FD441-E571-4767-8C81-5345B5814693}"/>
              </a:ext>
            </a:extLst>
          </p:cNvPr>
          <p:cNvSpPr>
            <a:spLocks noGrp="1"/>
          </p:cNvSpPr>
          <p:nvPr/>
        </p:nvSpPr>
        <p:spPr>
          <a:xfrm>
            <a:off x="5065840" y="3679612"/>
            <a:ext cx="28398" cy="28398"/>
          </a:xfrm>
          <a:prstGeom prst="ellipse">
            <a:avLst/>
          </a:prstGeom>
          <a:solidFill>
            <a:srgbClr val="7F8C97">
              <a:alpha val="48000"/>
            </a:srgbClr>
          </a:solidFill>
          <a:ln w="0">
            <a:noFill/>
            <a:prstDash val="solid"/>
          </a:ln>
        </p:spPr>
      </p:sp>
      <p:sp>
        <p:nvSpPr>
          <p:cNvPr id="1538" name="01_find_only_1537">
            <a:extLst>
              <a:ext uri="{FF2B5EF4-FFF2-40B4-BE49-F238E27FC236}">
                <a16:creationId xmlns:a16="http://schemas.microsoft.com/office/drawing/2014/main" id="{E4CF2143-297B-47AC-87AA-A88836E63F6B}"/>
              </a:ext>
            </a:extLst>
          </p:cNvPr>
          <p:cNvSpPr>
            <a:spLocks noGrp="1"/>
          </p:cNvSpPr>
          <p:nvPr/>
        </p:nvSpPr>
        <p:spPr>
          <a:xfrm>
            <a:off x="5082914" y="4123418"/>
            <a:ext cx="28398" cy="28398"/>
          </a:xfrm>
          <a:prstGeom prst="ellipse">
            <a:avLst/>
          </a:prstGeom>
          <a:solidFill>
            <a:srgbClr val="7F8C97">
              <a:alpha val="48000"/>
            </a:srgbClr>
          </a:solidFill>
          <a:ln w="0">
            <a:noFill/>
            <a:prstDash val="solid"/>
          </a:ln>
        </p:spPr>
      </p:sp>
      <p:sp>
        <p:nvSpPr>
          <p:cNvPr id="1539" name="01_find_only_1538">
            <a:extLst>
              <a:ext uri="{FF2B5EF4-FFF2-40B4-BE49-F238E27FC236}">
                <a16:creationId xmlns:a16="http://schemas.microsoft.com/office/drawing/2014/main" id="{B5DC2F19-C364-4134-86A1-1AD876F4FDC2}"/>
              </a:ext>
            </a:extLst>
          </p:cNvPr>
          <p:cNvSpPr>
            <a:spLocks noGrp="1"/>
          </p:cNvSpPr>
          <p:nvPr/>
        </p:nvSpPr>
        <p:spPr>
          <a:xfrm>
            <a:off x="5092166" y="4123418"/>
            <a:ext cx="28398" cy="28398"/>
          </a:xfrm>
          <a:prstGeom prst="ellipse">
            <a:avLst/>
          </a:prstGeom>
          <a:solidFill>
            <a:srgbClr val="7F8C97">
              <a:alpha val="48000"/>
            </a:srgbClr>
          </a:solidFill>
          <a:ln w="0">
            <a:noFill/>
            <a:prstDash val="solid"/>
          </a:ln>
        </p:spPr>
      </p:sp>
      <p:sp>
        <p:nvSpPr>
          <p:cNvPr id="1540" name="01_find_only_1539">
            <a:extLst>
              <a:ext uri="{FF2B5EF4-FFF2-40B4-BE49-F238E27FC236}">
                <a16:creationId xmlns:a16="http://schemas.microsoft.com/office/drawing/2014/main" id="{83DFA8D4-09EA-46A9-A1A5-414E46993405}"/>
              </a:ext>
            </a:extLst>
          </p:cNvPr>
          <p:cNvSpPr>
            <a:spLocks noGrp="1"/>
          </p:cNvSpPr>
          <p:nvPr/>
        </p:nvSpPr>
        <p:spPr>
          <a:xfrm>
            <a:off x="5059259" y="4123418"/>
            <a:ext cx="28398" cy="28398"/>
          </a:xfrm>
          <a:prstGeom prst="ellipse">
            <a:avLst/>
          </a:prstGeom>
          <a:solidFill>
            <a:srgbClr val="7F8C97">
              <a:alpha val="48000"/>
            </a:srgbClr>
          </a:solidFill>
          <a:ln w="0">
            <a:noFill/>
            <a:prstDash val="solid"/>
          </a:ln>
        </p:spPr>
      </p:sp>
      <p:sp>
        <p:nvSpPr>
          <p:cNvPr id="1541" name="01_find_only_1540">
            <a:extLst>
              <a:ext uri="{FF2B5EF4-FFF2-40B4-BE49-F238E27FC236}">
                <a16:creationId xmlns:a16="http://schemas.microsoft.com/office/drawing/2014/main" id="{7E98F639-BF1E-4573-AFBE-AFB11C12B579}"/>
              </a:ext>
            </a:extLst>
          </p:cNvPr>
          <p:cNvSpPr>
            <a:spLocks noGrp="1"/>
          </p:cNvSpPr>
          <p:nvPr/>
        </p:nvSpPr>
        <p:spPr>
          <a:xfrm>
            <a:off x="5002698" y="3589516"/>
            <a:ext cx="28398" cy="28398"/>
          </a:xfrm>
          <a:prstGeom prst="ellipse">
            <a:avLst/>
          </a:prstGeom>
          <a:solidFill>
            <a:srgbClr val="7F8C97">
              <a:alpha val="48000"/>
            </a:srgbClr>
          </a:solidFill>
          <a:ln w="0">
            <a:noFill/>
            <a:prstDash val="solid"/>
          </a:ln>
        </p:spPr>
      </p:sp>
      <p:sp>
        <p:nvSpPr>
          <p:cNvPr id="1542" name="01_find_only_1541">
            <a:extLst>
              <a:ext uri="{FF2B5EF4-FFF2-40B4-BE49-F238E27FC236}">
                <a16:creationId xmlns:a16="http://schemas.microsoft.com/office/drawing/2014/main" id="{91C5C7F4-F5EC-477B-B442-FD27DC8071FE}"/>
              </a:ext>
            </a:extLst>
          </p:cNvPr>
          <p:cNvSpPr>
            <a:spLocks noGrp="1"/>
          </p:cNvSpPr>
          <p:nvPr/>
        </p:nvSpPr>
        <p:spPr>
          <a:xfrm>
            <a:off x="5016814" y="4123418"/>
            <a:ext cx="28398" cy="28398"/>
          </a:xfrm>
          <a:prstGeom prst="ellipse">
            <a:avLst/>
          </a:prstGeom>
          <a:solidFill>
            <a:srgbClr val="7F8C97">
              <a:alpha val="48000"/>
            </a:srgbClr>
          </a:solidFill>
          <a:ln w="0">
            <a:noFill/>
            <a:prstDash val="solid"/>
          </a:ln>
        </p:spPr>
      </p:sp>
      <p:sp>
        <p:nvSpPr>
          <p:cNvPr id="1543" name="01_find_only_1542">
            <a:extLst>
              <a:ext uri="{FF2B5EF4-FFF2-40B4-BE49-F238E27FC236}">
                <a16:creationId xmlns:a16="http://schemas.microsoft.com/office/drawing/2014/main" id="{CB94FC80-43BB-4D49-93B4-BA14B81D3E3E}"/>
              </a:ext>
            </a:extLst>
          </p:cNvPr>
          <p:cNvSpPr>
            <a:spLocks noGrp="1"/>
          </p:cNvSpPr>
          <p:nvPr/>
        </p:nvSpPr>
        <p:spPr>
          <a:xfrm>
            <a:off x="5023014" y="4123418"/>
            <a:ext cx="28398" cy="28398"/>
          </a:xfrm>
          <a:prstGeom prst="ellipse">
            <a:avLst/>
          </a:prstGeom>
          <a:solidFill>
            <a:srgbClr val="7F8C97">
              <a:alpha val="48000"/>
            </a:srgbClr>
          </a:solidFill>
          <a:ln w="0">
            <a:noFill/>
            <a:prstDash val="solid"/>
          </a:ln>
        </p:spPr>
      </p:sp>
      <p:sp>
        <p:nvSpPr>
          <p:cNvPr id="1544" name="01_find_only_1543">
            <a:extLst>
              <a:ext uri="{FF2B5EF4-FFF2-40B4-BE49-F238E27FC236}">
                <a16:creationId xmlns:a16="http://schemas.microsoft.com/office/drawing/2014/main" id="{F5BEA1C8-E652-47B9-AFA2-17E38C70A7A6}"/>
              </a:ext>
            </a:extLst>
          </p:cNvPr>
          <p:cNvSpPr>
            <a:spLocks noGrp="1"/>
          </p:cNvSpPr>
          <p:nvPr/>
        </p:nvSpPr>
        <p:spPr>
          <a:xfrm>
            <a:off x="5002507" y="4123418"/>
            <a:ext cx="28398" cy="28398"/>
          </a:xfrm>
          <a:prstGeom prst="ellipse">
            <a:avLst/>
          </a:prstGeom>
          <a:solidFill>
            <a:srgbClr val="7F8C97">
              <a:alpha val="48000"/>
            </a:srgbClr>
          </a:solidFill>
          <a:ln w="0">
            <a:noFill/>
            <a:prstDash val="solid"/>
          </a:ln>
        </p:spPr>
      </p:sp>
      <p:sp>
        <p:nvSpPr>
          <p:cNvPr id="1545" name="01_find_only_1544">
            <a:extLst>
              <a:ext uri="{FF2B5EF4-FFF2-40B4-BE49-F238E27FC236}">
                <a16:creationId xmlns:a16="http://schemas.microsoft.com/office/drawing/2014/main" id="{06C3F06B-1938-4110-B88F-45F2D0146C1C}"/>
              </a:ext>
            </a:extLst>
          </p:cNvPr>
          <p:cNvSpPr>
            <a:spLocks noGrp="1"/>
          </p:cNvSpPr>
          <p:nvPr/>
        </p:nvSpPr>
        <p:spPr>
          <a:xfrm>
            <a:off x="5001935" y="3869815"/>
            <a:ext cx="28398" cy="28398"/>
          </a:xfrm>
          <a:prstGeom prst="ellipse">
            <a:avLst/>
          </a:prstGeom>
          <a:solidFill>
            <a:srgbClr val="7F8C97">
              <a:alpha val="48000"/>
            </a:srgbClr>
          </a:solidFill>
          <a:ln w="0">
            <a:noFill/>
            <a:prstDash val="solid"/>
          </a:ln>
        </p:spPr>
      </p:sp>
      <p:sp>
        <p:nvSpPr>
          <p:cNvPr id="1546" name="01_find_only_1545">
            <a:extLst>
              <a:ext uri="{FF2B5EF4-FFF2-40B4-BE49-F238E27FC236}">
                <a16:creationId xmlns:a16="http://schemas.microsoft.com/office/drawing/2014/main" id="{0C0DF0F2-6AE1-4010-B4FE-BDB66C5415B3}"/>
              </a:ext>
            </a:extLst>
          </p:cNvPr>
          <p:cNvSpPr>
            <a:spLocks noGrp="1"/>
          </p:cNvSpPr>
          <p:nvPr/>
        </p:nvSpPr>
        <p:spPr>
          <a:xfrm>
            <a:off x="5020439" y="4123418"/>
            <a:ext cx="28398" cy="28398"/>
          </a:xfrm>
          <a:prstGeom prst="ellipse">
            <a:avLst/>
          </a:prstGeom>
          <a:solidFill>
            <a:srgbClr val="7F8C97">
              <a:alpha val="48000"/>
            </a:srgbClr>
          </a:solidFill>
          <a:ln w="0">
            <a:noFill/>
            <a:prstDash val="solid"/>
          </a:ln>
        </p:spPr>
      </p:sp>
      <p:sp>
        <p:nvSpPr>
          <p:cNvPr id="1547" name="01_find_only_1546">
            <a:extLst>
              <a:ext uri="{FF2B5EF4-FFF2-40B4-BE49-F238E27FC236}">
                <a16:creationId xmlns:a16="http://schemas.microsoft.com/office/drawing/2014/main" id="{85F6C928-4C90-4197-9C02-C23E1F83282D}"/>
              </a:ext>
            </a:extLst>
          </p:cNvPr>
          <p:cNvSpPr>
            <a:spLocks noGrp="1"/>
          </p:cNvSpPr>
          <p:nvPr/>
        </p:nvSpPr>
        <p:spPr>
          <a:xfrm>
            <a:off x="5056398" y="4123418"/>
            <a:ext cx="28398" cy="28398"/>
          </a:xfrm>
          <a:prstGeom prst="ellipse">
            <a:avLst/>
          </a:prstGeom>
          <a:solidFill>
            <a:srgbClr val="7F8C97">
              <a:alpha val="48000"/>
            </a:srgbClr>
          </a:solidFill>
          <a:ln w="0">
            <a:noFill/>
            <a:prstDash val="solid"/>
          </a:ln>
        </p:spPr>
      </p:sp>
      <p:sp>
        <p:nvSpPr>
          <p:cNvPr id="1548" name="01_find_only_1547">
            <a:extLst>
              <a:ext uri="{FF2B5EF4-FFF2-40B4-BE49-F238E27FC236}">
                <a16:creationId xmlns:a16="http://schemas.microsoft.com/office/drawing/2014/main" id="{9B54BCAB-C4B1-428F-B651-06CB9CDCEDDF}"/>
              </a:ext>
            </a:extLst>
          </p:cNvPr>
          <p:cNvSpPr>
            <a:spLocks noGrp="1"/>
          </p:cNvSpPr>
          <p:nvPr/>
        </p:nvSpPr>
        <p:spPr>
          <a:xfrm>
            <a:off x="5015383" y="4123418"/>
            <a:ext cx="28398" cy="28398"/>
          </a:xfrm>
          <a:prstGeom prst="ellipse">
            <a:avLst/>
          </a:prstGeom>
          <a:solidFill>
            <a:srgbClr val="7F8C97">
              <a:alpha val="48000"/>
            </a:srgbClr>
          </a:solidFill>
          <a:ln w="0">
            <a:noFill/>
            <a:prstDash val="solid"/>
          </a:ln>
        </p:spPr>
      </p:sp>
      <p:sp>
        <p:nvSpPr>
          <p:cNvPr id="1549" name="01_find_only_1548">
            <a:extLst>
              <a:ext uri="{FF2B5EF4-FFF2-40B4-BE49-F238E27FC236}">
                <a16:creationId xmlns:a16="http://schemas.microsoft.com/office/drawing/2014/main" id="{C6088300-784B-4E90-97D1-5242276A19C3}"/>
              </a:ext>
            </a:extLst>
          </p:cNvPr>
          <p:cNvSpPr>
            <a:spLocks noGrp="1"/>
          </p:cNvSpPr>
          <p:nvPr/>
        </p:nvSpPr>
        <p:spPr>
          <a:xfrm>
            <a:off x="5043998" y="4123418"/>
            <a:ext cx="28398" cy="28398"/>
          </a:xfrm>
          <a:prstGeom prst="ellipse">
            <a:avLst/>
          </a:prstGeom>
          <a:solidFill>
            <a:srgbClr val="7F8C97">
              <a:alpha val="48000"/>
            </a:srgbClr>
          </a:solidFill>
          <a:ln w="0">
            <a:noFill/>
            <a:prstDash val="solid"/>
          </a:ln>
        </p:spPr>
      </p:sp>
      <p:sp>
        <p:nvSpPr>
          <p:cNvPr id="1550" name="01_find_only_1549">
            <a:extLst>
              <a:ext uri="{FF2B5EF4-FFF2-40B4-BE49-F238E27FC236}">
                <a16:creationId xmlns:a16="http://schemas.microsoft.com/office/drawing/2014/main" id="{1CA99E33-B98C-460E-A3FF-C1222CCC1DDA}"/>
              </a:ext>
            </a:extLst>
          </p:cNvPr>
          <p:cNvSpPr>
            <a:spLocks noGrp="1"/>
          </p:cNvSpPr>
          <p:nvPr/>
        </p:nvSpPr>
        <p:spPr>
          <a:xfrm>
            <a:off x="5033888" y="4123418"/>
            <a:ext cx="28398" cy="28398"/>
          </a:xfrm>
          <a:prstGeom prst="ellipse">
            <a:avLst/>
          </a:prstGeom>
          <a:solidFill>
            <a:srgbClr val="7F8C97">
              <a:alpha val="48000"/>
            </a:srgbClr>
          </a:solidFill>
          <a:ln w="0">
            <a:noFill/>
            <a:prstDash val="solid"/>
          </a:ln>
        </p:spPr>
      </p:sp>
      <p:sp>
        <p:nvSpPr>
          <p:cNvPr id="1551" name="01_find_only_1550">
            <a:extLst>
              <a:ext uri="{FF2B5EF4-FFF2-40B4-BE49-F238E27FC236}">
                <a16:creationId xmlns:a16="http://schemas.microsoft.com/office/drawing/2014/main" id="{1EE201D4-4C66-4F8E-B7DA-28463B2E56F8}"/>
              </a:ext>
            </a:extLst>
          </p:cNvPr>
          <p:cNvSpPr>
            <a:spLocks noGrp="1"/>
          </p:cNvSpPr>
          <p:nvPr/>
        </p:nvSpPr>
        <p:spPr>
          <a:xfrm>
            <a:off x="5081197" y="4123418"/>
            <a:ext cx="28398" cy="28398"/>
          </a:xfrm>
          <a:prstGeom prst="ellipse">
            <a:avLst/>
          </a:prstGeom>
          <a:solidFill>
            <a:srgbClr val="7F8C97">
              <a:alpha val="48000"/>
            </a:srgbClr>
          </a:solidFill>
          <a:ln w="0">
            <a:noFill/>
            <a:prstDash val="solid"/>
          </a:ln>
        </p:spPr>
      </p:sp>
      <p:sp>
        <p:nvSpPr>
          <p:cNvPr id="1552" name="01_find_only_1551">
            <a:extLst>
              <a:ext uri="{FF2B5EF4-FFF2-40B4-BE49-F238E27FC236}">
                <a16:creationId xmlns:a16="http://schemas.microsoft.com/office/drawing/2014/main" id="{273B212B-5AC9-4B57-A600-F71690D6B563}"/>
              </a:ext>
            </a:extLst>
          </p:cNvPr>
          <p:cNvSpPr>
            <a:spLocks noGrp="1"/>
          </p:cNvSpPr>
          <p:nvPr/>
        </p:nvSpPr>
        <p:spPr>
          <a:xfrm>
            <a:off x="5024445" y="4092740"/>
            <a:ext cx="28398" cy="28398"/>
          </a:xfrm>
          <a:prstGeom prst="ellipse">
            <a:avLst/>
          </a:prstGeom>
          <a:solidFill>
            <a:srgbClr val="7F8C97">
              <a:alpha val="48000"/>
            </a:srgbClr>
          </a:solidFill>
          <a:ln w="0">
            <a:noFill/>
            <a:prstDash val="solid"/>
          </a:ln>
        </p:spPr>
      </p:sp>
      <p:sp>
        <p:nvSpPr>
          <p:cNvPr id="1553" name="01_find_only_1552">
            <a:extLst>
              <a:ext uri="{FF2B5EF4-FFF2-40B4-BE49-F238E27FC236}">
                <a16:creationId xmlns:a16="http://schemas.microsoft.com/office/drawing/2014/main" id="{E2AB2294-6792-4ECC-BC60-D35422BE078C}"/>
              </a:ext>
            </a:extLst>
          </p:cNvPr>
          <p:cNvSpPr>
            <a:spLocks noGrp="1"/>
          </p:cNvSpPr>
          <p:nvPr/>
        </p:nvSpPr>
        <p:spPr>
          <a:xfrm>
            <a:off x="5063647" y="4123418"/>
            <a:ext cx="28398" cy="28398"/>
          </a:xfrm>
          <a:prstGeom prst="ellipse">
            <a:avLst/>
          </a:prstGeom>
          <a:solidFill>
            <a:srgbClr val="7F8C97">
              <a:alpha val="48000"/>
            </a:srgbClr>
          </a:solidFill>
          <a:ln w="0">
            <a:noFill/>
            <a:prstDash val="solid"/>
          </a:ln>
        </p:spPr>
      </p:sp>
      <p:sp>
        <p:nvSpPr>
          <p:cNvPr id="1554" name="01_find_only_1553">
            <a:extLst>
              <a:ext uri="{FF2B5EF4-FFF2-40B4-BE49-F238E27FC236}">
                <a16:creationId xmlns:a16="http://schemas.microsoft.com/office/drawing/2014/main" id="{59F4DAD0-B8BA-488E-9859-50186E4BD092}"/>
              </a:ext>
            </a:extLst>
          </p:cNvPr>
          <p:cNvSpPr>
            <a:spLocks noGrp="1"/>
          </p:cNvSpPr>
          <p:nvPr/>
        </p:nvSpPr>
        <p:spPr>
          <a:xfrm>
            <a:off x="5066031" y="4123418"/>
            <a:ext cx="28398" cy="28398"/>
          </a:xfrm>
          <a:prstGeom prst="ellipse">
            <a:avLst/>
          </a:prstGeom>
          <a:solidFill>
            <a:srgbClr val="7F8C97">
              <a:alpha val="48000"/>
            </a:srgbClr>
          </a:solidFill>
          <a:ln w="0">
            <a:noFill/>
            <a:prstDash val="solid"/>
          </a:ln>
        </p:spPr>
      </p:sp>
      <p:sp>
        <p:nvSpPr>
          <p:cNvPr id="1555" name="01_find_only_1554">
            <a:extLst>
              <a:ext uri="{FF2B5EF4-FFF2-40B4-BE49-F238E27FC236}">
                <a16:creationId xmlns:a16="http://schemas.microsoft.com/office/drawing/2014/main" id="{95E1F077-A7CF-4860-89BA-7EA8EE1E3783}"/>
              </a:ext>
            </a:extLst>
          </p:cNvPr>
          <p:cNvSpPr>
            <a:spLocks noGrp="1"/>
          </p:cNvSpPr>
          <p:nvPr/>
        </p:nvSpPr>
        <p:spPr>
          <a:xfrm>
            <a:off x="5002221" y="3700746"/>
            <a:ext cx="28398" cy="28398"/>
          </a:xfrm>
          <a:prstGeom prst="ellipse">
            <a:avLst/>
          </a:prstGeom>
          <a:solidFill>
            <a:srgbClr val="7F8C97">
              <a:alpha val="48000"/>
            </a:srgbClr>
          </a:solidFill>
          <a:ln w="0">
            <a:noFill/>
            <a:prstDash val="solid"/>
          </a:ln>
        </p:spPr>
      </p:sp>
      <p:sp>
        <p:nvSpPr>
          <p:cNvPr id="1556" name="01_find_only_1555">
            <a:extLst>
              <a:ext uri="{FF2B5EF4-FFF2-40B4-BE49-F238E27FC236}">
                <a16:creationId xmlns:a16="http://schemas.microsoft.com/office/drawing/2014/main" id="{DDA704F8-CA5E-4EDE-99AD-80E270009F79}"/>
              </a:ext>
            </a:extLst>
          </p:cNvPr>
          <p:cNvSpPr>
            <a:spLocks noGrp="1"/>
          </p:cNvSpPr>
          <p:nvPr/>
        </p:nvSpPr>
        <p:spPr>
          <a:xfrm>
            <a:off x="5079957" y="4123418"/>
            <a:ext cx="28398" cy="28398"/>
          </a:xfrm>
          <a:prstGeom prst="ellipse">
            <a:avLst/>
          </a:prstGeom>
          <a:solidFill>
            <a:srgbClr val="7F8C97">
              <a:alpha val="48000"/>
            </a:srgbClr>
          </a:solidFill>
          <a:ln w="0">
            <a:noFill/>
            <a:prstDash val="solid"/>
          </a:ln>
        </p:spPr>
      </p:sp>
      <p:sp>
        <p:nvSpPr>
          <p:cNvPr id="1557" name="01_find_only_1556">
            <a:extLst>
              <a:ext uri="{FF2B5EF4-FFF2-40B4-BE49-F238E27FC236}">
                <a16:creationId xmlns:a16="http://schemas.microsoft.com/office/drawing/2014/main" id="{CEBF51B9-A585-4BC3-AA80-1C5E7D5B3A65}"/>
              </a:ext>
            </a:extLst>
          </p:cNvPr>
          <p:cNvSpPr>
            <a:spLocks noGrp="1"/>
          </p:cNvSpPr>
          <p:nvPr/>
        </p:nvSpPr>
        <p:spPr>
          <a:xfrm>
            <a:off x="4999932" y="4123418"/>
            <a:ext cx="28398" cy="28398"/>
          </a:xfrm>
          <a:prstGeom prst="ellipse">
            <a:avLst/>
          </a:prstGeom>
          <a:solidFill>
            <a:srgbClr val="7F8C97">
              <a:alpha val="48000"/>
            </a:srgbClr>
          </a:solidFill>
          <a:ln w="0">
            <a:noFill/>
            <a:prstDash val="solid"/>
          </a:ln>
        </p:spPr>
      </p:sp>
      <p:sp>
        <p:nvSpPr>
          <p:cNvPr id="1558" name="01_find_only_1557">
            <a:extLst>
              <a:ext uri="{FF2B5EF4-FFF2-40B4-BE49-F238E27FC236}">
                <a16:creationId xmlns:a16="http://schemas.microsoft.com/office/drawing/2014/main" id="{53FFF410-13F5-4B21-A1EE-3CEB502CFA31}"/>
              </a:ext>
            </a:extLst>
          </p:cNvPr>
          <p:cNvSpPr>
            <a:spLocks noGrp="1"/>
          </p:cNvSpPr>
          <p:nvPr/>
        </p:nvSpPr>
        <p:spPr>
          <a:xfrm>
            <a:off x="5079766" y="4123418"/>
            <a:ext cx="28398" cy="28398"/>
          </a:xfrm>
          <a:prstGeom prst="ellipse">
            <a:avLst/>
          </a:prstGeom>
          <a:solidFill>
            <a:srgbClr val="7F8C97">
              <a:alpha val="48000"/>
            </a:srgbClr>
          </a:solidFill>
          <a:ln w="0">
            <a:noFill/>
            <a:prstDash val="solid"/>
          </a:ln>
        </p:spPr>
      </p:sp>
      <p:sp>
        <p:nvSpPr>
          <p:cNvPr id="1559" name="01_find_only_1558">
            <a:extLst>
              <a:ext uri="{FF2B5EF4-FFF2-40B4-BE49-F238E27FC236}">
                <a16:creationId xmlns:a16="http://schemas.microsoft.com/office/drawing/2014/main" id="{1DDFBAD7-8183-4E6B-998E-375CE3F67E6B}"/>
              </a:ext>
            </a:extLst>
          </p:cNvPr>
          <p:cNvSpPr>
            <a:spLocks noGrp="1"/>
          </p:cNvSpPr>
          <p:nvPr/>
        </p:nvSpPr>
        <p:spPr>
          <a:xfrm>
            <a:off x="5089018" y="4123418"/>
            <a:ext cx="28398" cy="28398"/>
          </a:xfrm>
          <a:prstGeom prst="ellipse">
            <a:avLst/>
          </a:prstGeom>
          <a:solidFill>
            <a:srgbClr val="7F8C97">
              <a:alpha val="48000"/>
            </a:srgbClr>
          </a:solidFill>
          <a:ln w="0">
            <a:noFill/>
            <a:prstDash val="solid"/>
          </a:ln>
        </p:spPr>
      </p:sp>
      <p:sp>
        <p:nvSpPr>
          <p:cNvPr id="1560" name="01_find_only_1559">
            <a:extLst>
              <a:ext uri="{FF2B5EF4-FFF2-40B4-BE49-F238E27FC236}">
                <a16:creationId xmlns:a16="http://schemas.microsoft.com/office/drawing/2014/main" id="{267A989F-5D78-4D6A-BD01-928380A36B1F}"/>
              </a:ext>
            </a:extLst>
          </p:cNvPr>
          <p:cNvSpPr>
            <a:spLocks noGrp="1"/>
          </p:cNvSpPr>
          <p:nvPr/>
        </p:nvSpPr>
        <p:spPr>
          <a:xfrm>
            <a:off x="5056970" y="4123418"/>
            <a:ext cx="28398" cy="28398"/>
          </a:xfrm>
          <a:prstGeom prst="ellipse">
            <a:avLst/>
          </a:prstGeom>
          <a:solidFill>
            <a:srgbClr val="7F8C97">
              <a:alpha val="48000"/>
            </a:srgbClr>
          </a:solidFill>
          <a:ln w="0">
            <a:noFill/>
            <a:prstDash val="solid"/>
          </a:ln>
        </p:spPr>
      </p:sp>
      <p:sp>
        <p:nvSpPr>
          <p:cNvPr id="1561" name="01_find_only_1560">
            <a:extLst>
              <a:ext uri="{FF2B5EF4-FFF2-40B4-BE49-F238E27FC236}">
                <a16:creationId xmlns:a16="http://schemas.microsoft.com/office/drawing/2014/main" id="{937DFF21-6E8F-436A-B71E-2D07516F6D36}"/>
              </a:ext>
            </a:extLst>
          </p:cNvPr>
          <p:cNvSpPr>
            <a:spLocks noGrp="1"/>
          </p:cNvSpPr>
          <p:nvPr/>
        </p:nvSpPr>
        <p:spPr>
          <a:xfrm>
            <a:off x="5028355" y="4123418"/>
            <a:ext cx="28398" cy="28398"/>
          </a:xfrm>
          <a:prstGeom prst="ellipse">
            <a:avLst/>
          </a:prstGeom>
          <a:solidFill>
            <a:srgbClr val="7F8C97">
              <a:alpha val="48000"/>
            </a:srgbClr>
          </a:solidFill>
          <a:ln w="0">
            <a:noFill/>
            <a:prstDash val="solid"/>
          </a:ln>
        </p:spPr>
      </p:sp>
      <p:sp>
        <p:nvSpPr>
          <p:cNvPr id="1562" name="01_find_only_1561">
            <a:extLst>
              <a:ext uri="{FF2B5EF4-FFF2-40B4-BE49-F238E27FC236}">
                <a16:creationId xmlns:a16="http://schemas.microsoft.com/office/drawing/2014/main" id="{7450D7CB-C0F4-4013-BA37-AF734A9E041B}"/>
              </a:ext>
            </a:extLst>
          </p:cNvPr>
          <p:cNvSpPr>
            <a:spLocks noGrp="1"/>
          </p:cNvSpPr>
          <p:nvPr/>
        </p:nvSpPr>
        <p:spPr>
          <a:xfrm>
            <a:off x="5068320" y="4123418"/>
            <a:ext cx="28398" cy="28398"/>
          </a:xfrm>
          <a:prstGeom prst="ellipse">
            <a:avLst/>
          </a:prstGeom>
          <a:solidFill>
            <a:srgbClr val="7F8C97">
              <a:alpha val="48000"/>
            </a:srgbClr>
          </a:solidFill>
          <a:ln w="0">
            <a:noFill/>
            <a:prstDash val="solid"/>
          </a:ln>
        </p:spPr>
      </p:sp>
      <p:sp>
        <p:nvSpPr>
          <p:cNvPr id="1563" name="01_find_only_1562">
            <a:extLst>
              <a:ext uri="{FF2B5EF4-FFF2-40B4-BE49-F238E27FC236}">
                <a16:creationId xmlns:a16="http://schemas.microsoft.com/office/drawing/2014/main" id="{85F3DC87-1385-4704-BA5A-714005462445}"/>
              </a:ext>
            </a:extLst>
          </p:cNvPr>
          <p:cNvSpPr>
            <a:spLocks noGrp="1"/>
          </p:cNvSpPr>
          <p:nvPr/>
        </p:nvSpPr>
        <p:spPr>
          <a:xfrm>
            <a:off x="5019771" y="4123418"/>
            <a:ext cx="28398" cy="28398"/>
          </a:xfrm>
          <a:prstGeom prst="ellipse">
            <a:avLst/>
          </a:prstGeom>
          <a:solidFill>
            <a:srgbClr val="7F8C97">
              <a:alpha val="48000"/>
            </a:srgbClr>
          </a:solidFill>
          <a:ln w="0">
            <a:noFill/>
            <a:prstDash val="solid"/>
          </a:ln>
        </p:spPr>
      </p:sp>
      <p:sp>
        <p:nvSpPr>
          <p:cNvPr id="1564" name="01_find_only_1563">
            <a:extLst>
              <a:ext uri="{FF2B5EF4-FFF2-40B4-BE49-F238E27FC236}">
                <a16:creationId xmlns:a16="http://schemas.microsoft.com/office/drawing/2014/main" id="{BC4CBBB8-3AAE-49AA-9FB3-1662DCF9EAA0}"/>
              </a:ext>
            </a:extLst>
          </p:cNvPr>
          <p:cNvSpPr>
            <a:spLocks noGrp="1"/>
          </p:cNvSpPr>
          <p:nvPr/>
        </p:nvSpPr>
        <p:spPr>
          <a:xfrm>
            <a:off x="5044284" y="4123418"/>
            <a:ext cx="28398" cy="28398"/>
          </a:xfrm>
          <a:prstGeom prst="ellipse">
            <a:avLst/>
          </a:prstGeom>
          <a:solidFill>
            <a:srgbClr val="7F8C97">
              <a:alpha val="48000"/>
            </a:srgbClr>
          </a:solidFill>
          <a:ln w="0">
            <a:noFill/>
            <a:prstDash val="solid"/>
          </a:ln>
        </p:spPr>
      </p:sp>
      <p:sp>
        <p:nvSpPr>
          <p:cNvPr id="1565" name="01_find_only_1564">
            <a:extLst>
              <a:ext uri="{FF2B5EF4-FFF2-40B4-BE49-F238E27FC236}">
                <a16:creationId xmlns:a16="http://schemas.microsoft.com/office/drawing/2014/main" id="{B94E56E9-AA5C-4281-B1E8-6EDFB16520C3}"/>
              </a:ext>
            </a:extLst>
          </p:cNvPr>
          <p:cNvSpPr>
            <a:spLocks noGrp="1"/>
          </p:cNvSpPr>
          <p:nvPr/>
        </p:nvSpPr>
        <p:spPr>
          <a:xfrm>
            <a:off x="5044284" y="4123418"/>
            <a:ext cx="28398" cy="28398"/>
          </a:xfrm>
          <a:prstGeom prst="ellipse">
            <a:avLst/>
          </a:prstGeom>
          <a:solidFill>
            <a:srgbClr val="7F8C97">
              <a:alpha val="48000"/>
            </a:srgbClr>
          </a:solidFill>
          <a:ln w="0">
            <a:noFill/>
            <a:prstDash val="solid"/>
          </a:ln>
        </p:spPr>
      </p:sp>
      <p:sp>
        <p:nvSpPr>
          <p:cNvPr id="1566" name="01_find_only_1565">
            <a:extLst>
              <a:ext uri="{FF2B5EF4-FFF2-40B4-BE49-F238E27FC236}">
                <a16:creationId xmlns:a16="http://schemas.microsoft.com/office/drawing/2014/main" id="{304AAB33-3CF9-4431-B0F7-32A680F5CB66}"/>
              </a:ext>
            </a:extLst>
          </p:cNvPr>
          <p:cNvSpPr>
            <a:spLocks noGrp="1"/>
          </p:cNvSpPr>
          <p:nvPr/>
        </p:nvSpPr>
        <p:spPr>
          <a:xfrm>
            <a:off x="5015670" y="4123418"/>
            <a:ext cx="28398" cy="28398"/>
          </a:xfrm>
          <a:prstGeom prst="ellipse">
            <a:avLst/>
          </a:prstGeom>
          <a:solidFill>
            <a:srgbClr val="7F8C97">
              <a:alpha val="48000"/>
            </a:srgbClr>
          </a:solidFill>
          <a:ln w="0">
            <a:noFill/>
            <a:prstDash val="solid"/>
          </a:ln>
        </p:spPr>
      </p:sp>
      <p:sp>
        <p:nvSpPr>
          <p:cNvPr id="1567" name="01_find_only_1566">
            <a:extLst>
              <a:ext uri="{FF2B5EF4-FFF2-40B4-BE49-F238E27FC236}">
                <a16:creationId xmlns:a16="http://schemas.microsoft.com/office/drawing/2014/main" id="{E383BA95-0F6A-4E4E-B51C-D9A0D4B1000A}"/>
              </a:ext>
            </a:extLst>
          </p:cNvPr>
          <p:cNvSpPr>
            <a:spLocks noGrp="1"/>
          </p:cNvSpPr>
          <p:nvPr/>
        </p:nvSpPr>
        <p:spPr>
          <a:xfrm>
            <a:off x="5082151" y="4123418"/>
            <a:ext cx="28398" cy="28398"/>
          </a:xfrm>
          <a:prstGeom prst="ellipse">
            <a:avLst/>
          </a:prstGeom>
          <a:solidFill>
            <a:srgbClr val="7F8C97">
              <a:alpha val="48000"/>
            </a:srgbClr>
          </a:solidFill>
          <a:ln w="0">
            <a:noFill/>
            <a:prstDash val="solid"/>
          </a:ln>
        </p:spPr>
      </p:sp>
      <p:sp>
        <p:nvSpPr>
          <p:cNvPr id="1568" name="01_find_only_1567">
            <a:extLst>
              <a:ext uri="{FF2B5EF4-FFF2-40B4-BE49-F238E27FC236}">
                <a16:creationId xmlns:a16="http://schemas.microsoft.com/office/drawing/2014/main" id="{67136D06-3176-4FAB-ACAC-007AFED55D0D}"/>
              </a:ext>
            </a:extLst>
          </p:cNvPr>
          <p:cNvSpPr>
            <a:spLocks noGrp="1"/>
          </p:cNvSpPr>
          <p:nvPr/>
        </p:nvSpPr>
        <p:spPr>
          <a:xfrm>
            <a:off x="5029977" y="4123418"/>
            <a:ext cx="28398" cy="28398"/>
          </a:xfrm>
          <a:prstGeom prst="ellipse">
            <a:avLst/>
          </a:prstGeom>
          <a:solidFill>
            <a:srgbClr val="7F8C97">
              <a:alpha val="48000"/>
            </a:srgbClr>
          </a:solidFill>
          <a:ln w="0">
            <a:noFill/>
            <a:prstDash val="solid"/>
          </a:ln>
        </p:spPr>
      </p:sp>
      <p:sp>
        <p:nvSpPr>
          <p:cNvPr id="1569" name="01_find_only_1568">
            <a:extLst>
              <a:ext uri="{FF2B5EF4-FFF2-40B4-BE49-F238E27FC236}">
                <a16:creationId xmlns:a16="http://schemas.microsoft.com/office/drawing/2014/main" id="{014A6BF3-286F-4CEE-BE9B-CC6020B6BC3A}"/>
              </a:ext>
            </a:extLst>
          </p:cNvPr>
          <p:cNvSpPr>
            <a:spLocks noGrp="1"/>
          </p:cNvSpPr>
          <p:nvPr/>
        </p:nvSpPr>
        <p:spPr>
          <a:xfrm>
            <a:off x="5039229" y="4123418"/>
            <a:ext cx="28398" cy="28398"/>
          </a:xfrm>
          <a:prstGeom prst="ellipse">
            <a:avLst/>
          </a:prstGeom>
          <a:solidFill>
            <a:srgbClr val="7F8C97">
              <a:alpha val="48000"/>
            </a:srgbClr>
          </a:solidFill>
          <a:ln w="0">
            <a:noFill/>
            <a:prstDash val="solid"/>
          </a:ln>
        </p:spPr>
      </p:sp>
      <p:sp>
        <p:nvSpPr>
          <p:cNvPr id="1570" name="01_find_only_1569">
            <a:extLst>
              <a:ext uri="{FF2B5EF4-FFF2-40B4-BE49-F238E27FC236}">
                <a16:creationId xmlns:a16="http://schemas.microsoft.com/office/drawing/2014/main" id="{E8695979-44C9-4060-8AEE-2932581BA117}"/>
              </a:ext>
            </a:extLst>
          </p:cNvPr>
          <p:cNvSpPr>
            <a:spLocks noGrp="1"/>
          </p:cNvSpPr>
          <p:nvPr/>
        </p:nvSpPr>
        <p:spPr>
          <a:xfrm>
            <a:off x="5091307" y="4123418"/>
            <a:ext cx="28398" cy="28398"/>
          </a:xfrm>
          <a:prstGeom prst="ellipse">
            <a:avLst/>
          </a:prstGeom>
          <a:solidFill>
            <a:srgbClr val="7F8C97">
              <a:alpha val="48000"/>
            </a:srgbClr>
          </a:solidFill>
          <a:ln w="0">
            <a:noFill/>
            <a:prstDash val="solid"/>
          </a:ln>
        </p:spPr>
      </p:sp>
      <p:sp>
        <p:nvSpPr>
          <p:cNvPr id="1571" name="01_find_only_1570">
            <a:extLst>
              <a:ext uri="{FF2B5EF4-FFF2-40B4-BE49-F238E27FC236}">
                <a16:creationId xmlns:a16="http://schemas.microsoft.com/office/drawing/2014/main" id="{BFAAF2B3-747D-4844-8154-EC8CFC09CD72}"/>
              </a:ext>
            </a:extLst>
          </p:cNvPr>
          <p:cNvSpPr>
            <a:spLocks noGrp="1"/>
          </p:cNvSpPr>
          <p:nvPr/>
        </p:nvSpPr>
        <p:spPr>
          <a:xfrm>
            <a:off x="5062693" y="4123418"/>
            <a:ext cx="28398" cy="28398"/>
          </a:xfrm>
          <a:prstGeom prst="ellipse">
            <a:avLst/>
          </a:prstGeom>
          <a:solidFill>
            <a:srgbClr val="7F8C97">
              <a:alpha val="48000"/>
            </a:srgbClr>
          </a:solidFill>
          <a:ln w="0">
            <a:noFill/>
            <a:prstDash val="solid"/>
          </a:ln>
        </p:spPr>
      </p:sp>
      <p:sp>
        <p:nvSpPr>
          <p:cNvPr id="1572" name="01_find_only_1571">
            <a:extLst>
              <a:ext uri="{FF2B5EF4-FFF2-40B4-BE49-F238E27FC236}">
                <a16:creationId xmlns:a16="http://schemas.microsoft.com/office/drawing/2014/main" id="{1B8F653F-2F12-499F-8DA9-82BD8C7E4096}"/>
              </a:ext>
            </a:extLst>
          </p:cNvPr>
          <p:cNvSpPr>
            <a:spLocks noGrp="1"/>
          </p:cNvSpPr>
          <p:nvPr/>
        </p:nvSpPr>
        <p:spPr>
          <a:xfrm>
            <a:off x="5087873" y="4123418"/>
            <a:ext cx="28398" cy="28398"/>
          </a:xfrm>
          <a:prstGeom prst="ellipse">
            <a:avLst/>
          </a:prstGeom>
          <a:solidFill>
            <a:srgbClr val="7F8C97">
              <a:alpha val="48000"/>
            </a:srgbClr>
          </a:solidFill>
          <a:ln w="0">
            <a:noFill/>
            <a:prstDash val="solid"/>
          </a:ln>
        </p:spPr>
      </p:sp>
      <p:sp>
        <p:nvSpPr>
          <p:cNvPr id="1573" name="01_find_only_1572">
            <a:extLst>
              <a:ext uri="{FF2B5EF4-FFF2-40B4-BE49-F238E27FC236}">
                <a16:creationId xmlns:a16="http://schemas.microsoft.com/office/drawing/2014/main" id="{E8DD661B-13FE-436E-B234-DDF8DA010BE0}"/>
              </a:ext>
            </a:extLst>
          </p:cNvPr>
          <p:cNvSpPr>
            <a:spLocks noGrp="1"/>
          </p:cNvSpPr>
          <p:nvPr/>
        </p:nvSpPr>
        <p:spPr>
          <a:xfrm>
            <a:off x="5003556" y="4123418"/>
            <a:ext cx="28398" cy="28398"/>
          </a:xfrm>
          <a:prstGeom prst="ellipse">
            <a:avLst/>
          </a:prstGeom>
          <a:solidFill>
            <a:srgbClr val="7F8C97">
              <a:alpha val="48000"/>
            </a:srgbClr>
          </a:solidFill>
          <a:ln w="0">
            <a:noFill/>
            <a:prstDash val="solid"/>
          </a:ln>
        </p:spPr>
      </p:sp>
      <p:sp>
        <p:nvSpPr>
          <p:cNvPr id="1574" name="01_find_only_1573">
            <a:extLst>
              <a:ext uri="{FF2B5EF4-FFF2-40B4-BE49-F238E27FC236}">
                <a16:creationId xmlns:a16="http://schemas.microsoft.com/office/drawing/2014/main" id="{EA1DD6FE-5621-4D4B-A94D-3EE065C07CBC}"/>
              </a:ext>
            </a:extLst>
          </p:cNvPr>
          <p:cNvSpPr>
            <a:spLocks noGrp="1"/>
          </p:cNvSpPr>
          <p:nvPr/>
        </p:nvSpPr>
        <p:spPr>
          <a:xfrm>
            <a:off x="5080815" y="4123418"/>
            <a:ext cx="28398" cy="28398"/>
          </a:xfrm>
          <a:prstGeom prst="ellipse">
            <a:avLst/>
          </a:prstGeom>
          <a:solidFill>
            <a:srgbClr val="7F8C97">
              <a:alpha val="48000"/>
            </a:srgbClr>
          </a:solidFill>
          <a:ln w="0">
            <a:noFill/>
            <a:prstDash val="solid"/>
          </a:ln>
        </p:spPr>
      </p:sp>
      <p:sp>
        <p:nvSpPr>
          <p:cNvPr id="1575" name="01_find_only_1574">
            <a:extLst>
              <a:ext uri="{FF2B5EF4-FFF2-40B4-BE49-F238E27FC236}">
                <a16:creationId xmlns:a16="http://schemas.microsoft.com/office/drawing/2014/main" id="{1825DD9D-3A46-495F-B254-E6BFD508BCC1}"/>
              </a:ext>
            </a:extLst>
          </p:cNvPr>
          <p:cNvSpPr>
            <a:spLocks noGrp="1"/>
          </p:cNvSpPr>
          <p:nvPr/>
        </p:nvSpPr>
        <p:spPr>
          <a:xfrm>
            <a:off x="5068225" y="3489410"/>
            <a:ext cx="28398" cy="28398"/>
          </a:xfrm>
          <a:prstGeom prst="ellipse">
            <a:avLst/>
          </a:prstGeom>
          <a:solidFill>
            <a:srgbClr val="7F8C97">
              <a:alpha val="48000"/>
            </a:srgbClr>
          </a:solidFill>
          <a:ln w="0">
            <a:noFill/>
            <a:prstDash val="solid"/>
          </a:ln>
        </p:spPr>
      </p:sp>
      <p:sp>
        <p:nvSpPr>
          <p:cNvPr id="1576" name="01_find_only_1575">
            <a:extLst>
              <a:ext uri="{FF2B5EF4-FFF2-40B4-BE49-F238E27FC236}">
                <a16:creationId xmlns:a16="http://schemas.microsoft.com/office/drawing/2014/main" id="{E89C2C92-C149-4D39-BE9F-7ED39CCC1DDB}"/>
              </a:ext>
            </a:extLst>
          </p:cNvPr>
          <p:cNvSpPr>
            <a:spLocks noGrp="1"/>
          </p:cNvSpPr>
          <p:nvPr/>
        </p:nvSpPr>
        <p:spPr>
          <a:xfrm>
            <a:off x="5035318" y="4123418"/>
            <a:ext cx="28398" cy="28398"/>
          </a:xfrm>
          <a:prstGeom prst="ellipse">
            <a:avLst/>
          </a:prstGeom>
          <a:solidFill>
            <a:srgbClr val="7F8C97">
              <a:alpha val="48000"/>
            </a:srgbClr>
          </a:solidFill>
          <a:ln w="0">
            <a:noFill/>
            <a:prstDash val="solid"/>
          </a:ln>
        </p:spPr>
      </p:sp>
      <p:sp>
        <p:nvSpPr>
          <p:cNvPr id="1577" name="01_find_only_1576">
            <a:extLst>
              <a:ext uri="{FF2B5EF4-FFF2-40B4-BE49-F238E27FC236}">
                <a16:creationId xmlns:a16="http://schemas.microsoft.com/office/drawing/2014/main" id="{B4C1D3DC-FD52-420B-9D09-A5CE3E04165C}"/>
              </a:ext>
            </a:extLst>
          </p:cNvPr>
          <p:cNvSpPr>
            <a:spLocks noGrp="1"/>
          </p:cNvSpPr>
          <p:nvPr/>
        </p:nvSpPr>
        <p:spPr>
          <a:xfrm>
            <a:off x="5071945" y="4123418"/>
            <a:ext cx="28398" cy="28398"/>
          </a:xfrm>
          <a:prstGeom prst="ellipse">
            <a:avLst/>
          </a:prstGeom>
          <a:solidFill>
            <a:srgbClr val="7F8C97">
              <a:alpha val="48000"/>
            </a:srgbClr>
          </a:solidFill>
          <a:ln w="0">
            <a:noFill/>
            <a:prstDash val="solid"/>
          </a:ln>
        </p:spPr>
      </p:sp>
      <p:sp>
        <p:nvSpPr>
          <p:cNvPr id="1578" name="01_find_only_1577">
            <a:extLst>
              <a:ext uri="{FF2B5EF4-FFF2-40B4-BE49-F238E27FC236}">
                <a16:creationId xmlns:a16="http://schemas.microsoft.com/office/drawing/2014/main" id="{AEA1B0AA-4EDE-4F21-8747-66B15059A6B1}"/>
              </a:ext>
            </a:extLst>
          </p:cNvPr>
          <p:cNvSpPr>
            <a:spLocks noGrp="1"/>
          </p:cNvSpPr>
          <p:nvPr/>
        </p:nvSpPr>
        <p:spPr>
          <a:xfrm>
            <a:off x="5091784" y="3489410"/>
            <a:ext cx="28398" cy="28398"/>
          </a:xfrm>
          <a:prstGeom prst="ellipse">
            <a:avLst/>
          </a:prstGeom>
          <a:solidFill>
            <a:srgbClr val="7F8C97">
              <a:alpha val="48000"/>
            </a:srgbClr>
          </a:solidFill>
          <a:ln w="0">
            <a:noFill/>
            <a:prstDash val="solid"/>
          </a:ln>
        </p:spPr>
      </p:sp>
      <p:sp>
        <p:nvSpPr>
          <p:cNvPr id="1579" name="01_find_only_1578">
            <a:extLst>
              <a:ext uri="{FF2B5EF4-FFF2-40B4-BE49-F238E27FC236}">
                <a16:creationId xmlns:a16="http://schemas.microsoft.com/office/drawing/2014/main" id="{B36DAF75-5A77-4D90-9C18-B4CFD1E75892}"/>
              </a:ext>
            </a:extLst>
          </p:cNvPr>
          <p:cNvSpPr>
            <a:spLocks noGrp="1"/>
          </p:cNvSpPr>
          <p:nvPr/>
        </p:nvSpPr>
        <p:spPr>
          <a:xfrm>
            <a:off x="5061930" y="3700746"/>
            <a:ext cx="28398" cy="28398"/>
          </a:xfrm>
          <a:prstGeom prst="ellipse">
            <a:avLst/>
          </a:prstGeom>
          <a:solidFill>
            <a:srgbClr val="7F8C97">
              <a:alpha val="48000"/>
            </a:srgbClr>
          </a:solidFill>
          <a:ln w="0">
            <a:noFill/>
            <a:prstDash val="solid"/>
          </a:ln>
        </p:spPr>
      </p:sp>
      <p:sp>
        <p:nvSpPr>
          <p:cNvPr id="1580" name="01_find_only_1579">
            <a:extLst>
              <a:ext uri="{FF2B5EF4-FFF2-40B4-BE49-F238E27FC236}">
                <a16:creationId xmlns:a16="http://schemas.microsoft.com/office/drawing/2014/main" id="{9CE6D8C8-A5AF-4356-8C6C-78630810B040}"/>
              </a:ext>
            </a:extLst>
          </p:cNvPr>
          <p:cNvSpPr>
            <a:spLocks noGrp="1"/>
          </p:cNvSpPr>
          <p:nvPr/>
        </p:nvSpPr>
        <p:spPr>
          <a:xfrm>
            <a:off x="5069274" y="4123418"/>
            <a:ext cx="28398" cy="28398"/>
          </a:xfrm>
          <a:prstGeom prst="ellipse">
            <a:avLst/>
          </a:prstGeom>
          <a:solidFill>
            <a:srgbClr val="7F8C97">
              <a:alpha val="48000"/>
            </a:srgbClr>
          </a:solidFill>
          <a:ln w="0">
            <a:noFill/>
            <a:prstDash val="solid"/>
          </a:ln>
        </p:spPr>
      </p:sp>
      <p:sp>
        <p:nvSpPr>
          <p:cNvPr id="1581" name="01_find_only_1580">
            <a:extLst>
              <a:ext uri="{FF2B5EF4-FFF2-40B4-BE49-F238E27FC236}">
                <a16:creationId xmlns:a16="http://schemas.microsoft.com/office/drawing/2014/main" id="{6D7A7DEE-FB40-45E1-8917-5F5EDC699EA2}"/>
              </a:ext>
            </a:extLst>
          </p:cNvPr>
          <p:cNvSpPr>
            <a:spLocks noGrp="1"/>
          </p:cNvSpPr>
          <p:nvPr/>
        </p:nvSpPr>
        <p:spPr>
          <a:xfrm>
            <a:off x="5068416" y="4123418"/>
            <a:ext cx="28398" cy="28398"/>
          </a:xfrm>
          <a:prstGeom prst="ellipse">
            <a:avLst/>
          </a:prstGeom>
          <a:solidFill>
            <a:srgbClr val="7F8C97">
              <a:alpha val="48000"/>
            </a:srgbClr>
          </a:solidFill>
          <a:ln w="0">
            <a:noFill/>
            <a:prstDash val="solid"/>
          </a:ln>
        </p:spPr>
      </p:sp>
      <p:sp>
        <p:nvSpPr>
          <p:cNvPr id="1582" name="01_find_only_1581">
            <a:extLst>
              <a:ext uri="{FF2B5EF4-FFF2-40B4-BE49-F238E27FC236}">
                <a16:creationId xmlns:a16="http://schemas.microsoft.com/office/drawing/2014/main" id="{6D5E2AD7-CF5E-4C38-9C25-13A61CA9D6DB}"/>
              </a:ext>
            </a:extLst>
          </p:cNvPr>
          <p:cNvSpPr>
            <a:spLocks noGrp="1"/>
          </p:cNvSpPr>
          <p:nvPr/>
        </p:nvSpPr>
        <p:spPr>
          <a:xfrm>
            <a:off x="5053155" y="4123418"/>
            <a:ext cx="28398" cy="28398"/>
          </a:xfrm>
          <a:prstGeom prst="ellipse">
            <a:avLst/>
          </a:prstGeom>
          <a:solidFill>
            <a:srgbClr val="7F8C97">
              <a:alpha val="48000"/>
            </a:srgbClr>
          </a:solidFill>
          <a:ln w="0">
            <a:noFill/>
            <a:prstDash val="solid"/>
          </a:ln>
        </p:spPr>
      </p:sp>
      <p:sp>
        <p:nvSpPr>
          <p:cNvPr id="1583" name="01_find_only_1582">
            <a:extLst>
              <a:ext uri="{FF2B5EF4-FFF2-40B4-BE49-F238E27FC236}">
                <a16:creationId xmlns:a16="http://schemas.microsoft.com/office/drawing/2014/main" id="{87024DAA-05C8-47B5-A1D3-74DF78850B11}"/>
              </a:ext>
            </a:extLst>
          </p:cNvPr>
          <p:cNvSpPr>
            <a:spLocks noGrp="1"/>
          </p:cNvSpPr>
          <p:nvPr/>
        </p:nvSpPr>
        <p:spPr>
          <a:xfrm>
            <a:off x="5026543" y="3806414"/>
            <a:ext cx="28398" cy="28398"/>
          </a:xfrm>
          <a:prstGeom prst="ellipse">
            <a:avLst/>
          </a:prstGeom>
          <a:solidFill>
            <a:srgbClr val="7F8C97">
              <a:alpha val="48000"/>
            </a:srgbClr>
          </a:solidFill>
          <a:ln w="0">
            <a:noFill/>
            <a:prstDash val="solid"/>
          </a:ln>
        </p:spPr>
      </p:sp>
      <p:sp>
        <p:nvSpPr>
          <p:cNvPr id="1584" name="01_find_only_1583">
            <a:extLst>
              <a:ext uri="{FF2B5EF4-FFF2-40B4-BE49-F238E27FC236}">
                <a16:creationId xmlns:a16="http://schemas.microsoft.com/office/drawing/2014/main" id="{38B52CD5-8228-445D-A08F-A62365BE7A57}"/>
              </a:ext>
            </a:extLst>
          </p:cNvPr>
          <p:cNvSpPr>
            <a:spLocks noGrp="1"/>
          </p:cNvSpPr>
          <p:nvPr/>
        </p:nvSpPr>
        <p:spPr>
          <a:xfrm>
            <a:off x="5085107" y="4123418"/>
            <a:ext cx="28398" cy="28398"/>
          </a:xfrm>
          <a:prstGeom prst="ellipse">
            <a:avLst/>
          </a:prstGeom>
          <a:solidFill>
            <a:srgbClr val="7F8C97">
              <a:alpha val="48000"/>
            </a:srgbClr>
          </a:solidFill>
          <a:ln w="0">
            <a:noFill/>
            <a:prstDash val="solid"/>
          </a:ln>
        </p:spPr>
      </p:sp>
      <p:sp>
        <p:nvSpPr>
          <p:cNvPr id="1585" name="01_find_only_1584">
            <a:extLst>
              <a:ext uri="{FF2B5EF4-FFF2-40B4-BE49-F238E27FC236}">
                <a16:creationId xmlns:a16="http://schemas.microsoft.com/office/drawing/2014/main" id="{2CB93FC6-58A8-49E0-91DB-8064E2284258}"/>
              </a:ext>
            </a:extLst>
          </p:cNvPr>
          <p:cNvSpPr>
            <a:spLocks noGrp="1"/>
          </p:cNvSpPr>
          <p:nvPr/>
        </p:nvSpPr>
        <p:spPr>
          <a:xfrm>
            <a:off x="5016433" y="3700746"/>
            <a:ext cx="28398" cy="28398"/>
          </a:xfrm>
          <a:prstGeom prst="ellipse">
            <a:avLst/>
          </a:prstGeom>
          <a:solidFill>
            <a:srgbClr val="7F8C97">
              <a:alpha val="48000"/>
            </a:srgbClr>
          </a:solidFill>
          <a:ln w="0">
            <a:noFill/>
            <a:prstDash val="solid"/>
          </a:ln>
        </p:spPr>
      </p:sp>
      <p:sp>
        <p:nvSpPr>
          <p:cNvPr id="1586" name="01_find_only_1585">
            <a:extLst>
              <a:ext uri="{FF2B5EF4-FFF2-40B4-BE49-F238E27FC236}">
                <a16:creationId xmlns:a16="http://schemas.microsoft.com/office/drawing/2014/main" id="{FA88BEA5-7902-4C57-BE22-5A5074A9A914}"/>
              </a:ext>
            </a:extLst>
          </p:cNvPr>
          <p:cNvSpPr>
            <a:spLocks noGrp="1"/>
          </p:cNvSpPr>
          <p:nvPr/>
        </p:nvSpPr>
        <p:spPr>
          <a:xfrm>
            <a:off x="5015670" y="4123418"/>
            <a:ext cx="28398" cy="28398"/>
          </a:xfrm>
          <a:prstGeom prst="ellipse">
            <a:avLst/>
          </a:prstGeom>
          <a:solidFill>
            <a:srgbClr val="7F8C97">
              <a:alpha val="48000"/>
            </a:srgbClr>
          </a:solidFill>
          <a:ln w="0">
            <a:noFill/>
            <a:prstDash val="solid"/>
          </a:ln>
        </p:spPr>
      </p:sp>
      <p:sp>
        <p:nvSpPr>
          <p:cNvPr id="1587" name="01_find_only_1586">
            <a:extLst>
              <a:ext uri="{FF2B5EF4-FFF2-40B4-BE49-F238E27FC236}">
                <a16:creationId xmlns:a16="http://schemas.microsoft.com/office/drawing/2014/main" id="{F93F0A98-48A4-4867-ACA7-6557A916CF56}"/>
              </a:ext>
            </a:extLst>
          </p:cNvPr>
          <p:cNvSpPr>
            <a:spLocks noGrp="1"/>
          </p:cNvSpPr>
          <p:nvPr/>
        </p:nvSpPr>
        <p:spPr>
          <a:xfrm>
            <a:off x="5019962" y="4123418"/>
            <a:ext cx="28398" cy="28398"/>
          </a:xfrm>
          <a:prstGeom prst="ellipse">
            <a:avLst/>
          </a:prstGeom>
          <a:solidFill>
            <a:srgbClr val="7F8C97">
              <a:alpha val="48000"/>
            </a:srgbClr>
          </a:solidFill>
          <a:ln w="0">
            <a:noFill/>
            <a:prstDash val="solid"/>
          </a:ln>
        </p:spPr>
      </p:sp>
      <p:sp>
        <p:nvSpPr>
          <p:cNvPr id="1588" name="01_find_only_1587">
            <a:extLst>
              <a:ext uri="{FF2B5EF4-FFF2-40B4-BE49-F238E27FC236}">
                <a16:creationId xmlns:a16="http://schemas.microsoft.com/office/drawing/2014/main" id="{954ED362-AEED-4257-9082-05CAFFE0C04F}"/>
              </a:ext>
            </a:extLst>
          </p:cNvPr>
          <p:cNvSpPr>
            <a:spLocks noGrp="1"/>
          </p:cNvSpPr>
          <p:nvPr/>
        </p:nvSpPr>
        <p:spPr>
          <a:xfrm>
            <a:off x="5086443" y="3912082"/>
            <a:ext cx="28398" cy="28398"/>
          </a:xfrm>
          <a:prstGeom prst="ellipse">
            <a:avLst/>
          </a:prstGeom>
          <a:solidFill>
            <a:srgbClr val="7F8C97">
              <a:alpha val="48000"/>
            </a:srgbClr>
          </a:solidFill>
          <a:ln w="0">
            <a:noFill/>
            <a:prstDash val="solid"/>
          </a:ln>
        </p:spPr>
      </p:sp>
      <p:sp>
        <p:nvSpPr>
          <p:cNvPr id="1589" name="01_find_only_1588">
            <a:extLst>
              <a:ext uri="{FF2B5EF4-FFF2-40B4-BE49-F238E27FC236}">
                <a16:creationId xmlns:a16="http://schemas.microsoft.com/office/drawing/2014/main" id="{82902E7B-9C97-4BEE-93E4-051C69A62D17}"/>
              </a:ext>
            </a:extLst>
          </p:cNvPr>
          <p:cNvSpPr>
            <a:spLocks noGrp="1"/>
          </p:cNvSpPr>
          <p:nvPr/>
        </p:nvSpPr>
        <p:spPr>
          <a:xfrm>
            <a:off x="5076332" y="4123418"/>
            <a:ext cx="28398" cy="28398"/>
          </a:xfrm>
          <a:prstGeom prst="ellipse">
            <a:avLst/>
          </a:prstGeom>
          <a:solidFill>
            <a:srgbClr val="7F8C97">
              <a:alpha val="48000"/>
            </a:srgbClr>
          </a:solidFill>
          <a:ln w="0">
            <a:noFill/>
            <a:prstDash val="solid"/>
          </a:ln>
        </p:spPr>
      </p:sp>
      <p:sp>
        <p:nvSpPr>
          <p:cNvPr id="1590" name="01_find_only_1589">
            <a:extLst>
              <a:ext uri="{FF2B5EF4-FFF2-40B4-BE49-F238E27FC236}">
                <a16:creationId xmlns:a16="http://schemas.microsoft.com/office/drawing/2014/main" id="{9D2846DD-D5C5-4227-814A-D6407ACD5188}"/>
              </a:ext>
            </a:extLst>
          </p:cNvPr>
          <p:cNvSpPr>
            <a:spLocks noGrp="1"/>
          </p:cNvSpPr>
          <p:nvPr/>
        </p:nvSpPr>
        <p:spPr>
          <a:xfrm>
            <a:off x="5080434" y="4123418"/>
            <a:ext cx="28398" cy="28398"/>
          </a:xfrm>
          <a:prstGeom prst="ellipse">
            <a:avLst/>
          </a:prstGeom>
          <a:solidFill>
            <a:srgbClr val="7F8C97">
              <a:alpha val="48000"/>
            </a:srgbClr>
          </a:solidFill>
          <a:ln w="0">
            <a:noFill/>
            <a:prstDash val="solid"/>
          </a:ln>
        </p:spPr>
      </p:sp>
      <p:sp>
        <p:nvSpPr>
          <p:cNvPr id="1591" name="01_find_only_1590">
            <a:extLst>
              <a:ext uri="{FF2B5EF4-FFF2-40B4-BE49-F238E27FC236}">
                <a16:creationId xmlns:a16="http://schemas.microsoft.com/office/drawing/2014/main" id="{9DC3F8E7-3439-4316-9808-82D004A544C9}"/>
              </a:ext>
            </a:extLst>
          </p:cNvPr>
          <p:cNvSpPr>
            <a:spLocks noGrp="1"/>
          </p:cNvSpPr>
          <p:nvPr/>
        </p:nvSpPr>
        <p:spPr>
          <a:xfrm>
            <a:off x="5068606" y="3662321"/>
            <a:ext cx="28398" cy="28398"/>
          </a:xfrm>
          <a:prstGeom prst="ellipse">
            <a:avLst/>
          </a:prstGeom>
          <a:solidFill>
            <a:srgbClr val="7F8C97">
              <a:alpha val="48000"/>
            </a:srgbClr>
          </a:solidFill>
          <a:ln w="0">
            <a:noFill/>
            <a:prstDash val="solid"/>
          </a:ln>
        </p:spPr>
      </p:sp>
      <p:sp>
        <p:nvSpPr>
          <p:cNvPr id="1592" name="01_find_only_1591">
            <a:extLst>
              <a:ext uri="{FF2B5EF4-FFF2-40B4-BE49-F238E27FC236}">
                <a16:creationId xmlns:a16="http://schemas.microsoft.com/office/drawing/2014/main" id="{EB150A63-A6AE-4923-8869-4C7ED5452DF7}"/>
              </a:ext>
            </a:extLst>
          </p:cNvPr>
          <p:cNvSpPr>
            <a:spLocks noGrp="1"/>
          </p:cNvSpPr>
          <p:nvPr/>
        </p:nvSpPr>
        <p:spPr>
          <a:xfrm>
            <a:off x="5075951" y="4123418"/>
            <a:ext cx="28398" cy="28398"/>
          </a:xfrm>
          <a:prstGeom prst="ellipse">
            <a:avLst/>
          </a:prstGeom>
          <a:solidFill>
            <a:srgbClr val="7F8C97">
              <a:alpha val="48000"/>
            </a:srgbClr>
          </a:solidFill>
          <a:ln w="0">
            <a:noFill/>
            <a:prstDash val="solid"/>
          </a:ln>
        </p:spPr>
      </p:sp>
      <p:sp>
        <p:nvSpPr>
          <p:cNvPr id="1593" name="01_find_only_1592">
            <a:extLst>
              <a:ext uri="{FF2B5EF4-FFF2-40B4-BE49-F238E27FC236}">
                <a16:creationId xmlns:a16="http://schemas.microsoft.com/office/drawing/2014/main" id="{AE02BE91-C587-4B68-98E7-1A3588C1D50F}"/>
              </a:ext>
            </a:extLst>
          </p:cNvPr>
          <p:cNvSpPr>
            <a:spLocks noGrp="1"/>
          </p:cNvSpPr>
          <p:nvPr/>
        </p:nvSpPr>
        <p:spPr>
          <a:xfrm>
            <a:off x="5084154" y="4123418"/>
            <a:ext cx="28398" cy="28398"/>
          </a:xfrm>
          <a:prstGeom prst="ellipse">
            <a:avLst/>
          </a:prstGeom>
          <a:solidFill>
            <a:srgbClr val="7F8C97">
              <a:alpha val="48000"/>
            </a:srgbClr>
          </a:solidFill>
          <a:ln w="0">
            <a:noFill/>
            <a:prstDash val="solid"/>
          </a:ln>
        </p:spPr>
      </p:sp>
      <p:sp>
        <p:nvSpPr>
          <p:cNvPr id="1594" name="01_find_only_1593">
            <a:extLst>
              <a:ext uri="{FF2B5EF4-FFF2-40B4-BE49-F238E27FC236}">
                <a16:creationId xmlns:a16="http://schemas.microsoft.com/office/drawing/2014/main" id="{D439C412-CCBB-4D42-9ED8-3121FB4C7B1C}"/>
              </a:ext>
            </a:extLst>
          </p:cNvPr>
          <p:cNvSpPr>
            <a:spLocks noGrp="1"/>
          </p:cNvSpPr>
          <p:nvPr/>
        </p:nvSpPr>
        <p:spPr>
          <a:xfrm>
            <a:off x="5014144" y="4123418"/>
            <a:ext cx="28398" cy="28398"/>
          </a:xfrm>
          <a:prstGeom prst="ellipse">
            <a:avLst/>
          </a:prstGeom>
          <a:solidFill>
            <a:srgbClr val="7F8C97">
              <a:alpha val="48000"/>
            </a:srgbClr>
          </a:solidFill>
          <a:ln w="0">
            <a:noFill/>
            <a:prstDash val="solid"/>
          </a:ln>
        </p:spPr>
      </p:sp>
      <p:sp>
        <p:nvSpPr>
          <p:cNvPr id="1595" name="01_find_only_1594">
            <a:extLst>
              <a:ext uri="{FF2B5EF4-FFF2-40B4-BE49-F238E27FC236}">
                <a16:creationId xmlns:a16="http://schemas.microsoft.com/office/drawing/2014/main" id="{588F8E6A-7E7D-4183-97F4-71AC62181CA2}"/>
              </a:ext>
            </a:extLst>
          </p:cNvPr>
          <p:cNvSpPr>
            <a:spLocks noGrp="1"/>
          </p:cNvSpPr>
          <p:nvPr/>
        </p:nvSpPr>
        <p:spPr>
          <a:xfrm>
            <a:off x="5021679" y="3489410"/>
            <a:ext cx="28398" cy="28398"/>
          </a:xfrm>
          <a:prstGeom prst="ellipse">
            <a:avLst/>
          </a:prstGeom>
          <a:solidFill>
            <a:srgbClr val="7F8C97">
              <a:alpha val="48000"/>
            </a:srgbClr>
          </a:solidFill>
          <a:ln w="0">
            <a:noFill/>
            <a:prstDash val="solid"/>
          </a:ln>
        </p:spPr>
      </p:sp>
      <p:sp>
        <p:nvSpPr>
          <p:cNvPr id="1596" name="01_find_only_1595">
            <a:extLst>
              <a:ext uri="{FF2B5EF4-FFF2-40B4-BE49-F238E27FC236}">
                <a16:creationId xmlns:a16="http://schemas.microsoft.com/office/drawing/2014/main" id="{7AACCDF5-CA7C-4C98-999A-21BCC68B82C9}"/>
              </a:ext>
            </a:extLst>
          </p:cNvPr>
          <p:cNvSpPr>
            <a:spLocks noGrp="1"/>
          </p:cNvSpPr>
          <p:nvPr/>
        </p:nvSpPr>
        <p:spPr>
          <a:xfrm>
            <a:off x="5066985" y="3928339"/>
            <a:ext cx="28398" cy="28398"/>
          </a:xfrm>
          <a:prstGeom prst="ellipse">
            <a:avLst/>
          </a:prstGeom>
          <a:solidFill>
            <a:srgbClr val="7F8C97">
              <a:alpha val="48000"/>
            </a:srgbClr>
          </a:solidFill>
          <a:ln w="0">
            <a:noFill/>
            <a:prstDash val="solid"/>
          </a:ln>
        </p:spPr>
      </p:sp>
      <p:sp>
        <p:nvSpPr>
          <p:cNvPr id="1597" name="01_find_only_1596">
            <a:extLst>
              <a:ext uri="{FF2B5EF4-FFF2-40B4-BE49-F238E27FC236}">
                <a16:creationId xmlns:a16="http://schemas.microsoft.com/office/drawing/2014/main" id="{A8B3EE76-9BCE-4662-A7EC-55917E84E443}"/>
              </a:ext>
            </a:extLst>
          </p:cNvPr>
          <p:cNvSpPr>
            <a:spLocks noGrp="1"/>
          </p:cNvSpPr>
          <p:nvPr/>
        </p:nvSpPr>
        <p:spPr>
          <a:xfrm>
            <a:off x="5019008" y="4123418"/>
            <a:ext cx="28398" cy="28398"/>
          </a:xfrm>
          <a:prstGeom prst="ellipse">
            <a:avLst/>
          </a:prstGeom>
          <a:solidFill>
            <a:srgbClr val="7F8C97">
              <a:alpha val="48000"/>
            </a:srgbClr>
          </a:solidFill>
          <a:ln w="0">
            <a:noFill/>
            <a:prstDash val="solid"/>
          </a:ln>
        </p:spPr>
      </p:sp>
      <p:sp>
        <p:nvSpPr>
          <p:cNvPr id="1598" name="01_find_only_1597">
            <a:extLst>
              <a:ext uri="{FF2B5EF4-FFF2-40B4-BE49-F238E27FC236}">
                <a16:creationId xmlns:a16="http://schemas.microsoft.com/office/drawing/2014/main" id="{D006F18D-0C10-4B05-AA5D-4B05D141FB1B}"/>
              </a:ext>
            </a:extLst>
          </p:cNvPr>
          <p:cNvSpPr>
            <a:spLocks noGrp="1"/>
          </p:cNvSpPr>
          <p:nvPr/>
        </p:nvSpPr>
        <p:spPr>
          <a:xfrm>
            <a:off x="5028260" y="3608861"/>
            <a:ext cx="28398" cy="28398"/>
          </a:xfrm>
          <a:prstGeom prst="ellipse">
            <a:avLst/>
          </a:prstGeom>
          <a:solidFill>
            <a:srgbClr val="7F8C97">
              <a:alpha val="48000"/>
            </a:srgbClr>
          </a:solidFill>
          <a:ln w="0">
            <a:noFill/>
            <a:prstDash val="solid"/>
          </a:ln>
        </p:spPr>
      </p:sp>
      <p:sp>
        <p:nvSpPr>
          <p:cNvPr id="1599" name="01_find_only_1598">
            <a:extLst>
              <a:ext uri="{FF2B5EF4-FFF2-40B4-BE49-F238E27FC236}">
                <a16:creationId xmlns:a16="http://schemas.microsoft.com/office/drawing/2014/main" id="{9880C5A4-B82A-4723-A3FB-F553C02A5416}"/>
              </a:ext>
            </a:extLst>
          </p:cNvPr>
          <p:cNvSpPr>
            <a:spLocks noGrp="1"/>
          </p:cNvSpPr>
          <p:nvPr/>
        </p:nvSpPr>
        <p:spPr>
          <a:xfrm>
            <a:off x="5012617" y="4123418"/>
            <a:ext cx="28398" cy="28398"/>
          </a:xfrm>
          <a:prstGeom prst="ellipse">
            <a:avLst/>
          </a:prstGeom>
          <a:solidFill>
            <a:srgbClr val="7F8C97">
              <a:alpha val="48000"/>
            </a:srgbClr>
          </a:solidFill>
          <a:ln w="0">
            <a:noFill/>
            <a:prstDash val="solid"/>
          </a:ln>
        </p:spPr>
      </p:sp>
      <p:sp>
        <p:nvSpPr>
          <p:cNvPr id="1600" name="01_find_only_1599">
            <a:extLst>
              <a:ext uri="{FF2B5EF4-FFF2-40B4-BE49-F238E27FC236}">
                <a16:creationId xmlns:a16="http://schemas.microsoft.com/office/drawing/2014/main" id="{40E91535-907A-4EED-8B29-E256E1927265}"/>
              </a:ext>
            </a:extLst>
          </p:cNvPr>
          <p:cNvSpPr>
            <a:spLocks noGrp="1"/>
          </p:cNvSpPr>
          <p:nvPr/>
        </p:nvSpPr>
        <p:spPr>
          <a:xfrm>
            <a:off x="5022728" y="4123418"/>
            <a:ext cx="28398" cy="28398"/>
          </a:xfrm>
          <a:prstGeom prst="ellipse">
            <a:avLst/>
          </a:prstGeom>
          <a:solidFill>
            <a:srgbClr val="7F8C97">
              <a:alpha val="48000"/>
            </a:srgbClr>
          </a:solidFill>
          <a:ln w="0">
            <a:noFill/>
            <a:prstDash val="solid"/>
          </a:ln>
        </p:spPr>
      </p:sp>
      <p:sp>
        <p:nvSpPr>
          <p:cNvPr id="1601" name="01_find_only_1600">
            <a:extLst>
              <a:ext uri="{FF2B5EF4-FFF2-40B4-BE49-F238E27FC236}">
                <a16:creationId xmlns:a16="http://schemas.microsoft.com/office/drawing/2014/main" id="{6C94F97B-7B39-40EB-BE48-032803A3B75B}"/>
              </a:ext>
            </a:extLst>
          </p:cNvPr>
          <p:cNvSpPr>
            <a:spLocks noGrp="1"/>
          </p:cNvSpPr>
          <p:nvPr/>
        </p:nvSpPr>
        <p:spPr>
          <a:xfrm>
            <a:off x="5026448" y="3942273"/>
            <a:ext cx="28398" cy="28398"/>
          </a:xfrm>
          <a:prstGeom prst="ellipse">
            <a:avLst/>
          </a:prstGeom>
          <a:solidFill>
            <a:srgbClr val="7F8C97">
              <a:alpha val="48000"/>
            </a:srgbClr>
          </a:solidFill>
          <a:ln w="0">
            <a:noFill/>
            <a:prstDash val="solid"/>
          </a:ln>
        </p:spPr>
      </p:sp>
      <p:sp>
        <p:nvSpPr>
          <p:cNvPr id="1602" name="01_find_only_1601">
            <a:extLst>
              <a:ext uri="{FF2B5EF4-FFF2-40B4-BE49-F238E27FC236}">
                <a16:creationId xmlns:a16="http://schemas.microsoft.com/office/drawing/2014/main" id="{E724BF06-DE78-4641-94E4-D13FB1A281C7}"/>
              </a:ext>
            </a:extLst>
          </p:cNvPr>
          <p:cNvSpPr>
            <a:spLocks noGrp="1"/>
          </p:cNvSpPr>
          <p:nvPr/>
        </p:nvSpPr>
        <p:spPr>
          <a:xfrm>
            <a:off x="5085680" y="4123418"/>
            <a:ext cx="28398" cy="28398"/>
          </a:xfrm>
          <a:prstGeom prst="ellipse">
            <a:avLst/>
          </a:prstGeom>
          <a:solidFill>
            <a:srgbClr val="7F8C97">
              <a:alpha val="48000"/>
            </a:srgbClr>
          </a:solidFill>
          <a:ln w="0">
            <a:noFill/>
            <a:prstDash val="solid"/>
          </a:ln>
        </p:spPr>
      </p:sp>
      <p:sp>
        <p:nvSpPr>
          <p:cNvPr id="1603" name="01_find_only_1602">
            <a:extLst>
              <a:ext uri="{FF2B5EF4-FFF2-40B4-BE49-F238E27FC236}">
                <a16:creationId xmlns:a16="http://schemas.microsoft.com/office/drawing/2014/main" id="{11C79013-0BD3-4566-B8A5-EEBFFA0CD143}"/>
              </a:ext>
            </a:extLst>
          </p:cNvPr>
          <p:cNvSpPr>
            <a:spLocks noGrp="1"/>
          </p:cNvSpPr>
          <p:nvPr/>
        </p:nvSpPr>
        <p:spPr>
          <a:xfrm>
            <a:off x="5045238" y="4123418"/>
            <a:ext cx="28398" cy="28398"/>
          </a:xfrm>
          <a:prstGeom prst="ellipse">
            <a:avLst/>
          </a:prstGeom>
          <a:solidFill>
            <a:srgbClr val="7F8C97">
              <a:alpha val="48000"/>
            </a:srgbClr>
          </a:solidFill>
          <a:ln w="0">
            <a:noFill/>
            <a:prstDash val="solid"/>
          </a:ln>
        </p:spPr>
      </p:sp>
      <p:sp>
        <p:nvSpPr>
          <p:cNvPr id="1604" name="01_find_only_1603">
            <a:extLst>
              <a:ext uri="{FF2B5EF4-FFF2-40B4-BE49-F238E27FC236}">
                <a16:creationId xmlns:a16="http://schemas.microsoft.com/office/drawing/2014/main" id="{5B9ED180-7311-47EC-8823-B2AAA915C430}"/>
              </a:ext>
            </a:extLst>
          </p:cNvPr>
          <p:cNvSpPr>
            <a:spLocks noGrp="1"/>
          </p:cNvSpPr>
          <p:nvPr/>
        </p:nvSpPr>
        <p:spPr>
          <a:xfrm>
            <a:off x="5014144" y="4123418"/>
            <a:ext cx="28398" cy="28398"/>
          </a:xfrm>
          <a:prstGeom prst="ellipse">
            <a:avLst/>
          </a:prstGeom>
          <a:solidFill>
            <a:srgbClr val="7F8C97">
              <a:alpha val="48000"/>
            </a:srgbClr>
          </a:solidFill>
          <a:ln w="0">
            <a:noFill/>
            <a:prstDash val="solid"/>
          </a:ln>
        </p:spPr>
      </p:sp>
      <p:sp>
        <p:nvSpPr>
          <p:cNvPr id="1605" name="01_find_only_1604">
            <a:extLst>
              <a:ext uri="{FF2B5EF4-FFF2-40B4-BE49-F238E27FC236}">
                <a16:creationId xmlns:a16="http://schemas.microsoft.com/office/drawing/2014/main" id="{5916350A-8076-46E9-AAAA-1A4BC2D4788A}"/>
              </a:ext>
            </a:extLst>
          </p:cNvPr>
          <p:cNvSpPr>
            <a:spLocks noGrp="1"/>
          </p:cNvSpPr>
          <p:nvPr/>
        </p:nvSpPr>
        <p:spPr>
          <a:xfrm>
            <a:off x="5027974" y="3806414"/>
            <a:ext cx="28398" cy="28398"/>
          </a:xfrm>
          <a:prstGeom prst="ellipse">
            <a:avLst/>
          </a:prstGeom>
          <a:solidFill>
            <a:srgbClr val="7F8C97">
              <a:alpha val="48000"/>
            </a:srgbClr>
          </a:solidFill>
          <a:ln w="0">
            <a:noFill/>
            <a:prstDash val="solid"/>
          </a:ln>
        </p:spPr>
      </p:sp>
      <p:sp>
        <p:nvSpPr>
          <p:cNvPr id="1606" name="01_find_only_1605">
            <a:extLst>
              <a:ext uri="{FF2B5EF4-FFF2-40B4-BE49-F238E27FC236}">
                <a16:creationId xmlns:a16="http://schemas.microsoft.com/office/drawing/2014/main" id="{F7EEC153-8729-459B-A707-150AC8F7D518}"/>
              </a:ext>
            </a:extLst>
          </p:cNvPr>
          <p:cNvSpPr>
            <a:spLocks noGrp="1"/>
          </p:cNvSpPr>
          <p:nvPr/>
        </p:nvSpPr>
        <p:spPr>
          <a:xfrm>
            <a:off x="5080720" y="3743013"/>
            <a:ext cx="28398" cy="28398"/>
          </a:xfrm>
          <a:prstGeom prst="ellipse">
            <a:avLst/>
          </a:prstGeom>
          <a:solidFill>
            <a:srgbClr val="7F8C97">
              <a:alpha val="48000"/>
            </a:srgbClr>
          </a:solidFill>
          <a:ln w="0">
            <a:noFill/>
            <a:prstDash val="solid"/>
          </a:ln>
        </p:spPr>
      </p:sp>
      <p:sp>
        <p:nvSpPr>
          <p:cNvPr id="1607" name="01_find_only_1606">
            <a:extLst>
              <a:ext uri="{FF2B5EF4-FFF2-40B4-BE49-F238E27FC236}">
                <a16:creationId xmlns:a16="http://schemas.microsoft.com/office/drawing/2014/main" id="{30135844-FF50-4EA6-9612-11376F577464}"/>
              </a:ext>
            </a:extLst>
          </p:cNvPr>
          <p:cNvSpPr>
            <a:spLocks noGrp="1"/>
          </p:cNvSpPr>
          <p:nvPr/>
        </p:nvSpPr>
        <p:spPr>
          <a:xfrm>
            <a:off x="5062693" y="3489410"/>
            <a:ext cx="28398" cy="28398"/>
          </a:xfrm>
          <a:prstGeom prst="ellipse">
            <a:avLst/>
          </a:prstGeom>
          <a:solidFill>
            <a:srgbClr val="7F8C97">
              <a:alpha val="48000"/>
            </a:srgbClr>
          </a:solidFill>
          <a:ln w="0">
            <a:noFill/>
            <a:prstDash val="solid"/>
          </a:ln>
        </p:spPr>
      </p:sp>
      <p:sp>
        <p:nvSpPr>
          <p:cNvPr id="1608" name="01_find_only_1607">
            <a:extLst>
              <a:ext uri="{FF2B5EF4-FFF2-40B4-BE49-F238E27FC236}">
                <a16:creationId xmlns:a16="http://schemas.microsoft.com/office/drawing/2014/main" id="{38F8DC0F-9D9A-4CD6-8932-A69E8A2973B4}"/>
              </a:ext>
            </a:extLst>
          </p:cNvPr>
          <p:cNvSpPr>
            <a:spLocks noGrp="1"/>
          </p:cNvSpPr>
          <p:nvPr/>
        </p:nvSpPr>
        <p:spPr>
          <a:xfrm>
            <a:off x="5080338" y="4123418"/>
            <a:ext cx="28398" cy="28398"/>
          </a:xfrm>
          <a:prstGeom prst="ellipse">
            <a:avLst/>
          </a:prstGeom>
          <a:solidFill>
            <a:srgbClr val="7F8C97">
              <a:alpha val="48000"/>
            </a:srgbClr>
          </a:solidFill>
          <a:ln w="0">
            <a:noFill/>
            <a:prstDash val="solid"/>
          </a:ln>
        </p:spPr>
      </p:sp>
      <p:sp>
        <p:nvSpPr>
          <p:cNvPr id="1609" name="01_find_only_1608">
            <a:extLst>
              <a:ext uri="{FF2B5EF4-FFF2-40B4-BE49-F238E27FC236}">
                <a16:creationId xmlns:a16="http://schemas.microsoft.com/office/drawing/2014/main" id="{C15C377A-7F08-4B8A-8B3D-BC0503B84B6D}"/>
              </a:ext>
            </a:extLst>
          </p:cNvPr>
          <p:cNvSpPr>
            <a:spLocks noGrp="1"/>
          </p:cNvSpPr>
          <p:nvPr/>
        </p:nvSpPr>
        <p:spPr>
          <a:xfrm>
            <a:off x="5019962" y="4123418"/>
            <a:ext cx="28398" cy="28398"/>
          </a:xfrm>
          <a:prstGeom prst="ellipse">
            <a:avLst/>
          </a:prstGeom>
          <a:solidFill>
            <a:srgbClr val="7F8C97">
              <a:alpha val="48000"/>
            </a:srgbClr>
          </a:solidFill>
          <a:ln w="0">
            <a:noFill/>
            <a:prstDash val="solid"/>
          </a:ln>
        </p:spPr>
      </p:sp>
      <p:sp>
        <p:nvSpPr>
          <p:cNvPr id="1610" name="01_find_only_1609">
            <a:extLst>
              <a:ext uri="{FF2B5EF4-FFF2-40B4-BE49-F238E27FC236}">
                <a16:creationId xmlns:a16="http://schemas.microsoft.com/office/drawing/2014/main" id="{4D1BBBE3-3562-4D50-95A3-4896F5F386AA}"/>
              </a:ext>
            </a:extLst>
          </p:cNvPr>
          <p:cNvSpPr>
            <a:spLocks noGrp="1"/>
          </p:cNvSpPr>
          <p:nvPr/>
        </p:nvSpPr>
        <p:spPr>
          <a:xfrm>
            <a:off x="5037894" y="3948519"/>
            <a:ext cx="28398" cy="28398"/>
          </a:xfrm>
          <a:prstGeom prst="ellipse">
            <a:avLst/>
          </a:prstGeom>
          <a:solidFill>
            <a:srgbClr val="7F8C97">
              <a:alpha val="48000"/>
            </a:srgbClr>
          </a:solidFill>
          <a:ln w="0">
            <a:noFill/>
            <a:prstDash val="solid"/>
          </a:ln>
        </p:spPr>
      </p:sp>
      <p:sp>
        <p:nvSpPr>
          <p:cNvPr id="1611" name="01_find_only_1610">
            <a:extLst>
              <a:ext uri="{FF2B5EF4-FFF2-40B4-BE49-F238E27FC236}">
                <a16:creationId xmlns:a16="http://schemas.microsoft.com/office/drawing/2014/main" id="{658E8FD4-5D8F-4D4D-B2E0-2FB0CE43763C}"/>
              </a:ext>
            </a:extLst>
          </p:cNvPr>
          <p:cNvSpPr>
            <a:spLocks noGrp="1"/>
          </p:cNvSpPr>
          <p:nvPr/>
        </p:nvSpPr>
        <p:spPr>
          <a:xfrm>
            <a:off x="5081006" y="4019482"/>
            <a:ext cx="28398" cy="28398"/>
          </a:xfrm>
          <a:prstGeom prst="ellipse">
            <a:avLst/>
          </a:prstGeom>
          <a:solidFill>
            <a:srgbClr val="7F8C97">
              <a:alpha val="48000"/>
            </a:srgbClr>
          </a:solidFill>
          <a:ln w="0">
            <a:noFill/>
            <a:prstDash val="solid"/>
          </a:ln>
        </p:spPr>
      </p:sp>
      <p:sp>
        <p:nvSpPr>
          <p:cNvPr id="1612" name="01_find_only_1611">
            <a:extLst>
              <a:ext uri="{FF2B5EF4-FFF2-40B4-BE49-F238E27FC236}">
                <a16:creationId xmlns:a16="http://schemas.microsoft.com/office/drawing/2014/main" id="{DA6C01ED-0B50-4308-8F53-47B3B4AAEF1F}"/>
              </a:ext>
            </a:extLst>
          </p:cNvPr>
          <p:cNvSpPr>
            <a:spLocks noGrp="1"/>
          </p:cNvSpPr>
          <p:nvPr/>
        </p:nvSpPr>
        <p:spPr>
          <a:xfrm>
            <a:off x="5081101" y="3489410"/>
            <a:ext cx="28398" cy="28398"/>
          </a:xfrm>
          <a:prstGeom prst="ellipse">
            <a:avLst/>
          </a:prstGeom>
          <a:solidFill>
            <a:srgbClr val="7F8C97">
              <a:alpha val="48000"/>
            </a:srgbClr>
          </a:solidFill>
          <a:ln w="0">
            <a:noFill/>
            <a:prstDash val="solid"/>
          </a:ln>
        </p:spPr>
      </p:sp>
      <p:sp>
        <p:nvSpPr>
          <p:cNvPr id="1613" name="01_find_only_1612">
            <a:extLst>
              <a:ext uri="{FF2B5EF4-FFF2-40B4-BE49-F238E27FC236}">
                <a16:creationId xmlns:a16="http://schemas.microsoft.com/office/drawing/2014/main" id="{CCAD3C00-D44B-4CC6-B822-921BF1B679AD}"/>
              </a:ext>
            </a:extLst>
          </p:cNvPr>
          <p:cNvSpPr>
            <a:spLocks noGrp="1"/>
          </p:cNvSpPr>
          <p:nvPr/>
        </p:nvSpPr>
        <p:spPr>
          <a:xfrm>
            <a:off x="5075188" y="4123418"/>
            <a:ext cx="28398" cy="28398"/>
          </a:xfrm>
          <a:prstGeom prst="ellipse">
            <a:avLst/>
          </a:prstGeom>
          <a:solidFill>
            <a:srgbClr val="7F8C97">
              <a:alpha val="48000"/>
            </a:srgbClr>
          </a:solidFill>
          <a:ln w="0">
            <a:noFill/>
            <a:prstDash val="solid"/>
          </a:ln>
        </p:spPr>
      </p:sp>
      <p:sp>
        <p:nvSpPr>
          <p:cNvPr id="1614" name="01_find_only_1613">
            <a:extLst>
              <a:ext uri="{FF2B5EF4-FFF2-40B4-BE49-F238E27FC236}">
                <a16:creationId xmlns:a16="http://schemas.microsoft.com/office/drawing/2014/main" id="{6725E353-B90E-414D-9A5B-54B490BBE9EA}"/>
              </a:ext>
            </a:extLst>
          </p:cNvPr>
          <p:cNvSpPr>
            <a:spLocks noGrp="1"/>
          </p:cNvSpPr>
          <p:nvPr/>
        </p:nvSpPr>
        <p:spPr>
          <a:xfrm>
            <a:off x="5083581" y="3806414"/>
            <a:ext cx="28398" cy="28398"/>
          </a:xfrm>
          <a:prstGeom prst="ellipse">
            <a:avLst/>
          </a:prstGeom>
          <a:solidFill>
            <a:srgbClr val="7F8C97">
              <a:alpha val="48000"/>
            </a:srgbClr>
          </a:solidFill>
          <a:ln w="0">
            <a:noFill/>
            <a:prstDash val="solid"/>
          </a:ln>
        </p:spPr>
      </p:sp>
      <p:sp>
        <p:nvSpPr>
          <p:cNvPr id="1615" name="01_find_only_1614">
            <a:extLst>
              <a:ext uri="{FF2B5EF4-FFF2-40B4-BE49-F238E27FC236}">
                <a16:creationId xmlns:a16="http://schemas.microsoft.com/office/drawing/2014/main" id="{2BA31A38-48F3-4199-9D45-20C5BC932261}"/>
              </a:ext>
            </a:extLst>
          </p:cNvPr>
          <p:cNvSpPr>
            <a:spLocks noGrp="1"/>
          </p:cNvSpPr>
          <p:nvPr/>
        </p:nvSpPr>
        <p:spPr>
          <a:xfrm>
            <a:off x="5028737" y="3616211"/>
            <a:ext cx="28398" cy="28398"/>
          </a:xfrm>
          <a:prstGeom prst="ellipse">
            <a:avLst/>
          </a:prstGeom>
          <a:solidFill>
            <a:srgbClr val="7F8C97">
              <a:alpha val="48000"/>
            </a:srgbClr>
          </a:solidFill>
          <a:ln w="0">
            <a:noFill/>
            <a:prstDash val="solid"/>
          </a:ln>
        </p:spPr>
      </p:sp>
      <p:sp>
        <p:nvSpPr>
          <p:cNvPr id="1616" name="01_find_only_1615">
            <a:extLst>
              <a:ext uri="{FF2B5EF4-FFF2-40B4-BE49-F238E27FC236}">
                <a16:creationId xmlns:a16="http://schemas.microsoft.com/office/drawing/2014/main" id="{8AA69766-C82B-4702-B560-5C803ED07A77}"/>
              </a:ext>
            </a:extLst>
          </p:cNvPr>
          <p:cNvSpPr>
            <a:spLocks noGrp="1"/>
          </p:cNvSpPr>
          <p:nvPr/>
        </p:nvSpPr>
        <p:spPr>
          <a:xfrm>
            <a:off x="5014334" y="3489410"/>
            <a:ext cx="28398" cy="28398"/>
          </a:xfrm>
          <a:prstGeom prst="ellipse">
            <a:avLst/>
          </a:prstGeom>
          <a:solidFill>
            <a:srgbClr val="7F8C97">
              <a:alpha val="48000"/>
            </a:srgbClr>
          </a:solidFill>
          <a:ln w="0">
            <a:noFill/>
            <a:prstDash val="solid"/>
          </a:ln>
        </p:spPr>
      </p:sp>
      <p:sp>
        <p:nvSpPr>
          <p:cNvPr id="1617" name="01_find_only_1616">
            <a:extLst>
              <a:ext uri="{FF2B5EF4-FFF2-40B4-BE49-F238E27FC236}">
                <a16:creationId xmlns:a16="http://schemas.microsoft.com/office/drawing/2014/main" id="{1B882204-17C3-456D-AC3B-B6DE26E62664}"/>
              </a:ext>
            </a:extLst>
          </p:cNvPr>
          <p:cNvSpPr>
            <a:spLocks noGrp="1"/>
          </p:cNvSpPr>
          <p:nvPr/>
        </p:nvSpPr>
        <p:spPr>
          <a:xfrm>
            <a:off x="5069846" y="4123418"/>
            <a:ext cx="28398" cy="28398"/>
          </a:xfrm>
          <a:prstGeom prst="ellipse">
            <a:avLst/>
          </a:prstGeom>
          <a:solidFill>
            <a:srgbClr val="7F8C97">
              <a:alpha val="48000"/>
            </a:srgbClr>
          </a:solidFill>
          <a:ln w="0">
            <a:noFill/>
            <a:prstDash val="solid"/>
          </a:ln>
        </p:spPr>
      </p:sp>
      <p:sp>
        <p:nvSpPr>
          <p:cNvPr id="1618" name="01_find_only_1617">
            <a:extLst>
              <a:ext uri="{FF2B5EF4-FFF2-40B4-BE49-F238E27FC236}">
                <a16:creationId xmlns:a16="http://schemas.microsoft.com/office/drawing/2014/main" id="{65172E04-C943-4394-966A-E97D1B4DB388}"/>
              </a:ext>
            </a:extLst>
          </p:cNvPr>
          <p:cNvSpPr>
            <a:spLocks noGrp="1"/>
          </p:cNvSpPr>
          <p:nvPr/>
        </p:nvSpPr>
        <p:spPr>
          <a:xfrm>
            <a:off x="5009851" y="4123418"/>
            <a:ext cx="28398" cy="28398"/>
          </a:xfrm>
          <a:prstGeom prst="ellipse">
            <a:avLst/>
          </a:prstGeom>
          <a:solidFill>
            <a:srgbClr val="7F8C97">
              <a:alpha val="48000"/>
            </a:srgbClr>
          </a:solidFill>
          <a:ln w="0">
            <a:noFill/>
            <a:prstDash val="solid"/>
          </a:ln>
        </p:spPr>
      </p:sp>
      <p:sp>
        <p:nvSpPr>
          <p:cNvPr id="1619" name="01_find_only_1618">
            <a:extLst>
              <a:ext uri="{FF2B5EF4-FFF2-40B4-BE49-F238E27FC236}">
                <a16:creationId xmlns:a16="http://schemas.microsoft.com/office/drawing/2014/main" id="{AB4DF31B-86C8-4961-8E87-B12D718F18A4}"/>
              </a:ext>
            </a:extLst>
          </p:cNvPr>
          <p:cNvSpPr>
            <a:spLocks noGrp="1"/>
          </p:cNvSpPr>
          <p:nvPr/>
        </p:nvSpPr>
        <p:spPr>
          <a:xfrm>
            <a:off x="5015860" y="4123418"/>
            <a:ext cx="28398" cy="28398"/>
          </a:xfrm>
          <a:prstGeom prst="ellipse">
            <a:avLst/>
          </a:prstGeom>
          <a:solidFill>
            <a:srgbClr val="7F8C97">
              <a:alpha val="48000"/>
            </a:srgbClr>
          </a:solidFill>
          <a:ln w="0">
            <a:noFill/>
            <a:prstDash val="solid"/>
          </a:ln>
        </p:spPr>
      </p:sp>
      <p:sp>
        <p:nvSpPr>
          <p:cNvPr id="1620" name="01_find_only_1619">
            <a:extLst>
              <a:ext uri="{FF2B5EF4-FFF2-40B4-BE49-F238E27FC236}">
                <a16:creationId xmlns:a16="http://schemas.microsoft.com/office/drawing/2014/main" id="{F723EC84-3103-4BC0-9029-8A75A30F8899}"/>
              </a:ext>
            </a:extLst>
          </p:cNvPr>
          <p:cNvSpPr>
            <a:spLocks noGrp="1"/>
          </p:cNvSpPr>
          <p:nvPr/>
        </p:nvSpPr>
        <p:spPr>
          <a:xfrm>
            <a:off x="5072231" y="3489410"/>
            <a:ext cx="28398" cy="28398"/>
          </a:xfrm>
          <a:prstGeom prst="ellipse">
            <a:avLst/>
          </a:prstGeom>
          <a:solidFill>
            <a:srgbClr val="7F8C97">
              <a:alpha val="48000"/>
            </a:srgbClr>
          </a:solidFill>
          <a:ln w="0">
            <a:noFill/>
            <a:prstDash val="solid"/>
          </a:ln>
        </p:spPr>
      </p:sp>
      <p:sp>
        <p:nvSpPr>
          <p:cNvPr id="1621" name="01_find_only_1620">
            <a:extLst>
              <a:ext uri="{FF2B5EF4-FFF2-40B4-BE49-F238E27FC236}">
                <a16:creationId xmlns:a16="http://schemas.microsoft.com/office/drawing/2014/main" id="{C5847702-19DA-410E-BC31-73C24A3F893C}"/>
              </a:ext>
            </a:extLst>
          </p:cNvPr>
          <p:cNvSpPr>
            <a:spLocks noGrp="1"/>
          </p:cNvSpPr>
          <p:nvPr/>
        </p:nvSpPr>
        <p:spPr>
          <a:xfrm>
            <a:off x="5010710" y="3489410"/>
            <a:ext cx="28398" cy="28398"/>
          </a:xfrm>
          <a:prstGeom prst="ellipse">
            <a:avLst/>
          </a:prstGeom>
          <a:solidFill>
            <a:srgbClr val="7F8C97">
              <a:alpha val="48000"/>
            </a:srgbClr>
          </a:solidFill>
          <a:ln w="0">
            <a:noFill/>
            <a:prstDash val="solid"/>
          </a:ln>
        </p:spPr>
      </p:sp>
      <p:sp>
        <p:nvSpPr>
          <p:cNvPr id="1622" name="01_find_only_1621">
            <a:extLst>
              <a:ext uri="{FF2B5EF4-FFF2-40B4-BE49-F238E27FC236}">
                <a16:creationId xmlns:a16="http://schemas.microsoft.com/office/drawing/2014/main" id="{9EC72A05-F00E-4B8F-B792-279E57EC4C20}"/>
              </a:ext>
            </a:extLst>
          </p:cNvPr>
          <p:cNvSpPr>
            <a:spLocks noGrp="1"/>
          </p:cNvSpPr>
          <p:nvPr/>
        </p:nvSpPr>
        <p:spPr>
          <a:xfrm>
            <a:off x="5090544" y="3489410"/>
            <a:ext cx="28398" cy="28398"/>
          </a:xfrm>
          <a:prstGeom prst="ellipse">
            <a:avLst/>
          </a:prstGeom>
          <a:solidFill>
            <a:srgbClr val="7F8C97">
              <a:alpha val="48000"/>
            </a:srgbClr>
          </a:solidFill>
          <a:ln w="0">
            <a:noFill/>
            <a:prstDash val="solid"/>
          </a:ln>
        </p:spPr>
      </p:sp>
      <p:sp>
        <p:nvSpPr>
          <p:cNvPr id="1623" name="01_find_only_1622">
            <a:extLst>
              <a:ext uri="{FF2B5EF4-FFF2-40B4-BE49-F238E27FC236}">
                <a16:creationId xmlns:a16="http://schemas.microsoft.com/office/drawing/2014/main" id="{AB63D203-D02F-43BC-ABF2-3545961FF88C}"/>
              </a:ext>
            </a:extLst>
          </p:cNvPr>
          <p:cNvSpPr>
            <a:spLocks noGrp="1"/>
          </p:cNvSpPr>
          <p:nvPr/>
        </p:nvSpPr>
        <p:spPr>
          <a:xfrm>
            <a:off x="5075951" y="3700746"/>
            <a:ext cx="28398" cy="28398"/>
          </a:xfrm>
          <a:prstGeom prst="ellipse">
            <a:avLst/>
          </a:prstGeom>
          <a:solidFill>
            <a:srgbClr val="7F8C97">
              <a:alpha val="48000"/>
            </a:srgbClr>
          </a:solidFill>
          <a:ln w="0">
            <a:noFill/>
            <a:prstDash val="solid"/>
          </a:ln>
        </p:spPr>
      </p:sp>
      <p:sp>
        <p:nvSpPr>
          <p:cNvPr id="1624" name="01_find_only_1623">
            <a:extLst>
              <a:ext uri="{FF2B5EF4-FFF2-40B4-BE49-F238E27FC236}">
                <a16:creationId xmlns:a16="http://schemas.microsoft.com/office/drawing/2014/main" id="{602F952A-9416-4DBC-B72F-82EC2C6799C7}"/>
              </a:ext>
            </a:extLst>
          </p:cNvPr>
          <p:cNvSpPr>
            <a:spLocks noGrp="1"/>
          </p:cNvSpPr>
          <p:nvPr/>
        </p:nvSpPr>
        <p:spPr>
          <a:xfrm>
            <a:off x="5041423" y="3489410"/>
            <a:ext cx="28398" cy="28398"/>
          </a:xfrm>
          <a:prstGeom prst="ellipse">
            <a:avLst/>
          </a:prstGeom>
          <a:solidFill>
            <a:srgbClr val="7F8C97">
              <a:alpha val="48000"/>
            </a:srgbClr>
          </a:solidFill>
          <a:ln w="0">
            <a:noFill/>
            <a:prstDash val="solid"/>
          </a:ln>
        </p:spPr>
      </p:sp>
      <p:sp>
        <p:nvSpPr>
          <p:cNvPr id="1625" name="01_find_only_1624">
            <a:extLst>
              <a:ext uri="{FF2B5EF4-FFF2-40B4-BE49-F238E27FC236}">
                <a16:creationId xmlns:a16="http://schemas.microsoft.com/office/drawing/2014/main" id="{FC6960EA-2D02-4CEE-9A5F-0521C9643651}"/>
              </a:ext>
            </a:extLst>
          </p:cNvPr>
          <p:cNvSpPr>
            <a:spLocks noGrp="1"/>
          </p:cNvSpPr>
          <p:nvPr/>
        </p:nvSpPr>
        <p:spPr>
          <a:xfrm>
            <a:off x="5025303" y="4123418"/>
            <a:ext cx="28398" cy="28398"/>
          </a:xfrm>
          <a:prstGeom prst="ellipse">
            <a:avLst/>
          </a:prstGeom>
          <a:solidFill>
            <a:srgbClr val="7F8C97">
              <a:alpha val="48000"/>
            </a:srgbClr>
          </a:solidFill>
          <a:ln w="0">
            <a:noFill/>
            <a:prstDash val="solid"/>
          </a:ln>
        </p:spPr>
      </p:sp>
      <p:sp>
        <p:nvSpPr>
          <p:cNvPr id="1626" name="01_find_only_1625">
            <a:extLst>
              <a:ext uri="{FF2B5EF4-FFF2-40B4-BE49-F238E27FC236}">
                <a16:creationId xmlns:a16="http://schemas.microsoft.com/office/drawing/2014/main" id="{D588C623-1FF7-4165-95D7-A5F79342E34D}"/>
              </a:ext>
            </a:extLst>
          </p:cNvPr>
          <p:cNvSpPr>
            <a:spLocks noGrp="1"/>
          </p:cNvSpPr>
          <p:nvPr/>
        </p:nvSpPr>
        <p:spPr>
          <a:xfrm>
            <a:off x="5089113" y="3509862"/>
            <a:ext cx="28398" cy="28398"/>
          </a:xfrm>
          <a:prstGeom prst="ellipse">
            <a:avLst/>
          </a:prstGeom>
          <a:solidFill>
            <a:srgbClr val="7F8C97">
              <a:alpha val="48000"/>
            </a:srgbClr>
          </a:solidFill>
          <a:ln w="0">
            <a:noFill/>
            <a:prstDash val="solid"/>
          </a:ln>
        </p:spPr>
      </p:sp>
      <p:sp>
        <p:nvSpPr>
          <p:cNvPr id="1627" name="01_find_only_1626">
            <a:extLst>
              <a:ext uri="{FF2B5EF4-FFF2-40B4-BE49-F238E27FC236}">
                <a16:creationId xmlns:a16="http://schemas.microsoft.com/office/drawing/2014/main" id="{E442DFCA-124C-4E4A-9ED5-C86C8A845D2B}"/>
              </a:ext>
            </a:extLst>
          </p:cNvPr>
          <p:cNvSpPr>
            <a:spLocks noGrp="1"/>
          </p:cNvSpPr>
          <p:nvPr/>
        </p:nvSpPr>
        <p:spPr>
          <a:xfrm>
            <a:off x="5093215" y="3579982"/>
            <a:ext cx="28398" cy="28398"/>
          </a:xfrm>
          <a:prstGeom prst="ellipse">
            <a:avLst/>
          </a:prstGeom>
          <a:solidFill>
            <a:srgbClr val="7F8C97">
              <a:alpha val="48000"/>
            </a:srgbClr>
          </a:solidFill>
          <a:ln w="0">
            <a:noFill/>
            <a:prstDash val="solid"/>
          </a:ln>
        </p:spPr>
      </p:sp>
      <p:sp>
        <p:nvSpPr>
          <p:cNvPr id="1628" name="01_find_only_1627">
            <a:extLst>
              <a:ext uri="{FF2B5EF4-FFF2-40B4-BE49-F238E27FC236}">
                <a16:creationId xmlns:a16="http://schemas.microsoft.com/office/drawing/2014/main" id="{FA3F88C0-1ABF-4D87-AA24-BE30EFEF48D5}"/>
              </a:ext>
            </a:extLst>
          </p:cNvPr>
          <p:cNvSpPr>
            <a:spLocks noGrp="1"/>
          </p:cNvSpPr>
          <p:nvPr/>
        </p:nvSpPr>
        <p:spPr>
          <a:xfrm>
            <a:off x="5058591" y="4123418"/>
            <a:ext cx="28398" cy="28398"/>
          </a:xfrm>
          <a:prstGeom prst="ellipse">
            <a:avLst/>
          </a:prstGeom>
          <a:solidFill>
            <a:srgbClr val="7F8C97">
              <a:alpha val="48000"/>
            </a:srgbClr>
          </a:solidFill>
          <a:ln w="0">
            <a:noFill/>
            <a:prstDash val="solid"/>
          </a:ln>
        </p:spPr>
      </p:sp>
      <p:sp>
        <p:nvSpPr>
          <p:cNvPr id="1629" name="01_find_only_1628">
            <a:extLst>
              <a:ext uri="{FF2B5EF4-FFF2-40B4-BE49-F238E27FC236}">
                <a16:creationId xmlns:a16="http://schemas.microsoft.com/office/drawing/2014/main" id="{F28EDE1B-1200-490B-9E26-B31223E6D5C4}"/>
              </a:ext>
            </a:extLst>
          </p:cNvPr>
          <p:cNvSpPr>
            <a:spLocks noGrp="1"/>
          </p:cNvSpPr>
          <p:nvPr/>
        </p:nvSpPr>
        <p:spPr>
          <a:xfrm>
            <a:off x="5080338" y="4123418"/>
            <a:ext cx="28398" cy="28398"/>
          </a:xfrm>
          <a:prstGeom prst="ellipse">
            <a:avLst/>
          </a:prstGeom>
          <a:solidFill>
            <a:srgbClr val="7F8C97">
              <a:alpha val="48000"/>
            </a:srgbClr>
          </a:solidFill>
          <a:ln w="0">
            <a:noFill/>
            <a:prstDash val="solid"/>
          </a:ln>
        </p:spPr>
      </p:sp>
      <p:sp>
        <p:nvSpPr>
          <p:cNvPr id="1630" name="01_find_only_1629">
            <a:extLst>
              <a:ext uri="{FF2B5EF4-FFF2-40B4-BE49-F238E27FC236}">
                <a16:creationId xmlns:a16="http://schemas.microsoft.com/office/drawing/2014/main" id="{E2979FB9-CF32-42F7-880F-4D34984613F6}"/>
              </a:ext>
            </a:extLst>
          </p:cNvPr>
          <p:cNvSpPr>
            <a:spLocks noGrp="1"/>
          </p:cNvSpPr>
          <p:nvPr/>
        </p:nvSpPr>
        <p:spPr>
          <a:xfrm>
            <a:off x="5013476" y="3616211"/>
            <a:ext cx="28398" cy="28398"/>
          </a:xfrm>
          <a:prstGeom prst="ellipse">
            <a:avLst/>
          </a:prstGeom>
          <a:solidFill>
            <a:srgbClr val="7F8C97">
              <a:alpha val="48000"/>
            </a:srgbClr>
          </a:solidFill>
          <a:ln w="0">
            <a:noFill/>
            <a:prstDash val="solid"/>
          </a:ln>
        </p:spPr>
      </p:sp>
      <p:sp>
        <p:nvSpPr>
          <p:cNvPr id="1631" name="01_find_only_1630">
            <a:extLst>
              <a:ext uri="{FF2B5EF4-FFF2-40B4-BE49-F238E27FC236}">
                <a16:creationId xmlns:a16="http://schemas.microsoft.com/office/drawing/2014/main" id="{8D01A60C-024E-4D77-9AEF-9B2B54C727C7}"/>
              </a:ext>
            </a:extLst>
          </p:cNvPr>
          <p:cNvSpPr>
            <a:spLocks noGrp="1"/>
          </p:cNvSpPr>
          <p:nvPr/>
        </p:nvSpPr>
        <p:spPr>
          <a:xfrm>
            <a:off x="5040373" y="4123418"/>
            <a:ext cx="28398" cy="28398"/>
          </a:xfrm>
          <a:prstGeom prst="ellipse">
            <a:avLst/>
          </a:prstGeom>
          <a:solidFill>
            <a:srgbClr val="7F8C97">
              <a:alpha val="48000"/>
            </a:srgbClr>
          </a:solidFill>
          <a:ln w="0">
            <a:noFill/>
            <a:prstDash val="solid"/>
          </a:ln>
        </p:spPr>
      </p:sp>
      <p:sp>
        <p:nvSpPr>
          <p:cNvPr id="1632" name="01_find_only_1631">
            <a:extLst>
              <a:ext uri="{FF2B5EF4-FFF2-40B4-BE49-F238E27FC236}">
                <a16:creationId xmlns:a16="http://schemas.microsoft.com/office/drawing/2014/main" id="{162850E4-B858-42CA-827C-FDC2FB72E858}"/>
              </a:ext>
            </a:extLst>
          </p:cNvPr>
          <p:cNvSpPr>
            <a:spLocks noGrp="1"/>
          </p:cNvSpPr>
          <p:nvPr/>
        </p:nvSpPr>
        <p:spPr>
          <a:xfrm>
            <a:off x="5074425" y="4123418"/>
            <a:ext cx="28398" cy="28398"/>
          </a:xfrm>
          <a:prstGeom prst="ellipse">
            <a:avLst/>
          </a:prstGeom>
          <a:solidFill>
            <a:srgbClr val="7F8C97">
              <a:alpha val="48000"/>
            </a:srgbClr>
          </a:solidFill>
          <a:ln w="0">
            <a:noFill/>
            <a:prstDash val="solid"/>
          </a:ln>
        </p:spPr>
      </p:sp>
      <p:sp>
        <p:nvSpPr>
          <p:cNvPr id="1633" name="01_find_only_1632">
            <a:extLst>
              <a:ext uri="{FF2B5EF4-FFF2-40B4-BE49-F238E27FC236}">
                <a16:creationId xmlns:a16="http://schemas.microsoft.com/office/drawing/2014/main" id="{4953C791-B6A2-4C1B-9623-F9FD2D438D68}"/>
              </a:ext>
            </a:extLst>
          </p:cNvPr>
          <p:cNvSpPr>
            <a:spLocks noGrp="1"/>
          </p:cNvSpPr>
          <p:nvPr/>
        </p:nvSpPr>
        <p:spPr>
          <a:xfrm>
            <a:off x="5007658" y="3579982"/>
            <a:ext cx="28398" cy="28398"/>
          </a:xfrm>
          <a:prstGeom prst="ellipse">
            <a:avLst/>
          </a:prstGeom>
          <a:solidFill>
            <a:srgbClr val="7F8C97">
              <a:alpha val="48000"/>
            </a:srgbClr>
          </a:solidFill>
          <a:ln w="0">
            <a:noFill/>
            <a:prstDash val="solid"/>
          </a:ln>
        </p:spPr>
      </p:sp>
      <p:sp>
        <p:nvSpPr>
          <p:cNvPr id="1634" name="01_find_only_1633">
            <a:extLst>
              <a:ext uri="{FF2B5EF4-FFF2-40B4-BE49-F238E27FC236}">
                <a16:creationId xmlns:a16="http://schemas.microsoft.com/office/drawing/2014/main" id="{1BAE6829-1AF1-4A83-8657-B3E1895C704C}"/>
              </a:ext>
            </a:extLst>
          </p:cNvPr>
          <p:cNvSpPr>
            <a:spLocks noGrp="1"/>
          </p:cNvSpPr>
          <p:nvPr/>
        </p:nvSpPr>
        <p:spPr>
          <a:xfrm>
            <a:off x="5004224" y="4123418"/>
            <a:ext cx="28398" cy="28398"/>
          </a:xfrm>
          <a:prstGeom prst="ellipse">
            <a:avLst/>
          </a:prstGeom>
          <a:solidFill>
            <a:srgbClr val="7F8C97">
              <a:alpha val="48000"/>
            </a:srgbClr>
          </a:solidFill>
          <a:ln w="0">
            <a:noFill/>
            <a:prstDash val="solid"/>
          </a:ln>
        </p:spPr>
      </p:sp>
      <p:sp>
        <p:nvSpPr>
          <p:cNvPr id="1635" name="01_find_only_1634">
            <a:extLst>
              <a:ext uri="{FF2B5EF4-FFF2-40B4-BE49-F238E27FC236}">
                <a16:creationId xmlns:a16="http://schemas.microsoft.com/office/drawing/2014/main" id="{711A9327-B62D-43E9-A2C7-D558AF5CCBEB}"/>
              </a:ext>
            </a:extLst>
          </p:cNvPr>
          <p:cNvSpPr>
            <a:spLocks noGrp="1"/>
          </p:cNvSpPr>
          <p:nvPr/>
        </p:nvSpPr>
        <p:spPr>
          <a:xfrm>
            <a:off x="5060594" y="4123418"/>
            <a:ext cx="28398" cy="28398"/>
          </a:xfrm>
          <a:prstGeom prst="ellipse">
            <a:avLst/>
          </a:prstGeom>
          <a:solidFill>
            <a:srgbClr val="7F8C97">
              <a:alpha val="48000"/>
            </a:srgbClr>
          </a:solidFill>
          <a:ln w="0">
            <a:noFill/>
            <a:prstDash val="solid"/>
          </a:ln>
        </p:spPr>
      </p:sp>
      <p:sp>
        <p:nvSpPr>
          <p:cNvPr id="1636" name="01_find_only_1635">
            <a:extLst>
              <a:ext uri="{FF2B5EF4-FFF2-40B4-BE49-F238E27FC236}">
                <a16:creationId xmlns:a16="http://schemas.microsoft.com/office/drawing/2014/main" id="{3826D07B-486F-45C4-8FE0-48E7DCEEA7BA}"/>
              </a:ext>
            </a:extLst>
          </p:cNvPr>
          <p:cNvSpPr>
            <a:spLocks noGrp="1"/>
          </p:cNvSpPr>
          <p:nvPr/>
        </p:nvSpPr>
        <p:spPr>
          <a:xfrm>
            <a:off x="5088541" y="3510543"/>
            <a:ext cx="28398" cy="28398"/>
          </a:xfrm>
          <a:prstGeom prst="ellipse">
            <a:avLst/>
          </a:prstGeom>
          <a:solidFill>
            <a:srgbClr val="7F8C97">
              <a:alpha val="48000"/>
            </a:srgbClr>
          </a:solidFill>
          <a:ln w="0">
            <a:noFill/>
            <a:prstDash val="solid"/>
          </a:ln>
        </p:spPr>
      </p:sp>
      <p:sp>
        <p:nvSpPr>
          <p:cNvPr id="1637" name="01_find_only_1636">
            <a:extLst>
              <a:ext uri="{FF2B5EF4-FFF2-40B4-BE49-F238E27FC236}">
                <a16:creationId xmlns:a16="http://schemas.microsoft.com/office/drawing/2014/main" id="{F721D345-9747-4E86-9618-DE76169EC154}"/>
              </a:ext>
            </a:extLst>
          </p:cNvPr>
          <p:cNvSpPr>
            <a:spLocks noGrp="1"/>
          </p:cNvSpPr>
          <p:nvPr/>
        </p:nvSpPr>
        <p:spPr>
          <a:xfrm>
            <a:off x="5000027" y="3489410"/>
            <a:ext cx="28398" cy="28398"/>
          </a:xfrm>
          <a:prstGeom prst="ellipse">
            <a:avLst/>
          </a:prstGeom>
          <a:solidFill>
            <a:srgbClr val="7F8C97">
              <a:alpha val="48000"/>
            </a:srgbClr>
          </a:solidFill>
          <a:ln w="0">
            <a:noFill/>
            <a:prstDash val="solid"/>
          </a:ln>
        </p:spPr>
      </p:sp>
      <p:sp>
        <p:nvSpPr>
          <p:cNvPr id="1638" name="01_find_only_1637">
            <a:extLst>
              <a:ext uri="{FF2B5EF4-FFF2-40B4-BE49-F238E27FC236}">
                <a16:creationId xmlns:a16="http://schemas.microsoft.com/office/drawing/2014/main" id="{BB441029-DB6C-4D7A-8462-01745DBA829C}"/>
              </a:ext>
            </a:extLst>
          </p:cNvPr>
          <p:cNvSpPr>
            <a:spLocks noGrp="1"/>
          </p:cNvSpPr>
          <p:nvPr/>
        </p:nvSpPr>
        <p:spPr>
          <a:xfrm>
            <a:off x="5037321" y="3489410"/>
            <a:ext cx="28398" cy="28398"/>
          </a:xfrm>
          <a:prstGeom prst="ellipse">
            <a:avLst/>
          </a:prstGeom>
          <a:solidFill>
            <a:srgbClr val="7F8C97">
              <a:alpha val="48000"/>
            </a:srgbClr>
          </a:solidFill>
          <a:ln w="0">
            <a:noFill/>
            <a:prstDash val="solid"/>
          </a:ln>
        </p:spPr>
      </p:sp>
      <p:sp>
        <p:nvSpPr>
          <p:cNvPr id="1639" name="01_find_only_1638">
            <a:extLst>
              <a:ext uri="{FF2B5EF4-FFF2-40B4-BE49-F238E27FC236}">
                <a16:creationId xmlns:a16="http://schemas.microsoft.com/office/drawing/2014/main" id="{247326B6-F239-4C32-BE44-8F70C0ABED88}"/>
              </a:ext>
            </a:extLst>
          </p:cNvPr>
          <p:cNvSpPr>
            <a:spLocks noGrp="1"/>
          </p:cNvSpPr>
          <p:nvPr/>
        </p:nvSpPr>
        <p:spPr>
          <a:xfrm>
            <a:off x="5067939" y="4123418"/>
            <a:ext cx="28398" cy="28398"/>
          </a:xfrm>
          <a:prstGeom prst="ellipse">
            <a:avLst/>
          </a:prstGeom>
          <a:solidFill>
            <a:srgbClr val="7F8C97">
              <a:alpha val="48000"/>
            </a:srgbClr>
          </a:solidFill>
          <a:ln w="0">
            <a:noFill/>
            <a:prstDash val="solid"/>
          </a:ln>
        </p:spPr>
      </p:sp>
      <p:sp>
        <p:nvSpPr>
          <p:cNvPr id="1640" name="01_find_only_1639">
            <a:extLst>
              <a:ext uri="{FF2B5EF4-FFF2-40B4-BE49-F238E27FC236}">
                <a16:creationId xmlns:a16="http://schemas.microsoft.com/office/drawing/2014/main" id="{2ADEE6ED-5FE4-4F41-AD4C-3E4AB827285B}"/>
              </a:ext>
            </a:extLst>
          </p:cNvPr>
          <p:cNvSpPr>
            <a:spLocks noGrp="1"/>
          </p:cNvSpPr>
          <p:nvPr/>
        </p:nvSpPr>
        <p:spPr>
          <a:xfrm>
            <a:off x="5039324" y="4123418"/>
            <a:ext cx="28398" cy="28398"/>
          </a:xfrm>
          <a:prstGeom prst="ellipse">
            <a:avLst/>
          </a:prstGeom>
          <a:solidFill>
            <a:srgbClr val="7F8C97">
              <a:alpha val="48000"/>
            </a:srgbClr>
          </a:solidFill>
          <a:ln w="0">
            <a:noFill/>
            <a:prstDash val="solid"/>
          </a:ln>
        </p:spPr>
      </p:sp>
      <p:sp>
        <p:nvSpPr>
          <p:cNvPr id="1641" name="01_find_only_1640">
            <a:extLst>
              <a:ext uri="{FF2B5EF4-FFF2-40B4-BE49-F238E27FC236}">
                <a16:creationId xmlns:a16="http://schemas.microsoft.com/office/drawing/2014/main" id="{629BDAE8-E33E-419F-9B88-1D5474DE6A99}"/>
              </a:ext>
            </a:extLst>
          </p:cNvPr>
          <p:cNvSpPr>
            <a:spLocks noGrp="1"/>
          </p:cNvSpPr>
          <p:nvPr/>
        </p:nvSpPr>
        <p:spPr>
          <a:xfrm>
            <a:off x="5023205" y="4123418"/>
            <a:ext cx="28398" cy="28398"/>
          </a:xfrm>
          <a:prstGeom prst="ellipse">
            <a:avLst/>
          </a:prstGeom>
          <a:solidFill>
            <a:srgbClr val="7F8C97">
              <a:alpha val="48000"/>
            </a:srgbClr>
          </a:solidFill>
          <a:ln w="0">
            <a:noFill/>
            <a:prstDash val="solid"/>
          </a:ln>
        </p:spPr>
      </p:sp>
      <p:sp>
        <p:nvSpPr>
          <p:cNvPr id="1642" name="01_find_only_1641">
            <a:extLst>
              <a:ext uri="{FF2B5EF4-FFF2-40B4-BE49-F238E27FC236}">
                <a16:creationId xmlns:a16="http://schemas.microsoft.com/office/drawing/2014/main" id="{13C3636C-3748-4EB2-AD09-EB42F271EA41}"/>
              </a:ext>
            </a:extLst>
          </p:cNvPr>
          <p:cNvSpPr>
            <a:spLocks noGrp="1"/>
          </p:cNvSpPr>
          <p:nvPr/>
        </p:nvSpPr>
        <p:spPr>
          <a:xfrm>
            <a:off x="5060213" y="4123418"/>
            <a:ext cx="28398" cy="28398"/>
          </a:xfrm>
          <a:prstGeom prst="ellipse">
            <a:avLst/>
          </a:prstGeom>
          <a:solidFill>
            <a:srgbClr val="7F8C97">
              <a:alpha val="48000"/>
            </a:srgbClr>
          </a:solidFill>
          <a:ln w="0">
            <a:noFill/>
            <a:prstDash val="solid"/>
          </a:ln>
        </p:spPr>
      </p:sp>
      <p:sp>
        <p:nvSpPr>
          <p:cNvPr id="1643" name="01_find_only_1642">
            <a:extLst>
              <a:ext uri="{FF2B5EF4-FFF2-40B4-BE49-F238E27FC236}">
                <a16:creationId xmlns:a16="http://schemas.microsoft.com/office/drawing/2014/main" id="{F154C6F5-0CEC-411E-ADFE-F556DD6B5D39}"/>
              </a:ext>
            </a:extLst>
          </p:cNvPr>
          <p:cNvSpPr>
            <a:spLocks noGrp="1"/>
          </p:cNvSpPr>
          <p:nvPr/>
        </p:nvSpPr>
        <p:spPr>
          <a:xfrm>
            <a:off x="5057161" y="4123418"/>
            <a:ext cx="28398" cy="28398"/>
          </a:xfrm>
          <a:prstGeom prst="ellipse">
            <a:avLst/>
          </a:prstGeom>
          <a:solidFill>
            <a:srgbClr val="7F8C97">
              <a:alpha val="48000"/>
            </a:srgbClr>
          </a:solidFill>
          <a:ln w="0">
            <a:noFill/>
            <a:prstDash val="solid"/>
          </a:ln>
        </p:spPr>
      </p:sp>
      <p:sp>
        <p:nvSpPr>
          <p:cNvPr id="1644" name="01_find_only_1643">
            <a:extLst>
              <a:ext uri="{FF2B5EF4-FFF2-40B4-BE49-F238E27FC236}">
                <a16:creationId xmlns:a16="http://schemas.microsoft.com/office/drawing/2014/main" id="{C7136D7A-8D1C-46BB-A79C-00F884F7E770}"/>
              </a:ext>
            </a:extLst>
          </p:cNvPr>
          <p:cNvSpPr>
            <a:spLocks noGrp="1"/>
          </p:cNvSpPr>
          <p:nvPr/>
        </p:nvSpPr>
        <p:spPr>
          <a:xfrm>
            <a:off x="5045619" y="4123418"/>
            <a:ext cx="28398" cy="28398"/>
          </a:xfrm>
          <a:prstGeom prst="ellipse">
            <a:avLst/>
          </a:prstGeom>
          <a:solidFill>
            <a:srgbClr val="7F8C97">
              <a:alpha val="48000"/>
            </a:srgbClr>
          </a:solidFill>
          <a:ln w="0">
            <a:noFill/>
            <a:prstDash val="solid"/>
          </a:ln>
        </p:spPr>
      </p:sp>
      <p:sp>
        <p:nvSpPr>
          <p:cNvPr id="1645" name="01_find_only_1644">
            <a:extLst>
              <a:ext uri="{FF2B5EF4-FFF2-40B4-BE49-F238E27FC236}">
                <a16:creationId xmlns:a16="http://schemas.microsoft.com/office/drawing/2014/main" id="{4D55F3AA-0E10-4504-80CB-98A23A12A1E7}"/>
              </a:ext>
            </a:extLst>
          </p:cNvPr>
          <p:cNvSpPr>
            <a:spLocks noGrp="1"/>
          </p:cNvSpPr>
          <p:nvPr/>
        </p:nvSpPr>
        <p:spPr>
          <a:xfrm>
            <a:off x="5054871" y="4123418"/>
            <a:ext cx="28398" cy="28398"/>
          </a:xfrm>
          <a:prstGeom prst="ellipse">
            <a:avLst/>
          </a:prstGeom>
          <a:solidFill>
            <a:srgbClr val="7F8C97">
              <a:alpha val="48000"/>
            </a:srgbClr>
          </a:solidFill>
          <a:ln w="0">
            <a:noFill/>
            <a:prstDash val="solid"/>
          </a:ln>
        </p:spPr>
      </p:sp>
      <p:sp>
        <p:nvSpPr>
          <p:cNvPr id="1646" name="01_find_only_1645">
            <a:extLst>
              <a:ext uri="{FF2B5EF4-FFF2-40B4-BE49-F238E27FC236}">
                <a16:creationId xmlns:a16="http://schemas.microsoft.com/office/drawing/2014/main" id="{AA04884B-B42A-466C-B842-48FC4A7F3072}"/>
              </a:ext>
            </a:extLst>
          </p:cNvPr>
          <p:cNvSpPr>
            <a:spLocks noGrp="1"/>
          </p:cNvSpPr>
          <p:nvPr/>
        </p:nvSpPr>
        <p:spPr>
          <a:xfrm>
            <a:off x="5027497" y="4123418"/>
            <a:ext cx="28398" cy="28398"/>
          </a:xfrm>
          <a:prstGeom prst="ellipse">
            <a:avLst/>
          </a:prstGeom>
          <a:solidFill>
            <a:srgbClr val="7F8C97">
              <a:alpha val="48000"/>
            </a:srgbClr>
          </a:solidFill>
          <a:ln w="0">
            <a:noFill/>
            <a:prstDash val="solid"/>
          </a:ln>
        </p:spPr>
      </p:sp>
      <p:sp>
        <p:nvSpPr>
          <p:cNvPr id="1647" name="01_find_only_1646">
            <a:extLst>
              <a:ext uri="{FF2B5EF4-FFF2-40B4-BE49-F238E27FC236}">
                <a16:creationId xmlns:a16="http://schemas.microsoft.com/office/drawing/2014/main" id="{F017B548-2454-453C-9F5C-25BD401BE33A}"/>
              </a:ext>
            </a:extLst>
          </p:cNvPr>
          <p:cNvSpPr>
            <a:spLocks noGrp="1"/>
          </p:cNvSpPr>
          <p:nvPr/>
        </p:nvSpPr>
        <p:spPr>
          <a:xfrm>
            <a:off x="5048862" y="3595078"/>
            <a:ext cx="28398" cy="28398"/>
          </a:xfrm>
          <a:prstGeom prst="ellipse">
            <a:avLst/>
          </a:prstGeom>
          <a:solidFill>
            <a:srgbClr val="7F8C97">
              <a:alpha val="48000"/>
            </a:srgbClr>
          </a:solidFill>
          <a:ln w="0">
            <a:noFill/>
            <a:prstDash val="solid"/>
          </a:ln>
        </p:spPr>
      </p:sp>
      <p:sp>
        <p:nvSpPr>
          <p:cNvPr id="1648" name="01_find_only_1647">
            <a:extLst>
              <a:ext uri="{FF2B5EF4-FFF2-40B4-BE49-F238E27FC236}">
                <a16:creationId xmlns:a16="http://schemas.microsoft.com/office/drawing/2014/main" id="{3E2DB05B-7B66-4280-BD39-EE895A9FA8FB}"/>
              </a:ext>
            </a:extLst>
          </p:cNvPr>
          <p:cNvSpPr>
            <a:spLocks noGrp="1"/>
          </p:cNvSpPr>
          <p:nvPr/>
        </p:nvSpPr>
        <p:spPr>
          <a:xfrm>
            <a:off x="5028451" y="3616211"/>
            <a:ext cx="28398" cy="28398"/>
          </a:xfrm>
          <a:prstGeom prst="ellipse">
            <a:avLst/>
          </a:prstGeom>
          <a:solidFill>
            <a:srgbClr val="7F8C97">
              <a:alpha val="48000"/>
            </a:srgbClr>
          </a:solidFill>
          <a:ln w="0">
            <a:noFill/>
            <a:prstDash val="solid"/>
          </a:ln>
        </p:spPr>
      </p:sp>
      <p:sp>
        <p:nvSpPr>
          <p:cNvPr id="1649" name="01_find_only_1648">
            <a:extLst>
              <a:ext uri="{FF2B5EF4-FFF2-40B4-BE49-F238E27FC236}">
                <a16:creationId xmlns:a16="http://schemas.microsoft.com/office/drawing/2014/main" id="{87D0EA74-797D-4628-B4E6-806984F0F67D}"/>
              </a:ext>
            </a:extLst>
          </p:cNvPr>
          <p:cNvSpPr>
            <a:spLocks noGrp="1"/>
          </p:cNvSpPr>
          <p:nvPr/>
        </p:nvSpPr>
        <p:spPr>
          <a:xfrm>
            <a:off x="5036844" y="3727163"/>
            <a:ext cx="28398" cy="28398"/>
          </a:xfrm>
          <a:prstGeom prst="ellipse">
            <a:avLst/>
          </a:prstGeom>
          <a:solidFill>
            <a:srgbClr val="7F8C97">
              <a:alpha val="48000"/>
            </a:srgbClr>
          </a:solidFill>
          <a:ln w="0">
            <a:noFill/>
            <a:prstDash val="solid"/>
          </a:ln>
        </p:spPr>
      </p:sp>
      <p:sp>
        <p:nvSpPr>
          <p:cNvPr id="1650" name="01_find_only_1649">
            <a:extLst>
              <a:ext uri="{FF2B5EF4-FFF2-40B4-BE49-F238E27FC236}">
                <a16:creationId xmlns:a16="http://schemas.microsoft.com/office/drawing/2014/main" id="{CE06F6C0-5F68-4AA4-99FB-C86CFB2F33C8}"/>
              </a:ext>
            </a:extLst>
          </p:cNvPr>
          <p:cNvSpPr>
            <a:spLocks noGrp="1"/>
          </p:cNvSpPr>
          <p:nvPr/>
        </p:nvSpPr>
        <p:spPr>
          <a:xfrm>
            <a:off x="5078049" y="3942273"/>
            <a:ext cx="28398" cy="28398"/>
          </a:xfrm>
          <a:prstGeom prst="ellipse">
            <a:avLst/>
          </a:prstGeom>
          <a:solidFill>
            <a:srgbClr val="7F8C97">
              <a:alpha val="48000"/>
            </a:srgbClr>
          </a:solidFill>
          <a:ln w="0">
            <a:noFill/>
            <a:prstDash val="solid"/>
          </a:ln>
        </p:spPr>
      </p:sp>
      <p:sp>
        <p:nvSpPr>
          <p:cNvPr id="1651" name="01_find_only_1650">
            <a:extLst>
              <a:ext uri="{FF2B5EF4-FFF2-40B4-BE49-F238E27FC236}">
                <a16:creationId xmlns:a16="http://schemas.microsoft.com/office/drawing/2014/main" id="{CEED85B7-B13C-4226-BB4A-EE7146112243}"/>
              </a:ext>
            </a:extLst>
          </p:cNvPr>
          <p:cNvSpPr>
            <a:spLocks noGrp="1"/>
          </p:cNvSpPr>
          <p:nvPr/>
        </p:nvSpPr>
        <p:spPr>
          <a:xfrm>
            <a:off x="5010519" y="3552811"/>
            <a:ext cx="28398" cy="28398"/>
          </a:xfrm>
          <a:prstGeom prst="ellipse">
            <a:avLst/>
          </a:prstGeom>
          <a:solidFill>
            <a:srgbClr val="7F8C97">
              <a:alpha val="48000"/>
            </a:srgbClr>
          </a:solidFill>
          <a:ln w="0">
            <a:noFill/>
            <a:prstDash val="solid"/>
          </a:ln>
        </p:spPr>
      </p:sp>
      <p:sp>
        <p:nvSpPr>
          <p:cNvPr id="1652" name="01_find_only_1651">
            <a:extLst>
              <a:ext uri="{FF2B5EF4-FFF2-40B4-BE49-F238E27FC236}">
                <a16:creationId xmlns:a16="http://schemas.microsoft.com/office/drawing/2014/main" id="{F6D91FAE-83A0-47A5-B9CD-7DD0045EE2F6}"/>
              </a:ext>
            </a:extLst>
          </p:cNvPr>
          <p:cNvSpPr>
            <a:spLocks noGrp="1"/>
          </p:cNvSpPr>
          <p:nvPr/>
        </p:nvSpPr>
        <p:spPr>
          <a:xfrm>
            <a:off x="5014907" y="4123418"/>
            <a:ext cx="28398" cy="28398"/>
          </a:xfrm>
          <a:prstGeom prst="ellipse">
            <a:avLst/>
          </a:prstGeom>
          <a:solidFill>
            <a:srgbClr val="7F8C97">
              <a:alpha val="48000"/>
            </a:srgbClr>
          </a:solidFill>
          <a:ln w="0">
            <a:noFill/>
            <a:prstDash val="solid"/>
          </a:ln>
        </p:spPr>
      </p:sp>
      <p:sp>
        <p:nvSpPr>
          <p:cNvPr id="1653" name="01_find_only_1652">
            <a:extLst>
              <a:ext uri="{FF2B5EF4-FFF2-40B4-BE49-F238E27FC236}">
                <a16:creationId xmlns:a16="http://schemas.microsoft.com/office/drawing/2014/main" id="{5BDA1606-F9E8-4D68-B7B2-E7475BECE85D}"/>
              </a:ext>
            </a:extLst>
          </p:cNvPr>
          <p:cNvSpPr>
            <a:spLocks noGrp="1"/>
          </p:cNvSpPr>
          <p:nvPr/>
        </p:nvSpPr>
        <p:spPr>
          <a:xfrm>
            <a:off x="5054585" y="3489410"/>
            <a:ext cx="28398" cy="28398"/>
          </a:xfrm>
          <a:prstGeom prst="ellipse">
            <a:avLst/>
          </a:prstGeom>
          <a:solidFill>
            <a:srgbClr val="7F8C97">
              <a:alpha val="48000"/>
            </a:srgbClr>
          </a:solidFill>
          <a:ln w="0">
            <a:noFill/>
            <a:prstDash val="solid"/>
          </a:ln>
        </p:spPr>
      </p:sp>
      <p:sp>
        <p:nvSpPr>
          <p:cNvPr id="1654" name="01_find_only_1653">
            <a:extLst>
              <a:ext uri="{FF2B5EF4-FFF2-40B4-BE49-F238E27FC236}">
                <a16:creationId xmlns:a16="http://schemas.microsoft.com/office/drawing/2014/main" id="{420CBD98-53AE-418B-9C71-C5CA8CC17E17}"/>
              </a:ext>
            </a:extLst>
          </p:cNvPr>
          <p:cNvSpPr>
            <a:spLocks noGrp="1"/>
          </p:cNvSpPr>
          <p:nvPr/>
        </p:nvSpPr>
        <p:spPr>
          <a:xfrm>
            <a:off x="5053727" y="3700746"/>
            <a:ext cx="28398" cy="28398"/>
          </a:xfrm>
          <a:prstGeom prst="ellipse">
            <a:avLst/>
          </a:prstGeom>
          <a:solidFill>
            <a:srgbClr val="7F8C97">
              <a:alpha val="48000"/>
            </a:srgbClr>
          </a:solidFill>
          <a:ln w="0">
            <a:noFill/>
            <a:prstDash val="solid"/>
          </a:ln>
        </p:spPr>
      </p:sp>
      <p:sp>
        <p:nvSpPr>
          <p:cNvPr id="1655" name="01_find_only_1654">
            <a:extLst>
              <a:ext uri="{FF2B5EF4-FFF2-40B4-BE49-F238E27FC236}">
                <a16:creationId xmlns:a16="http://schemas.microsoft.com/office/drawing/2014/main" id="{E1C5B924-9D5B-4529-A158-D44C51F5D2C1}"/>
              </a:ext>
            </a:extLst>
          </p:cNvPr>
          <p:cNvSpPr>
            <a:spLocks noGrp="1"/>
          </p:cNvSpPr>
          <p:nvPr/>
        </p:nvSpPr>
        <p:spPr>
          <a:xfrm>
            <a:off x="5084726" y="3489410"/>
            <a:ext cx="28398" cy="28398"/>
          </a:xfrm>
          <a:prstGeom prst="ellipse">
            <a:avLst/>
          </a:prstGeom>
          <a:solidFill>
            <a:srgbClr val="7F8C97">
              <a:alpha val="48000"/>
            </a:srgbClr>
          </a:solidFill>
          <a:ln w="0">
            <a:noFill/>
            <a:prstDash val="solid"/>
          </a:ln>
        </p:spPr>
      </p:sp>
      <p:sp>
        <p:nvSpPr>
          <p:cNvPr id="1656" name="01_find_only_1655">
            <a:extLst>
              <a:ext uri="{FF2B5EF4-FFF2-40B4-BE49-F238E27FC236}">
                <a16:creationId xmlns:a16="http://schemas.microsoft.com/office/drawing/2014/main" id="{FF18E6FC-457E-4A7B-A321-2D2F8BBB1450}"/>
              </a:ext>
            </a:extLst>
          </p:cNvPr>
          <p:cNvSpPr>
            <a:spLocks noGrp="1"/>
          </p:cNvSpPr>
          <p:nvPr/>
        </p:nvSpPr>
        <p:spPr>
          <a:xfrm>
            <a:off x="5070323" y="4123418"/>
            <a:ext cx="28398" cy="28398"/>
          </a:xfrm>
          <a:prstGeom prst="ellipse">
            <a:avLst/>
          </a:prstGeom>
          <a:solidFill>
            <a:srgbClr val="7F8C97">
              <a:alpha val="48000"/>
            </a:srgbClr>
          </a:solidFill>
          <a:ln w="0">
            <a:noFill/>
            <a:prstDash val="solid"/>
          </a:ln>
        </p:spPr>
      </p:sp>
      <p:sp>
        <p:nvSpPr>
          <p:cNvPr id="1657" name="01_find_only_1656">
            <a:extLst>
              <a:ext uri="{FF2B5EF4-FFF2-40B4-BE49-F238E27FC236}">
                <a16:creationId xmlns:a16="http://schemas.microsoft.com/office/drawing/2014/main" id="{FB366EC8-6400-4E45-96DC-4338998F46C3}"/>
              </a:ext>
            </a:extLst>
          </p:cNvPr>
          <p:cNvSpPr>
            <a:spLocks noGrp="1"/>
          </p:cNvSpPr>
          <p:nvPr/>
        </p:nvSpPr>
        <p:spPr>
          <a:xfrm>
            <a:off x="5011473" y="4123418"/>
            <a:ext cx="28398" cy="28398"/>
          </a:xfrm>
          <a:prstGeom prst="ellipse">
            <a:avLst/>
          </a:prstGeom>
          <a:solidFill>
            <a:srgbClr val="7F8C97">
              <a:alpha val="48000"/>
            </a:srgbClr>
          </a:solidFill>
          <a:ln w="0">
            <a:noFill/>
            <a:prstDash val="solid"/>
          </a:ln>
        </p:spPr>
      </p:sp>
      <p:sp>
        <p:nvSpPr>
          <p:cNvPr id="1658" name="01_find_only_1657">
            <a:extLst>
              <a:ext uri="{FF2B5EF4-FFF2-40B4-BE49-F238E27FC236}">
                <a16:creationId xmlns:a16="http://schemas.microsoft.com/office/drawing/2014/main" id="{D979E222-DCF3-488C-BAF5-9A50328C3FC1}"/>
              </a:ext>
            </a:extLst>
          </p:cNvPr>
          <p:cNvSpPr>
            <a:spLocks noGrp="1"/>
          </p:cNvSpPr>
          <p:nvPr/>
        </p:nvSpPr>
        <p:spPr>
          <a:xfrm>
            <a:off x="5025303" y="4123418"/>
            <a:ext cx="28398" cy="28398"/>
          </a:xfrm>
          <a:prstGeom prst="ellipse">
            <a:avLst/>
          </a:prstGeom>
          <a:solidFill>
            <a:srgbClr val="7F8C97">
              <a:alpha val="48000"/>
            </a:srgbClr>
          </a:solidFill>
          <a:ln w="0">
            <a:noFill/>
            <a:prstDash val="solid"/>
          </a:ln>
        </p:spPr>
      </p:sp>
      <p:sp>
        <p:nvSpPr>
          <p:cNvPr id="1659" name="01_find_only_1658">
            <a:extLst>
              <a:ext uri="{FF2B5EF4-FFF2-40B4-BE49-F238E27FC236}">
                <a16:creationId xmlns:a16="http://schemas.microsoft.com/office/drawing/2014/main" id="{AE187F32-788B-4F9E-ABFC-76554670492F}"/>
              </a:ext>
            </a:extLst>
          </p:cNvPr>
          <p:cNvSpPr>
            <a:spLocks noGrp="1"/>
          </p:cNvSpPr>
          <p:nvPr/>
        </p:nvSpPr>
        <p:spPr>
          <a:xfrm>
            <a:off x="5063170" y="4123418"/>
            <a:ext cx="28398" cy="28398"/>
          </a:xfrm>
          <a:prstGeom prst="ellipse">
            <a:avLst/>
          </a:prstGeom>
          <a:solidFill>
            <a:srgbClr val="7F8C97">
              <a:alpha val="48000"/>
            </a:srgbClr>
          </a:solidFill>
          <a:ln w="0">
            <a:noFill/>
            <a:prstDash val="solid"/>
          </a:ln>
        </p:spPr>
      </p:sp>
      <p:sp>
        <p:nvSpPr>
          <p:cNvPr id="1660" name="01_find_only_1659">
            <a:extLst>
              <a:ext uri="{FF2B5EF4-FFF2-40B4-BE49-F238E27FC236}">
                <a16:creationId xmlns:a16="http://schemas.microsoft.com/office/drawing/2014/main" id="{638FE3E4-F044-4BC2-AC3D-B7CE690EB58B}"/>
              </a:ext>
            </a:extLst>
          </p:cNvPr>
          <p:cNvSpPr>
            <a:spLocks noGrp="1"/>
          </p:cNvSpPr>
          <p:nvPr/>
        </p:nvSpPr>
        <p:spPr>
          <a:xfrm>
            <a:off x="5005941" y="4123418"/>
            <a:ext cx="28398" cy="28398"/>
          </a:xfrm>
          <a:prstGeom prst="ellipse">
            <a:avLst/>
          </a:prstGeom>
          <a:solidFill>
            <a:srgbClr val="7F8C97">
              <a:alpha val="48000"/>
            </a:srgbClr>
          </a:solidFill>
          <a:ln w="0">
            <a:noFill/>
            <a:prstDash val="solid"/>
          </a:ln>
        </p:spPr>
      </p:sp>
      <p:sp>
        <p:nvSpPr>
          <p:cNvPr id="1661" name="01_find_only_1660">
            <a:extLst>
              <a:ext uri="{FF2B5EF4-FFF2-40B4-BE49-F238E27FC236}">
                <a16:creationId xmlns:a16="http://schemas.microsoft.com/office/drawing/2014/main" id="{FF392E9B-4F3B-4E7D-A037-F0EF8D1A4AA0}"/>
              </a:ext>
            </a:extLst>
          </p:cNvPr>
          <p:cNvSpPr>
            <a:spLocks noGrp="1"/>
          </p:cNvSpPr>
          <p:nvPr/>
        </p:nvSpPr>
        <p:spPr>
          <a:xfrm>
            <a:off x="5072231" y="3559855"/>
            <a:ext cx="28398" cy="28398"/>
          </a:xfrm>
          <a:prstGeom prst="ellipse">
            <a:avLst/>
          </a:prstGeom>
          <a:solidFill>
            <a:srgbClr val="7F8C97">
              <a:alpha val="48000"/>
            </a:srgbClr>
          </a:solidFill>
          <a:ln w="0">
            <a:noFill/>
            <a:prstDash val="solid"/>
          </a:ln>
        </p:spPr>
      </p:sp>
      <p:sp>
        <p:nvSpPr>
          <p:cNvPr id="1662" name="01_find_only_1661">
            <a:extLst>
              <a:ext uri="{FF2B5EF4-FFF2-40B4-BE49-F238E27FC236}">
                <a16:creationId xmlns:a16="http://schemas.microsoft.com/office/drawing/2014/main" id="{233F91D6-B7C4-4122-A0B5-C315B8860966}"/>
              </a:ext>
            </a:extLst>
          </p:cNvPr>
          <p:cNvSpPr>
            <a:spLocks noGrp="1"/>
          </p:cNvSpPr>
          <p:nvPr/>
        </p:nvSpPr>
        <p:spPr>
          <a:xfrm>
            <a:off x="5075474" y="4123418"/>
            <a:ext cx="28398" cy="28398"/>
          </a:xfrm>
          <a:prstGeom prst="ellipse">
            <a:avLst/>
          </a:prstGeom>
          <a:solidFill>
            <a:srgbClr val="7F8C97">
              <a:alpha val="48000"/>
            </a:srgbClr>
          </a:solidFill>
          <a:ln w="0">
            <a:noFill/>
            <a:prstDash val="solid"/>
          </a:ln>
        </p:spPr>
      </p:sp>
      <p:sp>
        <p:nvSpPr>
          <p:cNvPr id="1663" name="01_find_only_1662">
            <a:extLst>
              <a:ext uri="{FF2B5EF4-FFF2-40B4-BE49-F238E27FC236}">
                <a16:creationId xmlns:a16="http://schemas.microsoft.com/office/drawing/2014/main" id="{E48BDE7A-720C-47B1-9107-75F22E1E8DDE}"/>
              </a:ext>
            </a:extLst>
          </p:cNvPr>
          <p:cNvSpPr>
            <a:spLocks noGrp="1"/>
          </p:cNvSpPr>
          <p:nvPr/>
        </p:nvSpPr>
        <p:spPr>
          <a:xfrm>
            <a:off x="5065363" y="3489410"/>
            <a:ext cx="28398" cy="28398"/>
          </a:xfrm>
          <a:prstGeom prst="ellipse">
            <a:avLst/>
          </a:prstGeom>
          <a:solidFill>
            <a:srgbClr val="7F8C97">
              <a:alpha val="48000"/>
            </a:srgbClr>
          </a:solidFill>
          <a:ln w="0">
            <a:noFill/>
            <a:prstDash val="solid"/>
          </a:ln>
        </p:spPr>
      </p:sp>
      <p:sp>
        <p:nvSpPr>
          <p:cNvPr id="1664" name="01_find_only_1663">
            <a:extLst>
              <a:ext uri="{FF2B5EF4-FFF2-40B4-BE49-F238E27FC236}">
                <a16:creationId xmlns:a16="http://schemas.microsoft.com/office/drawing/2014/main" id="{86623301-3194-4BE1-9C88-5C6461F2CE96}"/>
              </a:ext>
            </a:extLst>
          </p:cNvPr>
          <p:cNvSpPr>
            <a:spLocks noGrp="1"/>
          </p:cNvSpPr>
          <p:nvPr/>
        </p:nvSpPr>
        <p:spPr>
          <a:xfrm>
            <a:off x="5064505" y="3489410"/>
            <a:ext cx="28398" cy="28398"/>
          </a:xfrm>
          <a:prstGeom prst="ellipse">
            <a:avLst/>
          </a:prstGeom>
          <a:solidFill>
            <a:srgbClr val="7F8C97">
              <a:alpha val="48000"/>
            </a:srgbClr>
          </a:solidFill>
          <a:ln w="0">
            <a:noFill/>
            <a:prstDash val="solid"/>
          </a:ln>
        </p:spPr>
      </p:sp>
      <p:sp>
        <p:nvSpPr>
          <p:cNvPr id="1665" name="01_find_only_1664">
            <a:extLst>
              <a:ext uri="{FF2B5EF4-FFF2-40B4-BE49-F238E27FC236}">
                <a16:creationId xmlns:a16="http://schemas.microsoft.com/office/drawing/2014/main" id="{5F08BAE5-3EE0-4010-BEA0-003FF77AFAF5}"/>
              </a:ext>
            </a:extLst>
          </p:cNvPr>
          <p:cNvSpPr>
            <a:spLocks noGrp="1"/>
          </p:cNvSpPr>
          <p:nvPr/>
        </p:nvSpPr>
        <p:spPr>
          <a:xfrm>
            <a:off x="5068606" y="4123418"/>
            <a:ext cx="28398" cy="28398"/>
          </a:xfrm>
          <a:prstGeom prst="ellipse">
            <a:avLst/>
          </a:prstGeom>
          <a:solidFill>
            <a:srgbClr val="7F8C97">
              <a:alpha val="48000"/>
            </a:srgbClr>
          </a:solidFill>
          <a:ln w="0">
            <a:noFill/>
            <a:prstDash val="solid"/>
          </a:ln>
        </p:spPr>
      </p:sp>
      <p:sp>
        <p:nvSpPr>
          <p:cNvPr id="1666" name="01_find_only_1665">
            <a:extLst>
              <a:ext uri="{FF2B5EF4-FFF2-40B4-BE49-F238E27FC236}">
                <a16:creationId xmlns:a16="http://schemas.microsoft.com/office/drawing/2014/main" id="{B148E780-A4FF-4D09-B243-85CD6136B0B2}"/>
              </a:ext>
            </a:extLst>
          </p:cNvPr>
          <p:cNvSpPr>
            <a:spLocks noGrp="1"/>
          </p:cNvSpPr>
          <p:nvPr/>
        </p:nvSpPr>
        <p:spPr>
          <a:xfrm>
            <a:off x="5050579" y="4123418"/>
            <a:ext cx="28398" cy="28398"/>
          </a:xfrm>
          <a:prstGeom prst="ellipse">
            <a:avLst/>
          </a:prstGeom>
          <a:solidFill>
            <a:srgbClr val="7F8C97">
              <a:alpha val="48000"/>
            </a:srgbClr>
          </a:solidFill>
          <a:ln w="0">
            <a:noFill/>
            <a:prstDash val="solid"/>
          </a:ln>
        </p:spPr>
      </p:sp>
      <p:sp>
        <p:nvSpPr>
          <p:cNvPr id="1667" name="01_find_only_1666">
            <a:extLst>
              <a:ext uri="{FF2B5EF4-FFF2-40B4-BE49-F238E27FC236}">
                <a16:creationId xmlns:a16="http://schemas.microsoft.com/office/drawing/2014/main" id="{4555BE08-4817-4492-905F-FB5B322A3569}"/>
              </a:ext>
            </a:extLst>
          </p:cNvPr>
          <p:cNvSpPr>
            <a:spLocks noGrp="1"/>
          </p:cNvSpPr>
          <p:nvPr/>
        </p:nvSpPr>
        <p:spPr>
          <a:xfrm>
            <a:off x="5001076" y="3489410"/>
            <a:ext cx="28398" cy="28398"/>
          </a:xfrm>
          <a:prstGeom prst="ellipse">
            <a:avLst/>
          </a:prstGeom>
          <a:solidFill>
            <a:srgbClr val="7F8C97">
              <a:alpha val="48000"/>
            </a:srgbClr>
          </a:solidFill>
          <a:ln w="0">
            <a:noFill/>
            <a:prstDash val="solid"/>
          </a:ln>
        </p:spPr>
      </p:sp>
      <p:sp>
        <p:nvSpPr>
          <p:cNvPr id="1668" name="01_find_only_1667">
            <a:extLst>
              <a:ext uri="{FF2B5EF4-FFF2-40B4-BE49-F238E27FC236}">
                <a16:creationId xmlns:a16="http://schemas.microsoft.com/office/drawing/2014/main" id="{87B17FB9-3C07-4CCD-89F8-7074B62765CB}"/>
              </a:ext>
            </a:extLst>
          </p:cNvPr>
          <p:cNvSpPr>
            <a:spLocks noGrp="1"/>
          </p:cNvSpPr>
          <p:nvPr/>
        </p:nvSpPr>
        <p:spPr>
          <a:xfrm>
            <a:off x="5050389" y="4123418"/>
            <a:ext cx="28398" cy="28398"/>
          </a:xfrm>
          <a:prstGeom prst="ellipse">
            <a:avLst/>
          </a:prstGeom>
          <a:solidFill>
            <a:srgbClr val="7F8C97">
              <a:alpha val="48000"/>
            </a:srgbClr>
          </a:solidFill>
          <a:ln w="0">
            <a:noFill/>
            <a:prstDash val="solid"/>
          </a:ln>
        </p:spPr>
      </p:sp>
      <p:sp>
        <p:nvSpPr>
          <p:cNvPr id="1669" name="01_find_only_1668">
            <a:extLst>
              <a:ext uri="{FF2B5EF4-FFF2-40B4-BE49-F238E27FC236}">
                <a16:creationId xmlns:a16="http://schemas.microsoft.com/office/drawing/2014/main" id="{7D54677F-8D95-4AB1-B7EA-8C095BDCB8B2}"/>
              </a:ext>
            </a:extLst>
          </p:cNvPr>
          <p:cNvSpPr>
            <a:spLocks noGrp="1"/>
          </p:cNvSpPr>
          <p:nvPr/>
        </p:nvSpPr>
        <p:spPr>
          <a:xfrm>
            <a:off x="5013667" y="4123418"/>
            <a:ext cx="28398" cy="28398"/>
          </a:xfrm>
          <a:prstGeom prst="ellipse">
            <a:avLst/>
          </a:prstGeom>
          <a:solidFill>
            <a:srgbClr val="7F8C97">
              <a:alpha val="48000"/>
            </a:srgbClr>
          </a:solidFill>
          <a:ln w="0">
            <a:noFill/>
            <a:prstDash val="solid"/>
          </a:ln>
        </p:spPr>
      </p:sp>
      <p:sp>
        <p:nvSpPr>
          <p:cNvPr id="1670" name="01_find_only_1669">
            <a:extLst>
              <a:ext uri="{FF2B5EF4-FFF2-40B4-BE49-F238E27FC236}">
                <a16:creationId xmlns:a16="http://schemas.microsoft.com/office/drawing/2014/main" id="{AD348B22-1F39-494F-B0B3-D31D71AF22FE}"/>
              </a:ext>
            </a:extLst>
          </p:cNvPr>
          <p:cNvSpPr>
            <a:spLocks noGrp="1"/>
          </p:cNvSpPr>
          <p:nvPr/>
        </p:nvSpPr>
        <p:spPr>
          <a:xfrm>
            <a:off x="5064887" y="3928339"/>
            <a:ext cx="28398" cy="28398"/>
          </a:xfrm>
          <a:prstGeom prst="ellipse">
            <a:avLst/>
          </a:prstGeom>
          <a:solidFill>
            <a:srgbClr val="7F8C97">
              <a:alpha val="48000"/>
            </a:srgbClr>
          </a:solidFill>
          <a:ln w="0">
            <a:noFill/>
            <a:prstDash val="solid"/>
          </a:ln>
        </p:spPr>
      </p:sp>
      <p:sp>
        <p:nvSpPr>
          <p:cNvPr id="1671" name="01_find_only_1670">
            <a:extLst>
              <a:ext uri="{FF2B5EF4-FFF2-40B4-BE49-F238E27FC236}">
                <a16:creationId xmlns:a16="http://schemas.microsoft.com/office/drawing/2014/main" id="{2943EE91-CB76-4E16-8DAD-541DE936F4DC}"/>
              </a:ext>
            </a:extLst>
          </p:cNvPr>
          <p:cNvSpPr>
            <a:spLocks noGrp="1"/>
          </p:cNvSpPr>
          <p:nvPr/>
        </p:nvSpPr>
        <p:spPr>
          <a:xfrm>
            <a:off x="5077477" y="3841637"/>
            <a:ext cx="28398" cy="28398"/>
          </a:xfrm>
          <a:prstGeom prst="ellipse">
            <a:avLst/>
          </a:prstGeom>
          <a:solidFill>
            <a:srgbClr val="7F8C97">
              <a:alpha val="48000"/>
            </a:srgbClr>
          </a:solidFill>
          <a:ln w="0">
            <a:noFill/>
            <a:prstDash val="solid"/>
          </a:ln>
        </p:spPr>
      </p:sp>
      <p:sp>
        <p:nvSpPr>
          <p:cNvPr id="1672" name="01_find_only_1671">
            <a:extLst>
              <a:ext uri="{FF2B5EF4-FFF2-40B4-BE49-F238E27FC236}">
                <a16:creationId xmlns:a16="http://schemas.microsoft.com/office/drawing/2014/main" id="{9C50997E-0BA6-4C8D-8FC4-3BA27D5E5AD9}"/>
              </a:ext>
            </a:extLst>
          </p:cNvPr>
          <p:cNvSpPr>
            <a:spLocks noGrp="1"/>
          </p:cNvSpPr>
          <p:nvPr/>
        </p:nvSpPr>
        <p:spPr>
          <a:xfrm>
            <a:off x="5012141" y="4123418"/>
            <a:ext cx="28398" cy="28398"/>
          </a:xfrm>
          <a:prstGeom prst="ellipse">
            <a:avLst/>
          </a:prstGeom>
          <a:solidFill>
            <a:srgbClr val="7F8C97">
              <a:alpha val="48000"/>
            </a:srgbClr>
          </a:solidFill>
          <a:ln w="0">
            <a:noFill/>
            <a:prstDash val="solid"/>
          </a:ln>
        </p:spPr>
      </p:sp>
      <p:sp>
        <p:nvSpPr>
          <p:cNvPr id="1673" name="01_find_only_1672">
            <a:extLst>
              <a:ext uri="{FF2B5EF4-FFF2-40B4-BE49-F238E27FC236}">
                <a16:creationId xmlns:a16="http://schemas.microsoft.com/office/drawing/2014/main" id="{3136E992-C7EE-4DC6-9B64-4AEB41D8F9E1}"/>
              </a:ext>
            </a:extLst>
          </p:cNvPr>
          <p:cNvSpPr>
            <a:spLocks noGrp="1"/>
          </p:cNvSpPr>
          <p:nvPr/>
        </p:nvSpPr>
        <p:spPr>
          <a:xfrm>
            <a:off x="5065745" y="3538180"/>
            <a:ext cx="28398" cy="28398"/>
          </a:xfrm>
          <a:prstGeom prst="ellipse">
            <a:avLst/>
          </a:prstGeom>
          <a:solidFill>
            <a:srgbClr val="7F8C97">
              <a:alpha val="48000"/>
            </a:srgbClr>
          </a:solidFill>
          <a:ln w="0">
            <a:noFill/>
            <a:prstDash val="solid"/>
          </a:ln>
        </p:spPr>
      </p:sp>
      <p:sp>
        <p:nvSpPr>
          <p:cNvPr id="1674" name="01_find_only_1673">
            <a:extLst>
              <a:ext uri="{FF2B5EF4-FFF2-40B4-BE49-F238E27FC236}">
                <a16:creationId xmlns:a16="http://schemas.microsoft.com/office/drawing/2014/main" id="{C819E00C-74DE-45BF-A629-99476DA000E2}"/>
              </a:ext>
            </a:extLst>
          </p:cNvPr>
          <p:cNvSpPr>
            <a:spLocks noGrp="1"/>
          </p:cNvSpPr>
          <p:nvPr/>
        </p:nvSpPr>
        <p:spPr>
          <a:xfrm>
            <a:off x="5016910" y="3489410"/>
            <a:ext cx="28398" cy="28398"/>
          </a:xfrm>
          <a:prstGeom prst="ellipse">
            <a:avLst/>
          </a:prstGeom>
          <a:solidFill>
            <a:srgbClr val="7F8C97">
              <a:alpha val="48000"/>
            </a:srgbClr>
          </a:solidFill>
          <a:ln w="0">
            <a:noFill/>
            <a:prstDash val="solid"/>
          </a:ln>
        </p:spPr>
      </p:sp>
      <p:sp>
        <p:nvSpPr>
          <p:cNvPr id="1675" name="01_find_only_1674">
            <a:extLst>
              <a:ext uri="{FF2B5EF4-FFF2-40B4-BE49-F238E27FC236}">
                <a16:creationId xmlns:a16="http://schemas.microsoft.com/office/drawing/2014/main" id="{6F7DB502-DFDE-415F-8B98-B4A7BE9153FC}"/>
              </a:ext>
            </a:extLst>
          </p:cNvPr>
          <p:cNvSpPr>
            <a:spLocks noGrp="1"/>
          </p:cNvSpPr>
          <p:nvPr/>
        </p:nvSpPr>
        <p:spPr>
          <a:xfrm>
            <a:off x="5021106" y="4123418"/>
            <a:ext cx="28398" cy="28398"/>
          </a:xfrm>
          <a:prstGeom prst="ellipse">
            <a:avLst/>
          </a:prstGeom>
          <a:solidFill>
            <a:srgbClr val="7F8C97">
              <a:alpha val="48000"/>
            </a:srgbClr>
          </a:solidFill>
          <a:ln w="0">
            <a:noFill/>
            <a:prstDash val="solid"/>
          </a:ln>
        </p:spPr>
      </p:sp>
      <p:sp>
        <p:nvSpPr>
          <p:cNvPr id="1676" name="01_find_only_1675">
            <a:extLst>
              <a:ext uri="{FF2B5EF4-FFF2-40B4-BE49-F238E27FC236}">
                <a16:creationId xmlns:a16="http://schemas.microsoft.com/office/drawing/2014/main" id="{DCDDEEBC-8295-4891-A5E0-86A069DCCBFA}"/>
              </a:ext>
            </a:extLst>
          </p:cNvPr>
          <p:cNvSpPr>
            <a:spLocks noGrp="1"/>
          </p:cNvSpPr>
          <p:nvPr/>
        </p:nvSpPr>
        <p:spPr>
          <a:xfrm>
            <a:off x="5009756" y="3489410"/>
            <a:ext cx="28398" cy="28398"/>
          </a:xfrm>
          <a:prstGeom prst="ellipse">
            <a:avLst/>
          </a:prstGeom>
          <a:solidFill>
            <a:srgbClr val="7F8C97">
              <a:alpha val="48000"/>
            </a:srgbClr>
          </a:solidFill>
          <a:ln w="0">
            <a:noFill/>
            <a:prstDash val="solid"/>
          </a:ln>
        </p:spPr>
      </p:sp>
      <p:sp>
        <p:nvSpPr>
          <p:cNvPr id="1677" name="01_find_only_1676">
            <a:extLst>
              <a:ext uri="{FF2B5EF4-FFF2-40B4-BE49-F238E27FC236}">
                <a16:creationId xmlns:a16="http://schemas.microsoft.com/office/drawing/2014/main" id="{079ACA6F-3243-49C8-ACCC-93C923D93EBB}"/>
              </a:ext>
            </a:extLst>
          </p:cNvPr>
          <p:cNvSpPr>
            <a:spLocks noGrp="1"/>
          </p:cNvSpPr>
          <p:nvPr/>
        </p:nvSpPr>
        <p:spPr>
          <a:xfrm>
            <a:off x="5064696" y="3647912"/>
            <a:ext cx="28398" cy="28398"/>
          </a:xfrm>
          <a:prstGeom prst="ellipse">
            <a:avLst/>
          </a:prstGeom>
          <a:solidFill>
            <a:srgbClr val="7F8C97">
              <a:alpha val="48000"/>
            </a:srgbClr>
          </a:solidFill>
          <a:ln w="0">
            <a:noFill/>
            <a:prstDash val="solid"/>
          </a:ln>
        </p:spPr>
      </p:sp>
      <p:sp>
        <p:nvSpPr>
          <p:cNvPr id="1678" name="01_find_only_1677">
            <a:extLst>
              <a:ext uri="{FF2B5EF4-FFF2-40B4-BE49-F238E27FC236}">
                <a16:creationId xmlns:a16="http://schemas.microsoft.com/office/drawing/2014/main" id="{D9E5F49A-1E2C-4B73-80FE-9A77C71AB876}"/>
              </a:ext>
            </a:extLst>
          </p:cNvPr>
          <p:cNvSpPr>
            <a:spLocks noGrp="1"/>
          </p:cNvSpPr>
          <p:nvPr/>
        </p:nvSpPr>
        <p:spPr>
          <a:xfrm>
            <a:off x="5089304" y="3761128"/>
            <a:ext cx="28398" cy="28398"/>
          </a:xfrm>
          <a:prstGeom prst="ellipse">
            <a:avLst/>
          </a:prstGeom>
          <a:solidFill>
            <a:srgbClr val="7F8C97">
              <a:alpha val="48000"/>
            </a:srgbClr>
          </a:solidFill>
          <a:ln w="0">
            <a:noFill/>
            <a:prstDash val="solid"/>
          </a:ln>
        </p:spPr>
      </p:sp>
      <p:sp>
        <p:nvSpPr>
          <p:cNvPr id="1679" name="01_find_only_1678">
            <a:extLst>
              <a:ext uri="{FF2B5EF4-FFF2-40B4-BE49-F238E27FC236}">
                <a16:creationId xmlns:a16="http://schemas.microsoft.com/office/drawing/2014/main" id="{3E2F463C-1F63-4BE5-920A-15995F843D15}"/>
              </a:ext>
            </a:extLst>
          </p:cNvPr>
          <p:cNvSpPr>
            <a:spLocks noGrp="1"/>
          </p:cNvSpPr>
          <p:nvPr/>
        </p:nvSpPr>
        <p:spPr>
          <a:xfrm>
            <a:off x="5093406" y="3579982"/>
            <a:ext cx="28398" cy="28398"/>
          </a:xfrm>
          <a:prstGeom prst="ellipse">
            <a:avLst/>
          </a:prstGeom>
          <a:solidFill>
            <a:srgbClr val="7F8C97">
              <a:alpha val="48000"/>
            </a:srgbClr>
          </a:solidFill>
          <a:ln w="0">
            <a:noFill/>
            <a:prstDash val="solid"/>
          </a:ln>
        </p:spPr>
      </p:sp>
      <p:sp>
        <p:nvSpPr>
          <p:cNvPr id="1680" name="01_find_only_1679">
            <a:extLst>
              <a:ext uri="{FF2B5EF4-FFF2-40B4-BE49-F238E27FC236}">
                <a16:creationId xmlns:a16="http://schemas.microsoft.com/office/drawing/2014/main" id="{1776A32D-7B60-42B8-8BB4-9AC418018E98}"/>
              </a:ext>
            </a:extLst>
          </p:cNvPr>
          <p:cNvSpPr>
            <a:spLocks noGrp="1"/>
          </p:cNvSpPr>
          <p:nvPr/>
        </p:nvSpPr>
        <p:spPr>
          <a:xfrm>
            <a:off x="5034460" y="3489410"/>
            <a:ext cx="28398" cy="28398"/>
          </a:xfrm>
          <a:prstGeom prst="ellipse">
            <a:avLst/>
          </a:prstGeom>
          <a:solidFill>
            <a:srgbClr val="7F8C97">
              <a:alpha val="48000"/>
            </a:srgbClr>
          </a:solidFill>
          <a:ln w="0">
            <a:noFill/>
            <a:prstDash val="solid"/>
          </a:ln>
        </p:spPr>
      </p:sp>
      <p:sp>
        <p:nvSpPr>
          <p:cNvPr id="1681" name="01_find_only_1680">
            <a:extLst>
              <a:ext uri="{FF2B5EF4-FFF2-40B4-BE49-F238E27FC236}">
                <a16:creationId xmlns:a16="http://schemas.microsoft.com/office/drawing/2014/main" id="{823ECE7E-0A0F-4244-A620-E5EBD89F5AB0}"/>
              </a:ext>
            </a:extLst>
          </p:cNvPr>
          <p:cNvSpPr>
            <a:spLocks noGrp="1"/>
          </p:cNvSpPr>
          <p:nvPr/>
        </p:nvSpPr>
        <p:spPr>
          <a:xfrm>
            <a:off x="5069465" y="4123418"/>
            <a:ext cx="28398" cy="28398"/>
          </a:xfrm>
          <a:prstGeom prst="ellipse">
            <a:avLst/>
          </a:prstGeom>
          <a:solidFill>
            <a:srgbClr val="7F8C97">
              <a:alpha val="48000"/>
            </a:srgbClr>
          </a:solidFill>
          <a:ln w="0">
            <a:noFill/>
            <a:prstDash val="solid"/>
          </a:ln>
        </p:spPr>
      </p:sp>
      <p:sp>
        <p:nvSpPr>
          <p:cNvPr id="1682" name="01_find_only_1681">
            <a:extLst>
              <a:ext uri="{FF2B5EF4-FFF2-40B4-BE49-F238E27FC236}">
                <a16:creationId xmlns:a16="http://schemas.microsoft.com/office/drawing/2014/main" id="{68B1556D-2513-4596-B4BC-7DB17731AAFB}"/>
              </a:ext>
            </a:extLst>
          </p:cNvPr>
          <p:cNvSpPr>
            <a:spLocks noGrp="1"/>
          </p:cNvSpPr>
          <p:nvPr/>
        </p:nvSpPr>
        <p:spPr>
          <a:xfrm>
            <a:off x="5087969" y="4123418"/>
            <a:ext cx="28398" cy="28398"/>
          </a:xfrm>
          <a:prstGeom prst="ellipse">
            <a:avLst/>
          </a:prstGeom>
          <a:solidFill>
            <a:srgbClr val="7F8C97">
              <a:alpha val="48000"/>
            </a:srgbClr>
          </a:solidFill>
          <a:ln w="0">
            <a:noFill/>
            <a:prstDash val="solid"/>
          </a:ln>
        </p:spPr>
      </p:sp>
      <p:sp>
        <p:nvSpPr>
          <p:cNvPr id="1683" name="01_find_only_1682">
            <a:extLst>
              <a:ext uri="{FF2B5EF4-FFF2-40B4-BE49-F238E27FC236}">
                <a16:creationId xmlns:a16="http://schemas.microsoft.com/office/drawing/2014/main" id="{4D9940F7-DBEB-4977-97E6-C6F1385FCEF2}"/>
              </a:ext>
            </a:extLst>
          </p:cNvPr>
          <p:cNvSpPr>
            <a:spLocks noGrp="1"/>
          </p:cNvSpPr>
          <p:nvPr/>
        </p:nvSpPr>
        <p:spPr>
          <a:xfrm>
            <a:off x="5076714" y="3700746"/>
            <a:ext cx="28398" cy="28398"/>
          </a:xfrm>
          <a:prstGeom prst="ellipse">
            <a:avLst/>
          </a:prstGeom>
          <a:solidFill>
            <a:srgbClr val="7F8C97">
              <a:alpha val="48000"/>
            </a:srgbClr>
          </a:solidFill>
          <a:ln w="0">
            <a:noFill/>
            <a:prstDash val="solid"/>
          </a:ln>
        </p:spPr>
      </p:sp>
      <p:sp>
        <p:nvSpPr>
          <p:cNvPr id="1684" name="01_find_only_1683">
            <a:extLst>
              <a:ext uri="{FF2B5EF4-FFF2-40B4-BE49-F238E27FC236}">
                <a16:creationId xmlns:a16="http://schemas.microsoft.com/office/drawing/2014/main" id="{41BEABDA-0DF4-4FC7-B7E9-9A7354003FFD}"/>
              </a:ext>
            </a:extLst>
          </p:cNvPr>
          <p:cNvSpPr>
            <a:spLocks noGrp="1"/>
          </p:cNvSpPr>
          <p:nvPr/>
        </p:nvSpPr>
        <p:spPr>
          <a:xfrm>
            <a:off x="5066603" y="4123418"/>
            <a:ext cx="28398" cy="28398"/>
          </a:xfrm>
          <a:prstGeom prst="ellipse">
            <a:avLst/>
          </a:prstGeom>
          <a:solidFill>
            <a:srgbClr val="7F8C97">
              <a:alpha val="48000"/>
            </a:srgbClr>
          </a:solidFill>
          <a:ln w="0">
            <a:noFill/>
            <a:prstDash val="solid"/>
          </a:ln>
        </p:spPr>
      </p:sp>
      <p:sp>
        <p:nvSpPr>
          <p:cNvPr id="1685" name="01_find_only_1684">
            <a:extLst>
              <a:ext uri="{FF2B5EF4-FFF2-40B4-BE49-F238E27FC236}">
                <a16:creationId xmlns:a16="http://schemas.microsoft.com/office/drawing/2014/main" id="{C486DAC1-8E9B-43DC-B3A4-F459F8F900B8}"/>
              </a:ext>
            </a:extLst>
          </p:cNvPr>
          <p:cNvSpPr>
            <a:spLocks noGrp="1"/>
          </p:cNvSpPr>
          <p:nvPr/>
        </p:nvSpPr>
        <p:spPr>
          <a:xfrm>
            <a:off x="5043235" y="4123418"/>
            <a:ext cx="28398" cy="28398"/>
          </a:xfrm>
          <a:prstGeom prst="ellipse">
            <a:avLst/>
          </a:prstGeom>
          <a:solidFill>
            <a:srgbClr val="7F8C97">
              <a:alpha val="48000"/>
            </a:srgbClr>
          </a:solidFill>
          <a:ln w="0">
            <a:noFill/>
            <a:prstDash val="solid"/>
          </a:ln>
        </p:spPr>
      </p:sp>
      <p:sp>
        <p:nvSpPr>
          <p:cNvPr id="1686" name="01_find_only_1685">
            <a:extLst>
              <a:ext uri="{FF2B5EF4-FFF2-40B4-BE49-F238E27FC236}">
                <a16:creationId xmlns:a16="http://schemas.microsoft.com/office/drawing/2014/main" id="{84CEC955-A2B7-476A-A130-FEEC74460DD7}"/>
              </a:ext>
            </a:extLst>
          </p:cNvPr>
          <p:cNvSpPr>
            <a:spLocks noGrp="1"/>
          </p:cNvSpPr>
          <p:nvPr/>
        </p:nvSpPr>
        <p:spPr>
          <a:xfrm>
            <a:off x="5040373" y="3733681"/>
            <a:ext cx="28398" cy="28398"/>
          </a:xfrm>
          <a:prstGeom prst="ellipse">
            <a:avLst/>
          </a:prstGeom>
          <a:solidFill>
            <a:srgbClr val="7F8C97">
              <a:alpha val="48000"/>
            </a:srgbClr>
          </a:solidFill>
          <a:ln w="0">
            <a:noFill/>
            <a:prstDash val="solid"/>
          </a:ln>
        </p:spPr>
      </p:sp>
      <p:sp>
        <p:nvSpPr>
          <p:cNvPr id="1687" name="01_find_only_1686">
            <a:extLst>
              <a:ext uri="{FF2B5EF4-FFF2-40B4-BE49-F238E27FC236}">
                <a16:creationId xmlns:a16="http://schemas.microsoft.com/office/drawing/2014/main" id="{03A44697-ECB4-4041-B369-89FD5079A6BB}"/>
              </a:ext>
            </a:extLst>
          </p:cNvPr>
          <p:cNvSpPr>
            <a:spLocks noGrp="1"/>
          </p:cNvSpPr>
          <p:nvPr/>
        </p:nvSpPr>
        <p:spPr>
          <a:xfrm>
            <a:off x="5008611" y="4123418"/>
            <a:ext cx="28398" cy="28398"/>
          </a:xfrm>
          <a:prstGeom prst="ellipse">
            <a:avLst/>
          </a:prstGeom>
          <a:solidFill>
            <a:srgbClr val="7F8C97">
              <a:alpha val="48000"/>
            </a:srgbClr>
          </a:solidFill>
          <a:ln w="0">
            <a:noFill/>
            <a:prstDash val="solid"/>
          </a:ln>
        </p:spPr>
      </p:sp>
      <p:sp>
        <p:nvSpPr>
          <p:cNvPr id="1688" name="01_find_only_1687">
            <a:extLst>
              <a:ext uri="{FF2B5EF4-FFF2-40B4-BE49-F238E27FC236}">
                <a16:creationId xmlns:a16="http://schemas.microsoft.com/office/drawing/2014/main" id="{58F6DA50-FBC6-4BF5-ADDB-ECB0CABEBA3E}"/>
              </a:ext>
            </a:extLst>
          </p:cNvPr>
          <p:cNvSpPr>
            <a:spLocks noGrp="1"/>
          </p:cNvSpPr>
          <p:nvPr/>
        </p:nvSpPr>
        <p:spPr>
          <a:xfrm>
            <a:off x="5088255" y="4123418"/>
            <a:ext cx="28398" cy="28398"/>
          </a:xfrm>
          <a:prstGeom prst="ellipse">
            <a:avLst/>
          </a:prstGeom>
          <a:solidFill>
            <a:srgbClr val="7F8C97">
              <a:alpha val="48000"/>
            </a:srgbClr>
          </a:solidFill>
          <a:ln w="0">
            <a:noFill/>
            <a:prstDash val="solid"/>
          </a:ln>
        </p:spPr>
      </p:sp>
      <p:sp>
        <p:nvSpPr>
          <p:cNvPr id="1689" name="01_find_only_1688">
            <a:extLst>
              <a:ext uri="{FF2B5EF4-FFF2-40B4-BE49-F238E27FC236}">
                <a16:creationId xmlns:a16="http://schemas.microsoft.com/office/drawing/2014/main" id="{6610C823-29B8-4D81-B341-A4371BDDF7C7}"/>
              </a:ext>
            </a:extLst>
          </p:cNvPr>
          <p:cNvSpPr>
            <a:spLocks noGrp="1"/>
          </p:cNvSpPr>
          <p:nvPr/>
        </p:nvSpPr>
        <p:spPr>
          <a:xfrm>
            <a:off x="5078145" y="4123418"/>
            <a:ext cx="28398" cy="28398"/>
          </a:xfrm>
          <a:prstGeom prst="ellipse">
            <a:avLst/>
          </a:prstGeom>
          <a:solidFill>
            <a:srgbClr val="7F8C97">
              <a:alpha val="48000"/>
            </a:srgbClr>
          </a:solidFill>
          <a:ln w="0">
            <a:noFill/>
            <a:prstDash val="solid"/>
          </a:ln>
        </p:spPr>
      </p:sp>
      <p:sp>
        <p:nvSpPr>
          <p:cNvPr id="1690" name="01_find_only_1689">
            <a:extLst>
              <a:ext uri="{FF2B5EF4-FFF2-40B4-BE49-F238E27FC236}">
                <a16:creationId xmlns:a16="http://schemas.microsoft.com/office/drawing/2014/main" id="{64BF2D9E-7B68-4D9F-A5B1-1F40C1872612}"/>
              </a:ext>
            </a:extLst>
          </p:cNvPr>
          <p:cNvSpPr>
            <a:spLocks noGrp="1"/>
          </p:cNvSpPr>
          <p:nvPr/>
        </p:nvSpPr>
        <p:spPr>
          <a:xfrm>
            <a:off x="5063742" y="4123418"/>
            <a:ext cx="28398" cy="28398"/>
          </a:xfrm>
          <a:prstGeom prst="ellipse">
            <a:avLst/>
          </a:prstGeom>
          <a:solidFill>
            <a:srgbClr val="7F8C97">
              <a:alpha val="48000"/>
            </a:srgbClr>
          </a:solidFill>
          <a:ln w="0">
            <a:noFill/>
            <a:prstDash val="solid"/>
          </a:ln>
        </p:spPr>
      </p:sp>
      <p:sp>
        <p:nvSpPr>
          <p:cNvPr id="1691" name="01_find_only_1690">
            <a:extLst>
              <a:ext uri="{FF2B5EF4-FFF2-40B4-BE49-F238E27FC236}">
                <a16:creationId xmlns:a16="http://schemas.microsoft.com/office/drawing/2014/main" id="{06710658-A2B6-4D3C-950E-CC526956A664}"/>
              </a:ext>
            </a:extLst>
          </p:cNvPr>
          <p:cNvSpPr>
            <a:spLocks noGrp="1"/>
          </p:cNvSpPr>
          <p:nvPr/>
        </p:nvSpPr>
        <p:spPr>
          <a:xfrm>
            <a:off x="5005273" y="3489410"/>
            <a:ext cx="28398" cy="28398"/>
          </a:xfrm>
          <a:prstGeom prst="ellipse">
            <a:avLst/>
          </a:prstGeom>
          <a:solidFill>
            <a:srgbClr val="7F8C97">
              <a:alpha val="48000"/>
            </a:srgbClr>
          </a:solidFill>
          <a:ln w="0">
            <a:noFill/>
            <a:prstDash val="solid"/>
          </a:ln>
        </p:spPr>
      </p:sp>
      <p:sp>
        <p:nvSpPr>
          <p:cNvPr id="1692" name="01_find_only_1691">
            <a:extLst>
              <a:ext uri="{FF2B5EF4-FFF2-40B4-BE49-F238E27FC236}">
                <a16:creationId xmlns:a16="http://schemas.microsoft.com/office/drawing/2014/main" id="{D4EB766D-776F-46F0-B191-DAAF3D7108C4}"/>
              </a:ext>
            </a:extLst>
          </p:cNvPr>
          <p:cNvSpPr>
            <a:spLocks noGrp="1"/>
          </p:cNvSpPr>
          <p:nvPr/>
        </p:nvSpPr>
        <p:spPr>
          <a:xfrm>
            <a:off x="5014525" y="4123418"/>
            <a:ext cx="28398" cy="28398"/>
          </a:xfrm>
          <a:prstGeom prst="ellipse">
            <a:avLst/>
          </a:prstGeom>
          <a:solidFill>
            <a:srgbClr val="7F8C97">
              <a:alpha val="48000"/>
            </a:srgbClr>
          </a:solidFill>
          <a:ln w="0">
            <a:noFill/>
            <a:prstDash val="solid"/>
          </a:ln>
        </p:spPr>
      </p:sp>
      <p:sp>
        <p:nvSpPr>
          <p:cNvPr id="1693" name="01_find_only_1692">
            <a:extLst>
              <a:ext uri="{FF2B5EF4-FFF2-40B4-BE49-F238E27FC236}">
                <a16:creationId xmlns:a16="http://schemas.microsoft.com/office/drawing/2014/main" id="{CE1D299B-E080-43E1-90B3-27F0E15F1A6B}"/>
              </a:ext>
            </a:extLst>
          </p:cNvPr>
          <p:cNvSpPr>
            <a:spLocks noGrp="1"/>
          </p:cNvSpPr>
          <p:nvPr/>
        </p:nvSpPr>
        <p:spPr>
          <a:xfrm>
            <a:off x="5023777" y="4123418"/>
            <a:ext cx="28398" cy="28398"/>
          </a:xfrm>
          <a:prstGeom prst="ellipse">
            <a:avLst/>
          </a:prstGeom>
          <a:solidFill>
            <a:srgbClr val="7F8C97">
              <a:alpha val="48000"/>
            </a:srgbClr>
          </a:solidFill>
          <a:ln w="0">
            <a:noFill/>
            <a:prstDash val="solid"/>
          </a:ln>
        </p:spPr>
      </p:sp>
      <p:sp>
        <p:nvSpPr>
          <p:cNvPr id="1694" name="01_find_only_1693">
            <a:extLst>
              <a:ext uri="{FF2B5EF4-FFF2-40B4-BE49-F238E27FC236}">
                <a16:creationId xmlns:a16="http://schemas.microsoft.com/office/drawing/2014/main" id="{03B03703-A59A-4983-A2E8-F49B7D66057A}"/>
              </a:ext>
            </a:extLst>
          </p:cNvPr>
          <p:cNvSpPr>
            <a:spLocks noGrp="1"/>
          </p:cNvSpPr>
          <p:nvPr/>
        </p:nvSpPr>
        <p:spPr>
          <a:xfrm>
            <a:off x="5064696" y="3489410"/>
            <a:ext cx="28398" cy="28398"/>
          </a:xfrm>
          <a:prstGeom prst="ellipse">
            <a:avLst/>
          </a:prstGeom>
          <a:solidFill>
            <a:srgbClr val="7F8C97">
              <a:alpha val="48000"/>
            </a:srgbClr>
          </a:solidFill>
          <a:ln w="0">
            <a:noFill/>
            <a:prstDash val="solid"/>
          </a:ln>
        </p:spPr>
      </p:sp>
      <p:sp>
        <p:nvSpPr>
          <p:cNvPr id="1695" name="01_find_only_1694">
            <a:extLst>
              <a:ext uri="{FF2B5EF4-FFF2-40B4-BE49-F238E27FC236}">
                <a16:creationId xmlns:a16="http://schemas.microsoft.com/office/drawing/2014/main" id="{24E1B4F2-AAF3-4D78-994F-20AF559633BC}"/>
              </a:ext>
            </a:extLst>
          </p:cNvPr>
          <p:cNvSpPr>
            <a:spLocks noGrp="1"/>
          </p:cNvSpPr>
          <p:nvPr/>
        </p:nvSpPr>
        <p:spPr>
          <a:xfrm>
            <a:off x="5055062" y="3489410"/>
            <a:ext cx="28398" cy="28398"/>
          </a:xfrm>
          <a:prstGeom prst="ellipse">
            <a:avLst/>
          </a:prstGeom>
          <a:solidFill>
            <a:srgbClr val="7F8C97">
              <a:alpha val="48000"/>
            </a:srgbClr>
          </a:solidFill>
          <a:ln w="0">
            <a:noFill/>
            <a:prstDash val="solid"/>
          </a:ln>
        </p:spPr>
      </p:sp>
      <p:sp>
        <p:nvSpPr>
          <p:cNvPr id="1696" name="01_find_only_1695">
            <a:extLst>
              <a:ext uri="{FF2B5EF4-FFF2-40B4-BE49-F238E27FC236}">
                <a16:creationId xmlns:a16="http://schemas.microsoft.com/office/drawing/2014/main" id="{F591C862-7970-4575-8892-0E1368312C99}"/>
              </a:ext>
            </a:extLst>
          </p:cNvPr>
          <p:cNvSpPr>
            <a:spLocks noGrp="1"/>
          </p:cNvSpPr>
          <p:nvPr/>
        </p:nvSpPr>
        <p:spPr>
          <a:xfrm>
            <a:off x="5018531" y="3700746"/>
            <a:ext cx="28398" cy="28398"/>
          </a:xfrm>
          <a:prstGeom prst="ellipse">
            <a:avLst/>
          </a:prstGeom>
          <a:solidFill>
            <a:srgbClr val="7F8C97">
              <a:alpha val="48000"/>
            </a:srgbClr>
          </a:solidFill>
          <a:ln w="0">
            <a:noFill/>
            <a:prstDash val="solid"/>
          </a:ln>
        </p:spPr>
      </p:sp>
      <p:sp>
        <p:nvSpPr>
          <p:cNvPr id="1697" name="01_find_only_1696">
            <a:extLst>
              <a:ext uri="{FF2B5EF4-FFF2-40B4-BE49-F238E27FC236}">
                <a16:creationId xmlns:a16="http://schemas.microsoft.com/office/drawing/2014/main" id="{12BB6A32-18E2-4045-A25A-8CC664BF84CC}"/>
              </a:ext>
            </a:extLst>
          </p:cNvPr>
          <p:cNvSpPr>
            <a:spLocks noGrp="1"/>
          </p:cNvSpPr>
          <p:nvPr/>
        </p:nvSpPr>
        <p:spPr>
          <a:xfrm>
            <a:off x="5035795" y="3489410"/>
            <a:ext cx="28398" cy="28398"/>
          </a:xfrm>
          <a:prstGeom prst="ellipse">
            <a:avLst/>
          </a:prstGeom>
          <a:solidFill>
            <a:srgbClr val="7F8C97">
              <a:alpha val="48000"/>
            </a:srgbClr>
          </a:solidFill>
          <a:ln w="0">
            <a:noFill/>
            <a:prstDash val="solid"/>
          </a:ln>
        </p:spPr>
      </p:sp>
      <p:sp>
        <p:nvSpPr>
          <p:cNvPr id="1698" name="01_find_only_1697">
            <a:extLst>
              <a:ext uri="{FF2B5EF4-FFF2-40B4-BE49-F238E27FC236}">
                <a16:creationId xmlns:a16="http://schemas.microsoft.com/office/drawing/2014/main" id="{ADF808D8-90BE-48A5-A4A4-E2EEE8C489A8}"/>
              </a:ext>
            </a:extLst>
          </p:cNvPr>
          <p:cNvSpPr>
            <a:spLocks noGrp="1"/>
          </p:cNvSpPr>
          <p:nvPr/>
        </p:nvSpPr>
        <p:spPr>
          <a:xfrm>
            <a:off x="5002030" y="4123418"/>
            <a:ext cx="28398" cy="28398"/>
          </a:xfrm>
          <a:prstGeom prst="ellipse">
            <a:avLst/>
          </a:prstGeom>
          <a:solidFill>
            <a:srgbClr val="7F8C97">
              <a:alpha val="48000"/>
            </a:srgbClr>
          </a:solidFill>
          <a:ln w="0">
            <a:noFill/>
            <a:prstDash val="solid"/>
          </a:ln>
        </p:spPr>
      </p:sp>
      <p:sp>
        <p:nvSpPr>
          <p:cNvPr id="1699" name="01_find_only_1698">
            <a:extLst>
              <a:ext uri="{FF2B5EF4-FFF2-40B4-BE49-F238E27FC236}">
                <a16:creationId xmlns:a16="http://schemas.microsoft.com/office/drawing/2014/main" id="{FD331716-370F-4487-B97E-9F27C4B0B6EC}"/>
              </a:ext>
            </a:extLst>
          </p:cNvPr>
          <p:cNvSpPr>
            <a:spLocks noGrp="1"/>
          </p:cNvSpPr>
          <p:nvPr/>
        </p:nvSpPr>
        <p:spPr>
          <a:xfrm>
            <a:off x="5272823" y="3489410"/>
            <a:ext cx="28398" cy="28398"/>
          </a:xfrm>
          <a:prstGeom prst="ellipse">
            <a:avLst/>
          </a:prstGeom>
          <a:solidFill>
            <a:srgbClr val="7F8C97">
              <a:alpha val="48000"/>
            </a:srgbClr>
          </a:solidFill>
          <a:ln w="0">
            <a:noFill/>
            <a:prstDash val="solid"/>
          </a:ln>
        </p:spPr>
      </p:sp>
      <p:sp>
        <p:nvSpPr>
          <p:cNvPr id="1700" name="01_find_only_1699">
            <a:extLst>
              <a:ext uri="{FF2B5EF4-FFF2-40B4-BE49-F238E27FC236}">
                <a16:creationId xmlns:a16="http://schemas.microsoft.com/office/drawing/2014/main" id="{3F7785B9-7D94-4BCE-8757-CBD1C73D4490}"/>
              </a:ext>
            </a:extLst>
          </p:cNvPr>
          <p:cNvSpPr>
            <a:spLocks noGrp="1"/>
          </p:cNvSpPr>
          <p:nvPr/>
        </p:nvSpPr>
        <p:spPr>
          <a:xfrm>
            <a:off x="5254510" y="3912082"/>
            <a:ext cx="28398" cy="28398"/>
          </a:xfrm>
          <a:prstGeom prst="ellipse">
            <a:avLst/>
          </a:prstGeom>
          <a:solidFill>
            <a:srgbClr val="7F8C97">
              <a:alpha val="48000"/>
            </a:srgbClr>
          </a:solidFill>
          <a:ln w="0">
            <a:noFill/>
            <a:prstDash val="solid"/>
          </a:ln>
        </p:spPr>
      </p:sp>
      <p:sp>
        <p:nvSpPr>
          <p:cNvPr id="1701" name="01_find_only_1700">
            <a:extLst>
              <a:ext uri="{FF2B5EF4-FFF2-40B4-BE49-F238E27FC236}">
                <a16:creationId xmlns:a16="http://schemas.microsoft.com/office/drawing/2014/main" id="{3569D44B-47DE-4C44-AD18-927FD172498D}"/>
              </a:ext>
            </a:extLst>
          </p:cNvPr>
          <p:cNvSpPr>
            <a:spLocks noGrp="1"/>
          </p:cNvSpPr>
          <p:nvPr/>
        </p:nvSpPr>
        <p:spPr>
          <a:xfrm>
            <a:off x="5269390" y="4123418"/>
            <a:ext cx="28398" cy="28398"/>
          </a:xfrm>
          <a:prstGeom prst="ellipse">
            <a:avLst/>
          </a:prstGeom>
          <a:solidFill>
            <a:srgbClr val="7F8C97">
              <a:alpha val="48000"/>
            </a:srgbClr>
          </a:solidFill>
          <a:ln w="0">
            <a:noFill/>
            <a:prstDash val="solid"/>
          </a:ln>
        </p:spPr>
      </p:sp>
      <p:sp>
        <p:nvSpPr>
          <p:cNvPr id="1702" name="01_find_only_1701">
            <a:extLst>
              <a:ext uri="{FF2B5EF4-FFF2-40B4-BE49-F238E27FC236}">
                <a16:creationId xmlns:a16="http://schemas.microsoft.com/office/drawing/2014/main" id="{001A6B41-3044-4D43-85B4-78A9AA1C202D}"/>
              </a:ext>
            </a:extLst>
          </p:cNvPr>
          <p:cNvSpPr>
            <a:spLocks noGrp="1"/>
          </p:cNvSpPr>
          <p:nvPr/>
        </p:nvSpPr>
        <p:spPr>
          <a:xfrm>
            <a:off x="5269008" y="3700746"/>
            <a:ext cx="28398" cy="28398"/>
          </a:xfrm>
          <a:prstGeom prst="ellipse">
            <a:avLst/>
          </a:prstGeom>
          <a:solidFill>
            <a:srgbClr val="7F8C97">
              <a:alpha val="48000"/>
            </a:srgbClr>
          </a:solidFill>
          <a:ln w="0">
            <a:noFill/>
            <a:prstDash val="solid"/>
          </a:ln>
        </p:spPr>
      </p:sp>
      <p:sp>
        <p:nvSpPr>
          <p:cNvPr id="1703" name="01_find_only_1702">
            <a:extLst>
              <a:ext uri="{FF2B5EF4-FFF2-40B4-BE49-F238E27FC236}">
                <a16:creationId xmlns:a16="http://schemas.microsoft.com/office/drawing/2014/main" id="{9C49CAB9-4E54-4496-B4F7-A1B91C475680}"/>
              </a:ext>
            </a:extLst>
          </p:cNvPr>
          <p:cNvSpPr>
            <a:spLocks noGrp="1"/>
          </p:cNvSpPr>
          <p:nvPr/>
        </p:nvSpPr>
        <p:spPr>
          <a:xfrm>
            <a:off x="5285223" y="3172406"/>
            <a:ext cx="28398" cy="28398"/>
          </a:xfrm>
          <a:prstGeom prst="ellipse">
            <a:avLst/>
          </a:prstGeom>
          <a:solidFill>
            <a:srgbClr val="7F8C97">
              <a:alpha val="48000"/>
            </a:srgbClr>
          </a:solidFill>
          <a:ln w="0">
            <a:noFill/>
            <a:prstDash val="solid"/>
          </a:ln>
        </p:spPr>
      </p:sp>
      <p:sp>
        <p:nvSpPr>
          <p:cNvPr id="1704" name="01_find_only_1703">
            <a:extLst>
              <a:ext uri="{FF2B5EF4-FFF2-40B4-BE49-F238E27FC236}">
                <a16:creationId xmlns:a16="http://schemas.microsoft.com/office/drawing/2014/main" id="{E9EF204A-D8EA-4296-AAD5-60AC926689CC}"/>
              </a:ext>
            </a:extLst>
          </p:cNvPr>
          <p:cNvSpPr>
            <a:spLocks noGrp="1"/>
          </p:cNvSpPr>
          <p:nvPr/>
        </p:nvSpPr>
        <p:spPr>
          <a:xfrm>
            <a:off x="5312979" y="3700746"/>
            <a:ext cx="28398" cy="28398"/>
          </a:xfrm>
          <a:prstGeom prst="ellipse">
            <a:avLst/>
          </a:prstGeom>
          <a:solidFill>
            <a:srgbClr val="7F8C97">
              <a:alpha val="48000"/>
            </a:srgbClr>
          </a:solidFill>
          <a:ln w="0">
            <a:noFill/>
            <a:prstDash val="solid"/>
          </a:ln>
        </p:spPr>
      </p:sp>
      <p:sp>
        <p:nvSpPr>
          <p:cNvPr id="1705" name="01_find_only_1704">
            <a:extLst>
              <a:ext uri="{FF2B5EF4-FFF2-40B4-BE49-F238E27FC236}">
                <a16:creationId xmlns:a16="http://schemas.microsoft.com/office/drawing/2014/main" id="{B4FC5516-C474-4D0A-BAE9-75004CB8B783}"/>
              </a:ext>
            </a:extLst>
          </p:cNvPr>
          <p:cNvSpPr>
            <a:spLocks noGrp="1"/>
          </p:cNvSpPr>
          <p:nvPr/>
        </p:nvSpPr>
        <p:spPr>
          <a:xfrm>
            <a:off x="5330434" y="3456897"/>
            <a:ext cx="28398" cy="28398"/>
          </a:xfrm>
          <a:prstGeom prst="ellipse">
            <a:avLst/>
          </a:prstGeom>
          <a:solidFill>
            <a:srgbClr val="7F8C97">
              <a:alpha val="48000"/>
            </a:srgbClr>
          </a:solidFill>
          <a:ln w="0">
            <a:noFill/>
            <a:prstDash val="solid"/>
          </a:ln>
        </p:spPr>
      </p:sp>
      <p:sp>
        <p:nvSpPr>
          <p:cNvPr id="1706" name="01_find_only_1705">
            <a:extLst>
              <a:ext uri="{FF2B5EF4-FFF2-40B4-BE49-F238E27FC236}">
                <a16:creationId xmlns:a16="http://schemas.microsoft.com/office/drawing/2014/main" id="{A6601259-9A55-4BA0-8FF6-52D13BE99D33}"/>
              </a:ext>
            </a:extLst>
          </p:cNvPr>
          <p:cNvSpPr>
            <a:spLocks noGrp="1"/>
          </p:cNvSpPr>
          <p:nvPr/>
        </p:nvSpPr>
        <p:spPr>
          <a:xfrm>
            <a:off x="5259565" y="3278074"/>
            <a:ext cx="28398" cy="28398"/>
          </a:xfrm>
          <a:prstGeom prst="ellipse">
            <a:avLst/>
          </a:prstGeom>
          <a:solidFill>
            <a:srgbClr val="7F8C97">
              <a:alpha val="48000"/>
            </a:srgbClr>
          </a:solidFill>
          <a:ln w="0">
            <a:noFill/>
            <a:prstDash val="solid"/>
          </a:ln>
        </p:spPr>
      </p:sp>
      <p:sp>
        <p:nvSpPr>
          <p:cNvPr id="1707" name="01_find_only_1706">
            <a:extLst>
              <a:ext uri="{FF2B5EF4-FFF2-40B4-BE49-F238E27FC236}">
                <a16:creationId xmlns:a16="http://schemas.microsoft.com/office/drawing/2014/main" id="{C107EA7B-0AF1-4A5C-B60A-1B762B70DB34}"/>
              </a:ext>
            </a:extLst>
          </p:cNvPr>
          <p:cNvSpPr>
            <a:spLocks noGrp="1"/>
          </p:cNvSpPr>
          <p:nvPr/>
        </p:nvSpPr>
        <p:spPr>
          <a:xfrm>
            <a:off x="5303155" y="2855402"/>
            <a:ext cx="28398" cy="28398"/>
          </a:xfrm>
          <a:prstGeom prst="ellipse">
            <a:avLst/>
          </a:prstGeom>
          <a:solidFill>
            <a:srgbClr val="7F8C97">
              <a:alpha val="48000"/>
            </a:srgbClr>
          </a:solidFill>
          <a:ln w="0">
            <a:noFill/>
            <a:prstDash val="solid"/>
          </a:ln>
        </p:spPr>
      </p:sp>
      <p:sp>
        <p:nvSpPr>
          <p:cNvPr id="1708" name="01_find_only_1707">
            <a:extLst>
              <a:ext uri="{FF2B5EF4-FFF2-40B4-BE49-F238E27FC236}">
                <a16:creationId xmlns:a16="http://schemas.microsoft.com/office/drawing/2014/main" id="{3655727B-F048-4ABE-8F71-09A4A6AB3820}"/>
              </a:ext>
            </a:extLst>
          </p:cNvPr>
          <p:cNvSpPr>
            <a:spLocks noGrp="1"/>
          </p:cNvSpPr>
          <p:nvPr/>
        </p:nvSpPr>
        <p:spPr>
          <a:xfrm>
            <a:off x="5259851" y="4123418"/>
            <a:ext cx="28398" cy="28398"/>
          </a:xfrm>
          <a:prstGeom prst="ellipse">
            <a:avLst/>
          </a:prstGeom>
          <a:solidFill>
            <a:srgbClr val="7F8C97">
              <a:alpha val="48000"/>
            </a:srgbClr>
          </a:solidFill>
          <a:ln w="0">
            <a:noFill/>
            <a:prstDash val="solid"/>
          </a:ln>
        </p:spPr>
      </p:sp>
      <p:sp>
        <p:nvSpPr>
          <p:cNvPr id="1709" name="01_find_only_1708">
            <a:extLst>
              <a:ext uri="{FF2B5EF4-FFF2-40B4-BE49-F238E27FC236}">
                <a16:creationId xmlns:a16="http://schemas.microsoft.com/office/drawing/2014/main" id="{CD57C779-8E0E-40B0-84A2-4EF58B767A28}"/>
              </a:ext>
            </a:extLst>
          </p:cNvPr>
          <p:cNvSpPr>
            <a:spLocks noGrp="1"/>
          </p:cNvSpPr>
          <p:nvPr/>
        </p:nvSpPr>
        <p:spPr>
          <a:xfrm>
            <a:off x="5249359" y="3489410"/>
            <a:ext cx="28398" cy="28398"/>
          </a:xfrm>
          <a:prstGeom prst="ellipse">
            <a:avLst/>
          </a:prstGeom>
          <a:solidFill>
            <a:srgbClr val="7F8C97">
              <a:alpha val="48000"/>
            </a:srgbClr>
          </a:solidFill>
          <a:ln w="0">
            <a:noFill/>
            <a:prstDash val="solid"/>
          </a:ln>
        </p:spPr>
      </p:sp>
      <p:sp>
        <p:nvSpPr>
          <p:cNvPr id="1710" name="01_find_only_1709">
            <a:extLst>
              <a:ext uri="{FF2B5EF4-FFF2-40B4-BE49-F238E27FC236}">
                <a16:creationId xmlns:a16="http://schemas.microsoft.com/office/drawing/2014/main" id="{CF19F9A8-796B-46EF-8275-5521B844D5A9}"/>
              </a:ext>
            </a:extLst>
          </p:cNvPr>
          <p:cNvSpPr>
            <a:spLocks noGrp="1"/>
          </p:cNvSpPr>
          <p:nvPr/>
        </p:nvSpPr>
        <p:spPr>
          <a:xfrm>
            <a:off x="5322803" y="3489410"/>
            <a:ext cx="28398" cy="28398"/>
          </a:xfrm>
          <a:prstGeom prst="ellipse">
            <a:avLst/>
          </a:prstGeom>
          <a:solidFill>
            <a:srgbClr val="7F8C97">
              <a:alpha val="48000"/>
            </a:srgbClr>
          </a:solidFill>
          <a:ln w="0">
            <a:noFill/>
            <a:prstDash val="solid"/>
          </a:ln>
        </p:spPr>
      </p:sp>
      <p:sp>
        <p:nvSpPr>
          <p:cNvPr id="1711" name="01_find_only_1710">
            <a:extLst>
              <a:ext uri="{FF2B5EF4-FFF2-40B4-BE49-F238E27FC236}">
                <a16:creationId xmlns:a16="http://schemas.microsoft.com/office/drawing/2014/main" id="{834B073B-69A4-457D-9624-726D6D41513D}"/>
              </a:ext>
            </a:extLst>
          </p:cNvPr>
          <p:cNvSpPr>
            <a:spLocks noGrp="1"/>
          </p:cNvSpPr>
          <p:nvPr/>
        </p:nvSpPr>
        <p:spPr>
          <a:xfrm>
            <a:off x="5342356" y="4123418"/>
            <a:ext cx="28398" cy="28398"/>
          </a:xfrm>
          <a:prstGeom prst="ellipse">
            <a:avLst/>
          </a:prstGeom>
          <a:solidFill>
            <a:srgbClr val="7F8C97">
              <a:alpha val="48000"/>
            </a:srgbClr>
          </a:solidFill>
          <a:ln w="0">
            <a:noFill/>
            <a:prstDash val="solid"/>
          </a:ln>
        </p:spPr>
      </p:sp>
      <p:sp>
        <p:nvSpPr>
          <p:cNvPr id="1712" name="01_find_only_1711">
            <a:extLst>
              <a:ext uri="{FF2B5EF4-FFF2-40B4-BE49-F238E27FC236}">
                <a16:creationId xmlns:a16="http://schemas.microsoft.com/office/drawing/2014/main" id="{15369468-691C-48EB-8DAE-4F3BC150B6C1}"/>
              </a:ext>
            </a:extLst>
          </p:cNvPr>
          <p:cNvSpPr>
            <a:spLocks noGrp="1"/>
          </p:cNvSpPr>
          <p:nvPr/>
        </p:nvSpPr>
        <p:spPr>
          <a:xfrm>
            <a:off x="5284937" y="4123418"/>
            <a:ext cx="28398" cy="28398"/>
          </a:xfrm>
          <a:prstGeom prst="ellipse">
            <a:avLst/>
          </a:prstGeom>
          <a:solidFill>
            <a:srgbClr val="7F8C97">
              <a:alpha val="48000"/>
            </a:srgbClr>
          </a:solidFill>
          <a:ln w="0">
            <a:noFill/>
            <a:prstDash val="solid"/>
          </a:ln>
        </p:spPr>
      </p:sp>
      <p:sp>
        <p:nvSpPr>
          <p:cNvPr id="1713" name="01_find_only_1712">
            <a:extLst>
              <a:ext uri="{FF2B5EF4-FFF2-40B4-BE49-F238E27FC236}">
                <a16:creationId xmlns:a16="http://schemas.microsoft.com/office/drawing/2014/main" id="{28C1C28C-5551-4A4E-9CE7-073F30692707}"/>
              </a:ext>
            </a:extLst>
          </p:cNvPr>
          <p:cNvSpPr>
            <a:spLocks noGrp="1"/>
          </p:cNvSpPr>
          <p:nvPr/>
        </p:nvSpPr>
        <p:spPr>
          <a:xfrm>
            <a:off x="5337206" y="2855402"/>
            <a:ext cx="28398" cy="28398"/>
          </a:xfrm>
          <a:prstGeom prst="ellipse">
            <a:avLst/>
          </a:prstGeom>
          <a:solidFill>
            <a:srgbClr val="7F8C97">
              <a:alpha val="48000"/>
            </a:srgbClr>
          </a:solidFill>
          <a:ln w="0">
            <a:noFill/>
            <a:prstDash val="solid"/>
          </a:ln>
        </p:spPr>
      </p:sp>
      <p:sp>
        <p:nvSpPr>
          <p:cNvPr id="1714" name="01_find_only_1713">
            <a:extLst>
              <a:ext uri="{FF2B5EF4-FFF2-40B4-BE49-F238E27FC236}">
                <a16:creationId xmlns:a16="http://schemas.microsoft.com/office/drawing/2014/main" id="{1A96ADAA-1B03-44F6-ACDF-C67195E71CBC}"/>
              </a:ext>
            </a:extLst>
          </p:cNvPr>
          <p:cNvSpPr>
            <a:spLocks noGrp="1"/>
          </p:cNvSpPr>
          <p:nvPr/>
        </p:nvSpPr>
        <p:spPr>
          <a:xfrm>
            <a:off x="5269294" y="3278074"/>
            <a:ext cx="28398" cy="28398"/>
          </a:xfrm>
          <a:prstGeom prst="ellipse">
            <a:avLst/>
          </a:prstGeom>
          <a:solidFill>
            <a:srgbClr val="7F8C97">
              <a:alpha val="48000"/>
            </a:srgbClr>
          </a:solidFill>
          <a:ln w="0">
            <a:noFill/>
            <a:prstDash val="solid"/>
          </a:ln>
        </p:spPr>
      </p:sp>
      <p:sp>
        <p:nvSpPr>
          <p:cNvPr id="1715" name="01_find_only_1714">
            <a:extLst>
              <a:ext uri="{FF2B5EF4-FFF2-40B4-BE49-F238E27FC236}">
                <a16:creationId xmlns:a16="http://schemas.microsoft.com/office/drawing/2014/main" id="{6EB17A4D-C4D1-47A1-8A8B-5026C7301BC9}"/>
              </a:ext>
            </a:extLst>
          </p:cNvPr>
          <p:cNvSpPr>
            <a:spLocks noGrp="1"/>
          </p:cNvSpPr>
          <p:nvPr/>
        </p:nvSpPr>
        <p:spPr>
          <a:xfrm>
            <a:off x="5287417" y="4123418"/>
            <a:ext cx="28398" cy="28398"/>
          </a:xfrm>
          <a:prstGeom prst="ellipse">
            <a:avLst/>
          </a:prstGeom>
          <a:solidFill>
            <a:srgbClr val="7F8C97">
              <a:alpha val="48000"/>
            </a:srgbClr>
          </a:solidFill>
          <a:ln w="0">
            <a:noFill/>
            <a:prstDash val="solid"/>
          </a:ln>
        </p:spPr>
      </p:sp>
      <p:sp>
        <p:nvSpPr>
          <p:cNvPr id="1716" name="01_find_only_1715">
            <a:extLst>
              <a:ext uri="{FF2B5EF4-FFF2-40B4-BE49-F238E27FC236}">
                <a16:creationId xmlns:a16="http://schemas.microsoft.com/office/drawing/2014/main" id="{B490AB80-2478-4D99-A0F1-FA318F95C066}"/>
              </a:ext>
            </a:extLst>
          </p:cNvPr>
          <p:cNvSpPr>
            <a:spLocks noGrp="1"/>
          </p:cNvSpPr>
          <p:nvPr/>
        </p:nvSpPr>
        <p:spPr>
          <a:xfrm>
            <a:off x="5315840" y="3679612"/>
            <a:ext cx="28398" cy="28398"/>
          </a:xfrm>
          <a:prstGeom prst="ellipse">
            <a:avLst/>
          </a:prstGeom>
          <a:solidFill>
            <a:srgbClr val="7F8C97">
              <a:alpha val="48000"/>
            </a:srgbClr>
          </a:solidFill>
          <a:ln w="0">
            <a:noFill/>
            <a:prstDash val="solid"/>
          </a:ln>
        </p:spPr>
      </p:sp>
      <p:sp>
        <p:nvSpPr>
          <p:cNvPr id="1717" name="01_find_only_1716">
            <a:extLst>
              <a:ext uri="{FF2B5EF4-FFF2-40B4-BE49-F238E27FC236}">
                <a16:creationId xmlns:a16="http://schemas.microsoft.com/office/drawing/2014/main" id="{539E3267-010C-4BE8-9B3D-EC86F78370A9}"/>
              </a:ext>
            </a:extLst>
          </p:cNvPr>
          <p:cNvSpPr>
            <a:spLocks noGrp="1"/>
          </p:cNvSpPr>
          <p:nvPr/>
        </p:nvSpPr>
        <p:spPr>
          <a:xfrm>
            <a:off x="5332914" y="4123418"/>
            <a:ext cx="28398" cy="28398"/>
          </a:xfrm>
          <a:prstGeom prst="ellipse">
            <a:avLst/>
          </a:prstGeom>
          <a:solidFill>
            <a:srgbClr val="7F8C97">
              <a:alpha val="48000"/>
            </a:srgbClr>
          </a:solidFill>
          <a:ln w="0">
            <a:noFill/>
            <a:prstDash val="solid"/>
          </a:ln>
        </p:spPr>
      </p:sp>
      <p:sp>
        <p:nvSpPr>
          <p:cNvPr id="1718" name="01_find_only_1717">
            <a:extLst>
              <a:ext uri="{FF2B5EF4-FFF2-40B4-BE49-F238E27FC236}">
                <a16:creationId xmlns:a16="http://schemas.microsoft.com/office/drawing/2014/main" id="{FA73B6B3-E7B5-425E-812E-4329865EC1A4}"/>
              </a:ext>
            </a:extLst>
          </p:cNvPr>
          <p:cNvSpPr>
            <a:spLocks noGrp="1"/>
          </p:cNvSpPr>
          <p:nvPr/>
        </p:nvSpPr>
        <p:spPr>
          <a:xfrm>
            <a:off x="5342166" y="4123418"/>
            <a:ext cx="28398" cy="28398"/>
          </a:xfrm>
          <a:prstGeom prst="ellipse">
            <a:avLst/>
          </a:prstGeom>
          <a:solidFill>
            <a:srgbClr val="7F8C97">
              <a:alpha val="48000"/>
            </a:srgbClr>
          </a:solidFill>
          <a:ln w="0">
            <a:noFill/>
            <a:prstDash val="solid"/>
          </a:ln>
        </p:spPr>
      </p:sp>
      <p:sp>
        <p:nvSpPr>
          <p:cNvPr id="1719" name="01_find_only_1718">
            <a:extLst>
              <a:ext uri="{FF2B5EF4-FFF2-40B4-BE49-F238E27FC236}">
                <a16:creationId xmlns:a16="http://schemas.microsoft.com/office/drawing/2014/main" id="{34C7627E-0BEF-46AA-9AC5-8CF03C67CF84}"/>
              </a:ext>
            </a:extLst>
          </p:cNvPr>
          <p:cNvSpPr>
            <a:spLocks noGrp="1"/>
          </p:cNvSpPr>
          <p:nvPr/>
        </p:nvSpPr>
        <p:spPr>
          <a:xfrm>
            <a:off x="5309259" y="4123418"/>
            <a:ext cx="28398" cy="28398"/>
          </a:xfrm>
          <a:prstGeom prst="ellipse">
            <a:avLst/>
          </a:prstGeom>
          <a:solidFill>
            <a:srgbClr val="7F8C97">
              <a:alpha val="48000"/>
            </a:srgbClr>
          </a:solidFill>
          <a:ln w="0">
            <a:noFill/>
            <a:prstDash val="solid"/>
          </a:ln>
        </p:spPr>
      </p:sp>
      <p:sp>
        <p:nvSpPr>
          <p:cNvPr id="1720" name="01_find_only_1719">
            <a:extLst>
              <a:ext uri="{FF2B5EF4-FFF2-40B4-BE49-F238E27FC236}">
                <a16:creationId xmlns:a16="http://schemas.microsoft.com/office/drawing/2014/main" id="{1A7C426C-BCD3-4351-9974-CB3105A8AD36}"/>
              </a:ext>
            </a:extLst>
          </p:cNvPr>
          <p:cNvSpPr>
            <a:spLocks noGrp="1"/>
          </p:cNvSpPr>
          <p:nvPr/>
        </p:nvSpPr>
        <p:spPr>
          <a:xfrm>
            <a:off x="5252698" y="3522779"/>
            <a:ext cx="28398" cy="28398"/>
          </a:xfrm>
          <a:prstGeom prst="ellipse">
            <a:avLst/>
          </a:prstGeom>
          <a:solidFill>
            <a:srgbClr val="7F8C97">
              <a:alpha val="48000"/>
            </a:srgbClr>
          </a:solidFill>
          <a:ln w="0">
            <a:noFill/>
            <a:prstDash val="solid"/>
          </a:ln>
        </p:spPr>
      </p:sp>
      <p:sp>
        <p:nvSpPr>
          <p:cNvPr id="1721" name="01_find_only_1720">
            <a:extLst>
              <a:ext uri="{FF2B5EF4-FFF2-40B4-BE49-F238E27FC236}">
                <a16:creationId xmlns:a16="http://schemas.microsoft.com/office/drawing/2014/main" id="{4AF3E26A-318C-4100-B9EB-C15BCCA8CA5F}"/>
              </a:ext>
            </a:extLst>
          </p:cNvPr>
          <p:cNvSpPr>
            <a:spLocks noGrp="1"/>
          </p:cNvSpPr>
          <p:nvPr/>
        </p:nvSpPr>
        <p:spPr>
          <a:xfrm>
            <a:off x="5266814" y="4123418"/>
            <a:ext cx="28398" cy="28398"/>
          </a:xfrm>
          <a:prstGeom prst="ellipse">
            <a:avLst/>
          </a:prstGeom>
          <a:solidFill>
            <a:srgbClr val="7F8C97">
              <a:alpha val="48000"/>
            </a:srgbClr>
          </a:solidFill>
          <a:ln w="0">
            <a:noFill/>
            <a:prstDash val="solid"/>
          </a:ln>
        </p:spPr>
      </p:sp>
      <p:sp>
        <p:nvSpPr>
          <p:cNvPr id="1722" name="01_find_only_1721">
            <a:extLst>
              <a:ext uri="{FF2B5EF4-FFF2-40B4-BE49-F238E27FC236}">
                <a16:creationId xmlns:a16="http://schemas.microsoft.com/office/drawing/2014/main" id="{650BB7FE-BBD9-4361-8522-CAD42B9CB855}"/>
              </a:ext>
            </a:extLst>
          </p:cNvPr>
          <p:cNvSpPr>
            <a:spLocks noGrp="1"/>
          </p:cNvSpPr>
          <p:nvPr/>
        </p:nvSpPr>
        <p:spPr>
          <a:xfrm>
            <a:off x="5273014" y="4123418"/>
            <a:ext cx="28398" cy="28398"/>
          </a:xfrm>
          <a:prstGeom prst="ellipse">
            <a:avLst/>
          </a:prstGeom>
          <a:solidFill>
            <a:srgbClr val="7F8C97">
              <a:alpha val="48000"/>
            </a:srgbClr>
          </a:solidFill>
          <a:ln w="0">
            <a:noFill/>
            <a:prstDash val="solid"/>
          </a:ln>
        </p:spPr>
      </p:sp>
      <p:sp>
        <p:nvSpPr>
          <p:cNvPr id="1723" name="01_find_only_1722">
            <a:extLst>
              <a:ext uri="{FF2B5EF4-FFF2-40B4-BE49-F238E27FC236}">
                <a16:creationId xmlns:a16="http://schemas.microsoft.com/office/drawing/2014/main" id="{963AE8C5-233C-419D-B550-11926B302349}"/>
              </a:ext>
            </a:extLst>
          </p:cNvPr>
          <p:cNvSpPr>
            <a:spLocks noGrp="1"/>
          </p:cNvSpPr>
          <p:nvPr/>
        </p:nvSpPr>
        <p:spPr>
          <a:xfrm>
            <a:off x="5252507" y="4123418"/>
            <a:ext cx="28398" cy="28398"/>
          </a:xfrm>
          <a:prstGeom prst="ellipse">
            <a:avLst/>
          </a:prstGeom>
          <a:solidFill>
            <a:srgbClr val="7F8C97">
              <a:alpha val="48000"/>
            </a:srgbClr>
          </a:solidFill>
          <a:ln w="0">
            <a:noFill/>
            <a:prstDash val="solid"/>
          </a:ln>
        </p:spPr>
      </p:sp>
      <p:sp>
        <p:nvSpPr>
          <p:cNvPr id="1724" name="01_find_only_1723">
            <a:extLst>
              <a:ext uri="{FF2B5EF4-FFF2-40B4-BE49-F238E27FC236}">
                <a16:creationId xmlns:a16="http://schemas.microsoft.com/office/drawing/2014/main" id="{57D1DB16-FDA8-46AC-BEF5-2D3AA75BB1D5}"/>
              </a:ext>
            </a:extLst>
          </p:cNvPr>
          <p:cNvSpPr>
            <a:spLocks noGrp="1"/>
          </p:cNvSpPr>
          <p:nvPr/>
        </p:nvSpPr>
        <p:spPr>
          <a:xfrm>
            <a:off x="5251935" y="3616211"/>
            <a:ext cx="28398" cy="28398"/>
          </a:xfrm>
          <a:prstGeom prst="ellipse">
            <a:avLst/>
          </a:prstGeom>
          <a:solidFill>
            <a:srgbClr val="7F8C97">
              <a:alpha val="48000"/>
            </a:srgbClr>
          </a:solidFill>
          <a:ln w="0">
            <a:noFill/>
            <a:prstDash val="solid"/>
          </a:ln>
        </p:spPr>
      </p:sp>
      <p:sp>
        <p:nvSpPr>
          <p:cNvPr id="1725" name="01_find_only_1724">
            <a:extLst>
              <a:ext uri="{FF2B5EF4-FFF2-40B4-BE49-F238E27FC236}">
                <a16:creationId xmlns:a16="http://schemas.microsoft.com/office/drawing/2014/main" id="{242A0535-A629-4D30-8675-13A40BD3D600}"/>
              </a:ext>
            </a:extLst>
          </p:cNvPr>
          <p:cNvSpPr>
            <a:spLocks noGrp="1"/>
          </p:cNvSpPr>
          <p:nvPr/>
        </p:nvSpPr>
        <p:spPr>
          <a:xfrm>
            <a:off x="5270439" y="2855402"/>
            <a:ext cx="28398" cy="28398"/>
          </a:xfrm>
          <a:prstGeom prst="ellipse">
            <a:avLst/>
          </a:prstGeom>
          <a:solidFill>
            <a:srgbClr val="7F8C97">
              <a:alpha val="48000"/>
            </a:srgbClr>
          </a:solidFill>
          <a:ln w="0">
            <a:noFill/>
            <a:prstDash val="solid"/>
          </a:ln>
        </p:spPr>
      </p:sp>
      <p:sp>
        <p:nvSpPr>
          <p:cNvPr id="1726" name="01_find_only_1725">
            <a:extLst>
              <a:ext uri="{FF2B5EF4-FFF2-40B4-BE49-F238E27FC236}">
                <a16:creationId xmlns:a16="http://schemas.microsoft.com/office/drawing/2014/main" id="{74F1A09A-DBEC-426B-BF87-4E175FE0AE3D}"/>
              </a:ext>
            </a:extLst>
          </p:cNvPr>
          <p:cNvSpPr>
            <a:spLocks noGrp="1"/>
          </p:cNvSpPr>
          <p:nvPr/>
        </p:nvSpPr>
        <p:spPr>
          <a:xfrm>
            <a:off x="5306398" y="3806414"/>
            <a:ext cx="28398" cy="28398"/>
          </a:xfrm>
          <a:prstGeom prst="ellipse">
            <a:avLst/>
          </a:prstGeom>
          <a:solidFill>
            <a:srgbClr val="7F8C97">
              <a:alpha val="48000"/>
            </a:srgbClr>
          </a:solidFill>
          <a:ln w="0">
            <a:noFill/>
            <a:prstDash val="solid"/>
          </a:ln>
        </p:spPr>
      </p:sp>
      <p:sp>
        <p:nvSpPr>
          <p:cNvPr id="1727" name="01_find_only_1726">
            <a:extLst>
              <a:ext uri="{FF2B5EF4-FFF2-40B4-BE49-F238E27FC236}">
                <a16:creationId xmlns:a16="http://schemas.microsoft.com/office/drawing/2014/main" id="{4E7F9781-785A-426B-9D8D-59EE97420884}"/>
              </a:ext>
            </a:extLst>
          </p:cNvPr>
          <p:cNvSpPr>
            <a:spLocks noGrp="1"/>
          </p:cNvSpPr>
          <p:nvPr/>
        </p:nvSpPr>
        <p:spPr>
          <a:xfrm>
            <a:off x="5265384" y="4123418"/>
            <a:ext cx="28398" cy="28398"/>
          </a:xfrm>
          <a:prstGeom prst="ellipse">
            <a:avLst/>
          </a:prstGeom>
          <a:solidFill>
            <a:srgbClr val="7F8C97">
              <a:alpha val="48000"/>
            </a:srgbClr>
          </a:solidFill>
          <a:ln w="0">
            <a:noFill/>
            <a:prstDash val="solid"/>
          </a:ln>
        </p:spPr>
      </p:sp>
      <p:sp>
        <p:nvSpPr>
          <p:cNvPr id="1728" name="01_find_only_1727">
            <a:extLst>
              <a:ext uri="{FF2B5EF4-FFF2-40B4-BE49-F238E27FC236}">
                <a16:creationId xmlns:a16="http://schemas.microsoft.com/office/drawing/2014/main" id="{3B3DD2D5-07F4-450D-B239-8BAAD8094725}"/>
              </a:ext>
            </a:extLst>
          </p:cNvPr>
          <p:cNvSpPr>
            <a:spLocks noGrp="1"/>
          </p:cNvSpPr>
          <p:nvPr/>
        </p:nvSpPr>
        <p:spPr>
          <a:xfrm>
            <a:off x="5293998" y="4123418"/>
            <a:ext cx="28398" cy="28398"/>
          </a:xfrm>
          <a:prstGeom prst="ellipse">
            <a:avLst/>
          </a:prstGeom>
          <a:solidFill>
            <a:srgbClr val="7F8C97">
              <a:alpha val="48000"/>
            </a:srgbClr>
          </a:solidFill>
          <a:ln w="0">
            <a:noFill/>
            <a:prstDash val="solid"/>
          </a:ln>
        </p:spPr>
      </p:sp>
      <p:sp>
        <p:nvSpPr>
          <p:cNvPr id="1729" name="01_find_only_1728">
            <a:extLst>
              <a:ext uri="{FF2B5EF4-FFF2-40B4-BE49-F238E27FC236}">
                <a16:creationId xmlns:a16="http://schemas.microsoft.com/office/drawing/2014/main" id="{C86DD74C-E2B0-4F56-BA91-6DA36C4013F3}"/>
              </a:ext>
            </a:extLst>
          </p:cNvPr>
          <p:cNvSpPr>
            <a:spLocks noGrp="1"/>
          </p:cNvSpPr>
          <p:nvPr/>
        </p:nvSpPr>
        <p:spPr>
          <a:xfrm>
            <a:off x="5283888" y="4123418"/>
            <a:ext cx="28398" cy="28398"/>
          </a:xfrm>
          <a:prstGeom prst="ellipse">
            <a:avLst/>
          </a:prstGeom>
          <a:solidFill>
            <a:srgbClr val="7F8C97">
              <a:alpha val="48000"/>
            </a:srgbClr>
          </a:solidFill>
          <a:ln w="0">
            <a:noFill/>
            <a:prstDash val="solid"/>
          </a:ln>
        </p:spPr>
      </p:sp>
      <p:sp>
        <p:nvSpPr>
          <p:cNvPr id="1730" name="01_find_only_1729">
            <a:extLst>
              <a:ext uri="{FF2B5EF4-FFF2-40B4-BE49-F238E27FC236}">
                <a16:creationId xmlns:a16="http://schemas.microsoft.com/office/drawing/2014/main" id="{C0597DA1-D6A5-4B50-B019-0358442D54CC}"/>
              </a:ext>
            </a:extLst>
          </p:cNvPr>
          <p:cNvSpPr>
            <a:spLocks noGrp="1"/>
          </p:cNvSpPr>
          <p:nvPr/>
        </p:nvSpPr>
        <p:spPr>
          <a:xfrm>
            <a:off x="5331197" y="4123418"/>
            <a:ext cx="28398" cy="28398"/>
          </a:xfrm>
          <a:prstGeom prst="ellipse">
            <a:avLst/>
          </a:prstGeom>
          <a:solidFill>
            <a:srgbClr val="7F8C97">
              <a:alpha val="48000"/>
            </a:srgbClr>
          </a:solidFill>
          <a:ln w="0">
            <a:noFill/>
            <a:prstDash val="solid"/>
          </a:ln>
        </p:spPr>
      </p:sp>
      <p:sp>
        <p:nvSpPr>
          <p:cNvPr id="1731" name="01_find_only_1730">
            <a:extLst>
              <a:ext uri="{FF2B5EF4-FFF2-40B4-BE49-F238E27FC236}">
                <a16:creationId xmlns:a16="http://schemas.microsoft.com/office/drawing/2014/main" id="{16597946-71A0-4531-991A-A6545E02DA70}"/>
              </a:ext>
            </a:extLst>
          </p:cNvPr>
          <p:cNvSpPr>
            <a:spLocks noGrp="1"/>
          </p:cNvSpPr>
          <p:nvPr/>
        </p:nvSpPr>
        <p:spPr>
          <a:xfrm>
            <a:off x="5274445" y="4092740"/>
            <a:ext cx="28398" cy="28398"/>
          </a:xfrm>
          <a:prstGeom prst="ellipse">
            <a:avLst/>
          </a:prstGeom>
          <a:solidFill>
            <a:srgbClr val="7F8C97">
              <a:alpha val="48000"/>
            </a:srgbClr>
          </a:solidFill>
          <a:ln w="0">
            <a:noFill/>
            <a:prstDash val="solid"/>
          </a:ln>
        </p:spPr>
      </p:sp>
      <p:sp>
        <p:nvSpPr>
          <p:cNvPr id="1732" name="01_find_only_1731">
            <a:extLst>
              <a:ext uri="{FF2B5EF4-FFF2-40B4-BE49-F238E27FC236}">
                <a16:creationId xmlns:a16="http://schemas.microsoft.com/office/drawing/2014/main" id="{6A366EEA-9028-468B-BA55-C72D1C55E3EC}"/>
              </a:ext>
            </a:extLst>
          </p:cNvPr>
          <p:cNvSpPr>
            <a:spLocks noGrp="1"/>
          </p:cNvSpPr>
          <p:nvPr/>
        </p:nvSpPr>
        <p:spPr>
          <a:xfrm>
            <a:off x="5313647" y="4123418"/>
            <a:ext cx="28398" cy="28398"/>
          </a:xfrm>
          <a:prstGeom prst="ellipse">
            <a:avLst/>
          </a:prstGeom>
          <a:solidFill>
            <a:srgbClr val="7F8C97">
              <a:alpha val="48000"/>
            </a:srgbClr>
          </a:solidFill>
          <a:ln w="0">
            <a:noFill/>
            <a:prstDash val="solid"/>
          </a:ln>
        </p:spPr>
      </p:sp>
      <p:sp>
        <p:nvSpPr>
          <p:cNvPr id="1733" name="01_find_only_1732">
            <a:extLst>
              <a:ext uri="{FF2B5EF4-FFF2-40B4-BE49-F238E27FC236}">
                <a16:creationId xmlns:a16="http://schemas.microsoft.com/office/drawing/2014/main" id="{4A5333A6-93D6-408C-9F21-EC4102270816}"/>
              </a:ext>
            </a:extLst>
          </p:cNvPr>
          <p:cNvSpPr>
            <a:spLocks noGrp="1"/>
          </p:cNvSpPr>
          <p:nvPr/>
        </p:nvSpPr>
        <p:spPr>
          <a:xfrm>
            <a:off x="5316031" y="2855402"/>
            <a:ext cx="28398" cy="28398"/>
          </a:xfrm>
          <a:prstGeom prst="ellipse">
            <a:avLst/>
          </a:prstGeom>
          <a:solidFill>
            <a:srgbClr val="7F8C97">
              <a:alpha val="48000"/>
            </a:srgbClr>
          </a:solidFill>
          <a:ln w="0">
            <a:noFill/>
            <a:prstDash val="solid"/>
          </a:ln>
        </p:spPr>
      </p:sp>
      <p:sp>
        <p:nvSpPr>
          <p:cNvPr id="1734" name="01_find_only_1733">
            <a:extLst>
              <a:ext uri="{FF2B5EF4-FFF2-40B4-BE49-F238E27FC236}">
                <a16:creationId xmlns:a16="http://schemas.microsoft.com/office/drawing/2014/main" id="{37DF88B2-DE74-4BAD-BA8C-4B756A122EE7}"/>
              </a:ext>
            </a:extLst>
          </p:cNvPr>
          <p:cNvSpPr>
            <a:spLocks noGrp="1"/>
          </p:cNvSpPr>
          <p:nvPr/>
        </p:nvSpPr>
        <p:spPr>
          <a:xfrm>
            <a:off x="5252221" y="3700746"/>
            <a:ext cx="28398" cy="28398"/>
          </a:xfrm>
          <a:prstGeom prst="ellipse">
            <a:avLst/>
          </a:prstGeom>
          <a:solidFill>
            <a:srgbClr val="7F8C97">
              <a:alpha val="48000"/>
            </a:srgbClr>
          </a:solidFill>
          <a:ln w="0">
            <a:noFill/>
            <a:prstDash val="solid"/>
          </a:ln>
        </p:spPr>
      </p:sp>
      <p:sp>
        <p:nvSpPr>
          <p:cNvPr id="1735" name="01_find_only_1734">
            <a:extLst>
              <a:ext uri="{FF2B5EF4-FFF2-40B4-BE49-F238E27FC236}">
                <a16:creationId xmlns:a16="http://schemas.microsoft.com/office/drawing/2014/main" id="{6F3C1428-2B06-43A1-B05F-AC58DEEA648C}"/>
              </a:ext>
            </a:extLst>
          </p:cNvPr>
          <p:cNvSpPr>
            <a:spLocks noGrp="1"/>
          </p:cNvSpPr>
          <p:nvPr/>
        </p:nvSpPr>
        <p:spPr>
          <a:xfrm>
            <a:off x="5329957" y="4123418"/>
            <a:ext cx="28398" cy="28398"/>
          </a:xfrm>
          <a:prstGeom prst="ellipse">
            <a:avLst/>
          </a:prstGeom>
          <a:solidFill>
            <a:srgbClr val="7F8C97">
              <a:alpha val="48000"/>
            </a:srgbClr>
          </a:solidFill>
          <a:ln w="0">
            <a:noFill/>
            <a:prstDash val="solid"/>
          </a:ln>
        </p:spPr>
      </p:sp>
      <p:sp>
        <p:nvSpPr>
          <p:cNvPr id="1736" name="01_find_only_1735">
            <a:extLst>
              <a:ext uri="{FF2B5EF4-FFF2-40B4-BE49-F238E27FC236}">
                <a16:creationId xmlns:a16="http://schemas.microsoft.com/office/drawing/2014/main" id="{84FAD0FA-7156-46EC-B382-19F22DF9100E}"/>
              </a:ext>
            </a:extLst>
          </p:cNvPr>
          <p:cNvSpPr>
            <a:spLocks noGrp="1"/>
          </p:cNvSpPr>
          <p:nvPr/>
        </p:nvSpPr>
        <p:spPr>
          <a:xfrm>
            <a:off x="5249932" y="4123418"/>
            <a:ext cx="28398" cy="28398"/>
          </a:xfrm>
          <a:prstGeom prst="ellipse">
            <a:avLst/>
          </a:prstGeom>
          <a:solidFill>
            <a:srgbClr val="7F8C97">
              <a:alpha val="48000"/>
            </a:srgbClr>
          </a:solidFill>
          <a:ln w="0">
            <a:noFill/>
            <a:prstDash val="solid"/>
          </a:ln>
        </p:spPr>
      </p:sp>
      <p:sp>
        <p:nvSpPr>
          <p:cNvPr id="1737" name="01_find_only_1736">
            <a:extLst>
              <a:ext uri="{FF2B5EF4-FFF2-40B4-BE49-F238E27FC236}">
                <a16:creationId xmlns:a16="http://schemas.microsoft.com/office/drawing/2014/main" id="{44D84F3C-3685-4CC0-BDBD-C57EF6A1E01E}"/>
              </a:ext>
            </a:extLst>
          </p:cNvPr>
          <p:cNvSpPr>
            <a:spLocks noGrp="1"/>
          </p:cNvSpPr>
          <p:nvPr/>
        </p:nvSpPr>
        <p:spPr>
          <a:xfrm>
            <a:off x="5329766" y="4123418"/>
            <a:ext cx="28398" cy="28398"/>
          </a:xfrm>
          <a:prstGeom prst="ellipse">
            <a:avLst/>
          </a:prstGeom>
          <a:solidFill>
            <a:srgbClr val="7F8C97">
              <a:alpha val="48000"/>
            </a:srgbClr>
          </a:solidFill>
          <a:ln w="0">
            <a:noFill/>
            <a:prstDash val="solid"/>
          </a:ln>
        </p:spPr>
      </p:sp>
      <p:sp>
        <p:nvSpPr>
          <p:cNvPr id="1738" name="01_find_only_1737">
            <a:extLst>
              <a:ext uri="{FF2B5EF4-FFF2-40B4-BE49-F238E27FC236}">
                <a16:creationId xmlns:a16="http://schemas.microsoft.com/office/drawing/2014/main" id="{E17F9B1A-53B7-4AC6-9EB3-7ACFE5DBBCB7}"/>
              </a:ext>
            </a:extLst>
          </p:cNvPr>
          <p:cNvSpPr>
            <a:spLocks noGrp="1"/>
          </p:cNvSpPr>
          <p:nvPr/>
        </p:nvSpPr>
        <p:spPr>
          <a:xfrm>
            <a:off x="5339018" y="4123418"/>
            <a:ext cx="28398" cy="28398"/>
          </a:xfrm>
          <a:prstGeom prst="ellipse">
            <a:avLst/>
          </a:prstGeom>
          <a:solidFill>
            <a:srgbClr val="7F8C97">
              <a:alpha val="48000"/>
            </a:srgbClr>
          </a:solidFill>
          <a:ln w="0">
            <a:noFill/>
            <a:prstDash val="solid"/>
          </a:ln>
        </p:spPr>
      </p:sp>
      <p:sp>
        <p:nvSpPr>
          <p:cNvPr id="1739" name="01_find_only_1738">
            <a:extLst>
              <a:ext uri="{FF2B5EF4-FFF2-40B4-BE49-F238E27FC236}">
                <a16:creationId xmlns:a16="http://schemas.microsoft.com/office/drawing/2014/main" id="{721EF606-1317-4B2D-8340-89D39F3D739E}"/>
              </a:ext>
            </a:extLst>
          </p:cNvPr>
          <p:cNvSpPr>
            <a:spLocks noGrp="1"/>
          </p:cNvSpPr>
          <p:nvPr/>
        </p:nvSpPr>
        <p:spPr>
          <a:xfrm>
            <a:off x="5306970" y="4123418"/>
            <a:ext cx="28398" cy="28398"/>
          </a:xfrm>
          <a:prstGeom prst="ellipse">
            <a:avLst/>
          </a:prstGeom>
          <a:solidFill>
            <a:srgbClr val="7F8C97">
              <a:alpha val="48000"/>
            </a:srgbClr>
          </a:solidFill>
          <a:ln w="0">
            <a:noFill/>
            <a:prstDash val="solid"/>
          </a:ln>
        </p:spPr>
      </p:sp>
      <p:sp>
        <p:nvSpPr>
          <p:cNvPr id="1740" name="01_find_only_1739">
            <a:extLst>
              <a:ext uri="{FF2B5EF4-FFF2-40B4-BE49-F238E27FC236}">
                <a16:creationId xmlns:a16="http://schemas.microsoft.com/office/drawing/2014/main" id="{CD05F719-9C1E-4508-AF42-93EC1937D4EC}"/>
              </a:ext>
            </a:extLst>
          </p:cNvPr>
          <p:cNvSpPr>
            <a:spLocks noGrp="1"/>
          </p:cNvSpPr>
          <p:nvPr/>
        </p:nvSpPr>
        <p:spPr>
          <a:xfrm>
            <a:off x="5278355" y="4123418"/>
            <a:ext cx="28398" cy="28398"/>
          </a:xfrm>
          <a:prstGeom prst="ellipse">
            <a:avLst/>
          </a:prstGeom>
          <a:solidFill>
            <a:srgbClr val="7F8C97">
              <a:alpha val="48000"/>
            </a:srgbClr>
          </a:solidFill>
          <a:ln w="0">
            <a:noFill/>
            <a:prstDash val="solid"/>
          </a:ln>
        </p:spPr>
      </p:sp>
      <p:sp>
        <p:nvSpPr>
          <p:cNvPr id="1741" name="01_find_only_1740">
            <a:extLst>
              <a:ext uri="{FF2B5EF4-FFF2-40B4-BE49-F238E27FC236}">
                <a16:creationId xmlns:a16="http://schemas.microsoft.com/office/drawing/2014/main" id="{8126CDBE-5B13-4841-B3FD-EC7B1BC1BF83}"/>
              </a:ext>
            </a:extLst>
          </p:cNvPr>
          <p:cNvSpPr>
            <a:spLocks noGrp="1"/>
          </p:cNvSpPr>
          <p:nvPr/>
        </p:nvSpPr>
        <p:spPr>
          <a:xfrm>
            <a:off x="5318320" y="4123418"/>
            <a:ext cx="28398" cy="28398"/>
          </a:xfrm>
          <a:prstGeom prst="ellipse">
            <a:avLst/>
          </a:prstGeom>
          <a:solidFill>
            <a:srgbClr val="7F8C97">
              <a:alpha val="48000"/>
            </a:srgbClr>
          </a:solidFill>
          <a:ln w="0">
            <a:noFill/>
            <a:prstDash val="solid"/>
          </a:ln>
        </p:spPr>
      </p:sp>
      <p:sp>
        <p:nvSpPr>
          <p:cNvPr id="1742" name="01_find_only_1741">
            <a:extLst>
              <a:ext uri="{FF2B5EF4-FFF2-40B4-BE49-F238E27FC236}">
                <a16:creationId xmlns:a16="http://schemas.microsoft.com/office/drawing/2014/main" id="{6475D9D9-5DA2-4A06-A622-8FE593FA30B0}"/>
              </a:ext>
            </a:extLst>
          </p:cNvPr>
          <p:cNvSpPr>
            <a:spLocks noGrp="1"/>
          </p:cNvSpPr>
          <p:nvPr/>
        </p:nvSpPr>
        <p:spPr>
          <a:xfrm>
            <a:off x="5269771" y="4123418"/>
            <a:ext cx="28398" cy="28398"/>
          </a:xfrm>
          <a:prstGeom prst="ellipse">
            <a:avLst/>
          </a:prstGeom>
          <a:solidFill>
            <a:srgbClr val="7F8C97">
              <a:alpha val="48000"/>
            </a:srgbClr>
          </a:solidFill>
          <a:ln w="0">
            <a:noFill/>
            <a:prstDash val="solid"/>
          </a:ln>
        </p:spPr>
      </p:sp>
      <p:sp>
        <p:nvSpPr>
          <p:cNvPr id="1743" name="01_find_only_1742">
            <a:extLst>
              <a:ext uri="{FF2B5EF4-FFF2-40B4-BE49-F238E27FC236}">
                <a16:creationId xmlns:a16="http://schemas.microsoft.com/office/drawing/2014/main" id="{4000ECA1-908A-4234-BC28-BE7705156062}"/>
              </a:ext>
            </a:extLst>
          </p:cNvPr>
          <p:cNvSpPr>
            <a:spLocks noGrp="1"/>
          </p:cNvSpPr>
          <p:nvPr/>
        </p:nvSpPr>
        <p:spPr>
          <a:xfrm>
            <a:off x="5294284" y="4123418"/>
            <a:ext cx="28398" cy="28398"/>
          </a:xfrm>
          <a:prstGeom prst="ellipse">
            <a:avLst/>
          </a:prstGeom>
          <a:solidFill>
            <a:srgbClr val="7F8C97">
              <a:alpha val="48000"/>
            </a:srgbClr>
          </a:solidFill>
          <a:ln w="0">
            <a:noFill/>
            <a:prstDash val="solid"/>
          </a:ln>
        </p:spPr>
      </p:sp>
      <p:sp>
        <p:nvSpPr>
          <p:cNvPr id="1744" name="01_find_only_1743">
            <a:extLst>
              <a:ext uri="{FF2B5EF4-FFF2-40B4-BE49-F238E27FC236}">
                <a16:creationId xmlns:a16="http://schemas.microsoft.com/office/drawing/2014/main" id="{6D09ED89-9CDB-4A38-AEB8-E83074AE8B39}"/>
              </a:ext>
            </a:extLst>
          </p:cNvPr>
          <p:cNvSpPr>
            <a:spLocks noGrp="1"/>
          </p:cNvSpPr>
          <p:nvPr/>
        </p:nvSpPr>
        <p:spPr>
          <a:xfrm>
            <a:off x="5294284" y="4123418"/>
            <a:ext cx="28398" cy="28398"/>
          </a:xfrm>
          <a:prstGeom prst="ellipse">
            <a:avLst/>
          </a:prstGeom>
          <a:solidFill>
            <a:srgbClr val="7F8C97">
              <a:alpha val="48000"/>
            </a:srgbClr>
          </a:solidFill>
          <a:ln w="0">
            <a:noFill/>
            <a:prstDash val="solid"/>
          </a:ln>
        </p:spPr>
      </p:sp>
      <p:sp>
        <p:nvSpPr>
          <p:cNvPr id="1745" name="01_find_only_1744">
            <a:extLst>
              <a:ext uri="{FF2B5EF4-FFF2-40B4-BE49-F238E27FC236}">
                <a16:creationId xmlns:a16="http://schemas.microsoft.com/office/drawing/2014/main" id="{FDCB41F6-2574-4442-8FFA-50F1D4906BD5}"/>
              </a:ext>
            </a:extLst>
          </p:cNvPr>
          <p:cNvSpPr>
            <a:spLocks noGrp="1"/>
          </p:cNvSpPr>
          <p:nvPr/>
        </p:nvSpPr>
        <p:spPr>
          <a:xfrm>
            <a:off x="5265670" y="4123418"/>
            <a:ext cx="28398" cy="28398"/>
          </a:xfrm>
          <a:prstGeom prst="ellipse">
            <a:avLst/>
          </a:prstGeom>
          <a:solidFill>
            <a:srgbClr val="7F8C97">
              <a:alpha val="48000"/>
            </a:srgbClr>
          </a:solidFill>
          <a:ln w="0">
            <a:noFill/>
            <a:prstDash val="solid"/>
          </a:ln>
        </p:spPr>
      </p:sp>
      <p:sp>
        <p:nvSpPr>
          <p:cNvPr id="1746" name="01_find_only_1745">
            <a:extLst>
              <a:ext uri="{FF2B5EF4-FFF2-40B4-BE49-F238E27FC236}">
                <a16:creationId xmlns:a16="http://schemas.microsoft.com/office/drawing/2014/main" id="{752E2628-DA65-4D5D-ACCE-FF01CCC65F55}"/>
              </a:ext>
            </a:extLst>
          </p:cNvPr>
          <p:cNvSpPr>
            <a:spLocks noGrp="1"/>
          </p:cNvSpPr>
          <p:nvPr/>
        </p:nvSpPr>
        <p:spPr>
          <a:xfrm>
            <a:off x="5332151" y="4123418"/>
            <a:ext cx="28398" cy="28398"/>
          </a:xfrm>
          <a:prstGeom prst="ellipse">
            <a:avLst/>
          </a:prstGeom>
          <a:solidFill>
            <a:srgbClr val="7F8C97">
              <a:alpha val="48000"/>
            </a:srgbClr>
          </a:solidFill>
          <a:ln w="0">
            <a:noFill/>
            <a:prstDash val="solid"/>
          </a:ln>
        </p:spPr>
      </p:sp>
      <p:sp>
        <p:nvSpPr>
          <p:cNvPr id="1747" name="01_find_only_1746">
            <a:extLst>
              <a:ext uri="{FF2B5EF4-FFF2-40B4-BE49-F238E27FC236}">
                <a16:creationId xmlns:a16="http://schemas.microsoft.com/office/drawing/2014/main" id="{810EFB3B-6E14-42DA-927E-1F605C0AF7FA}"/>
              </a:ext>
            </a:extLst>
          </p:cNvPr>
          <p:cNvSpPr>
            <a:spLocks noGrp="1"/>
          </p:cNvSpPr>
          <p:nvPr/>
        </p:nvSpPr>
        <p:spPr>
          <a:xfrm>
            <a:off x="5279977" y="4123418"/>
            <a:ext cx="28398" cy="28398"/>
          </a:xfrm>
          <a:prstGeom prst="ellipse">
            <a:avLst/>
          </a:prstGeom>
          <a:solidFill>
            <a:srgbClr val="7F8C97">
              <a:alpha val="48000"/>
            </a:srgbClr>
          </a:solidFill>
          <a:ln w="0">
            <a:noFill/>
            <a:prstDash val="solid"/>
          </a:ln>
        </p:spPr>
      </p:sp>
      <p:sp>
        <p:nvSpPr>
          <p:cNvPr id="1748" name="01_find_only_1747">
            <a:extLst>
              <a:ext uri="{FF2B5EF4-FFF2-40B4-BE49-F238E27FC236}">
                <a16:creationId xmlns:a16="http://schemas.microsoft.com/office/drawing/2014/main" id="{34EDF1E6-40C3-4AFD-8F04-E889A55A084B}"/>
              </a:ext>
            </a:extLst>
          </p:cNvPr>
          <p:cNvSpPr>
            <a:spLocks noGrp="1"/>
          </p:cNvSpPr>
          <p:nvPr/>
        </p:nvSpPr>
        <p:spPr>
          <a:xfrm>
            <a:off x="5289229" y="4123418"/>
            <a:ext cx="28398" cy="28398"/>
          </a:xfrm>
          <a:prstGeom prst="ellipse">
            <a:avLst/>
          </a:prstGeom>
          <a:solidFill>
            <a:srgbClr val="7F8C97">
              <a:alpha val="48000"/>
            </a:srgbClr>
          </a:solidFill>
          <a:ln w="0">
            <a:noFill/>
            <a:prstDash val="solid"/>
          </a:ln>
        </p:spPr>
      </p:sp>
      <p:sp>
        <p:nvSpPr>
          <p:cNvPr id="1749" name="01_find_only_1748">
            <a:extLst>
              <a:ext uri="{FF2B5EF4-FFF2-40B4-BE49-F238E27FC236}">
                <a16:creationId xmlns:a16="http://schemas.microsoft.com/office/drawing/2014/main" id="{B7C28EE8-7DA1-4424-8414-98E317C0517E}"/>
              </a:ext>
            </a:extLst>
          </p:cNvPr>
          <p:cNvSpPr>
            <a:spLocks noGrp="1"/>
          </p:cNvSpPr>
          <p:nvPr/>
        </p:nvSpPr>
        <p:spPr>
          <a:xfrm>
            <a:off x="5341307" y="4123418"/>
            <a:ext cx="28398" cy="28398"/>
          </a:xfrm>
          <a:prstGeom prst="ellipse">
            <a:avLst/>
          </a:prstGeom>
          <a:solidFill>
            <a:srgbClr val="7F8C97">
              <a:alpha val="48000"/>
            </a:srgbClr>
          </a:solidFill>
          <a:ln w="0">
            <a:noFill/>
            <a:prstDash val="solid"/>
          </a:ln>
        </p:spPr>
      </p:sp>
      <p:sp>
        <p:nvSpPr>
          <p:cNvPr id="1750" name="01_find_only_1749">
            <a:extLst>
              <a:ext uri="{FF2B5EF4-FFF2-40B4-BE49-F238E27FC236}">
                <a16:creationId xmlns:a16="http://schemas.microsoft.com/office/drawing/2014/main" id="{869BE7F2-B9F4-4FCA-B6CA-2C51E974202C}"/>
              </a:ext>
            </a:extLst>
          </p:cNvPr>
          <p:cNvSpPr>
            <a:spLocks noGrp="1"/>
          </p:cNvSpPr>
          <p:nvPr/>
        </p:nvSpPr>
        <p:spPr>
          <a:xfrm>
            <a:off x="5312693" y="4123418"/>
            <a:ext cx="28398" cy="28398"/>
          </a:xfrm>
          <a:prstGeom prst="ellipse">
            <a:avLst/>
          </a:prstGeom>
          <a:solidFill>
            <a:srgbClr val="7F8C97">
              <a:alpha val="48000"/>
            </a:srgbClr>
          </a:solidFill>
          <a:ln w="0">
            <a:noFill/>
            <a:prstDash val="solid"/>
          </a:ln>
        </p:spPr>
      </p:sp>
      <p:sp>
        <p:nvSpPr>
          <p:cNvPr id="1751" name="01_find_only_1750">
            <a:extLst>
              <a:ext uri="{FF2B5EF4-FFF2-40B4-BE49-F238E27FC236}">
                <a16:creationId xmlns:a16="http://schemas.microsoft.com/office/drawing/2014/main" id="{53807EB6-787F-4AB7-A629-7019264D2D88}"/>
              </a:ext>
            </a:extLst>
          </p:cNvPr>
          <p:cNvSpPr>
            <a:spLocks noGrp="1"/>
          </p:cNvSpPr>
          <p:nvPr/>
        </p:nvSpPr>
        <p:spPr>
          <a:xfrm>
            <a:off x="5337873" y="4123418"/>
            <a:ext cx="28398" cy="28398"/>
          </a:xfrm>
          <a:prstGeom prst="ellipse">
            <a:avLst/>
          </a:prstGeom>
          <a:solidFill>
            <a:srgbClr val="7F8C97">
              <a:alpha val="48000"/>
            </a:srgbClr>
          </a:solidFill>
          <a:ln w="0">
            <a:noFill/>
            <a:prstDash val="solid"/>
          </a:ln>
        </p:spPr>
      </p:sp>
      <p:sp>
        <p:nvSpPr>
          <p:cNvPr id="1752" name="01_find_only_1751">
            <a:extLst>
              <a:ext uri="{FF2B5EF4-FFF2-40B4-BE49-F238E27FC236}">
                <a16:creationId xmlns:a16="http://schemas.microsoft.com/office/drawing/2014/main" id="{1C853C17-8A36-4CA6-ADD1-F17B0C0CD70F}"/>
              </a:ext>
            </a:extLst>
          </p:cNvPr>
          <p:cNvSpPr>
            <a:spLocks noGrp="1"/>
          </p:cNvSpPr>
          <p:nvPr/>
        </p:nvSpPr>
        <p:spPr>
          <a:xfrm>
            <a:off x="5253556" y="3964916"/>
            <a:ext cx="28398" cy="28398"/>
          </a:xfrm>
          <a:prstGeom prst="ellipse">
            <a:avLst/>
          </a:prstGeom>
          <a:solidFill>
            <a:srgbClr val="7F8C97">
              <a:alpha val="48000"/>
            </a:srgbClr>
          </a:solidFill>
          <a:ln w="0">
            <a:noFill/>
            <a:prstDash val="solid"/>
          </a:ln>
        </p:spPr>
      </p:sp>
      <p:sp>
        <p:nvSpPr>
          <p:cNvPr id="1753" name="01_find_only_1752">
            <a:extLst>
              <a:ext uri="{FF2B5EF4-FFF2-40B4-BE49-F238E27FC236}">
                <a16:creationId xmlns:a16="http://schemas.microsoft.com/office/drawing/2014/main" id="{A4BFA94A-6D78-403B-A232-989C5387111F}"/>
              </a:ext>
            </a:extLst>
          </p:cNvPr>
          <p:cNvSpPr>
            <a:spLocks noGrp="1"/>
          </p:cNvSpPr>
          <p:nvPr/>
        </p:nvSpPr>
        <p:spPr>
          <a:xfrm>
            <a:off x="5330815" y="4123418"/>
            <a:ext cx="28398" cy="28398"/>
          </a:xfrm>
          <a:prstGeom prst="ellipse">
            <a:avLst/>
          </a:prstGeom>
          <a:solidFill>
            <a:srgbClr val="7F8C97">
              <a:alpha val="48000"/>
            </a:srgbClr>
          </a:solidFill>
          <a:ln w="0">
            <a:noFill/>
            <a:prstDash val="solid"/>
          </a:ln>
        </p:spPr>
      </p:sp>
      <p:sp>
        <p:nvSpPr>
          <p:cNvPr id="1754" name="01_find_only_1753">
            <a:extLst>
              <a:ext uri="{FF2B5EF4-FFF2-40B4-BE49-F238E27FC236}">
                <a16:creationId xmlns:a16="http://schemas.microsoft.com/office/drawing/2014/main" id="{E116F007-916A-43CC-A2A3-2EB04B35E37C}"/>
              </a:ext>
            </a:extLst>
          </p:cNvPr>
          <p:cNvSpPr>
            <a:spLocks noGrp="1"/>
          </p:cNvSpPr>
          <p:nvPr/>
        </p:nvSpPr>
        <p:spPr>
          <a:xfrm>
            <a:off x="5318225" y="3172406"/>
            <a:ext cx="28398" cy="28398"/>
          </a:xfrm>
          <a:prstGeom prst="ellipse">
            <a:avLst/>
          </a:prstGeom>
          <a:solidFill>
            <a:srgbClr val="7F8C97">
              <a:alpha val="48000"/>
            </a:srgbClr>
          </a:solidFill>
          <a:ln w="0">
            <a:noFill/>
            <a:prstDash val="solid"/>
          </a:ln>
        </p:spPr>
      </p:sp>
      <p:sp>
        <p:nvSpPr>
          <p:cNvPr id="1755" name="01_find_only_1754">
            <a:extLst>
              <a:ext uri="{FF2B5EF4-FFF2-40B4-BE49-F238E27FC236}">
                <a16:creationId xmlns:a16="http://schemas.microsoft.com/office/drawing/2014/main" id="{A1EA523C-1E34-4335-A838-9C2F559CDC07}"/>
              </a:ext>
            </a:extLst>
          </p:cNvPr>
          <p:cNvSpPr>
            <a:spLocks noGrp="1"/>
          </p:cNvSpPr>
          <p:nvPr/>
        </p:nvSpPr>
        <p:spPr>
          <a:xfrm>
            <a:off x="5285318" y="2855402"/>
            <a:ext cx="28398" cy="28398"/>
          </a:xfrm>
          <a:prstGeom prst="ellipse">
            <a:avLst/>
          </a:prstGeom>
          <a:solidFill>
            <a:srgbClr val="7F8C97">
              <a:alpha val="48000"/>
            </a:srgbClr>
          </a:solidFill>
          <a:ln w="0">
            <a:noFill/>
            <a:prstDash val="solid"/>
          </a:ln>
        </p:spPr>
      </p:sp>
      <p:sp>
        <p:nvSpPr>
          <p:cNvPr id="1756" name="01_find_only_1755">
            <a:extLst>
              <a:ext uri="{FF2B5EF4-FFF2-40B4-BE49-F238E27FC236}">
                <a16:creationId xmlns:a16="http://schemas.microsoft.com/office/drawing/2014/main" id="{F7F33178-883A-4F77-9424-401D4DECB88C}"/>
              </a:ext>
            </a:extLst>
          </p:cNvPr>
          <p:cNvSpPr>
            <a:spLocks noGrp="1"/>
          </p:cNvSpPr>
          <p:nvPr/>
        </p:nvSpPr>
        <p:spPr>
          <a:xfrm>
            <a:off x="5321945" y="4123418"/>
            <a:ext cx="28398" cy="28398"/>
          </a:xfrm>
          <a:prstGeom prst="ellipse">
            <a:avLst/>
          </a:prstGeom>
          <a:solidFill>
            <a:srgbClr val="7F8C97">
              <a:alpha val="48000"/>
            </a:srgbClr>
          </a:solidFill>
          <a:ln w="0">
            <a:noFill/>
            <a:prstDash val="solid"/>
          </a:ln>
        </p:spPr>
      </p:sp>
      <p:sp>
        <p:nvSpPr>
          <p:cNvPr id="1757" name="01_find_only_1756">
            <a:extLst>
              <a:ext uri="{FF2B5EF4-FFF2-40B4-BE49-F238E27FC236}">
                <a16:creationId xmlns:a16="http://schemas.microsoft.com/office/drawing/2014/main" id="{40900420-197C-4C57-9CB9-01624929460E}"/>
              </a:ext>
            </a:extLst>
          </p:cNvPr>
          <p:cNvSpPr>
            <a:spLocks noGrp="1"/>
          </p:cNvSpPr>
          <p:nvPr/>
        </p:nvSpPr>
        <p:spPr>
          <a:xfrm>
            <a:off x="5341784" y="3172406"/>
            <a:ext cx="28398" cy="28398"/>
          </a:xfrm>
          <a:prstGeom prst="ellipse">
            <a:avLst/>
          </a:prstGeom>
          <a:solidFill>
            <a:srgbClr val="7F8C97">
              <a:alpha val="48000"/>
            </a:srgbClr>
          </a:solidFill>
          <a:ln w="0">
            <a:noFill/>
            <a:prstDash val="solid"/>
          </a:ln>
        </p:spPr>
      </p:sp>
      <p:sp>
        <p:nvSpPr>
          <p:cNvPr id="1758" name="01_find_only_1757">
            <a:extLst>
              <a:ext uri="{FF2B5EF4-FFF2-40B4-BE49-F238E27FC236}">
                <a16:creationId xmlns:a16="http://schemas.microsoft.com/office/drawing/2014/main" id="{846BB8CB-97BA-4773-A53F-173800EC0FBC}"/>
              </a:ext>
            </a:extLst>
          </p:cNvPr>
          <p:cNvSpPr>
            <a:spLocks noGrp="1"/>
          </p:cNvSpPr>
          <p:nvPr/>
        </p:nvSpPr>
        <p:spPr>
          <a:xfrm>
            <a:off x="5311930" y="3700746"/>
            <a:ext cx="28398" cy="28398"/>
          </a:xfrm>
          <a:prstGeom prst="ellipse">
            <a:avLst/>
          </a:prstGeom>
          <a:solidFill>
            <a:srgbClr val="7F8C97">
              <a:alpha val="48000"/>
            </a:srgbClr>
          </a:solidFill>
          <a:ln w="0">
            <a:noFill/>
            <a:prstDash val="solid"/>
          </a:ln>
        </p:spPr>
      </p:sp>
      <p:sp>
        <p:nvSpPr>
          <p:cNvPr id="1759" name="01_find_only_1758">
            <a:extLst>
              <a:ext uri="{FF2B5EF4-FFF2-40B4-BE49-F238E27FC236}">
                <a16:creationId xmlns:a16="http://schemas.microsoft.com/office/drawing/2014/main" id="{10107E20-4B96-4647-8A02-37C534A8A03F}"/>
              </a:ext>
            </a:extLst>
          </p:cNvPr>
          <p:cNvSpPr>
            <a:spLocks noGrp="1"/>
          </p:cNvSpPr>
          <p:nvPr/>
        </p:nvSpPr>
        <p:spPr>
          <a:xfrm>
            <a:off x="5319274" y="4123418"/>
            <a:ext cx="28398" cy="28398"/>
          </a:xfrm>
          <a:prstGeom prst="ellipse">
            <a:avLst/>
          </a:prstGeom>
          <a:solidFill>
            <a:srgbClr val="7F8C97">
              <a:alpha val="48000"/>
            </a:srgbClr>
          </a:solidFill>
          <a:ln w="0">
            <a:noFill/>
            <a:prstDash val="solid"/>
          </a:ln>
        </p:spPr>
      </p:sp>
      <p:sp>
        <p:nvSpPr>
          <p:cNvPr id="1760" name="01_find_only_1759">
            <a:extLst>
              <a:ext uri="{FF2B5EF4-FFF2-40B4-BE49-F238E27FC236}">
                <a16:creationId xmlns:a16="http://schemas.microsoft.com/office/drawing/2014/main" id="{2B79687A-5A68-42B6-9823-E64459BB3A8A}"/>
              </a:ext>
            </a:extLst>
          </p:cNvPr>
          <p:cNvSpPr>
            <a:spLocks noGrp="1"/>
          </p:cNvSpPr>
          <p:nvPr/>
        </p:nvSpPr>
        <p:spPr>
          <a:xfrm>
            <a:off x="5318416" y="4123418"/>
            <a:ext cx="28398" cy="28398"/>
          </a:xfrm>
          <a:prstGeom prst="ellipse">
            <a:avLst/>
          </a:prstGeom>
          <a:solidFill>
            <a:srgbClr val="7F8C97">
              <a:alpha val="48000"/>
            </a:srgbClr>
          </a:solidFill>
          <a:ln w="0">
            <a:noFill/>
            <a:prstDash val="solid"/>
          </a:ln>
        </p:spPr>
      </p:sp>
      <p:sp>
        <p:nvSpPr>
          <p:cNvPr id="1761" name="01_find_only_1760">
            <a:extLst>
              <a:ext uri="{FF2B5EF4-FFF2-40B4-BE49-F238E27FC236}">
                <a16:creationId xmlns:a16="http://schemas.microsoft.com/office/drawing/2014/main" id="{1249BBD4-CED3-4237-94CF-32749EC6C2D9}"/>
              </a:ext>
            </a:extLst>
          </p:cNvPr>
          <p:cNvSpPr>
            <a:spLocks noGrp="1"/>
          </p:cNvSpPr>
          <p:nvPr/>
        </p:nvSpPr>
        <p:spPr>
          <a:xfrm>
            <a:off x="5303155" y="4123418"/>
            <a:ext cx="28398" cy="28398"/>
          </a:xfrm>
          <a:prstGeom prst="ellipse">
            <a:avLst/>
          </a:prstGeom>
          <a:solidFill>
            <a:srgbClr val="7F8C97">
              <a:alpha val="48000"/>
            </a:srgbClr>
          </a:solidFill>
          <a:ln w="0">
            <a:noFill/>
            <a:prstDash val="solid"/>
          </a:ln>
        </p:spPr>
      </p:sp>
      <p:sp>
        <p:nvSpPr>
          <p:cNvPr id="1762" name="01_find_only_1761">
            <a:extLst>
              <a:ext uri="{FF2B5EF4-FFF2-40B4-BE49-F238E27FC236}">
                <a16:creationId xmlns:a16="http://schemas.microsoft.com/office/drawing/2014/main" id="{9AD605D4-7CBB-4350-90AD-08E5427A98DC}"/>
              </a:ext>
            </a:extLst>
          </p:cNvPr>
          <p:cNvSpPr>
            <a:spLocks noGrp="1"/>
          </p:cNvSpPr>
          <p:nvPr/>
        </p:nvSpPr>
        <p:spPr>
          <a:xfrm>
            <a:off x="5276543" y="3806414"/>
            <a:ext cx="28398" cy="28398"/>
          </a:xfrm>
          <a:prstGeom prst="ellipse">
            <a:avLst/>
          </a:prstGeom>
          <a:solidFill>
            <a:srgbClr val="7F8C97">
              <a:alpha val="48000"/>
            </a:srgbClr>
          </a:solidFill>
          <a:ln w="0">
            <a:noFill/>
            <a:prstDash val="solid"/>
          </a:ln>
        </p:spPr>
      </p:sp>
      <p:sp>
        <p:nvSpPr>
          <p:cNvPr id="1763" name="01_find_only_1762">
            <a:extLst>
              <a:ext uri="{FF2B5EF4-FFF2-40B4-BE49-F238E27FC236}">
                <a16:creationId xmlns:a16="http://schemas.microsoft.com/office/drawing/2014/main" id="{ABA47342-50D9-43E4-B1D1-A986489237C2}"/>
              </a:ext>
            </a:extLst>
          </p:cNvPr>
          <p:cNvSpPr>
            <a:spLocks noGrp="1"/>
          </p:cNvSpPr>
          <p:nvPr/>
        </p:nvSpPr>
        <p:spPr>
          <a:xfrm>
            <a:off x="5335107" y="4123418"/>
            <a:ext cx="28398" cy="28398"/>
          </a:xfrm>
          <a:prstGeom prst="ellipse">
            <a:avLst/>
          </a:prstGeom>
          <a:solidFill>
            <a:srgbClr val="7F8C97">
              <a:alpha val="48000"/>
            </a:srgbClr>
          </a:solidFill>
          <a:ln w="0">
            <a:noFill/>
            <a:prstDash val="solid"/>
          </a:ln>
        </p:spPr>
      </p:sp>
      <p:sp>
        <p:nvSpPr>
          <p:cNvPr id="1764" name="01_find_only_1763">
            <a:extLst>
              <a:ext uri="{FF2B5EF4-FFF2-40B4-BE49-F238E27FC236}">
                <a16:creationId xmlns:a16="http://schemas.microsoft.com/office/drawing/2014/main" id="{874107BE-D790-42EA-9391-DD10034E670C}"/>
              </a:ext>
            </a:extLst>
          </p:cNvPr>
          <p:cNvSpPr>
            <a:spLocks noGrp="1"/>
          </p:cNvSpPr>
          <p:nvPr/>
        </p:nvSpPr>
        <p:spPr>
          <a:xfrm>
            <a:off x="5266433" y="3700746"/>
            <a:ext cx="28398" cy="28398"/>
          </a:xfrm>
          <a:prstGeom prst="ellipse">
            <a:avLst/>
          </a:prstGeom>
          <a:solidFill>
            <a:srgbClr val="7F8C97">
              <a:alpha val="48000"/>
            </a:srgbClr>
          </a:solidFill>
          <a:ln w="0">
            <a:noFill/>
            <a:prstDash val="solid"/>
          </a:ln>
        </p:spPr>
      </p:sp>
      <p:sp>
        <p:nvSpPr>
          <p:cNvPr id="1765" name="01_find_only_1764">
            <a:extLst>
              <a:ext uri="{FF2B5EF4-FFF2-40B4-BE49-F238E27FC236}">
                <a16:creationId xmlns:a16="http://schemas.microsoft.com/office/drawing/2014/main" id="{01B6EE1F-431E-49DA-A8EB-946BEEF24C9D}"/>
              </a:ext>
            </a:extLst>
          </p:cNvPr>
          <p:cNvSpPr>
            <a:spLocks noGrp="1"/>
          </p:cNvSpPr>
          <p:nvPr/>
        </p:nvSpPr>
        <p:spPr>
          <a:xfrm>
            <a:off x="5265670" y="4123418"/>
            <a:ext cx="28398" cy="28398"/>
          </a:xfrm>
          <a:prstGeom prst="ellipse">
            <a:avLst/>
          </a:prstGeom>
          <a:solidFill>
            <a:srgbClr val="7F8C97">
              <a:alpha val="48000"/>
            </a:srgbClr>
          </a:solidFill>
          <a:ln w="0">
            <a:noFill/>
            <a:prstDash val="solid"/>
          </a:ln>
        </p:spPr>
      </p:sp>
      <p:sp>
        <p:nvSpPr>
          <p:cNvPr id="1766" name="01_find_only_1765">
            <a:extLst>
              <a:ext uri="{FF2B5EF4-FFF2-40B4-BE49-F238E27FC236}">
                <a16:creationId xmlns:a16="http://schemas.microsoft.com/office/drawing/2014/main" id="{67B3CAFB-2F9A-4F90-9FC2-0ACF96C82C4A}"/>
              </a:ext>
            </a:extLst>
          </p:cNvPr>
          <p:cNvSpPr>
            <a:spLocks noGrp="1"/>
          </p:cNvSpPr>
          <p:nvPr/>
        </p:nvSpPr>
        <p:spPr>
          <a:xfrm>
            <a:off x="5269962" y="4123418"/>
            <a:ext cx="28398" cy="28398"/>
          </a:xfrm>
          <a:prstGeom prst="ellipse">
            <a:avLst/>
          </a:prstGeom>
          <a:solidFill>
            <a:srgbClr val="7F8C97">
              <a:alpha val="48000"/>
            </a:srgbClr>
          </a:solidFill>
          <a:ln w="0">
            <a:noFill/>
            <a:prstDash val="solid"/>
          </a:ln>
        </p:spPr>
      </p:sp>
      <p:sp>
        <p:nvSpPr>
          <p:cNvPr id="1767" name="01_find_only_1766">
            <a:extLst>
              <a:ext uri="{FF2B5EF4-FFF2-40B4-BE49-F238E27FC236}">
                <a16:creationId xmlns:a16="http://schemas.microsoft.com/office/drawing/2014/main" id="{56119E09-28D1-4FAB-8DD3-87F2D834AB8C}"/>
              </a:ext>
            </a:extLst>
          </p:cNvPr>
          <p:cNvSpPr>
            <a:spLocks noGrp="1"/>
          </p:cNvSpPr>
          <p:nvPr/>
        </p:nvSpPr>
        <p:spPr>
          <a:xfrm>
            <a:off x="5336443" y="3700746"/>
            <a:ext cx="28398" cy="28398"/>
          </a:xfrm>
          <a:prstGeom prst="ellipse">
            <a:avLst/>
          </a:prstGeom>
          <a:solidFill>
            <a:srgbClr val="7F8C97">
              <a:alpha val="48000"/>
            </a:srgbClr>
          </a:solidFill>
          <a:ln w="0">
            <a:noFill/>
            <a:prstDash val="solid"/>
          </a:ln>
        </p:spPr>
      </p:sp>
      <p:sp>
        <p:nvSpPr>
          <p:cNvPr id="1768" name="01_find_only_1767">
            <a:extLst>
              <a:ext uri="{FF2B5EF4-FFF2-40B4-BE49-F238E27FC236}">
                <a16:creationId xmlns:a16="http://schemas.microsoft.com/office/drawing/2014/main" id="{9D2F5F59-7C70-4E3A-A3CC-F6F4B715ED09}"/>
              </a:ext>
            </a:extLst>
          </p:cNvPr>
          <p:cNvSpPr>
            <a:spLocks noGrp="1"/>
          </p:cNvSpPr>
          <p:nvPr/>
        </p:nvSpPr>
        <p:spPr>
          <a:xfrm>
            <a:off x="5326332" y="4123418"/>
            <a:ext cx="28398" cy="28398"/>
          </a:xfrm>
          <a:prstGeom prst="ellipse">
            <a:avLst/>
          </a:prstGeom>
          <a:solidFill>
            <a:srgbClr val="7F8C97">
              <a:alpha val="48000"/>
            </a:srgbClr>
          </a:solidFill>
          <a:ln w="0">
            <a:noFill/>
            <a:prstDash val="solid"/>
          </a:ln>
        </p:spPr>
      </p:sp>
      <p:sp>
        <p:nvSpPr>
          <p:cNvPr id="1769" name="01_find_only_1768">
            <a:extLst>
              <a:ext uri="{FF2B5EF4-FFF2-40B4-BE49-F238E27FC236}">
                <a16:creationId xmlns:a16="http://schemas.microsoft.com/office/drawing/2014/main" id="{970FC0D6-FE94-423D-864C-1096B67319B1}"/>
              </a:ext>
            </a:extLst>
          </p:cNvPr>
          <p:cNvSpPr>
            <a:spLocks noGrp="1"/>
          </p:cNvSpPr>
          <p:nvPr/>
        </p:nvSpPr>
        <p:spPr>
          <a:xfrm>
            <a:off x="5330434" y="4123418"/>
            <a:ext cx="28398" cy="28398"/>
          </a:xfrm>
          <a:prstGeom prst="ellipse">
            <a:avLst/>
          </a:prstGeom>
          <a:solidFill>
            <a:srgbClr val="7F8C97">
              <a:alpha val="48000"/>
            </a:srgbClr>
          </a:solidFill>
          <a:ln w="0">
            <a:noFill/>
            <a:prstDash val="solid"/>
          </a:ln>
        </p:spPr>
      </p:sp>
      <p:sp>
        <p:nvSpPr>
          <p:cNvPr id="1770" name="01_find_only_1769">
            <a:extLst>
              <a:ext uri="{FF2B5EF4-FFF2-40B4-BE49-F238E27FC236}">
                <a16:creationId xmlns:a16="http://schemas.microsoft.com/office/drawing/2014/main" id="{B02BA2E0-A5E8-4CE9-8F03-F8965A0277D7}"/>
              </a:ext>
            </a:extLst>
          </p:cNvPr>
          <p:cNvSpPr>
            <a:spLocks noGrp="1"/>
          </p:cNvSpPr>
          <p:nvPr/>
        </p:nvSpPr>
        <p:spPr>
          <a:xfrm>
            <a:off x="5318606" y="3201224"/>
            <a:ext cx="28398" cy="28398"/>
          </a:xfrm>
          <a:prstGeom prst="ellipse">
            <a:avLst/>
          </a:prstGeom>
          <a:solidFill>
            <a:srgbClr val="7F8C97">
              <a:alpha val="48000"/>
            </a:srgbClr>
          </a:solidFill>
          <a:ln w="0">
            <a:noFill/>
            <a:prstDash val="solid"/>
          </a:ln>
        </p:spPr>
      </p:sp>
      <p:sp>
        <p:nvSpPr>
          <p:cNvPr id="1771" name="01_find_only_1770">
            <a:extLst>
              <a:ext uri="{FF2B5EF4-FFF2-40B4-BE49-F238E27FC236}">
                <a16:creationId xmlns:a16="http://schemas.microsoft.com/office/drawing/2014/main" id="{C51E5635-2B9D-4326-9A4E-FE726CF26545}"/>
              </a:ext>
            </a:extLst>
          </p:cNvPr>
          <p:cNvSpPr>
            <a:spLocks noGrp="1"/>
          </p:cNvSpPr>
          <p:nvPr/>
        </p:nvSpPr>
        <p:spPr>
          <a:xfrm>
            <a:off x="5325951" y="4123418"/>
            <a:ext cx="28398" cy="28398"/>
          </a:xfrm>
          <a:prstGeom prst="ellipse">
            <a:avLst/>
          </a:prstGeom>
          <a:solidFill>
            <a:srgbClr val="7F8C97">
              <a:alpha val="48000"/>
            </a:srgbClr>
          </a:solidFill>
          <a:ln w="0">
            <a:noFill/>
            <a:prstDash val="solid"/>
          </a:ln>
        </p:spPr>
      </p:sp>
      <p:sp>
        <p:nvSpPr>
          <p:cNvPr id="1772" name="01_find_only_1771">
            <a:extLst>
              <a:ext uri="{FF2B5EF4-FFF2-40B4-BE49-F238E27FC236}">
                <a16:creationId xmlns:a16="http://schemas.microsoft.com/office/drawing/2014/main" id="{69780456-E550-4762-B75B-A02935FBAFC9}"/>
              </a:ext>
            </a:extLst>
          </p:cNvPr>
          <p:cNvSpPr>
            <a:spLocks noGrp="1"/>
          </p:cNvSpPr>
          <p:nvPr/>
        </p:nvSpPr>
        <p:spPr>
          <a:xfrm>
            <a:off x="5334154" y="4123418"/>
            <a:ext cx="28398" cy="28398"/>
          </a:xfrm>
          <a:prstGeom prst="ellipse">
            <a:avLst/>
          </a:prstGeom>
          <a:solidFill>
            <a:srgbClr val="7F8C97">
              <a:alpha val="48000"/>
            </a:srgbClr>
          </a:solidFill>
          <a:ln w="0">
            <a:noFill/>
            <a:prstDash val="solid"/>
          </a:ln>
        </p:spPr>
      </p:sp>
      <p:sp>
        <p:nvSpPr>
          <p:cNvPr id="1773" name="01_find_only_1772">
            <a:extLst>
              <a:ext uri="{FF2B5EF4-FFF2-40B4-BE49-F238E27FC236}">
                <a16:creationId xmlns:a16="http://schemas.microsoft.com/office/drawing/2014/main" id="{7C6F7E4D-720E-420E-8ECE-0DFECB690094}"/>
              </a:ext>
            </a:extLst>
          </p:cNvPr>
          <p:cNvSpPr>
            <a:spLocks noGrp="1"/>
          </p:cNvSpPr>
          <p:nvPr/>
        </p:nvSpPr>
        <p:spPr>
          <a:xfrm>
            <a:off x="5264144" y="4123418"/>
            <a:ext cx="28398" cy="28398"/>
          </a:xfrm>
          <a:prstGeom prst="ellipse">
            <a:avLst/>
          </a:prstGeom>
          <a:solidFill>
            <a:srgbClr val="7F8C97">
              <a:alpha val="48000"/>
            </a:srgbClr>
          </a:solidFill>
          <a:ln w="0">
            <a:noFill/>
            <a:prstDash val="solid"/>
          </a:ln>
        </p:spPr>
      </p:sp>
      <p:sp>
        <p:nvSpPr>
          <p:cNvPr id="1774" name="01_find_only_1773">
            <a:extLst>
              <a:ext uri="{FF2B5EF4-FFF2-40B4-BE49-F238E27FC236}">
                <a16:creationId xmlns:a16="http://schemas.microsoft.com/office/drawing/2014/main" id="{837D803A-E110-4404-AC8A-29A7EBC1B6BD}"/>
              </a:ext>
            </a:extLst>
          </p:cNvPr>
          <p:cNvSpPr>
            <a:spLocks noGrp="1"/>
          </p:cNvSpPr>
          <p:nvPr/>
        </p:nvSpPr>
        <p:spPr>
          <a:xfrm>
            <a:off x="5271679" y="3489410"/>
            <a:ext cx="28398" cy="28398"/>
          </a:xfrm>
          <a:prstGeom prst="ellipse">
            <a:avLst/>
          </a:prstGeom>
          <a:solidFill>
            <a:srgbClr val="7F8C97">
              <a:alpha val="48000"/>
            </a:srgbClr>
          </a:solidFill>
          <a:ln w="0">
            <a:noFill/>
            <a:prstDash val="solid"/>
          </a:ln>
        </p:spPr>
      </p:sp>
      <p:sp>
        <p:nvSpPr>
          <p:cNvPr id="1775" name="01_find_only_1774">
            <a:extLst>
              <a:ext uri="{FF2B5EF4-FFF2-40B4-BE49-F238E27FC236}">
                <a16:creationId xmlns:a16="http://schemas.microsoft.com/office/drawing/2014/main" id="{B929D574-61A9-4884-AF98-AF9848853146}"/>
              </a:ext>
            </a:extLst>
          </p:cNvPr>
          <p:cNvSpPr>
            <a:spLocks noGrp="1"/>
          </p:cNvSpPr>
          <p:nvPr/>
        </p:nvSpPr>
        <p:spPr>
          <a:xfrm>
            <a:off x="5316985" y="3928339"/>
            <a:ext cx="28398" cy="28398"/>
          </a:xfrm>
          <a:prstGeom prst="ellipse">
            <a:avLst/>
          </a:prstGeom>
          <a:solidFill>
            <a:srgbClr val="7F8C97">
              <a:alpha val="48000"/>
            </a:srgbClr>
          </a:solidFill>
          <a:ln w="0">
            <a:noFill/>
            <a:prstDash val="solid"/>
          </a:ln>
        </p:spPr>
      </p:sp>
      <p:sp>
        <p:nvSpPr>
          <p:cNvPr id="1776" name="01_find_only_1775">
            <a:extLst>
              <a:ext uri="{FF2B5EF4-FFF2-40B4-BE49-F238E27FC236}">
                <a16:creationId xmlns:a16="http://schemas.microsoft.com/office/drawing/2014/main" id="{A2FCDFB4-3065-4A2D-8033-488C2679708C}"/>
              </a:ext>
            </a:extLst>
          </p:cNvPr>
          <p:cNvSpPr>
            <a:spLocks noGrp="1"/>
          </p:cNvSpPr>
          <p:nvPr/>
        </p:nvSpPr>
        <p:spPr>
          <a:xfrm>
            <a:off x="5269008" y="4123418"/>
            <a:ext cx="28398" cy="28398"/>
          </a:xfrm>
          <a:prstGeom prst="ellipse">
            <a:avLst/>
          </a:prstGeom>
          <a:solidFill>
            <a:srgbClr val="7F8C97">
              <a:alpha val="48000"/>
            </a:srgbClr>
          </a:solidFill>
          <a:ln w="0">
            <a:noFill/>
            <a:prstDash val="solid"/>
          </a:ln>
        </p:spPr>
      </p:sp>
      <p:sp>
        <p:nvSpPr>
          <p:cNvPr id="1777" name="01_find_only_1776">
            <a:extLst>
              <a:ext uri="{FF2B5EF4-FFF2-40B4-BE49-F238E27FC236}">
                <a16:creationId xmlns:a16="http://schemas.microsoft.com/office/drawing/2014/main" id="{131384ED-248F-4471-BD52-FA4F313CB44E}"/>
              </a:ext>
            </a:extLst>
          </p:cNvPr>
          <p:cNvSpPr>
            <a:spLocks noGrp="1"/>
          </p:cNvSpPr>
          <p:nvPr/>
        </p:nvSpPr>
        <p:spPr>
          <a:xfrm>
            <a:off x="5278260" y="3388336"/>
            <a:ext cx="28398" cy="28398"/>
          </a:xfrm>
          <a:prstGeom prst="ellipse">
            <a:avLst/>
          </a:prstGeom>
          <a:solidFill>
            <a:srgbClr val="7F8C97">
              <a:alpha val="48000"/>
            </a:srgbClr>
          </a:solidFill>
          <a:ln w="0">
            <a:noFill/>
            <a:prstDash val="solid"/>
          </a:ln>
        </p:spPr>
      </p:sp>
      <p:sp>
        <p:nvSpPr>
          <p:cNvPr id="1778" name="01_find_only_1777">
            <a:extLst>
              <a:ext uri="{FF2B5EF4-FFF2-40B4-BE49-F238E27FC236}">
                <a16:creationId xmlns:a16="http://schemas.microsoft.com/office/drawing/2014/main" id="{CBFED802-F9E7-4EC2-938E-51C974DC015F}"/>
              </a:ext>
            </a:extLst>
          </p:cNvPr>
          <p:cNvSpPr>
            <a:spLocks noGrp="1"/>
          </p:cNvSpPr>
          <p:nvPr/>
        </p:nvSpPr>
        <p:spPr>
          <a:xfrm>
            <a:off x="5262617" y="4123418"/>
            <a:ext cx="28398" cy="28398"/>
          </a:xfrm>
          <a:prstGeom prst="ellipse">
            <a:avLst/>
          </a:prstGeom>
          <a:solidFill>
            <a:srgbClr val="7F8C97">
              <a:alpha val="48000"/>
            </a:srgbClr>
          </a:solidFill>
          <a:ln w="0">
            <a:noFill/>
            <a:prstDash val="solid"/>
          </a:ln>
        </p:spPr>
      </p:sp>
      <p:sp>
        <p:nvSpPr>
          <p:cNvPr id="1779" name="01_find_only_1778">
            <a:extLst>
              <a:ext uri="{FF2B5EF4-FFF2-40B4-BE49-F238E27FC236}">
                <a16:creationId xmlns:a16="http://schemas.microsoft.com/office/drawing/2014/main" id="{CE8B7D5D-0AC9-472D-8927-DCD3E418CAC9}"/>
              </a:ext>
            </a:extLst>
          </p:cNvPr>
          <p:cNvSpPr>
            <a:spLocks noGrp="1"/>
          </p:cNvSpPr>
          <p:nvPr/>
        </p:nvSpPr>
        <p:spPr>
          <a:xfrm>
            <a:off x="5272728" y="4123418"/>
            <a:ext cx="28398" cy="28398"/>
          </a:xfrm>
          <a:prstGeom prst="ellipse">
            <a:avLst/>
          </a:prstGeom>
          <a:solidFill>
            <a:srgbClr val="7F8C97">
              <a:alpha val="48000"/>
            </a:srgbClr>
          </a:solidFill>
          <a:ln w="0">
            <a:noFill/>
            <a:prstDash val="solid"/>
          </a:ln>
        </p:spPr>
      </p:sp>
      <p:sp>
        <p:nvSpPr>
          <p:cNvPr id="1780" name="01_find_only_1779">
            <a:extLst>
              <a:ext uri="{FF2B5EF4-FFF2-40B4-BE49-F238E27FC236}">
                <a16:creationId xmlns:a16="http://schemas.microsoft.com/office/drawing/2014/main" id="{C29471E7-B0DF-481C-AA96-BEC6B2A76204}"/>
              </a:ext>
            </a:extLst>
          </p:cNvPr>
          <p:cNvSpPr>
            <a:spLocks noGrp="1"/>
          </p:cNvSpPr>
          <p:nvPr/>
        </p:nvSpPr>
        <p:spPr>
          <a:xfrm>
            <a:off x="5276448" y="3942273"/>
            <a:ext cx="28398" cy="28398"/>
          </a:xfrm>
          <a:prstGeom prst="ellipse">
            <a:avLst/>
          </a:prstGeom>
          <a:solidFill>
            <a:srgbClr val="7F8C97">
              <a:alpha val="48000"/>
            </a:srgbClr>
          </a:solidFill>
          <a:ln w="0">
            <a:noFill/>
            <a:prstDash val="solid"/>
          </a:ln>
        </p:spPr>
      </p:sp>
      <p:sp>
        <p:nvSpPr>
          <p:cNvPr id="1781" name="01_find_only_1780">
            <a:extLst>
              <a:ext uri="{FF2B5EF4-FFF2-40B4-BE49-F238E27FC236}">
                <a16:creationId xmlns:a16="http://schemas.microsoft.com/office/drawing/2014/main" id="{E8411E22-C41B-4B36-B9C2-0171777EF12D}"/>
              </a:ext>
            </a:extLst>
          </p:cNvPr>
          <p:cNvSpPr>
            <a:spLocks noGrp="1"/>
          </p:cNvSpPr>
          <p:nvPr/>
        </p:nvSpPr>
        <p:spPr>
          <a:xfrm>
            <a:off x="5335680" y="4123418"/>
            <a:ext cx="28398" cy="28398"/>
          </a:xfrm>
          <a:prstGeom prst="ellipse">
            <a:avLst/>
          </a:prstGeom>
          <a:solidFill>
            <a:srgbClr val="7F8C97">
              <a:alpha val="48000"/>
            </a:srgbClr>
          </a:solidFill>
          <a:ln w="0">
            <a:noFill/>
            <a:prstDash val="solid"/>
          </a:ln>
        </p:spPr>
      </p:sp>
      <p:sp>
        <p:nvSpPr>
          <p:cNvPr id="1782" name="01_find_only_1781">
            <a:extLst>
              <a:ext uri="{FF2B5EF4-FFF2-40B4-BE49-F238E27FC236}">
                <a16:creationId xmlns:a16="http://schemas.microsoft.com/office/drawing/2014/main" id="{65CF06E1-022D-472D-8E48-D1BD72233DED}"/>
              </a:ext>
            </a:extLst>
          </p:cNvPr>
          <p:cNvSpPr>
            <a:spLocks noGrp="1"/>
          </p:cNvSpPr>
          <p:nvPr/>
        </p:nvSpPr>
        <p:spPr>
          <a:xfrm>
            <a:off x="5295238" y="4123418"/>
            <a:ext cx="28398" cy="28398"/>
          </a:xfrm>
          <a:prstGeom prst="ellipse">
            <a:avLst/>
          </a:prstGeom>
          <a:solidFill>
            <a:srgbClr val="7F8C97">
              <a:alpha val="48000"/>
            </a:srgbClr>
          </a:solidFill>
          <a:ln w="0">
            <a:noFill/>
            <a:prstDash val="solid"/>
          </a:ln>
        </p:spPr>
      </p:sp>
      <p:sp>
        <p:nvSpPr>
          <p:cNvPr id="1783" name="01_find_only_1782">
            <a:extLst>
              <a:ext uri="{FF2B5EF4-FFF2-40B4-BE49-F238E27FC236}">
                <a16:creationId xmlns:a16="http://schemas.microsoft.com/office/drawing/2014/main" id="{755A65A3-911B-42CC-B7F4-D48DCB9EF518}"/>
              </a:ext>
            </a:extLst>
          </p:cNvPr>
          <p:cNvSpPr>
            <a:spLocks noGrp="1"/>
          </p:cNvSpPr>
          <p:nvPr/>
        </p:nvSpPr>
        <p:spPr>
          <a:xfrm>
            <a:off x="5264144" y="4123418"/>
            <a:ext cx="28398" cy="28398"/>
          </a:xfrm>
          <a:prstGeom prst="ellipse">
            <a:avLst/>
          </a:prstGeom>
          <a:solidFill>
            <a:srgbClr val="7F8C97">
              <a:alpha val="48000"/>
            </a:srgbClr>
          </a:solidFill>
          <a:ln w="0">
            <a:noFill/>
            <a:prstDash val="solid"/>
          </a:ln>
        </p:spPr>
      </p:sp>
      <p:sp>
        <p:nvSpPr>
          <p:cNvPr id="1784" name="01_find_only_1783">
            <a:extLst>
              <a:ext uri="{FF2B5EF4-FFF2-40B4-BE49-F238E27FC236}">
                <a16:creationId xmlns:a16="http://schemas.microsoft.com/office/drawing/2014/main" id="{94EF94C6-1BC6-43F0-95A8-60F4AE54EAEF}"/>
              </a:ext>
            </a:extLst>
          </p:cNvPr>
          <p:cNvSpPr>
            <a:spLocks noGrp="1"/>
          </p:cNvSpPr>
          <p:nvPr/>
        </p:nvSpPr>
        <p:spPr>
          <a:xfrm>
            <a:off x="5277974" y="3806414"/>
            <a:ext cx="28398" cy="28398"/>
          </a:xfrm>
          <a:prstGeom prst="ellipse">
            <a:avLst/>
          </a:prstGeom>
          <a:solidFill>
            <a:srgbClr val="7F8C97">
              <a:alpha val="48000"/>
            </a:srgbClr>
          </a:solidFill>
          <a:ln w="0">
            <a:noFill/>
            <a:prstDash val="solid"/>
          </a:ln>
        </p:spPr>
      </p:sp>
      <p:sp>
        <p:nvSpPr>
          <p:cNvPr id="1785" name="01_find_only_1784">
            <a:extLst>
              <a:ext uri="{FF2B5EF4-FFF2-40B4-BE49-F238E27FC236}">
                <a16:creationId xmlns:a16="http://schemas.microsoft.com/office/drawing/2014/main" id="{D3541A88-CC08-48D8-8CE3-4904A97DB29D}"/>
              </a:ext>
            </a:extLst>
          </p:cNvPr>
          <p:cNvSpPr>
            <a:spLocks noGrp="1"/>
          </p:cNvSpPr>
          <p:nvPr/>
        </p:nvSpPr>
        <p:spPr>
          <a:xfrm>
            <a:off x="5330720" y="3616211"/>
            <a:ext cx="28398" cy="28398"/>
          </a:xfrm>
          <a:prstGeom prst="ellipse">
            <a:avLst/>
          </a:prstGeom>
          <a:solidFill>
            <a:srgbClr val="7F8C97">
              <a:alpha val="48000"/>
            </a:srgbClr>
          </a:solidFill>
          <a:ln w="0">
            <a:noFill/>
            <a:prstDash val="solid"/>
          </a:ln>
        </p:spPr>
      </p:sp>
      <p:sp>
        <p:nvSpPr>
          <p:cNvPr id="1786" name="01_find_only_1785">
            <a:extLst>
              <a:ext uri="{FF2B5EF4-FFF2-40B4-BE49-F238E27FC236}">
                <a16:creationId xmlns:a16="http://schemas.microsoft.com/office/drawing/2014/main" id="{1ED1DD78-EF02-4FC7-84C9-E88B0FE19D16}"/>
              </a:ext>
            </a:extLst>
          </p:cNvPr>
          <p:cNvSpPr>
            <a:spLocks noGrp="1"/>
          </p:cNvSpPr>
          <p:nvPr/>
        </p:nvSpPr>
        <p:spPr>
          <a:xfrm>
            <a:off x="5312693" y="3489410"/>
            <a:ext cx="28398" cy="28398"/>
          </a:xfrm>
          <a:prstGeom prst="ellipse">
            <a:avLst/>
          </a:prstGeom>
          <a:solidFill>
            <a:srgbClr val="7F8C97">
              <a:alpha val="48000"/>
            </a:srgbClr>
          </a:solidFill>
          <a:ln w="0">
            <a:noFill/>
            <a:prstDash val="solid"/>
          </a:ln>
        </p:spPr>
      </p:sp>
      <p:sp>
        <p:nvSpPr>
          <p:cNvPr id="1787" name="01_find_only_1786">
            <a:extLst>
              <a:ext uri="{FF2B5EF4-FFF2-40B4-BE49-F238E27FC236}">
                <a16:creationId xmlns:a16="http://schemas.microsoft.com/office/drawing/2014/main" id="{383808E9-7683-4347-A6A8-CDEFA2C781CE}"/>
              </a:ext>
            </a:extLst>
          </p:cNvPr>
          <p:cNvSpPr>
            <a:spLocks noGrp="1"/>
          </p:cNvSpPr>
          <p:nvPr/>
        </p:nvSpPr>
        <p:spPr>
          <a:xfrm>
            <a:off x="5330338" y="4123418"/>
            <a:ext cx="28398" cy="28398"/>
          </a:xfrm>
          <a:prstGeom prst="ellipse">
            <a:avLst/>
          </a:prstGeom>
          <a:solidFill>
            <a:srgbClr val="7F8C97">
              <a:alpha val="48000"/>
            </a:srgbClr>
          </a:solidFill>
          <a:ln w="0">
            <a:noFill/>
            <a:prstDash val="solid"/>
          </a:ln>
        </p:spPr>
      </p:sp>
      <p:sp>
        <p:nvSpPr>
          <p:cNvPr id="1788" name="01_find_only_1787">
            <a:extLst>
              <a:ext uri="{FF2B5EF4-FFF2-40B4-BE49-F238E27FC236}">
                <a16:creationId xmlns:a16="http://schemas.microsoft.com/office/drawing/2014/main" id="{CC61523B-495C-4983-8B68-F49AC66C85E7}"/>
              </a:ext>
            </a:extLst>
          </p:cNvPr>
          <p:cNvSpPr>
            <a:spLocks noGrp="1"/>
          </p:cNvSpPr>
          <p:nvPr/>
        </p:nvSpPr>
        <p:spPr>
          <a:xfrm>
            <a:off x="5269962" y="4123418"/>
            <a:ext cx="28398" cy="28398"/>
          </a:xfrm>
          <a:prstGeom prst="ellipse">
            <a:avLst/>
          </a:prstGeom>
          <a:solidFill>
            <a:srgbClr val="7F8C97">
              <a:alpha val="48000"/>
            </a:srgbClr>
          </a:solidFill>
          <a:ln w="0">
            <a:noFill/>
            <a:prstDash val="solid"/>
          </a:ln>
        </p:spPr>
      </p:sp>
      <p:sp>
        <p:nvSpPr>
          <p:cNvPr id="1789" name="01_find_only_1788">
            <a:extLst>
              <a:ext uri="{FF2B5EF4-FFF2-40B4-BE49-F238E27FC236}">
                <a16:creationId xmlns:a16="http://schemas.microsoft.com/office/drawing/2014/main" id="{83EFFB75-589D-4624-A6FC-C9813FD0B649}"/>
              </a:ext>
            </a:extLst>
          </p:cNvPr>
          <p:cNvSpPr>
            <a:spLocks noGrp="1"/>
          </p:cNvSpPr>
          <p:nvPr/>
        </p:nvSpPr>
        <p:spPr>
          <a:xfrm>
            <a:off x="5287894" y="3904794"/>
            <a:ext cx="28398" cy="28398"/>
          </a:xfrm>
          <a:prstGeom prst="ellipse">
            <a:avLst/>
          </a:prstGeom>
          <a:solidFill>
            <a:srgbClr val="7F8C97">
              <a:alpha val="48000"/>
            </a:srgbClr>
          </a:solidFill>
          <a:ln w="0">
            <a:noFill/>
            <a:prstDash val="solid"/>
          </a:ln>
        </p:spPr>
      </p:sp>
      <p:sp>
        <p:nvSpPr>
          <p:cNvPr id="1790" name="01_find_only_1789">
            <a:extLst>
              <a:ext uri="{FF2B5EF4-FFF2-40B4-BE49-F238E27FC236}">
                <a16:creationId xmlns:a16="http://schemas.microsoft.com/office/drawing/2014/main" id="{246062A8-232E-47D1-94E4-7472BCB38B69}"/>
              </a:ext>
            </a:extLst>
          </p:cNvPr>
          <p:cNvSpPr>
            <a:spLocks noGrp="1"/>
          </p:cNvSpPr>
          <p:nvPr/>
        </p:nvSpPr>
        <p:spPr>
          <a:xfrm>
            <a:off x="5331006" y="4019482"/>
            <a:ext cx="28398" cy="28398"/>
          </a:xfrm>
          <a:prstGeom prst="ellipse">
            <a:avLst/>
          </a:prstGeom>
          <a:solidFill>
            <a:srgbClr val="7F8C97">
              <a:alpha val="48000"/>
            </a:srgbClr>
          </a:solidFill>
          <a:ln w="0">
            <a:noFill/>
            <a:prstDash val="solid"/>
          </a:ln>
        </p:spPr>
      </p:sp>
      <p:sp>
        <p:nvSpPr>
          <p:cNvPr id="1791" name="01_find_only_1790">
            <a:extLst>
              <a:ext uri="{FF2B5EF4-FFF2-40B4-BE49-F238E27FC236}">
                <a16:creationId xmlns:a16="http://schemas.microsoft.com/office/drawing/2014/main" id="{90006952-008D-4F31-9540-D17DDDDF5B41}"/>
              </a:ext>
            </a:extLst>
          </p:cNvPr>
          <p:cNvSpPr>
            <a:spLocks noGrp="1"/>
          </p:cNvSpPr>
          <p:nvPr/>
        </p:nvSpPr>
        <p:spPr>
          <a:xfrm>
            <a:off x="5331101" y="3489410"/>
            <a:ext cx="28398" cy="28398"/>
          </a:xfrm>
          <a:prstGeom prst="ellipse">
            <a:avLst/>
          </a:prstGeom>
          <a:solidFill>
            <a:srgbClr val="7F8C97">
              <a:alpha val="48000"/>
            </a:srgbClr>
          </a:solidFill>
          <a:ln w="0">
            <a:noFill/>
            <a:prstDash val="solid"/>
          </a:ln>
        </p:spPr>
      </p:sp>
      <p:sp>
        <p:nvSpPr>
          <p:cNvPr id="1792" name="01_find_only_1791">
            <a:extLst>
              <a:ext uri="{FF2B5EF4-FFF2-40B4-BE49-F238E27FC236}">
                <a16:creationId xmlns:a16="http://schemas.microsoft.com/office/drawing/2014/main" id="{F45A5353-499B-4C09-B25C-543C12A13B57}"/>
              </a:ext>
            </a:extLst>
          </p:cNvPr>
          <p:cNvSpPr>
            <a:spLocks noGrp="1"/>
          </p:cNvSpPr>
          <p:nvPr/>
        </p:nvSpPr>
        <p:spPr>
          <a:xfrm>
            <a:off x="5325188" y="4123418"/>
            <a:ext cx="28398" cy="28398"/>
          </a:xfrm>
          <a:prstGeom prst="ellipse">
            <a:avLst/>
          </a:prstGeom>
          <a:solidFill>
            <a:srgbClr val="7F8C97">
              <a:alpha val="48000"/>
            </a:srgbClr>
          </a:solidFill>
          <a:ln w="0">
            <a:noFill/>
            <a:prstDash val="solid"/>
          </a:ln>
        </p:spPr>
      </p:sp>
      <p:sp>
        <p:nvSpPr>
          <p:cNvPr id="1793" name="01_find_only_1792">
            <a:extLst>
              <a:ext uri="{FF2B5EF4-FFF2-40B4-BE49-F238E27FC236}">
                <a16:creationId xmlns:a16="http://schemas.microsoft.com/office/drawing/2014/main" id="{F31C8DEC-C50D-4F79-852E-1EE1A77F4934}"/>
              </a:ext>
            </a:extLst>
          </p:cNvPr>
          <p:cNvSpPr>
            <a:spLocks noGrp="1"/>
          </p:cNvSpPr>
          <p:nvPr/>
        </p:nvSpPr>
        <p:spPr>
          <a:xfrm>
            <a:off x="5333581" y="3806414"/>
            <a:ext cx="28398" cy="28398"/>
          </a:xfrm>
          <a:prstGeom prst="ellipse">
            <a:avLst/>
          </a:prstGeom>
          <a:solidFill>
            <a:srgbClr val="7F8C97">
              <a:alpha val="48000"/>
            </a:srgbClr>
          </a:solidFill>
          <a:ln w="0">
            <a:noFill/>
            <a:prstDash val="solid"/>
          </a:ln>
        </p:spPr>
      </p:sp>
      <p:sp>
        <p:nvSpPr>
          <p:cNvPr id="1794" name="01_find_only_1793">
            <a:extLst>
              <a:ext uri="{FF2B5EF4-FFF2-40B4-BE49-F238E27FC236}">
                <a16:creationId xmlns:a16="http://schemas.microsoft.com/office/drawing/2014/main" id="{197B23A9-1991-48B6-AACC-10F4BDAA2577}"/>
              </a:ext>
            </a:extLst>
          </p:cNvPr>
          <p:cNvSpPr>
            <a:spLocks noGrp="1"/>
          </p:cNvSpPr>
          <p:nvPr/>
        </p:nvSpPr>
        <p:spPr>
          <a:xfrm>
            <a:off x="5278737" y="3362608"/>
            <a:ext cx="28398" cy="28398"/>
          </a:xfrm>
          <a:prstGeom prst="ellipse">
            <a:avLst/>
          </a:prstGeom>
          <a:solidFill>
            <a:srgbClr val="7F8C97">
              <a:alpha val="48000"/>
            </a:srgbClr>
          </a:solidFill>
          <a:ln w="0">
            <a:noFill/>
            <a:prstDash val="solid"/>
          </a:ln>
        </p:spPr>
      </p:sp>
      <p:sp>
        <p:nvSpPr>
          <p:cNvPr id="1795" name="01_find_only_1794">
            <a:extLst>
              <a:ext uri="{FF2B5EF4-FFF2-40B4-BE49-F238E27FC236}">
                <a16:creationId xmlns:a16="http://schemas.microsoft.com/office/drawing/2014/main" id="{9E3A2E22-CCE3-4C3C-B794-F0D1D68B7BB7}"/>
              </a:ext>
            </a:extLst>
          </p:cNvPr>
          <p:cNvSpPr>
            <a:spLocks noGrp="1"/>
          </p:cNvSpPr>
          <p:nvPr/>
        </p:nvSpPr>
        <p:spPr>
          <a:xfrm>
            <a:off x="5264334" y="3489410"/>
            <a:ext cx="28398" cy="28398"/>
          </a:xfrm>
          <a:prstGeom prst="ellipse">
            <a:avLst/>
          </a:prstGeom>
          <a:solidFill>
            <a:srgbClr val="7F8C97">
              <a:alpha val="48000"/>
            </a:srgbClr>
          </a:solidFill>
          <a:ln w="0">
            <a:noFill/>
            <a:prstDash val="solid"/>
          </a:ln>
        </p:spPr>
      </p:sp>
      <p:sp>
        <p:nvSpPr>
          <p:cNvPr id="1796" name="01_find_only_1795">
            <a:extLst>
              <a:ext uri="{FF2B5EF4-FFF2-40B4-BE49-F238E27FC236}">
                <a16:creationId xmlns:a16="http://schemas.microsoft.com/office/drawing/2014/main" id="{32E0355B-0601-43FF-830C-5E84FE70499C}"/>
              </a:ext>
            </a:extLst>
          </p:cNvPr>
          <p:cNvSpPr>
            <a:spLocks noGrp="1"/>
          </p:cNvSpPr>
          <p:nvPr/>
        </p:nvSpPr>
        <p:spPr>
          <a:xfrm>
            <a:off x="5319846" y="4123418"/>
            <a:ext cx="28398" cy="28398"/>
          </a:xfrm>
          <a:prstGeom prst="ellipse">
            <a:avLst/>
          </a:prstGeom>
          <a:solidFill>
            <a:srgbClr val="7F8C97">
              <a:alpha val="48000"/>
            </a:srgbClr>
          </a:solidFill>
          <a:ln w="0">
            <a:noFill/>
            <a:prstDash val="solid"/>
          </a:ln>
        </p:spPr>
      </p:sp>
      <p:sp>
        <p:nvSpPr>
          <p:cNvPr id="1797" name="01_find_only_1796">
            <a:extLst>
              <a:ext uri="{FF2B5EF4-FFF2-40B4-BE49-F238E27FC236}">
                <a16:creationId xmlns:a16="http://schemas.microsoft.com/office/drawing/2014/main" id="{3E5278DE-020C-4683-8C31-13C0CC00D6D6}"/>
              </a:ext>
            </a:extLst>
          </p:cNvPr>
          <p:cNvSpPr>
            <a:spLocks noGrp="1"/>
          </p:cNvSpPr>
          <p:nvPr/>
        </p:nvSpPr>
        <p:spPr>
          <a:xfrm>
            <a:off x="5259851" y="4123418"/>
            <a:ext cx="28398" cy="28398"/>
          </a:xfrm>
          <a:prstGeom prst="ellipse">
            <a:avLst/>
          </a:prstGeom>
          <a:solidFill>
            <a:srgbClr val="7F8C97">
              <a:alpha val="48000"/>
            </a:srgbClr>
          </a:solidFill>
          <a:ln w="0">
            <a:noFill/>
            <a:prstDash val="solid"/>
          </a:ln>
        </p:spPr>
      </p:sp>
      <p:sp>
        <p:nvSpPr>
          <p:cNvPr id="1798" name="01_find_only_1797">
            <a:extLst>
              <a:ext uri="{FF2B5EF4-FFF2-40B4-BE49-F238E27FC236}">
                <a16:creationId xmlns:a16="http://schemas.microsoft.com/office/drawing/2014/main" id="{2DFF0D58-397C-449D-9A30-AA3D110AEC01}"/>
              </a:ext>
            </a:extLst>
          </p:cNvPr>
          <p:cNvSpPr>
            <a:spLocks noGrp="1"/>
          </p:cNvSpPr>
          <p:nvPr/>
        </p:nvSpPr>
        <p:spPr>
          <a:xfrm>
            <a:off x="5265860" y="4123418"/>
            <a:ext cx="28398" cy="28398"/>
          </a:xfrm>
          <a:prstGeom prst="ellipse">
            <a:avLst/>
          </a:prstGeom>
          <a:solidFill>
            <a:srgbClr val="7F8C97">
              <a:alpha val="48000"/>
            </a:srgbClr>
          </a:solidFill>
          <a:ln w="0">
            <a:noFill/>
            <a:prstDash val="solid"/>
          </a:ln>
        </p:spPr>
      </p:sp>
      <p:sp>
        <p:nvSpPr>
          <p:cNvPr id="1799" name="01_find_only_1798">
            <a:extLst>
              <a:ext uri="{FF2B5EF4-FFF2-40B4-BE49-F238E27FC236}">
                <a16:creationId xmlns:a16="http://schemas.microsoft.com/office/drawing/2014/main" id="{F9766196-DF4E-489F-AFFE-62B78B9AEABD}"/>
              </a:ext>
            </a:extLst>
          </p:cNvPr>
          <p:cNvSpPr>
            <a:spLocks noGrp="1"/>
          </p:cNvSpPr>
          <p:nvPr/>
        </p:nvSpPr>
        <p:spPr>
          <a:xfrm>
            <a:off x="5322231" y="3330908"/>
            <a:ext cx="28398" cy="28398"/>
          </a:xfrm>
          <a:prstGeom prst="ellipse">
            <a:avLst/>
          </a:prstGeom>
          <a:solidFill>
            <a:srgbClr val="7F8C97">
              <a:alpha val="48000"/>
            </a:srgbClr>
          </a:solidFill>
          <a:ln w="0">
            <a:noFill/>
            <a:prstDash val="solid"/>
          </a:ln>
        </p:spPr>
      </p:sp>
      <p:sp>
        <p:nvSpPr>
          <p:cNvPr id="1800" name="01_find_only_1799">
            <a:extLst>
              <a:ext uri="{FF2B5EF4-FFF2-40B4-BE49-F238E27FC236}">
                <a16:creationId xmlns:a16="http://schemas.microsoft.com/office/drawing/2014/main" id="{3A290B29-5F51-4FF9-B631-8EF6DE368F2F}"/>
              </a:ext>
            </a:extLst>
          </p:cNvPr>
          <p:cNvSpPr>
            <a:spLocks noGrp="1"/>
          </p:cNvSpPr>
          <p:nvPr/>
        </p:nvSpPr>
        <p:spPr>
          <a:xfrm>
            <a:off x="5260710" y="2855402"/>
            <a:ext cx="28398" cy="28398"/>
          </a:xfrm>
          <a:prstGeom prst="ellipse">
            <a:avLst/>
          </a:prstGeom>
          <a:solidFill>
            <a:srgbClr val="7F8C97">
              <a:alpha val="48000"/>
            </a:srgbClr>
          </a:solidFill>
          <a:ln w="0">
            <a:noFill/>
            <a:prstDash val="solid"/>
          </a:ln>
        </p:spPr>
      </p:sp>
      <p:sp>
        <p:nvSpPr>
          <p:cNvPr id="1801" name="01_find_only_1800">
            <a:extLst>
              <a:ext uri="{FF2B5EF4-FFF2-40B4-BE49-F238E27FC236}">
                <a16:creationId xmlns:a16="http://schemas.microsoft.com/office/drawing/2014/main" id="{E6DC7178-C921-4C0D-9BFB-24896404BF58}"/>
              </a:ext>
            </a:extLst>
          </p:cNvPr>
          <p:cNvSpPr>
            <a:spLocks noGrp="1"/>
          </p:cNvSpPr>
          <p:nvPr/>
        </p:nvSpPr>
        <p:spPr>
          <a:xfrm>
            <a:off x="5340544" y="3489410"/>
            <a:ext cx="28398" cy="28398"/>
          </a:xfrm>
          <a:prstGeom prst="ellipse">
            <a:avLst/>
          </a:prstGeom>
          <a:solidFill>
            <a:srgbClr val="7F8C97">
              <a:alpha val="48000"/>
            </a:srgbClr>
          </a:solidFill>
          <a:ln w="0">
            <a:noFill/>
            <a:prstDash val="solid"/>
          </a:ln>
        </p:spPr>
      </p:sp>
      <p:sp>
        <p:nvSpPr>
          <p:cNvPr id="1802" name="01_find_only_1801">
            <a:extLst>
              <a:ext uri="{FF2B5EF4-FFF2-40B4-BE49-F238E27FC236}">
                <a16:creationId xmlns:a16="http://schemas.microsoft.com/office/drawing/2014/main" id="{B5454555-6B9D-4CF2-A6A8-EE4F242798B2}"/>
              </a:ext>
            </a:extLst>
          </p:cNvPr>
          <p:cNvSpPr>
            <a:spLocks noGrp="1"/>
          </p:cNvSpPr>
          <p:nvPr/>
        </p:nvSpPr>
        <p:spPr>
          <a:xfrm>
            <a:off x="5325951" y="3700746"/>
            <a:ext cx="28398" cy="28398"/>
          </a:xfrm>
          <a:prstGeom prst="ellipse">
            <a:avLst/>
          </a:prstGeom>
          <a:solidFill>
            <a:srgbClr val="7F8C97">
              <a:alpha val="48000"/>
            </a:srgbClr>
          </a:solidFill>
          <a:ln w="0">
            <a:noFill/>
            <a:prstDash val="solid"/>
          </a:ln>
        </p:spPr>
      </p:sp>
      <p:sp>
        <p:nvSpPr>
          <p:cNvPr id="1803" name="01_find_only_1802">
            <a:extLst>
              <a:ext uri="{FF2B5EF4-FFF2-40B4-BE49-F238E27FC236}">
                <a16:creationId xmlns:a16="http://schemas.microsoft.com/office/drawing/2014/main" id="{D40E8657-2473-47C4-80ED-00C8A715564C}"/>
              </a:ext>
            </a:extLst>
          </p:cNvPr>
          <p:cNvSpPr>
            <a:spLocks noGrp="1"/>
          </p:cNvSpPr>
          <p:nvPr/>
        </p:nvSpPr>
        <p:spPr>
          <a:xfrm>
            <a:off x="5291423" y="3489410"/>
            <a:ext cx="28398" cy="28398"/>
          </a:xfrm>
          <a:prstGeom prst="ellipse">
            <a:avLst/>
          </a:prstGeom>
          <a:solidFill>
            <a:srgbClr val="7F8C97">
              <a:alpha val="48000"/>
            </a:srgbClr>
          </a:solidFill>
          <a:ln w="0">
            <a:noFill/>
            <a:prstDash val="solid"/>
          </a:ln>
        </p:spPr>
      </p:sp>
      <p:sp>
        <p:nvSpPr>
          <p:cNvPr id="1804" name="01_find_only_1803">
            <a:extLst>
              <a:ext uri="{FF2B5EF4-FFF2-40B4-BE49-F238E27FC236}">
                <a16:creationId xmlns:a16="http://schemas.microsoft.com/office/drawing/2014/main" id="{55C60972-3915-4572-8574-8927DCA0ADC8}"/>
              </a:ext>
            </a:extLst>
          </p:cNvPr>
          <p:cNvSpPr>
            <a:spLocks noGrp="1"/>
          </p:cNvSpPr>
          <p:nvPr/>
        </p:nvSpPr>
        <p:spPr>
          <a:xfrm>
            <a:off x="5275303" y="4123418"/>
            <a:ext cx="28398" cy="28398"/>
          </a:xfrm>
          <a:prstGeom prst="ellipse">
            <a:avLst/>
          </a:prstGeom>
          <a:solidFill>
            <a:srgbClr val="7F8C97">
              <a:alpha val="48000"/>
            </a:srgbClr>
          </a:solidFill>
          <a:ln w="0">
            <a:noFill/>
            <a:prstDash val="solid"/>
          </a:ln>
        </p:spPr>
      </p:sp>
      <p:sp>
        <p:nvSpPr>
          <p:cNvPr id="1805" name="01_find_only_1804">
            <a:extLst>
              <a:ext uri="{FF2B5EF4-FFF2-40B4-BE49-F238E27FC236}">
                <a16:creationId xmlns:a16="http://schemas.microsoft.com/office/drawing/2014/main" id="{3E813C05-6C62-4227-8F95-D3BD1EBFCB86}"/>
              </a:ext>
            </a:extLst>
          </p:cNvPr>
          <p:cNvSpPr>
            <a:spLocks noGrp="1"/>
          </p:cNvSpPr>
          <p:nvPr/>
        </p:nvSpPr>
        <p:spPr>
          <a:xfrm>
            <a:off x="5339113" y="3128093"/>
            <a:ext cx="28398" cy="28398"/>
          </a:xfrm>
          <a:prstGeom prst="ellipse">
            <a:avLst/>
          </a:prstGeom>
          <a:solidFill>
            <a:srgbClr val="7F8C97">
              <a:alpha val="48000"/>
            </a:srgbClr>
          </a:solidFill>
          <a:ln w="0">
            <a:noFill/>
            <a:prstDash val="solid"/>
          </a:ln>
        </p:spPr>
      </p:sp>
      <p:sp>
        <p:nvSpPr>
          <p:cNvPr id="1806" name="01_find_only_1805">
            <a:extLst>
              <a:ext uri="{FF2B5EF4-FFF2-40B4-BE49-F238E27FC236}">
                <a16:creationId xmlns:a16="http://schemas.microsoft.com/office/drawing/2014/main" id="{56042F9E-9856-4E04-A4C2-B325E1EC010A}"/>
              </a:ext>
            </a:extLst>
          </p:cNvPr>
          <p:cNvSpPr>
            <a:spLocks noGrp="1"/>
          </p:cNvSpPr>
          <p:nvPr/>
        </p:nvSpPr>
        <p:spPr>
          <a:xfrm>
            <a:off x="5343215" y="3217692"/>
            <a:ext cx="28398" cy="28398"/>
          </a:xfrm>
          <a:prstGeom prst="ellipse">
            <a:avLst/>
          </a:prstGeom>
          <a:solidFill>
            <a:srgbClr val="7F8C97">
              <a:alpha val="48000"/>
            </a:srgbClr>
          </a:solidFill>
          <a:ln w="0">
            <a:noFill/>
            <a:prstDash val="solid"/>
          </a:ln>
        </p:spPr>
      </p:sp>
      <p:sp>
        <p:nvSpPr>
          <p:cNvPr id="1807" name="01_find_only_1806">
            <a:extLst>
              <a:ext uri="{FF2B5EF4-FFF2-40B4-BE49-F238E27FC236}">
                <a16:creationId xmlns:a16="http://schemas.microsoft.com/office/drawing/2014/main" id="{B80FAE1E-BD4F-4287-A93B-D576771F8078}"/>
              </a:ext>
            </a:extLst>
          </p:cNvPr>
          <p:cNvSpPr>
            <a:spLocks noGrp="1"/>
          </p:cNvSpPr>
          <p:nvPr/>
        </p:nvSpPr>
        <p:spPr>
          <a:xfrm>
            <a:off x="5308591" y="4123418"/>
            <a:ext cx="28398" cy="28398"/>
          </a:xfrm>
          <a:prstGeom prst="ellipse">
            <a:avLst/>
          </a:prstGeom>
          <a:solidFill>
            <a:srgbClr val="7F8C97">
              <a:alpha val="48000"/>
            </a:srgbClr>
          </a:solidFill>
          <a:ln w="0">
            <a:noFill/>
            <a:prstDash val="solid"/>
          </a:ln>
        </p:spPr>
      </p:sp>
      <p:sp>
        <p:nvSpPr>
          <p:cNvPr id="1808" name="01_find_only_1807">
            <a:extLst>
              <a:ext uri="{FF2B5EF4-FFF2-40B4-BE49-F238E27FC236}">
                <a16:creationId xmlns:a16="http://schemas.microsoft.com/office/drawing/2014/main" id="{EDEA0412-FE10-4E15-B43E-41AF4A1EC0B0}"/>
              </a:ext>
            </a:extLst>
          </p:cNvPr>
          <p:cNvSpPr>
            <a:spLocks noGrp="1"/>
          </p:cNvSpPr>
          <p:nvPr/>
        </p:nvSpPr>
        <p:spPr>
          <a:xfrm>
            <a:off x="5330338" y="4123418"/>
            <a:ext cx="28398" cy="28398"/>
          </a:xfrm>
          <a:prstGeom prst="ellipse">
            <a:avLst/>
          </a:prstGeom>
          <a:solidFill>
            <a:srgbClr val="7F8C97">
              <a:alpha val="48000"/>
            </a:srgbClr>
          </a:solidFill>
          <a:ln w="0">
            <a:noFill/>
            <a:prstDash val="solid"/>
          </a:ln>
        </p:spPr>
      </p:sp>
      <p:sp>
        <p:nvSpPr>
          <p:cNvPr id="1809" name="01_find_only_1808">
            <a:extLst>
              <a:ext uri="{FF2B5EF4-FFF2-40B4-BE49-F238E27FC236}">
                <a16:creationId xmlns:a16="http://schemas.microsoft.com/office/drawing/2014/main" id="{05F95539-6614-4684-BAD5-1D53BDB2C147}"/>
              </a:ext>
            </a:extLst>
          </p:cNvPr>
          <p:cNvSpPr>
            <a:spLocks noGrp="1"/>
          </p:cNvSpPr>
          <p:nvPr/>
        </p:nvSpPr>
        <p:spPr>
          <a:xfrm>
            <a:off x="5263476" y="3362608"/>
            <a:ext cx="28398" cy="28398"/>
          </a:xfrm>
          <a:prstGeom prst="ellipse">
            <a:avLst/>
          </a:prstGeom>
          <a:solidFill>
            <a:srgbClr val="7F8C97">
              <a:alpha val="48000"/>
            </a:srgbClr>
          </a:solidFill>
          <a:ln w="0">
            <a:noFill/>
            <a:prstDash val="solid"/>
          </a:ln>
        </p:spPr>
      </p:sp>
      <p:sp>
        <p:nvSpPr>
          <p:cNvPr id="1810" name="01_find_only_1809">
            <a:extLst>
              <a:ext uri="{FF2B5EF4-FFF2-40B4-BE49-F238E27FC236}">
                <a16:creationId xmlns:a16="http://schemas.microsoft.com/office/drawing/2014/main" id="{FC93598C-5866-4B6A-9F2A-DE325BD07F52}"/>
              </a:ext>
            </a:extLst>
          </p:cNvPr>
          <p:cNvSpPr>
            <a:spLocks noGrp="1"/>
          </p:cNvSpPr>
          <p:nvPr/>
        </p:nvSpPr>
        <p:spPr>
          <a:xfrm>
            <a:off x="5290373" y="4123418"/>
            <a:ext cx="28398" cy="28398"/>
          </a:xfrm>
          <a:prstGeom prst="ellipse">
            <a:avLst/>
          </a:prstGeom>
          <a:solidFill>
            <a:srgbClr val="7F8C97">
              <a:alpha val="48000"/>
            </a:srgbClr>
          </a:solidFill>
          <a:ln w="0">
            <a:noFill/>
            <a:prstDash val="solid"/>
          </a:ln>
        </p:spPr>
      </p:sp>
      <p:sp>
        <p:nvSpPr>
          <p:cNvPr id="1811" name="01_find_only_1810">
            <a:extLst>
              <a:ext uri="{FF2B5EF4-FFF2-40B4-BE49-F238E27FC236}">
                <a16:creationId xmlns:a16="http://schemas.microsoft.com/office/drawing/2014/main" id="{1EAEFDDC-EC4A-4FFF-B366-C5627A85D611}"/>
              </a:ext>
            </a:extLst>
          </p:cNvPr>
          <p:cNvSpPr>
            <a:spLocks noGrp="1"/>
          </p:cNvSpPr>
          <p:nvPr/>
        </p:nvSpPr>
        <p:spPr>
          <a:xfrm>
            <a:off x="5324425" y="4123418"/>
            <a:ext cx="28398" cy="28398"/>
          </a:xfrm>
          <a:prstGeom prst="ellipse">
            <a:avLst/>
          </a:prstGeom>
          <a:solidFill>
            <a:srgbClr val="7F8C97">
              <a:alpha val="48000"/>
            </a:srgbClr>
          </a:solidFill>
          <a:ln w="0">
            <a:noFill/>
            <a:prstDash val="solid"/>
          </a:ln>
        </p:spPr>
      </p:sp>
      <p:sp>
        <p:nvSpPr>
          <p:cNvPr id="1812" name="01_find_only_1811">
            <a:extLst>
              <a:ext uri="{FF2B5EF4-FFF2-40B4-BE49-F238E27FC236}">
                <a16:creationId xmlns:a16="http://schemas.microsoft.com/office/drawing/2014/main" id="{B03F27BF-5750-4215-B5BF-CFBBD43CA49C}"/>
              </a:ext>
            </a:extLst>
          </p:cNvPr>
          <p:cNvSpPr>
            <a:spLocks noGrp="1"/>
          </p:cNvSpPr>
          <p:nvPr/>
        </p:nvSpPr>
        <p:spPr>
          <a:xfrm>
            <a:off x="5257658" y="3579982"/>
            <a:ext cx="28398" cy="28398"/>
          </a:xfrm>
          <a:prstGeom prst="ellipse">
            <a:avLst/>
          </a:prstGeom>
          <a:solidFill>
            <a:srgbClr val="7F8C97">
              <a:alpha val="48000"/>
            </a:srgbClr>
          </a:solidFill>
          <a:ln w="0">
            <a:noFill/>
            <a:prstDash val="solid"/>
          </a:ln>
        </p:spPr>
      </p:sp>
      <p:sp>
        <p:nvSpPr>
          <p:cNvPr id="1813" name="01_find_only_1812">
            <a:extLst>
              <a:ext uri="{FF2B5EF4-FFF2-40B4-BE49-F238E27FC236}">
                <a16:creationId xmlns:a16="http://schemas.microsoft.com/office/drawing/2014/main" id="{85A74977-9BAF-4A7E-89A6-14A8C6B4FE4F}"/>
              </a:ext>
            </a:extLst>
          </p:cNvPr>
          <p:cNvSpPr>
            <a:spLocks noGrp="1"/>
          </p:cNvSpPr>
          <p:nvPr/>
        </p:nvSpPr>
        <p:spPr>
          <a:xfrm>
            <a:off x="5254224" y="3489410"/>
            <a:ext cx="28398" cy="28398"/>
          </a:xfrm>
          <a:prstGeom prst="ellipse">
            <a:avLst/>
          </a:prstGeom>
          <a:solidFill>
            <a:srgbClr val="7F8C97">
              <a:alpha val="48000"/>
            </a:srgbClr>
          </a:solidFill>
          <a:ln w="0">
            <a:noFill/>
            <a:prstDash val="solid"/>
          </a:ln>
        </p:spPr>
      </p:sp>
      <p:sp>
        <p:nvSpPr>
          <p:cNvPr id="1814" name="01_find_only_1813">
            <a:extLst>
              <a:ext uri="{FF2B5EF4-FFF2-40B4-BE49-F238E27FC236}">
                <a16:creationId xmlns:a16="http://schemas.microsoft.com/office/drawing/2014/main" id="{624B11DB-5F00-4D4E-B29D-BB6A935B3671}"/>
              </a:ext>
            </a:extLst>
          </p:cNvPr>
          <p:cNvSpPr>
            <a:spLocks noGrp="1"/>
          </p:cNvSpPr>
          <p:nvPr/>
        </p:nvSpPr>
        <p:spPr>
          <a:xfrm>
            <a:off x="5310594" y="3912082"/>
            <a:ext cx="28398" cy="28398"/>
          </a:xfrm>
          <a:prstGeom prst="ellipse">
            <a:avLst/>
          </a:prstGeom>
          <a:solidFill>
            <a:srgbClr val="7F8C97">
              <a:alpha val="48000"/>
            </a:srgbClr>
          </a:solidFill>
          <a:ln w="0">
            <a:noFill/>
            <a:prstDash val="solid"/>
          </a:ln>
        </p:spPr>
      </p:sp>
      <p:sp>
        <p:nvSpPr>
          <p:cNvPr id="1815" name="01_find_only_1814">
            <a:extLst>
              <a:ext uri="{FF2B5EF4-FFF2-40B4-BE49-F238E27FC236}">
                <a16:creationId xmlns:a16="http://schemas.microsoft.com/office/drawing/2014/main" id="{A468DD39-148D-445F-BA9A-64B141D27720}"/>
              </a:ext>
            </a:extLst>
          </p:cNvPr>
          <p:cNvSpPr>
            <a:spLocks noGrp="1"/>
          </p:cNvSpPr>
          <p:nvPr/>
        </p:nvSpPr>
        <p:spPr>
          <a:xfrm>
            <a:off x="5338541" y="3172406"/>
            <a:ext cx="28398" cy="28398"/>
          </a:xfrm>
          <a:prstGeom prst="ellipse">
            <a:avLst/>
          </a:prstGeom>
          <a:solidFill>
            <a:srgbClr val="7F8C97">
              <a:alpha val="48000"/>
            </a:srgbClr>
          </a:solidFill>
          <a:ln w="0">
            <a:noFill/>
            <a:prstDash val="solid"/>
          </a:ln>
        </p:spPr>
      </p:sp>
      <p:sp>
        <p:nvSpPr>
          <p:cNvPr id="1816" name="01_find_only_1815">
            <a:extLst>
              <a:ext uri="{FF2B5EF4-FFF2-40B4-BE49-F238E27FC236}">
                <a16:creationId xmlns:a16="http://schemas.microsoft.com/office/drawing/2014/main" id="{9EFCB978-8455-4BA6-89CF-2D4BEF120971}"/>
              </a:ext>
            </a:extLst>
          </p:cNvPr>
          <p:cNvSpPr>
            <a:spLocks noGrp="1"/>
          </p:cNvSpPr>
          <p:nvPr/>
        </p:nvSpPr>
        <p:spPr>
          <a:xfrm>
            <a:off x="5250027" y="3489410"/>
            <a:ext cx="28398" cy="28398"/>
          </a:xfrm>
          <a:prstGeom prst="ellipse">
            <a:avLst/>
          </a:prstGeom>
          <a:solidFill>
            <a:srgbClr val="7F8C97">
              <a:alpha val="48000"/>
            </a:srgbClr>
          </a:solidFill>
          <a:ln w="0">
            <a:noFill/>
            <a:prstDash val="solid"/>
          </a:ln>
        </p:spPr>
      </p:sp>
      <p:sp>
        <p:nvSpPr>
          <p:cNvPr id="1817" name="01_find_only_1816">
            <a:extLst>
              <a:ext uri="{FF2B5EF4-FFF2-40B4-BE49-F238E27FC236}">
                <a16:creationId xmlns:a16="http://schemas.microsoft.com/office/drawing/2014/main" id="{898FFA0B-CB15-44FC-92CE-EEB2425075AF}"/>
              </a:ext>
            </a:extLst>
          </p:cNvPr>
          <p:cNvSpPr>
            <a:spLocks noGrp="1"/>
          </p:cNvSpPr>
          <p:nvPr/>
        </p:nvSpPr>
        <p:spPr>
          <a:xfrm>
            <a:off x="5287321" y="3489410"/>
            <a:ext cx="28398" cy="28398"/>
          </a:xfrm>
          <a:prstGeom prst="ellipse">
            <a:avLst/>
          </a:prstGeom>
          <a:solidFill>
            <a:srgbClr val="7F8C97">
              <a:alpha val="48000"/>
            </a:srgbClr>
          </a:solidFill>
          <a:ln w="0">
            <a:noFill/>
            <a:prstDash val="solid"/>
          </a:ln>
        </p:spPr>
      </p:sp>
      <p:sp>
        <p:nvSpPr>
          <p:cNvPr id="1818" name="01_find_only_1817">
            <a:extLst>
              <a:ext uri="{FF2B5EF4-FFF2-40B4-BE49-F238E27FC236}">
                <a16:creationId xmlns:a16="http://schemas.microsoft.com/office/drawing/2014/main" id="{1A91944B-00B8-46DD-9BED-F62F701E4D19}"/>
              </a:ext>
            </a:extLst>
          </p:cNvPr>
          <p:cNvSpPr>
            <a:spLocks noGrp="1"/>
          </p:cNvSpPr>
          <p:nvPr/>
        </p:nvSpPr>
        <p:spPr>
          <a:xfrm>
            <a:off x="5317939" y="4123418"/>
            <a:ext cx="28398" cy="28398"/>
          </a:xfrm>
          <a:prstGeom prst="ellipse">
            <a:avLst/>
          </a:prstGeom>
          <a:solidFill>
            <a:srgbClr val="7F8C97">
              <a:alpha val="48000"/>
            </a:srgbClr>
          </a:solidFill>
          <a:ln w="0">
            <a:noFill/>
            <a:prstDash val="solid"/>
          </a:ln>
        </p:spPr>
      </p:sp>
      <p:sp>
        <p:nvSpPr>
          <p:cNvPr id="1819" name="01_find_only_1818">
            <a:extLst>
              <a:ext uri="{FF2B5EF4-FFF2-40B4-BE49-F238E27FC236}">
                <a16:creationId xmlns:a16="http://schemas.microsoft.com/office/drawing/2014/main" id="{87FA6F8E-C2E8-460E-A3E7-4A7843ABD2D6}"/>
              </a:ext>
            </a:extLst>
          </p:cNvPr>
          <p:cNvSpPr>
            <a:spLocks noGrp="1"/>
          </p:cNvSpPr>
          <p:nvPr/>
        </p:nvSpPr>
        <p:spPr>
          <a:xfrm>
            <a:off x="5289324" y="4123418"/>
            <a:ext cx="28398" cy="28398"/>
          </a:xfrm>
          <a:prstGeom prst="ellipse">
            <a:avLst/>
          </a:prstGeom>
          <a:solidFill>
            <a:srgbClr val="7F8C97">
              <a:alpha val="48000"/>
            </a:srgbClr>
          </a:solidFill>
          <a:ln w="0">
            <a:noFill/>
            <a:prstDash val="solid"/>
          </a:ln>
        </p:spPr>
      </p:sp>
      <p:sp>
        <p:nvSpPr>
          <p:cNvPr id="1820" name="01_find_only_1819">
            <a:extLst>
              <a:ext uri="{FF2B5EF4-FFF2-40B4-BE49-F238E27FC236}">
                <a16:creationId xmlns:a16="http://schemas.microsoft.com/office/drawing/2014/main" id="{AED6CA13-066B-4E11-8E6C-B9F689C8706C}"/>
              </a:ext>
            </a:extLst>
          </p:cNvPr>
          <p:cNvSpPr>
            <a:spLocks noGrp="1"/>
          </p:cNvSpPr>
          <p:nvPr/>
        </p:nvSpPr>
        <p:spPr>
          <a:xfrm>
            <a:off x="5273205" y="4123418"/>
            <a:ext cx="28398" cy="28398"/>
          </a:xfrm>
          <a:prstGeom prst="ellipse">
            <a:avLst/>
          </a:prstGeom>
          <a:solidFill>
            <a:srgbClr val="7F8C97">
              <a:alpha val="48000"/>
            </a:srgbClr>
          </a:solidFill>
          <a:ln w="0">
            <a:noFill/>
            <a:prstDash val="solid"/>
          </a:ln>
        </p:spPr>
      </p:sp>
      <p:sp>
        <p:nvSpPr>
          <p:cNvPr id="1821" name="01_find_only_1820">
            <a:extLst>
              <a:ext uri="{FF2B5EF4-FFF2-40B4-BE49-F238E27FC236}">
                <a16:creationId xmlns:a16="http://schemas.microsoft.com/office/drawing/2014/main" id="{84CA54BD-3B84-418D-BC0C-A1ECB38B6A54}"/>
              </a:ext>
            </a:extLst>
          </p:cNvPr>
          <p:cNvSpPr>
            <a:spLocks noGrp="1"/>
          </p:cNvSpPr>
          <p:nvPr/>
        </p:nvSpPr>
        <p:spPr>
          <a:xfrm>
            <a:off x="5310213" y="4123418"/>
            <a:ext cx="28398" cy="28398"/>
          </a:xfrm>
          <a:prstGeom prst="ellipse">
            <a:avLst/>
          </a:prstGeom>
          <a:solidFill>
            <a:srgbClr val="7F8C97">
              <a:alpha val="48000"/>
            </a:srgbClr>
          </a:solidFill>
          <a:ln w="0">
            <a:noFill/>
            <a:prstDash val="solid"/>
          </a:ln>
        </p:spPr>
      </p:sp>
      <p:sp>
        <p:nvSpPr>
          <p:cNvPr id="1822" name="01_find_only_1821">
            <a:extLst>
              <a:ext uri="{FF2B5EF4-FFF2-40B4-BE49-F238E27FC236}">
                <a16:creationId xmlns:a16="http://schemas.microsoft.com/office/drawing/2014/main" id="{E31A6916-E78A-407D-BD7F-E75F6A3383AA}"/>
              </a:ext>
            </a:extLst>
          </p:cNvPr>
          <p:cNvSpPr>
            <a:spLocks noGrp="1"/>
          </p:cNvSpPr>
          <p:nvPr/>
        </p:nvSpPr>
        <p:spPr>
          <a:xfrm>
            <a:off x="5307161" y="4123418"/>
            <a:ext cx="28398" cy="28398"/>
          </a:xfrm>
          <a:prstGeom prst="ellipse">
            <a:avLst/>
          </a:prstGeom>
          <a:solidFill>
            <a:srgbClr val="7F8C97">
              <a:alpha val="48000"/>
            </a:srgbClr>
          </a:solidFill>
          <a:ln w="0">
            <a:noFill/>
            <a:prstDash val="solid"/>
          </a:ln>
        </p:spPr>
      </p:sp>
      <p:sp>
        <p:nvSpPr>
          <p:cNvPr id="1823" name="01_find_only_1822">
            <a:extLst>
              <a:ext uri="{FF2B5EF4-FFF2-40B4-BE49-F238E27FC236}">
                <a16:creationId xmlns:a16="http://schemas.microsoft.com/office/drawing/2014/main" id="{D8899255-CA2F-40F2-9911-729179ABBE93}"/>
              </a:ext>
            </a:extLst>
          </p:cNvPr>
          <p:cNvSpPr>
            <a:spLocks noGrp="1"/>
          </p:cNvSpPr>
          <p:nvPr/>
        </p:nvSpPr>
        <p:spPr>
          <a:xfrm>
            <a:off x="5295619" y="4123418"/>
            <a:ext cx="28398" cy="28398"/>
          </a:xfrm>
          <a:prstGeom prst="ellipse">
            <a:avLst/>
          </a:prstGeom>
          <a:solidFill>
            <a:srgbClr val="7F8C97">
              <a:alpha val="48000"/>
            </a:srgbClr>
          </a:solidFill>
          <a:ln w="0">
            <a:noFill/>
            <a:prstDash val="solid"/>
          </a:ln>
        </p:spPr>
      </p:sp>
      <p:sp>
        <p:nvSpPr>
          <p:cNvPr id="1824" name="01_find_only_1823">
            <a:extLst>
              <a:ext uri="{FF2B5EF4-FFF2-40B4-BE49-F238E27FC236}">
                <a16:creationId xmlns:a16="http://schemas.microsoft.com/office/drawing/2014/main" id="{3AF53F09-A9CE-4D7B-9E50-18AF48B88201}"/>
              </a:ext>
            </a:extLst>
          </p:cNvPr>
          <p:cNvSpPr>
            <a:spLocks noGrp="1"/>
          </p:cNvSpPr>
          <p:nvPr/>
        </p:nvSpPr>
        <p:spPr>
          <a:xfrm>
            <a:off x="5304871" y="4123418"/>
            <a:ext cx="28398" cy="28398"/>
          </a:xfrm>
          <a:prstGeom prst="ellipse">
            <a:avLst/>
          </a:prstGeom>
          <a:solidFill>
            <a:srgbClr val="7F8C97">
              <a:alpha val="48000"/>
            </a:srgbClr>
          </a:solidFill>
          <a:ln w="0">
            <a:noFill/>
            <a:prstDash val="solid"/>
          </a:ln>
        </p:spPr>
      </p:sp>
      <p:sp>
        <p:nvSpPr>
          <p:cNvPr id="1825" name="01_find_only_1824">
            <a:extLst>
              <a:ext uri="{FF2B5EF4-FFF2-40B4-BE49-F238E27FC236}">
                <a16:creationId xmlns:a16="http://schemas.microsoft.com/office/drawing/2014/main" id="{EB6322C4-D0EC-438C-8EB9-D0AD4BA98291}"/>
              </a:ext>
            </a:extLst>
          </p:cNvPr>
          <p:cNvSpPr>
            <a:spLocks noGrp="1"/>
          </p:cNvSpPr>
          <p:nvPr/>
        </p:nvSpPr>
        <p:spPr>
          <a:xfrm>
            <a:off x="5277497" y="4123418"/>
            <a:ext cx="28398" cy="28398"/>
          </a:xfrm>
          <a:prstGeom prst="ellipse">
            <a:avLst/>
          </a:prstGeom>
          <a:solidFill>
            <a:srgbClr val="7F8C97">
              <a:alpha val="48000"/>
            </a:srgbClr>
          </a:solidFill>
          <a:ln w="0">
            <a:noFill/>
            <a:prstDash val="solid"/>
          </a:ln>
        </p:spPr>
      </p:sp>
      <p:sp>
        <p:nvSpPr>
          <p:cNvPr id="1826" name="01_find_only_1825">
            <a:extLst>
              <a:ext uri="{FF2B5EF4-FFF2-40B4-BE49-F238E27FC236}">
                <a16:creationId xmlns:a16="http://schemas.microsoft.com/office/drawing/2014/main" id="{E436A5C9-D65E-4A11-8897-FC9FF5D4755F}"/>
              </a:ext>
            </a:extLst>
          </p:cNvPr>
          <p:cNvSpPr>
            <a:spLocks noGrp="1"/>
          </p:cNvSpPr>
          <p:nvPr/>
        </p:nvSpPr>
        <p:spPr>
          <a:xfrm>
            <a:off x="5298862" y="3489410"/>
            <a:ext cx="28398" cy="28398"/>
          </a:xfrm>
          <a:prstGeom prst="ellipse">
            <a:avLst/>
          </a:prstGeom>
          <a:solidFill>
            <a:srgbClr val="7F8C97">
              <a:alpha val="48000"/>
            </a:srgbClr>
          </a:solidFill>
          <a:ln w="0">
            <a:noFill/>
            <a:prstDash val="solid"/>
          </a:ln>
        </p:spPr>
      </p:sp>
      <p:sp>
        <p:nvSpPr>
          <p:cNvPr id="1827" name="01_find_only_1826">
            <a:extLst>
              <a:ext uri="{FF2B5EF4-FFF2-40B4-BE49-F238E27FC236}">
                <a16:creationId xmlns:a16="http://schemas.microsoft.com/office/drawing/2014/main" id="{93E9A43B-86D1-40D7-9CA0-29D35ADA404A}"/>
              </a:ext>
            </a:extLst>
          </p:cNvPr>
          <p:cNvSpPr>
            <a:spLocks noGrp="1"/>
          </p:cNvSpPr>
          <p:nvPr/>
        </p:nvSpPr>
        <p:spPr>
          <a:xfrm>
            <a:off x="5278451" y="3362608"/>
            <a:ext cx="28398" cy="28398"/>
          </a:xfrm>
          <a:prstGeom prst="ellipse">
            <a:avLst/>
          </a:prstGeom>
          <a:solidFill>
            <a:srgbClr val="7F8C97">
              <a:alpha val="48000"/>
            </a:srgbClr>
          </a:solidFill>
          <a:ln w="0">
            <a:noFill/>
            <a:prstDash val="solid"/>
          </a:ln>
        </p:spPr>
      </p:sp>
      <p:sp>
        <p:nvSpPr>
          <p:cNvPr id="1828" name="01_find_only_1827">
            <a:extLst>
              <a:ext uri="{FF2B5EF4-FFF2-40B4-BE49-F238E27FC236}">
                <a16:creationId xmlns:a16="http://schemas.microsoft.com/office/drawing/2014/main" id="{FA2AC4FC-36F0-4C89-877E-D278E6862A98}"/>
              </a:ext>
            </a:extLst>
          </p:cNvPr>
          <p:cNvSpPr>
            <a:spLocks noGrp="1"/>
          </p:cNvSpPr>
          <p:nvPr/>
        </p:nvSpPr>
        <p:spPr>
          <a:xfrm>
            <a:off x="5286844" y="3647912"/>
            <a:ext cx="28398" cy="28398"/>
          </a:xfrm>
          <a:prstGeom prst="ellipse">
            <a:avLst/>
          </a:prstGeom>
          <a:solidFill>
            <a:srgbClr val="7F8C97">
              <a:alpha val="48000"/>
            </a:srgbClr>
          </a:solidFill>
          <a:ln w="0">
            <a:noFill/>
            <a:prstDash val="solid"/>
          </a:ln>
        </p:spPr>
      </p:sp>
      <p:sp>
        <p:nvSpPr>
          <p:cNvPr id="1829" name="01_find_only_1828">
            <a:extLst>
              <a:ext uri="{FF2B5EF4-FFF2-40B4-BE49-F238E27FC236}">
                <a16:creationId xmlns:a16="http://schemas.microsoft.com/office/drawing/2014/main" id="{6571AF07-4418-4515-B4D5-41C7FF6F7A0A}"/>
              </a:ext>
            </a:extLst>
          </p:cNvPr>
          <p:cNvSpPr>
            <a:spLocks noGrp="1"/>
          </p:cNvSpPr>
          <p:nvPr/>
        </p:nvSpPr>
        <p:spPr>
          <a:xfrm>
            <a:off x="5328049" y="3942273"/>
            <a:ext cx="28398" cy="28398"/>
          </a:xfrm>
          <a:prstGeom prst="ellipse">
            <a:avLst/>
          </a:prstGeom>
          <a:solidFill>
            <a:srgbClr val="7F8C97">
              <a:alpha val="48000"/>
            </a:srgbClr>
          </a:solidFill>
          <a:ln w="0">
            <a:noFill/>
            <a:prstDash val="solid"/>
          </a:ln>
        </p:spPr>
      </p:sp>
      <p:sp>
        <p:nvSpPr>
          <p:cNvPr id="1830" name="01_find_only_1829">
            <a:extLst>
              <a:ext uri="{FF2B5EF4-FFF2-40B4-BE49-F238E27FC236}">
                <a16:creationId xmlns:a16="http://schemas.microsoft.com/office/drawing/2014/main" id="{BE4E1D20-52F1-4F8B-B510-58FDC3255408}"/>
              </a:ext>
            </a:extLst>
          </p:cNvPr>
          <p:cNvSpPr>
            <a:spLocks noGrp="1"/>
          </p:cNvSpPr>
          <p:nvPr/>
        </p:nvSpPr>
        <p:spPr>
          <a:xfrm>
            <a:off x="5260519" y="3489410"/>
            <a:ext cx="28398" cy="28398"/>
          </a:xfrm>
          <a:prstGeom prst="ellipse">
            <a:avLst/>
          </a:prstGeom>
          <a:solidFill>
            <a:srgbClr val="7F8C97">
              <a:alpha val="48000"/>
            </a:srgbClr>
          </a:solidFill>
          <a:ln w="0">
            <a:noFill/>
            <a:prstDash val="solid"/>
          </a:ln>
        </p:spPr>
      </p:sp>
      <p:sp>
        <p:nvSpPr>
          <p:cNvPr id="1831" name="01_find_only_1830">
            <a:extLst>
              <a:ext uri="{FF2B5EF4-FFF2-40B4-BE49-F238E27FC236}">
                <a16:creationId xmlns:a16="http://schemas.microsoft.com/office/drawing/2014/main" id="{CCAE2487-C190-4BD7-8642-98675DA5B3EC}"/>
              </a:ext>
            </a:extLst>
          </p:cNvPr>
          <p:cNvSpPr>
            <a:spLocks noGrp="1"/>
          </p:cNvSpPr>
          <p:nvPr/>
        </p:nvSpPr>
        <p:spPr>
          <a:xfrm>
            <a:off x="5264907" y="4123418"/>
            <a:ext cx="28398" cy="28398"/>
          </a:xfrm>
          <a:prstGeom prst="ellipse">
            <a:avLst/>
          </a:prstGeom>
          <a:solidFill>
            <a:srgbClr val="7F8C97">
              <a:alpha val="48000"/>
            </a:srgbClr>
          </a:solidFill>
          <a:ln w="0">
            <a:noFill/>
            <a:prstDash val="solid"/>
          </a:ln>
        </p:spPr>
      </p:sp>
      <p:sp>
        <p:nvSpPr>
          <p:cNvPr id="1832" name="01_find_only_1831">
            <a:extLst>
              <a:ext uri="{FF2B5EF4-FFF2-40B4-BE49-F238E27FC236}">
                <a16:creationId xmlns:a16="http://schemas.microsoft.com/office/drawing/2014/main" id="{6DA001E7-CF1A-48F2-9224-8B620FB3B16A}"/>
              </a:ext>
            </a:extLst>
          </p:cNvPr>
          <p:cNvSpPr>
            <a:spLocks noGrp="1"/>
          </p:cNvSpPr>
          <p:nvPr/>
        </p:nvSpPr>
        <p:spPr>
          <a:xfrm>
            <a:off x="5304585" y="2855402"/>
            <a:ext cx="28398" cy="28398"/>
          </a:xfrm>
          <a:prstGeom prst="ellipse">
            <a:avLst/>
          </a:prstGeom>
          <a:solidFill>
            <a:srgbClr val="7F8C97">
              <a:alpha val="48000"/>
            </a:srgbClr>
          </a:solidFill>
          <a:ln w="0">
            <a:noFill/>
            <a:prstDash val="solid"/>
          </a:ln>
        </p:spPr>
      </p:sp>
      <p:sp>
        <p:nvSpPr>
          <p:cNvPr id="1833" name="01_find_only_1832">
            <a:extLst>
              <a:ext uri="{FF2B5EF4-FFF2-40B4-BE49-F238E27FC236}">
                <a16:creationId xmlns:a16="http://schemas.microsoft.com/office/drawing/2014/main" id="{C4C07287-C8FC-4E1F-B294-2C2386AAA89C}"/>
              </a:ext>
            </a:extLst>
          </p:cNvPr>
          <p:cNvSpPr>
            <a:spLocks noGrp="1"/>
          </p:cNvSpPr>
          <p:nvPr/>
        </p:nvSpPr>
        <p:spPr>
          <a:xfrm>
            <a:off x="5303727" y="3278074"/>
            <a:ext cx="28398" cy="28398"/>
          </a:xfrm>
          <a:prstGeom prst="ellipse">
            <a:avLst/>
          </a:prstGeom>
          <a:solidFill>
            <a:srgbClr val="7F8C97">
              <a:alpha val="48000"/>
            </a:srgbClr>
          </a:solidFill>
          <a:ln w="0">
            <a:noFill/>
            <a:prstDash val="solid"/>
          </a:ln>
        </p:spPr>
      </p:sp>
      <p:sp>
        <p:nvSpPr>
          <p:cNvPr id="1834" name="01_find_only_1833">
            <a:extLst>
              <a:ext uri="{FF2B5EF4-FFF2-40B4-BE49-F238E27FC236}">
                <a16:creationId xmlns:a16="http://schemas.microsoft.com/office/drawing/2014/main" id="{48C3A50A-049F-4110-91F2-7861893B58C6}"/>
              </a:ext>
            </a:extLst>
          </p:cNvPr>
          <p:cNvSpPr>
            <a:spLocks noGrp="1"/>
          </p:cNvSpPr>
          <p:nvPr/>
        </p:nvSpPr>
        <p:spPr>
          <a:xfrm>
            <a:off x="5334726" y="3489410"/>
            <a:ext cx="28398" cy="28398"/>
          </a:xfrm>
          <a:prstGeom prst="ellipse">
            <a:avLst/>
          </a:prstGeom>
          <a:solidFill>
            <a:srgbClr val="7F8C97">
              <a:alpha val="48000"/>
            </a:srgbClr>
          </a:solidFill>
          <a:ln w="0">
            <a:noFill/>
            <a:prstDash val="solid"/>
          </a:ln>
        </p:spPr>
      </p:sp>
      <p:sp>
        <p:nvSpPr>
          <p:cNvPr id="1835" name="01_find_only_1834">
            <a:extLst>
              <a:ext uri="{FF2B5EF4-FFF2-40B4-BE49-F238E27FC236}">
                <a16:creationId xmlns:a16="http://schemas.microsoft.com/office/drawing/2014/main" id="{1F23D818-3CC8-48A2-B61B-8CFC1C9E2F03}"/>
              </a:ext>
            </a:extLst>
          </p:cNvPr>
          <p:cNvSpPr>
            <a:spLocks noGrp="1"/>
          </p:cNvSpPr>
          <p:nvPr/>
        </p:nvSpPr>
        <p:spPr>
          <a:xfrm>
            <a:off x="5320323" y="4123418"/>
            <a:ext cx="28398" cy="28398"/>
          </a:xfrm>
          <a:prstGeom prst="ellipse">
            <a:avLst/>
          </a:prstGeom>
          <a:solidFill>
            <a:srgbClr val="7F8C97">
              <a:alpha val="48000"/>
            </a:srgbClr>
          </a:solidFill>
          <a:ln w="0">
            <a:noFill/>
            <a:prstDash val="solid"/>
          </a:ln>
        </p:spPr>
      </p:sp>
      <p:sp>
        <p:nvSpPr>
          <p:cNvPr id="1836" name="01_find_only_1835">
            <a:extLst>
              <a:ext uri="{FF2B5EF4-FFF2-40B4-BE49-F238E27FC236}">
                <a16:creationId xmlns:a16="http://schemas.microsoft.com/office/drawing/2014/main" id="{254824B1-4244-4E71-AE88-122FC09F2910}"/>
              </a:ext>
            </a:extLst>
          </p:cNvPr>
          <p:cNvSpPr>
            <a:spLocks noGrp="1"/>
          </p:cNvSpPr>
          <p:nvPr/>
        </p:nvSpPr>
        <p:spPr>
          <a:xfrm>
            <a:off x="5261473" y="4123418"/>
            <a:ext cx="28398" cy="28398"/>
          </a:xfrm>
          <a:prstGeom prst="ellipse">
            <a:avLst/>
          </a:prstGeom>
          <a:solidFill>
            <a:srgbClr val="7F8C97">
              <a:alpha val="48000"/>
            </a:srgbClr>
          </a:solidFill>
          <a:ln w="0">
            <a:noFill/>
            <a:prstDash val="solid"/>
          </a:ln>
        </p:spPr>
      </p:sp>
      <p:sp>
        <p:nvSpPr>
          <p:cNvPr id="1837" name="01_find_only_1836">
            <a:extLst>
              <a:ext uri="{FF2B5EF4-FFF2-40B4-BE49-F238E27FC236}">
                <a16:creationId xmlns:a16="http://schemas.microsoft.com/office/drawing/2014/main" id="{C8B9CFCA-8216-4CA9-82DC-BFEB72CBF7E8}"/>
              </a:ext>
            </a:extLst>
          </p:cNvPr>
          <p:cNvSpPr>
            <a:spLocks noGrp="1"/>
          </p:cNvSpPr>
          <p:nvPr/>
        </p:nvSpPr>
        <p:spPr>
          <a:xfrm>
            <a:off x="5275303" y="4123418"/>
            <a:ext cx="28398" cy="28398"/>
          </a:xfrm>
          <a:prstGeom prst="ellipse">
            <a:avLst/>
          </a:prstGeom>
          <a:solidFill>
            <a:srgbClr val="7F8C97">
              <a:alpha val="48000"/>
            </a:srgbClr>
          </a:solidFill>
          <a:ln w="0">
            <a:noFill/>
            <a:prstDash val="solid"/>
          </a:ln>
        </p:spPr>
      </p:sp>
      <p:sp>
        <p:nvSpPr>
          <p:cNvPr id="1838" name="01_find_only_1837">
            <a:extLst>
              <a:ext uri="{FF2B5EF4-FFF2-40B4-BE49-F238E27FC236}">
                <a16:creationId xmlns:a16="http://schemas.microsoft.com/office/drawing/2014/main" id="{0EFF8D03-0DC8-44E1-B540-04901086B948}"/>
              </a:ext>
            </a:extLst>
          </p:cNvPr>
          <p:cNvSpPr>
            <a:spLocks noGrp="1"/>
          </p:cNvSpPr>
          <p:nvPr/>
        </p:nvSpPr>
        <p:spPr>
          <a:xfrm>
            <a:off x="5313170" y="4123418"/>
            <a:ext cx="28398" cy="28398"/>
          </a:xfrm>
          <a:prstGeom prst="ellipse">
            <a:avLst/>
          </a:prstGeom>
          <a:solidFill>
            <a:srgbClr val="7F8C97">
              <a:alpha val="48000"/>
            </a:srgbClr>
          </a:solidFill>
          <a:ln w="0">
            <a:noFill/>
            <a:prstDash val="solid"/>
          </a:ln>
        </p:spPr>
      </p:sp>
      <p:sp>
        <p:nvSpPr>
          <p:cNvPr id="1839" name="01_find_only_1838">
            <a:extLst>
              <a:ext uri="{FF2B5EF4-FFF2-40B4-BE49-F238E27FC236}">
                <a16:creationId xmlns:a16="http://schemas.microsoft.com/office/drawing/2014/main" id="{B4F3A490-1AFC-4DE0-86BC-4D9759A584E7}"/>
              </a:ext>
            </a:extLst>
          </p:cNvPr>
          <p:cNvSpPr>
            <a:spLocks noGrp="1"/>
          </p:cNvSpPr>
          <p:nvPr/>
        </p:nvSpPr>
        <p:spPr>
          <a:xfrm>
            <a:off x="5255941" y="4123418"/>
            <a:ext cx="28398" cy="28398"/>
          </a:xfrm>
          <a:prstGeom prst="ellipse">
            <a:avLst/>
          </a:prstGeom>
          <a:solidFill>
            <a:srgbClr val="7F8C97">
              <a:alpha val="48000"/>
            </a:srgbClr>
          </a:solidFill>
          <a:ln w="0">
            <a:noFill/>
            <a:prstDash val="solid"/>
          </a:ln>
        </p:spPr>
      </p:sp>
      <p:sp>
        <p:nvSpPr>
          <p:cNvPr id="1840" name="01_find_only_1839">
            <a:extLst>
              <a:ext uri="{FF2B5EF4-FFF2-40B4-BE49-F238E27FC236}">
                <a16:creationId xmlns:a16="http://schemas.microsoft.com/office/drawing/2014/main" id="{81A93141-3A9E-4253-BD11-DF6274384BE2}"/>
              </a:ext>
            </a:extLst>
          </p:cNvPr>
          <p:cNvSpPr>
            <a:spLocks noGrp="1"/>
          </p:cNvSpPr>
          <p:nvPr/>
        </p:nvSpPr>
        <p:spPr>
          <a:xfrm>
            <a:off x="5322231" y="3278074"/>
            <a:ext cx="28398" cy="28398"/>
          </a:xfrm>
          <a:prstGeom prst="ellipse">
            <a:avLst/>
          </a:prstGeom>
          <a:solidFill>
            <a:srgbClr val="7F8C97">
              <a:alpha val="48000"/>
            </a:srgbClr>
          </a:solidFill>
          <a:ln w="0">
            <a:noFill/>
            <a:prstDash val="solid"/>
          </a:ln>
        </p:spPr>
      </p:sp>
      <p:sp>
        <p:nvSpPr>
          <p:cNvPr id="1841" name="01_find_only_1840">
            <a:extLst>
              <a:ext uri="{FF2B5EF4-FFF2-40B4-BE49-F238E27FC236}">
                <a16:creationId xmlns:a16="http://schemas.microsoft.com/office/drawing/2014/main" id="{3C383B40-4C9D-486B-A89E-BAD5CA81FF47}"/>
              </a:ext>
            </a:extLst>
          </p:cNvPr>
          <p:cNvSpPr>
            <a:spLocks noGrp="1"/>
          </p:cNvSpPr>
          <p:nvPr/>
        </p:nvSpPr>
        <p:spPr>
          <a:xfrm>
            <a:off x="5325474" y="4123418"/>
            <a:ext cx="28398" cy="28398"/>
          </a:xfrm>
          <a:prstGeom prst="ellipse">
            <a:avLst/>
          </a:prstGeom>
          <a:solidFill>
            <a:srgbClr val="7F8C97">
              <a:alpha val="48000"/>
            </a:srgbClr>
          </a:solidFill>
          <a:ln w="0">
            <a:noFill/>
            <a:prstDash val="solid"/>
          </a:ln>
        </p:spPr>
      </p:sp>
      <p:sp>
        <p:nvSpPr>
          <p:cNvPr id="1842" name="01_find_only_1841">
            <a:extLst>
              <a:ext uri="{FF2B5EF4-FFF2-40B4-BE49-F238E27FC236}">
                <a16:creationId xmlns:a16="http://schemas.microsoft.com/office/drawing/2014/main" id="{4719F0A6-D854-48E4-AC34-A5594E40E480}"/>
              </a:ext>
            </a:extLst>
          </p:cNvPr>
          <p:cNvSpPr>
            <a:spLocks noGrp="1"/>
          </p:cNvSpPr>
          <p:nvPr/>
        </p:nvSpPr>
        <p:spPr>
          <a:xfrm>
            <a:off x="5315363" y="3330908"/>
            <a:ext cx="28398" cy="28398"/>
          </a:xfrm>
          <a:prstGeom prst="ellipse">
            <a:avLst/>
          </a:prstGeom>
          <a:solidFill>
            <a:srgbClr val="7F8C97">
              <a:alpha val="48000"/>
            </a:srgbClr>
          </a:solidFill>
          <a:ln w="0">
            <a:noFill/>
            <a:prstDash val="solid"/>
          </a:ln>
        </p:spPr>
      </p:sp>
      <p:sp>
        <p:nvSpPr>
          <p:cNvPr id="1843" name="01_find_only_1842">
            <a:extLst>
              <a:ext uri="{FF2B5EF4-FFF2-40B4-BE49-F238E27FC236}">
                <a16:creationId xmlns:a16="http://schemas.microsoft.com/office/drawing/2014/main" id="{ACF569F9-4457-4E37-8E43-E2B8831FA9F2}"/>
              </a:ext>
            </a:extLst>
          </p:cNvPr>
          <p:cNvSpPr>
            <a:spLocks noGrp="1"/>
          </p:cNvSpPr>
          <p:nvPr/>
        </p:nvSpPr>
        <p:spPr>
          <a:xfrm>
            <a:off x="5314505" y="3489410"/>
            <a:ext cx="28398" cy="28398"/>
          </a:xfrm>
          <a:prstGeom prst="ellipse">
            <a:avLst/>
          </a:prstGeom>
          <a:solidFill>
            <a:srgbClr val="7F8C97">
              <a:alpha val="48000"/>
            </a:srgbClr>
          </a:solidFill>
          <a:ln w="0">
            <a:noFill/>
            <a:prstDash val="solid"/>
          </a:ln>
        </p:spPr>
      </p:sp>
      <p:sp>
        <p:nvSpPr>
          <p:cNvPr id="1844" name="01_find_only_1843">
            <a:extLst>
              <a:ext uri="{FF2B5EF4-FFF2-40B4-BE49-F238E27FC236}">
                <a16:creationId xmlns:a16="http://schemas.microsoft.com/office/drawing/2014/main" id="{C335A068-34FB-42BC-B7A1-07DCD5CA46A4}"/>
              </a:ext>
            </a:extLst>
          </p:cNvPr>
          <p:cNvSpPr>
            <a:spLocks noGrp="1"/>
          </p:cNvSpPr>
          <p:nvPr/>
        </p:nvSpPr>
        <p:spPr>
          <a:xfrm>
            <a:off x="5318606" y="4123418"/>
            <a:ext cx="28398" cy="28398"/>
          </a:xfrm>
          <a:prstGeom prst="ellipse">
            <a:avLst/>
          </a:prstGeom>
          <a:solidFill>
            <a:srgbClr val="7F8C97">
              <a:alpha val="48000"/>
            </a:srgbClr>
          </a:solidFill>
          <a:ln w="0">
            <a:noFill/>
            <a:prstDash val="solid"/>
          </a:ln>
        </p:spPr>
      </p:sp>
      <p:sp>
        <p:nvSpPr>
          <p:cNvPr id="1845" name="01_find_only_1844">
            <a:extLst>
              <a:ext uri="{FF2B5EF4-FFF2-40B4-BE49-F238E27FC236}">
                <a16:creationId xmlns:a16="http://schemas.microsoft.com/office/drawing/2014/main" id="{AF14BA2B-8F42-4FB2-8FC6-E338D9109FCB}"/>
              </a:ext>
            </a:extLst>
          </p:cNvPr>
          <p:cNvSpPr>
            <a:spLocks noGrp="1"/>
          </p:cNvSpPr>
          <p:nvPr/>
        </p:nvSpPr>
        <p:spPr>
          <a:xfrm>
            <a:off x="5300579" y="4123418"/>
            <a:ext cx="28398" cy="28398"/>
          </a:xfrm>
          <a:prstGeom prst="ellipse">
            <a:avLst/>
          </a:prstGeom>
          <a:solidFill>
            <a:srgbClr val="7F8C97">
              <a:alpha val="48000"/>
            </a:srgbClr>
          </a:solidFill>
          <a:ln w="0">
            <a:noFill/>
            <a:prstDash val="solid"/>
          </a:ln>
        </p:spPr>
      </p:sp>
      <p:sp>
        <p:nvSpPr>
          <p:cNvPr id="1846" name="01_find_only_1845">
            <a:extLst>
              <a:ext uri="{FF2B5EF4-FFF2-40B4-BE49-F238E27FC236}">
                <a16:creationId xmlns:a16="http://schemas.microsoft.com/office/drawing/2014/main" id="{5245DAC5-B38D-4038-BEAB-8324F76F24A5}"/>
              </a:ext>
            </a:extLst>
          </p:cNvPr>
          <p:cNvSpPr>
            <a:spLocks noGrp="1"/>
          </p:cNvSpPr>
          <p:nvPr/>
        </p:nvSpPr>
        <p:spPr>
          <a:xfrm>
            <a:off x="5251076" y="3489410"/>
            <a:ext cx="28398" cy="28398"/>
          </a:xfrm>
          <a:prstGeom prst="ellipse">
            <a:avLst/>
          </a:prstGeom>
          <a:solidFill>
            <a:srgbClr val="7F8C97">
              <a:alpha val="48000"/>
            </a:srgbClr>
          </a:solidFill>
          <a:ln w="0">
            <a:noFill/>
            <a:prstDash val="solid"/>
          </a:ln>
        </p:spPr>
      </p:sp>
      <p:sp>
        <p:nvSpPr>
          <p:cNvPr id="1847" name="01_find_only_1846">
            <a:extLst>
              <a:ext uri="{FF2B5EF4-FFF2-40B4-BE49-F238E27FC236}">
                <a16:creationId xmlns:a16="http://schemas.microsoft.com/office/drawing/2014/main" id="{0DD8A5C2-B1E8-405F-8620-3C299C834E07}"/>
              </a:ext>
            </a:extLst>
          </p:cNvPr>
          <p:cNvSpPr>
            <a:spLocks noGrp="1"/>
          </p:cNvSpPr>
          <p:nvPr/>
        </p:nvSpPr>
        <p:spPr>
          <a:xfrm>
            <a:off x="5300389" y="4123418"/>
            <a:ext cx="28398" cy="28398"/>
          </a:xfrm>
          <a:prstGeom prst="ellipse">
            <a:avLst/>
          </a:prstGeom>
          <a:solidFill>
            <a:srgbClr val="7F8C97">
              <a:alpha val="48000"/>
            </a:srgbClr>
          </a:solidFill>
          <a:ln w="0">
            <a:noFill/>
            <a:prstDash val="solid"/>
          </a:ln>
        </p:spPr>
      </p:sp>
      <p:sp>
        <p:nvSpPr>
          <p:cNvPr id="1848" name="01_find_only_1847">
            <a:extLst>
              <a:ext uri="{FF2B5EF4-FFF2-40B4-BE49-F238E27FC236}">
                <a16:creationId xmlns:a16="http://schemas.microsoft.com/office/drawing/2014/main" id="{5DC07BDE-5744-4B32-BE91-D1297BB32D40}"/>
              </a:ext>
            </a:extLst>
          </p:cNvPr>
          <p:cNvSpPr>
            <a:spLocks noGrp="1"/>
          </p:cNvSpPr>
          <p:nvPr/>
        </p:nvSpPr>
        <p:spPr>
          <a:xfrm>
            <a:off x="5263667" y="4123418"/>
            <a:ext cx="28398" cy="28398"/>
          </a:xfrm>
          <a:prstGeom prst="ellipse">
            <a:avLst/>
          </a:prstGeom>
          <a:solidFill>
            <a:srgbClr val="7F8C97">
              <a:alpha val="48000"/>
            </a:srgbClr>
          </a:solidFill>
          <a:ln w="0">
            <a:noFill/>
            <a:prstDash val="solid"/>
          </a:ln>
        </p:spPr>
      </p:sp>
      <p:sp>
        <p:nvSpPr>
          <p:cNvPr id="1849" name="01_find_only_1848">
            <a:extLst>
              <a:ext uri="{FF2B5EF4-FFF2-40B4-BE49-F238E27FC236}">
                <a16:creationId xmlns:a16="http://schemas.microsoft.com/office/drawing/2014/main" id="{4E744576-44C4-4C2B-AD79-FD280A5CED73}"/>
              </a:ext>
            </a:extLst>
          </p:cNvPr>
          <p:cNvSpPr>
            <a:spLocks noGrp="1"/>
          </p:cNvSpPr>
          <p:nvPr/>
        </p:nvSpPr>
        <p:spPr>
          <a:xfrm>
            <a:off x="5314887" y="3879569"/>
            <a:ext cx="28398" cy="28398"/>
          </a:xfrm>
          <a:prstGeom prst="ellipse">
            <a:avLst/>
          </a:prstGeom>
          <a:solidFill>
            <a:srgbClr val="7F8C97">
              <a:alpha val="48000"/>
            </a:srgbClr>
          </a:solidFill>
          <a:ln w="0">
            <a:noFill/>
            <a:prstDash val="solid"/>
          </a:ln>
        </p:spPr>
      </p:sp>
      <p:sp>
        <p:nvSpPr>
          <p:cNvPr id="1850" name="01_find_only_1849">
            <a:extLst>
              <a:ext uri="{FF2B5EF4-FFF2-40B4-BE49-F238E27FC236}">
                <a16:creationId xmlns:a16="http://schemas.microsoft.com/office/drawing/2014/main" id="{EDFC7812-6454-45C4-BA5C-7BB1C0B2CA12}"/>
              </a:ext>
            </a:extLst>
          </p:cNvPr>
          <p:cNvSpPr>
            <a:spLocks noGrp="1"/>
          </p:cNvSpPr>
          <p:nvPr/>
        </p:nvSpPr>
        <p:spPr>
          <a:xfrm>
            <a:off x="5327477" y="3771191"/>
            <a:ext cx="28398" cy="28398"/>
          </a:xfrm>
          <a:prstGeom prst="ellipse">
            <a:avLst/>
          </a:prstGeom>
          <a:solidFill>
            <a:srgbClr val="7F8C97">
              <a:alpha val="48000"/>
            </a:srgbClr>
          </a:solidFill>
          <a:ln w="0">
            <a:noFill/>
            <a:prstDash val="solid"/>
          </a:ln>
        </p:spPr>
      </p:sp>
      <p:sp>
        <p:nvSpPr>
          <p:cNvPr id="1851" name="01_find_only_1850">
            <a:extLst>
              <a:ext uri="{FF2B5EF4-FFF2-40B4-BE49-F238E27FC236}">
                <a16:creationId xmlns:a16="http://schemas.microsoft.com/office/drawing/2014/main" id="{A0189E8B-C060-4731-93AF-8D373AC74C76}"/>
              </a:ext>
            </a:extLst>
          </p:cNvPr>
          <p:cNvSpPr>
            <a:spLocks noGrp="1"/>
          </p:cNvSpPr>
          <p:nvPr/>
        </p:nvSpPr>
        <p:spPr>
          <a:xfrm>
            <a:off x="5262141" y="4123418"/>
            <a:ext cx="28398" cy="28398"/>
          </a:xfrm>
          <a:prstGeom prst="ellipse">
            <a:avLst/>
          </a:prstGeom>
          <a:solidFill>
            <a:srgbClr val="7F8C97">
              <a:alpha val="48000"/>
            </a:srgbClr>
          </a:solidFill>
          <a:ln w="0">
            <a:noFill/>
            <a:prstDash val="solid"/>
          </a:ln>
        </p:spPr>
      </p:sp>
      <p:sp>
        <p:nvSpPr>
          <p:cNvPr id="1852" name="01_find_only_1851">
            <a:extLst>
              <a:ext uri="{FF2B5EF4-FFF2-40B4-BE49-F238E27FC236}">
                <a16:creationId xmlns:a16="http://schemas.microsoft.com/office/drawing/2014/main" id="{404E2A72-C63B-4151-B427-8C3561EDD574}"/>
              </a:ext>
            </a:extLst>
          </p:cNvPr>
          <p:cNvSpPr>
            <a:spLocks noGrp="1"/>
          </p:cNvSpPr>
          <p:nvPr/>
        </p:nvSpPr>
        <p:spPr>
          <a:xfrm>
            <a:off x="5315745" y="3099251"/>
            <a:ext cx="28398" cy="28398"/>
          </a:xfrm>
          <a:prstGeom prst="ellipse">
            <a:avLst/>
          </a:prstGeom>
          <a:solidFill>
            <a:srgbClr val="7F8C97">
              <a:alpha val="48000"/>
            </a:srgbClr>
          </a:solidFill>
          <a:ln w="0">
            <a:noFill/>
            <a:prstDash val="solid"/>
          </a:ln>
        </p:spPr>
      </p:sp>
      <p:sp>
        <p:nvSpPr>
          <p:cNvPr id="1853" name="01_find_only_1852">
            <a:extLst>
              <a:ext uri="{FF2B5EF4-FFF2-40B4-BE49-F238E27FC236}">
                <a16:creationId xmlns:a16="http://schemas.microsoft.com/office/drawing/2014/main" id="{D75FA1B3-311D-411F-A4A0-69D1DB843D02}"/>
              </a:ext>
            </a:extLst>
          </p:cNvPr>
          <p:cNvSpPr>
            <a:spLocks noGrp="1"/>
          </p:cNvSpPr>
          <p:nvPr/>
        </p:nvSpPr>
        <p:spPr>
          <a:xfrm>
            <a:off x="5266910" y="3489410"/>
            <a:ext cx="28398" cy="28398"/>
          </a:xfrm>
          <a:prstGeom prst="ellipse">
            <a:avLst/>
          </a:prstGeom>
          <a:solidFill>
            <a:srgbClr val="7F8C97">
              <a:alpha val="48000"/>
            </a:srgbClr>
          </a:solidFill>
          <a:ln w="0">
            <a:noFill/>
            <a:prstDash val="solid"/>
          </a:ln>
        </p:spPr>
      </p:sp>
      <p:sp>
        <p:nvSpPr>
          <p:cNvPr id="1854" name="01_find_only_1853">
            <a:extLst>
              <a:ext uri="{FF2B5EF4-FFF2-40B4-BE49-F238E27FC236}">
                <a16:creationId xmlns:a16="http://schemas.microsoft.com/office/drawing/2014/main" id="{99A39D5B-65B1-4B94-A9D0-049AC2BF68CC}"/>
              </a:ext>
            </a:extLst>
          </p:cNvPr>
          <p:cNvSpPr>
            <a:spLocks noGrp="1"/>
          </p:cNvSpPr>
          <p:nvPr/>
        </p:nvSpPr>
        <p:spPr>
          <a:xfrm>
            <a:off x="5271106" y="4123418"/>
            <a:ext cx="28398" cy="28398"/>
          </a:xfrm>
          <a:prstGeom prst="ellipse">
            <a:avLst/>
          </a:prstGeom>
          <a:solidFill>
            <a:srgbClr val="7F8C97">
              <a:alpha val="48000"/>
            </a:srgbClr>
          </a:solidFill>
          <a:ln w="0">
            <a:noFill/>
            <a:prstDash val="solid"/>
          </a:ln>
        </p:spPr>
      </p:sp>
      <p:sp>
        <p:nvSpPr>
          <p:cNvPr id="1855" name="01_find_only_1854">
            <a:extLst>
              <a:ext uri="{FF2B5EF4-FFF2-40B4-BE49-F238E27FC236}">
                <a16:creationId xmlns:a16="http://schemas.microsoft.com/office/drawing/2014/main" id="{12F06C8B-A14A-47A3-A1B6-625802C66606}"/>
              </a:ext>
            </a:extLst>
          </p:cNvPr>
          <p:cNvSpPr>
            <a:spLocks noGrp="1"/>
          </p:cNvSpPr>
          <p:nvPr/>
        </p:nvSpPr>
        <p:spPr>
          <a:xfrm>
            <a:off x="5259756" y="3489410"/>
            <a:ext cx="28398" cy="28398"/>
          </a:xfrm>
          <a:prstGeom prst="ellipse">
            <a:avLst/>
          </a:prstGeom>
          <a:solidFill>
            <a:srgbClr val="7F8C97">
              <a:alpha val="48000"/>
            </a:srgbClr>
          </a:solidFill>
          <a:ln w="0">
            <a:noFill/>
            <a:prstDash val="solid"/>
          </a:ln>
        </p:spPr>
      </p:sp>
      <p:sp>
        <p:nvSpPr>
          <p:cNvPr id="1856" name="01_find_only_1855">
            <a:extLst>
              <a:ext uri="{FF2B5EF4-FFF2-40B4-BE49-F238E27FC236}">
                <a16:creationId xmlns:a16="http://schemas.microsoft.com/office/drawing/2014/main" id="{4F2A98D7-5EEE-49D0-B779-46B305BB13BD}"/>
              </a:ext>
            </a:extLst>
          </p:cNvPr>
          <p:cNvSpPr>
            <a:spLocks noGrp="1"/>
          </p:cNvSpPr>
          <p:nvPr/>
        </p:nvSpPr>
        <p:spPr>
          <a:xfrm>
            <a:off x="5314696" y="3647912"/>
            <a:ext cx="28398" cy="28398"/>
          </a:xfrm>
          <a:prstGeom prst="ellipse">
            <a:avLst/>
          </a:prstGeom>
          <a:solidFill>
            <a:srgbClr val="7F8C97">
              <a:alpha val="48000"/>
            </a:srgbClr>
          </a:solidFill>
          <a:ln w="0">
            <a:noFill/>
            <a:prstDash val="solid"/>
          </a:ln>
        </p:spPr>
      </p:sp>
      <p:sp>
        <p:nvSpPr>
          <p:cNvPr id="1857" name="01_find_only_1856">
            <a:extLst>
              <a:ext uri="{FF2B5EF4-FFF2-40B4-BE49-F238E27FC236}">
                <a16:creationId xmlns:a16="http://schemas.microsoft.com/office/drawing/2014/main" id="{A82B9109-0026-4B11-A699-B94C6A9B5BD8}"/>
              </a:ext>
            </a:extLst>
          </p:cNvPr>
          <p:cNvSpPr>
            <a:spLocks noGrp="1"/>
          </p:cNvSpPr>
          <p:nvPr/>
        </p:nvSpPr>
        <p:spPr>
          <a:xfrm>
            <a:off x="5339304" y="3761128"/>
            <a:ext cx="28398" cy="28398"/>
          </a:xfrm>
          <a:prstGeom prst="ellipse">
            <a:avLst/>
          </a:prstGeom>
          <a:solidFill>
            <a:srgbClr val="7F8C97">
              <a:alpha val="48000"/>
            </a:srgbClr>
          </a:solidFill>
          <a:ln w="0">
            <a:noFill/>
            <a:prstDash val="solid"/>
          </a:ln>
        </p:spPr>
      </p:sp>
      <p:sp>
        <p:nvSpPr>
          <p:cNvPr id="1858" name="01_find_only_1857">
            <a:extLst>
              <a:ext uri="{FF2B5EF4-FFF2-40B4-BE49-F238E27FC236}">
                <a16:creationId xmlns:a16="http://schemas.microsoft.com/office/drawing/2014/main" id="{A759639E-264C-4F8F-AA99-3300BD5B948A}"/>
              </a:ext>
            </a:extLst>
          </p:cNvPr>
          <p:cNvSpPr>
            <a:spLocks noGrp="1"/>
          </p:cNvSpPr>
          <p:nvPr/>
        </p:nvSpPr>
        <p:spPr>
          <a:xfrm>
            <a:off x="5343406" y="3579982"/>
            <a:ext cx="28398" cy="28398"/>
          </a:xfrm>
          <a:prstGeom prst="ellipse">
            <a:avLst/>
          </a:prstGeom>
          <a:solidFill>
            <a:srgbClr val="7F8C97">
              <a:alpha val="48000"/>
            </a:srgbClr>
          </a:solidFill>
          <a:ln w="0">
            <a:noFill/>
            <a:prstDash val="solid"/>
          </a:ln>
        </p:spPr>
      </p:sp>
      <p:sp>
        <p:nvSpPr>
          <p:cNvPr id="1859" name="01_find_only_1858">
            <a:extLst>
              <a:ext uri="{FF2B5EF4-FFF2-40B4-BE49-F238E27FC236}">
                <a16:creationId xmlns:a16="http://schemas.microsoft.com/office/drawing/2014/main" id="{1E1EC523-F110-4DBF-909D-B773FF4ECAD4}"/>
              </a:ext>
            </a:extLst>
          </p:cNvPr>
          <p:cNvSpPr>
            <a:spLocks noGrp="1"/>
          </p:cNvSpPr>
          <p:nvPr/>
        </p:nvSpPr>
        <p:spPr>
          <a:xfrm>
            <a:off x="5284460" y="2855402"/>
            <a:ext cx="28398" cy="28398"/>
          </a:xfrm>
          <a:prstGeom prst="ellipse">
            <a:avLst/>
          </a:prstGeom>
          <a:solidFill>
            <a:srgbClr val="7F8C97">
              <a:alpha val="48000"/>
            </a:srgbClr>
          </a:solidFill>
          <a:ln w="0">
            <a:noFill/>
            <a:prstDash val="solid"/>
          </a:ln>
        </p:spPr>
      </p:sp>
      <p:sp>
        <p:nvSpPr>
          <p:cNvPr id="1860" name="01_find_only_1859">
            <a:extLst>
              <a:ext uri="{FF2B5EF4-FFF2-40B4-BE49-F238E27FC236}">
                <a16:creationId xmlns:a16="http://schemas.microsoft.com/office/drawing/2014/main" id="{663148C7-17FF-4AE8-9873-D8D7324BE631}"/>
              </a:ext>
            </a:extLst>
          </p:cNvPr>
          <p:cNvSpPr>
            <a:spLocks noGrp="1"/>
          </p:cNvSpPr>
          <p:nvPr/>
        </p:nvSpPr>
        <p:spPr>
          <a:xfrm>
            <a:off x="5319465" y="3700746"/>
            <a:ext cx="28398" cy="28398"/>
          </a:xfrm>
          <a:prstGeom prst="ellipse">
            <a:avLst/>
          </a:prstGeom>
          <a:solidFill>
            <a:srgbClr val="7F8C97">
              <a:alpha val="48000"/>
            </a:srgbClr>
          </a:solidFill>
          <a:ln w="0">
            <a:noFill/>
            <a:prstDash val="solid"/>
          </a:ln>
        </p:spPr>
      </p:sp>
      <p:sp>
        <p:nvSpPr>
          <p:cNvPr id="1861" name="01_find_only_1860">
            <a:extLst>
              <a:ext uri="{FF2B5EF4-FFF2-40B4-BE49-F238E27FC236}">
                <a16:creationId xmlns:a16="http://schemas.microsoft.com/office/drawing/2014/main" id="{2A429577-5E74-44D1-9B06-CC0C2E083025}"/>
              </a:ext>
            </a:extLst>
          </p:cNvPr>
          <p:cNvSpPr>
            <a:spLocks noGrp="1"/>
          </p:cNvSpPr>
          <p:nvPr/>
        </p:nvSpPr>
        <p:spPr>
          <a:xfrm>
            <a:off x="5337969" y="4123418"/>
            <a:ext cx="28398" cy="28398"/>
          </a:xfrm>
          <a:prstGeom prst="ellipse">
            <a:avLst/>
          </a:prstGeom>
          <a:solidFill>
            <a:srgbClr val="7F8C97">
              <a:alpha val="48000"/>
            </a:srgbClr>
          </a:solidFill>
          <a:ln w="0">
            <a:noFill/>
            <a:prstDash val="solid"/>
          </a:ln>
        </p:spPr>
      </p:sp>
      <p:sp>
        <p:nvSpPr>
          <p:cNvPr id="1862" name="01_find_only_1861">
            <a:extLst>
              <a:ext uri="{FF2B5EF4-FFF2-40B4-BE49-F238E27FC236}">
                <a16:creationId xmlns:a16="http://schemas.microsoft.com/office/drawing/2014/main" id="{318D8BBA-C7B9-4641-A18A-853363554437}"/>
              </a:ext>
            </a:extLst>
          </p:cNvPr>
          <p:cNvSpPr>
            <a:spLocks noGrp="1"/>
          </p:cNvSpPr>
          <p:nvPr/>
        </p:nvSpPr>
        <p:spPr>
          <a:xfrm>
            <a:off x="5326714" y="3700746"/>
            <a:ext cx="28398" cy="28398"/>
          </a:xfrm>
          <a:prstGeom prst="ellipse">
            <a:avLst/>
          </a:prstGeom>
          <a:solidFill>
            <a:srgbClr val="7F8C97">
              <a:alpha val="48000"/>
            </a:srgbClr>
          </a:solidFill>
          <a:ln w="0">
            <a:noFill/>
            <a:prstDash val="solid"/>
          </a:ln>
        </p:spPr>
      </p:sp>
      <p:sp>
        <p:nvSpPr>
          <p:cNvPr id="1863" name="01_find_only_1862">
            <a:extLst>
              <a:ext uri="{FF2B5EF4-FFF2-40B4-BE49-F238E27FC236}">
                <a16:creationId xmlns:a16="http://schemas.microsoft.com/office/drawing/2014/main" id="{4BC532D5-DF14-4941-BC06-FF976D39BF8F}"/>
              </a:ext>
            </a:extLst>
          </p:cNvPr>
          <p:cNvSpPr>
            <a:spLocks noGrp="1"/>
          </p:cNvSpPr>
          <p:nvPr/>
        </p:nvSpPr>
        <p:spPr>
          <a:xfrm>
            <a:off x="5316603" y="4123418"/>
            <a:ext cx="28398" cy="28398"/>
          </a:xfrm>
          <a:prstGeom prst="ellipse">
            <a:avLst/>
          </a:prstGeom>
          <a:solidFill>
            <a:srgbClr val="7F8C97">
              <a:alpha val="48000"/>
            </a:srgbClr>
          </a:solidFill>
          <a:ln w="0">
            <a:noFill/>
            <a:prstDash val="solid"/>
          </a:ln>
        </p:spPr>
      </p:sp>
      <p:sp>
        <p:nvSpPr>
          <p:cNvPr id="1864" name="01_find_only_1863">
            <a:extLst>
              <a:ext uri="{FF2B5EF4-FFF2-40B4-BE49-F238E27FC236}">
                <a16:creationId xmlns:a16="http://schemas.microsoft.com/office/drawing/2014/main" id="{1290B874-7172-44F7-8604-1DE78E8DC8F5}"/>
              </a:ext>
            </a:extLst>
          </p:cNvPr>
          <p:cNvSpPr>
            <a:spLocks noGrp="1"/>
          </p:cNvSpPr>
          <p:nvPr/>
        </p:nvSpPr>
        <p:spPr>
          <a:xfrm>
            <a:off x="5293235" y="4123418"/>
            <a:ext cx="28398" cy="28398"/>
          </a:xfrm>
          <a:prstGeom prst="ellipse">
            <a:avLst/>
          </a:prstGeom>
          <a:solidFill>
            <a:srgbClr val="7F8C97">
              <a:alpha val="48000"/>
            </a:srgbClr>
          </a:solidFill>
          <a:ln w="0">
            <a:noFill/>
            <a:prstDash val="solid"/>
          </a:ln>
        </p:spPr>
      </p:sp>
      <p:sp>
        <p:nvSpPr>
          <p:cNvPr id="1865" name="01_find_only_1864">
            <a:extLst>
              <a:ext uri="{FF2B5EF4-FFF2-40B4-BE49-F238E27FC236}">
                <a16:creationId xmlns:a16="http://schemas.microsoft.com/office/drawing/2014/main" id="{4A26E10C-19D8-4BA4-9EC9-3ADA630EBA9C}"/>
              </a:ext>
            </a:extLst>
          </p:cNvPr>
          <p:cNvSpPr>
            <a:spLocks noGrp="1"/>
          </p:cNvSpPr>
          <p:nvPr/>
        </p:nvSpPr>
        <p:spPr>
          <a:xfrm>
            <a:off x="5290373" y="3453730"/>
            <a:ext cx="28398" cy="28398"/>
          </a:xfrm>
          <a:prstGeom prst="ellipse">
            <a:avLst/>
          </a:prstGeom>
          <a:solidFill>
            <a:srgbClr val="7F8C97">
              <a:alpha val="48000"/>
            </a:srgbClr>
          </a:solidFill>
          <a:ln w="0">
            <a:noFill/>
            <a:prstDash val="solid"/>
          </a:ln>
        </p:spPr>
      </p:sp>
      <p:sp>
        <p:nvSpPr>
          <p:cNvPr id="1866" name="01_find_only_1865">
            <a:extLst>
              <a:ext uri="{FF2B5EF4-FFF2-40B4-BE49-F238E27FC236}">
                <a16:creationId xmlns:a16="http://schemas.microsoft.com/office/drawing/2014/main" id="{2A07F7E7-F5EF-40B5-A838-AF24D31F845C}"/>
              </a:ext>
            </a:extLst>
          </p:cNvPr>
          <p:cNvSpPr>
            <a:spLocks noGrp="1"/>
          </p:cNvSpPr>
          <p:nvPr/>
        </p:nvSpPr>
        <p:spPr>
          <a:xfrm>
            <a:off x="5258611" y="4123418"/>
            <a:ext cx="28398" cy="28398"/>
          </a:xfrm>
          <a:prstGeom prst="ellipse">
            <a:avLst/>
          </a:prstGeom>
          <a:solidFill>
            <a:srgbClr val="7F8C97">
              <a:alpha val="48000"/>
            </a:srgbClr>
          </a:solidFill>
          <a:ln w="0">
            <a:noFill/>
            <a:prstDash val="solid"/>
          </a:ln>
        </p:spPr>
      </p:sp>
      <p:sp>
        <p:nvSpPr>
          <p:cNvPr id="1867" name="01_find_only_1866">
            <a:extLst>
              <a:ext uri="{FF2B5EF4-FFF2-40B4-BE49-F238E27FC236}">
                <a16:creationId xmlns:a16="http://schemas.microsoft.com/office/drawing/2014/main" id="{F5C48CB5-6A43-4657-9FC9-8DC3C1A16987}"/>
              </a:ext>
            </a:extLst>
          </p:cNvPr>
          <p:cNvSpPr>
            <a:spLocks noGrp="1"/>
          </p:cNvSpPr>
          <p:nvPr/>
        </p:nvSpPr>
        <p:spPr>
          <a:xfrm>
            <a:off x="5338255" y="2855402"/>
            <a:ext cx="28398" cy="28398"/>
          </a:xfrm>
          <a:prstGeom prst="ellipse">
            <a:avLst/>
          </a:prstGeom>
          <a:solidFill>
            <a:srgbClr val="7F8C97">
              <a:alpha val="48000"/>
            </a:srgbClr>
          </a:solidFill>
          <a:ln w="0">
            <a:noFill/>
            <a:prstDash val="solid"/>
          </a:ln>
        </p:spPr>
      </p:sp>
      <p:sp>
        <p:nvSpPr>
          <p:cNvPr id="1868" name="01_find_only_1867">
            <a:extLst>
              <a:ext uri="{FF2B5EF4-FFF2-40B4-BE49-F238E27FC236}">
                <a16:creationId xmlns:a16="http://schemas.microsoft.com/office/drawing/2014/main" id="{3E9DC12B-69A1-4BAC-BC1B-AA0A01C7EAFA}"/>
              </a:ext>
            </a:extLst>
          </p:cNvPr>
          <p:cNvSpPr>
            <a:spLocks noGrp="1"/>
          </p:cNvSpPr>
          <p:nvPr/>
        </p:nvSpPr>
        <p:spPr>
          <a:xfrm>
            <a:off x="5328145" y="2855402"/>
            <a:ext cx="28398" cy="28398"/>
          </a:xfrm>
          <a:prstGeom prst="ellipse">
            <a:avLst/>
          </a:prstGeom>
          <a:solidFill>
            <a:srgbClr val="7F8C97">
              <a:alpha val="48000"/>
            </a:srgbClr>
          </a:solidFill>
          <a:ln w="0">
            <a:noFill/>
            <a:prstDash val="solid"/>
          </a:ln>
        </p:spPr>
      </p:sp>
      <p:sp>
        <p:nvSpPr>
          <p:cNvPr id="1869" name="01_find_only_1868">
            <a:extLst>
              <a:ext uri="{FF2B5EF4-FFF2-40B4-BE49-F238E27FC236}">
                <a16:creationId xmlns:a16="http://schemas.microsoft.com/office/drawing/2014/main" id="{79203BCD-869D-46C9-90BA-B8FBA058063E}"/>
              </a:ext>
            </a:extLst>
          </p:cNvPr>
          <p:cNvSpPr>
            <a:spLocks noGrp="1"/>
          </p:cNvSpPr>
          <p:nvPr/>
        </p:nvSpPr>
        <p:spPr>
          <a:xfrm>
            <a:off x="5313742" y="2855402"/>
            <a:ext cx="28398" cy="28398"/>
          </a:xfrm>
          <a:prstGeom prst="ellipse">
            <a:avLst/>
          </a:prstGeom>
          <a:solidFill>
            <a:srgbClr val="7F8C97">
              <a:alpha val="48000"/>
            </a:srgbClr>
          </a:solidFill>
          <a:ln w="0">
            <a:noFill/>
            <a:prstDash val="solid"/>
          </a:ln>
        </p:spPr>
      </p:sp>
      <p:sp>
        <p:nvSpPr>
          <p:cNvPr id="1870" name="01_find_only_1869">
            <a:extLst>
              <a:ext uri="{FF2B5EF4-FFF2-40B4-BE49-F238E27FC236}">
                <a16:creationId xmlns:a16="http://schemas.microsoft.com/office/drawing/2014/main" id="{D52ECC6D-3D96-4F0E-8B1A-774F7C72C1E7}"/>
              </a:ext>
            </a:extLst>
          </p:cNvPr>
          <p:cNvSpPr>
            <a:spLocks noGrp="1"/>
          </p:cNvSpPr>
          <p:nvPr/>
        </p:nvSpPr>
        <p:spPr>
          <a:xfrm>
            <a:off x="5255273" y="2855402"/>
            <a:ext cx="28398" cy="28398"/>
          </a:xfrm>
          <a:prstGeom prst="ellipse">
            <a:avLst/>
          </a:prstGeom>
          <a:solidFill>
            <a:srgbClr val="7F8C97">
              <a:alpha val="48000"/>
            </a:srgbClr>
          </a:solidFill>
          <a:ln w="0">
            <a:noFill/>
            <a:prstDash val="solid"/>
          </a:ln>
        </p:spPr>
      </p:sp>
      <p:sp>
        <p:nvSpPr>
          <p:cNvPr id="1871" name="01_find_only_1870">
            <a:extLst>
              <a:ext uri="{FF2B5EF4-FFF2-40B4-BE49-F238E27FC236}">
                <a16:creationId xmlns:a16="http://schemas.microsoft.com/office/drawing/2014/main" id="{6F469F19-5663-4B83-B72A-1D152BF73CFE}"/>
              </a:ext>
            </a:extLst>
          </p:cNvPr>
          <p:cNvSpPr>
            <a:spLocks noGrp="1"/>
          </p:cNvSpPr>
          <p:nvPr/>
        </p:nvSpPr>
        <p:spPr>
          <a:xfrm>
            <a:off x="5264525" y="4123418"/>
            <a:ext cx="28398" cy="28398"/>
          </a:xfrm>
          <a:prstGeom prst="ellipse">
            <a:avLst/>
          </a:prstGeom>
          <a:solidFill>
            <a:srgbClr val="7F8C97">
              <a:alpha val="48000"/>
            </a:srgbClr>
          </a:solidFill>
          <a:ln w="0">
            <a:noFill/>
            <a:prstDash val="solid"/>
          </a:ln>
        </p:spPr>
      </p:sp>
      <p:sp>
        <p:nvSpPr>
          <p:cNvPr id="1872" name="01_find_only_1871">
            <a:extLst>
              <a:ext uri="{FF2B5EF4-FFF2-40B4-BE49-F238E27FC236}">
                <a16:creationId xmlns:a16="http://schemas.microsoft.com/office/drawing/2014/main" id="{335EB5A4-8F04-4C47-8BF6-7F100EEDF92A}"/>
              </a:ext>
            </a:extLst>
          </p:cNvPr>
          <p:cNvSpPr>
            <a:spLocks noGrp="1"/>
          </p:cNvSpPr>
          <p:nvPr/>
        </p:nvSpPr>
        <p:spPr>
          <a:xfrm>
            <a:off x="5273777" y="4123418"/>
            <a:ext cx="28398" cy="28398"/>
          </a:xfrm>
          <a:prstGeom prst="ellipse">
            <a:avLst/>
          </a:prstGeom>
          <a:solidFill>
            <a:srgbClr val="7F8C97">
              <a:alpha val="48000"/>
            </a:srgbClr>
          </a:solidFill>
          <a:ln w="0">
            <a:noFill/>
            <a:prstDash val="solid"/>
          </a:ln>
        </p:spPr>
      </p:sp>
      <p:sp>
        <p:nvSpPr>
          <p:cNvPr id="1873" name="01_find_only_1872">
            <a:extLst>
              <a:ext uri="{FF2B5EF4-FFF2-40B4-BE49-F238E27FC236}">
                <a16:creationId xmlns:a16="http://schemas.microsoft.com/office/drawing/2014/main" id="{494A24A5-8606-4E9F-9791-14CD366731BA}"/>
              </a:ext>
            </a:extLst>
          </p:cNvPr>
          <p:cNvSpPr>
            <a:spLocks noGrp="1"/>
          </p:cNvSpPr>
          <p:nvPr/>
        </p:nvSpPr>
        <p:spPr>
          <a:xfrm>
            <a:off x="5314696" y="2855402"/>
            <a:ext cx="28398" cy="28398"/>
          </a:xfrm>
          <a:prstGeom prst="ellipse">
            <a:avLst/>
          </a:prstGeom>
          <a:solidFill>
            <a:srgbClr val="7F8C97">
              <a:alpha val="48000"/>
            </a:srgbClr>
          </a:solidFill>
          <a:ln w="0">
            <a:noFill/>
            <a:prstDash val="solid"/>
          </a:ln>
        </p:spPr>
      </p:sp>
      <p:sp>
        <p:nvSpPr>
          <p:cNvPr id="1874" name="01_find_only_1873">
            <a:extLst>
              <a:ext uri="{FF2B5EF4-FFF2-40B4-BE49-F238E27FC236}">
                <a16:creationId xmlns:a16="http://schemas.microsoft.com/office/drawing/2014/main" id="{5FC6B2FD-227E-40C4-8B9E-AF562A8F6C47}"/>
              </a:ext>
            </a:extLst>
          </p:cNvPr>
          <p:cNvSpPr>
            <a:spLocks noGrp="1"/>
          </p:cNvSpPr>
          <p:nvPr/>
        </p:nvSpPr>
        <p:spPr>
          <a:xfrm>
            <a:off x="5305062" y="3489410"/>
            <a:ext cx="28398" cy="28398"/>
          </a:xfrm>
          <a:prstGeom prst="ellipse">
            <a:avLst/>
          </a:prstGeom>
          <a:solidFill>
            <a:srgbClr val="7F8C97">
              <a:alpha val="48000"/>
            </a:srgbClr>
          </a:solidFill>
          <a:ln w="0">
            <a:noFill/>
            <a:prstDash val="solid"/>
          </a:ln>
        </p:spPr>
      </p:sp>
      <p:sp>
        <p:nvSpPr>
          <p:cNvPr id="1875" name="01_find_only_1874">
            <a:extLst>
              <a:ext uri="{FF2B5EF4-FFF2-40B4-BE49-F238E27FC236}">
                <a16:creationId xmlns:a16="http://schemas.microsoft.com/office/drawing/2014/main" id="{7D62291D-CBB0-454A-9925-9702E5E295E1}"/>
              </a:ext>
            </a:extLst>
          </p:cNvPr>
          <p:cNvSpPr>
            <a:spLocks noGrp="1"/>
          </p:cNvSpPr>
          <p:nvPr/>
        </p:nvSpPr>
        <p:spPr>
          <a:xfrm>
            <a:off x="5268531" y="3700746"/>
            <a:ext cx="28398" cy="28398"/>
          </a:xfrm>
          <a:prstGeom prst="ellipse">
            <a:avLst/>
          </a:prstGeom>
          <a:solidFill>
            <a:srgbClr val="7F8C97">
              <a:alpha val="48000"/>
            </a:srgbClr>
          </a:solidFill>
          <a:ln w="0">
            <a:noFill/>
            <a:prstDash val="solid"/>
          </a:ln>
        </p:spPr>
      </p:sp>
      <p:sp>
        <p:nvSpPr>
          <p:cNvPr id="1876" name="01_find_only_1875">
            <a:extLst>
              <a:ext uri="{FF2B5EF4-FFF2-40B4-BE49-F238E27FC236}">
                <a16:creationId xmlns:a16="http://schemas.microsoft.com/office/drawing/2014/main" id="{07628DAC-4147-47FA-A7DA-0FDE8A133861}"/>
              </a:ext>
            </a:extLst>
          </p:cNvPr>
          <p:cNvSpPr>
            <a:spLocks noGrp="1"/>
          </p:cNvSpPr>
          <p:nvPr/>
        </p:nvSpPr>
        <p:spPr>
          <a:xfrm>
            <a:off x="5285795" y="3489410"/>
            <a:ext cx="28398" cy="28398"/>
          </a:xfrm>
          <a:prstGeom prst="ellipse">
            <a:avLst/>
          </a:prstGeom>
          <a:solidFill>
            <a:srgbClr val="7F8C97">
              <a:alpha val="48000"/>
            </a:srgbClr>
          </a:solidFill>
          <a:ln w="0">
            <a:noFill/>
            <a:prstDash val="solid"/>
          </a:ln>
        </p:spPr>
      </p:sp>
      <p:sp>
        <p:nvSpPr>
          <p:cNvPr id="1877" name="01_find_only_1876">
            <a:extLst>
              <a:ext uri="{FF2B5EF4-FFF2-40B4-BE49-F238E27FC236}">
                <a16:creationId xmlns:a16="http://schemas.microsoft.com/office/drawing/2014/main" id="{F117E4AE-6218-4A3E-9729-99A9C3DAED7E}"/>
              </a:ext>
            </a:extLst>
          </p:cNvPr>
          <p:cNvSpPr>
            <a:spLocks noGrp="1"/>
          </p:cNvSpPr>
          <p:nvPr/>
        </p:nvSpPr>
        <p:spPr>
          <a:xfrm>
            <a:off x="5252030" y="4123418"/>
            <a:ext cx="28398" cy="28398"/>
          </a:xfrm>
          <a:prstGeom prst="ellipse">
            <a:avLst/>
          </a:prstGeom>
          <a:solidFill>
            <a:srgbClr val="7F8C97">
              <a:alpha val="48000"/>
            </a:srgbClr>
          </a:solidFill>
          <a:ln w="0">
            <a:noFill/>
            <a:prstDash val="solid"/>
          </a:ln>
        </p:spPr>
      </p:sp>
      <p:sp>
        <p:nvSpPr>
          <p:cNvPr id="1878" name="01_find_only_1877">
            <a:extLst>
              <a:ext uri="{FF2B5EF4-FFF2-40B4-BE49-F238E27FC236}">
                <a16:creationId xmlns:a16="http://schemas.microsoft.com/office/drawing/2014/main" id="{B13F9EEC-61B2-40CA-ABD2-25F2A7FE7A6B}"/>
              </a:ext>
            </a:extLst>
          </p:cNvPr>
          <p:cNvSpPr>
            <a:spLocks noGrp="1"/>
          </p:cNvSpPr>
          <p:nvPr/>
        </p:nvSpPr>
        <p:spPr>
          <a:xfrm>
            <a:off x="5772823" y="3489410"/>
            <a:ext cx="28398" cy="28398"/>
          </a:xfrm>
          <a:prstGeom prst="ellipse">
            <a:avLst/>
          </a:prstGeom>
          <a:solidFill>
            <a:srgbClr val="7F8C97">
              <a:alpha val="48000"/>
            </a:srgbClr>
          </a:solidFill>
          <a:ln w="0">
            <a:noFill/>
            <a:prstDash val="solid"/>
          </a:ln>
        </p:spPr>
      </p:sp>
      <p:sp>
        <p:nvSpPr>
          <p:cNvPr id="1879" name="01_find_only_1878">
            <a:extLst>
              <a:ext uri="{FF2B5EF4-FFF2-40B4-BE49-F238E27FC236}">
                <a16:creationId xmlns:a16="http://schemas.microsoft.com/office/drawing/2014/main" id="{FEC81693-9C5D-4DC2-A26C-12B3B8B7575C}"/>
              </a:ext>
            </a:extLst>
          </p:cNvPr>
          <p:cNvSpPr>
            <a:spLocks noGrp="1"/>
          </p:cNvSpPr>
          <p:nvPr/>
        </p:nvSpPr>
        <p:spPr>
          <a:xfrm>
            <a:off x="5754510" y="3912082"/>
            <a:ext cx="28398" cy="28398"/>
          </a:xfrm>
          <a:prstGeom prst="ellipse">
            <a:avLst/>
          </a:prstGeom>
          <a:solidFill>
            <a:srgbClr val="7F8C97">
              <a:alpha val="48000"/>
            </a:srgbClr>
          </a:solidFill>
          <a:ln w="0">
            <a:noFill/>
            <a:prstDash val="solid"/>
          </a:ln>
        </p:spPr>
      </p:sp>
      <p:sp>
        <p:nvSpPr>
          <p:cNvPr id="1880" name="01_find_only_1879">
            <a:extLst>
              <a:ext uri="{FF2B5EF4-FFF2-40B4-BE49-F238E27FC236}">
                <a16:creationId xmlns:a16="http://schemas.microsoft.com/office/drawing/2014/main" id="{6CCBA2B6-88C8-4207-BB3A-D06DA467B3E8}"/>
              </a:ext>
            </a:extLst>
          </p:cNvPr>
          <p:cNvSpPr>
            <a:spLocks noGrp="1"/>
          </p:cNvSpPr>
          <p:nvPr/>
        </p:nvSpPr>
        <p:spPr>
          <a:xfrm>
            <a:off x="5769390" y="4123418"/>
            <a:ext cx="28398" cy="28398"/>
          </a:xfrm>
          <a:prstGeom prst="ellipse">
            <a:avLst/>
          </a:prstGeom>
          <a:solidFill>
            <a:srgbClr val="7F8C97">
              <a:alpha val="48000"/>
            </a:srgbClr>
          </a:solidFill>
          <a:ln w="0">
            <a:noFill/>
            <a:prstDash val="solid"/>
          </a:ln>
        </p:spPr>
      </p:sp>
      <p:sp>
        <p:nvSpPr>
          <p:cNvPr id="1881" name="01_find_only_1880">
            <a:extLst>
              <a:ext uri="{FF2B5EF4-FFF2-40B4-BE49-F238E27FC236}">
                <a16:creationId xmlns:a16="http://schemas.microsoft.com/office/drawing/2014/main" id="{C1072622-6A95-4AF3-97E9-DF1C3618DB21}"/>
              </a:ext>
            </a:extLst>
          </p:cNvPr>
          <p:cNvSpPr>
            <a:spLocks noGrp="1"/>
          </p:cNvSpPr>
          <p:nvPr/>
        </p:nvSpPr>
        <p:spPr>
          <a:xfrm>
            <a:off x="5769008" y="3700746"/>
            <a:ext cx="28398" cy="28398"/>
          </a:xfrm>
          <a:prstGeom prst="ellipse">
            <a:avLst/>
          </a:prstGeom>
          <a:solidFill>
            <a:srgbClr val="7F8C97">
              <a:alpha val="48000"/>
            </a:srgbClr>
          </a:solidFill>
          <a:ln w="0">
            <a:noFill/>
            <a:prstDash val="solid"/>
          </a:ln>
        </p:spPr>
      </p:sp>
      <p:sp>
        <p:nvSpPr>
          <p:cNvPr id="1882" name="01_find_only_1881">
            <a:extLst>
              <a:ext uri="{FF2B5EF4-FFF2-40B4-BE49-F238E27FC236}">
                <a16:creationId xmlns:a16="http://schemas.microsoft.com/office/drawing/2014/main" id="{652AD830-6FA4-49C7-87FC-4A7E92036D2C}"/>
              </a:ext>
            </a:extLst>
          </p:cNvPr>
          <p:cNvSpPr>
            <a:spLocks noGrp="1"/>
          </p:cNvSpPr>
          <p:nvPr/>
        </p:nvSpPr>
        <p:spPr>
          <a:xfrm>
            <a:off x="5785223" y="3172406"/>
            <a:ext cx="28398" cy="28398"/>
          </a:xfrm>
          <a:prstGeom prst="ellipse">
            <a:avLst/>
          </a:prstGeom>
          <a:solidFill>
            <a:srgbClr val="7F8C97">
              <a:alpha val="48000"/>
            </a:srgbClr>
          </a:solidFill>
          <a:ln w="0">
            <a:noFill/>
            <a:prstDash val="solid"/>
          </a:ln>
        </p:spPr>
      </p:sp>
      <p:sp>
        <p:nvSpPr>
          <p:cNvPr id="1883" name="01_find_only_1882">
            <a:extLst>
              <a:ext uri="{FF2B5EF4-FFF2-40B4-BE49-F238E27FC236}">
                <a16:creationId xmlns:a16="http://schemas.microsoft.com/office/drawing/2014/main" id="{FD86AC49-0A17-49EA-BB78-9959FAF1A792}"/>
              </a:ext>
            </a:extLst>
          </p:cNvPr>
          <p:cNvSpPr>
            <a:spLocks noGrp="1"/>
          </p:cNvSpPr>
          <p:nvPr/>
        </p:nvSpPr>
        <p:spPr>
          <a:xfrm>
            <a:off x="5812979" y="3700746"/>
            <a:ext cx="28398" cy="28398"/>
          </a:xfrm>
          <a:prstGeom prst="ellipse">
            <a:avLst/>
          </a:prstGeom>
          <a:solidFill>
            <a:srgbClr val="7F8C97">
              <a:alpha val="48000"/>
            </a:srgbClr>
          </a:solidFill>
          <a:ln w="0">
            <a:noFill/>
            <a:prstDash val="solid"/>
          </a:ln>
        </p:spPr>
      </p:sp>
      <p:sp>
        <p:nvSpPr>
          <p:cNvPr id="1884" name="01_find_only_1883">
            <a:extLst>
              <a:ext uri="{FF2B5EF4-FFF2-40B4-BE49-F238E27FC236}">
                <a16:creationId xmlns:a16="http://schemas.microsoft.com/office/drawing/2014/main" id="{5FB5BDDF-ECCF-4C38-BBF9-7CDC237EC0DF}"/>
              </a:ext>
            </a:extLst>
          </p:cNvPr>
          <p:cNvSpPr>
            <a:spLocks noGrp="1"/>
          </p:cNvSpPr>
          <p:nvPr/>
        </p:nvSpPr>
        <p:spPr>
          <a:xfrm>
            <a:off x="5830434" y="3229304"/>
            <a:ext cx="28398" cy="28398"/>
          </a:xfrm>
          <a:prstGeom prst="ellipse">
            <a:avLst/>
          </a:prstGeom>
          <a:solidFill>
            <a:srgbClr val="7F8C97">
              <a:alpha val="48000"/>
            </a:srgbClr>
          </a:solidFill>
          <a:ln w="0">
            <a:noFill/>
            <a:prstDash val="solid"/>
          </a:ln>
        </p:spPr>
      </p:sp>
      <p:sp>
        <p:nvSpPr>
          <p:cNvPr id="1885" name="01_find_only_1884">
            <a:extLst>
              <a:ext uri="{FF2B5EF4-FFF2-40B4-BE49-F238E27FC236}">
                <a16:creationId xmlns:a16="http://schemas.microsoft.com/office/drawing/2014/main" id="{848DF595-63FD-4C33-A387-67360D7F75E8}"/>
              </a:ext>
            </a:extLst>
          </p:cNvPr>
          <p:cNvSpPr>
            <a:spLocks noGrp="1"/>
          </p:cNvSpPr>
          <p:nvPr/>
        </p:nvSpPr>
        <p:spPr>
          <a:xfrm>
            <a:off x="5759565" y="3278074"/>
            <a:ext cx="28398" cy="28398"/>
          </a:xfrm>
          <a:prstGeom prst="ellipse">
            <a:avLst/>
          </a:prstGeom>
          <a:solidFill>
            <a:srgbClr val="7F8C97">
              <a:alpha val="48000"/>
            </a:srgbClr>
          </a:solidFill>
          <a:ln w="0">
            <a:noFill/>
            <a:prstDash val="solid"/>
          </a:ln>
        </p:spPr>
      </p:sp>
      <p:sp>
        <p:nvSpPr>
          <p:cNvPr id="1886" name="01_find_only_1885">
            <a:extLst>
              <a:ext uri="{FF2B5EF4-FFF2-40B4-BE49-F238E27FC236}">
                <a16:creationId xmlns:a16="http://schemas.microsoft.com/office/drawing/2014/main" id="{6BA79328-9481-4C44-A5BB-0296622C42B0}"/>
              </a:ext>
            </a:extLst>
          </p:cNvPr>
          <p:cNvSpPr>
            <a:spLocks noGrp="1"/>
          </p:cNvSpPr>
          <p:nvPr/>
        </p:nvSpPr>
        <p:spPr>
          <a:xfrm>
            <a:off x="5803155" y="2855402"/>
            <a:ext cx="28398" cy="28398"/>
          </a:xfrm>
          <a:prstGeom prst="ellipse">
            <a:avLst/>
          </a:prstGeom>
          <a:solidFill>
            <a:srgbClr val="7F8C97">
              <a:alpha val="48000"/>
            </a:srgbClr>
          </a:solidFill>
          <a:ln w="0">
            <a:noFill/>
            <a:prstDash val="solid"/>
          </a:ln>
        </p:spPr>
      </p:sp>
      <p:sp>
        <p:nvSpPr>
          <p:cNvPr id="1887" name="01_find_only_1886">
            <a:extLst>
              <a:ext uri="{FF2B5EF4-FFF2-40B4-BE49-F238E27FC236}">
                <a16:creationId xmlns:a16="http://schemas.microsoft.com/office/drawing/2014/main" id="{912122D1-977F-4BEF-B353-A4CB831354D2}"/>
              </a:ext>
            </a:extLst>
          </p:cNvPr>
          <p:cNvSpPr>
            <a:spLocks noGrp="1"/>
          </p:cNvSpPr>
          <p:nvPr/>
        </p:nvSpPr>
        <p:spPr>
          <a:xfrm>
            <a:off x="5759851" y="4123418"/>
            <a:ext cx="28398" cy="28398"/>
          </a:xfrm>
          <a:prstGeom prst="ellipse">
            <a:avLst/>
          </a:prstGeom>
          <a:solidFill>
            <a:srgbClr val="7F8C97">
              <a:alpha val="48000"/>
            </a:srgbClr>
          </a:solidFill>
          <a:ln w="0">
            <a:noFill/>
            <a:prstDash val="solid"/>
          </a:ln>
        </p:spPr>
      </p:sp>
      <p:sp>
        <p:nvSpPr>
          <p:cNvPr id="1888" name="01_find_only_1887">
            <a:extLst>
              <a:ext uri="{FF2B5EF4-FFF2-40B4-BE49-F238E27FC236}">
                <a16:creationId xmlns:a16="http://schemas.microsoft.com/office/drawing/2014/main" id="{59C60F9E-DE0E-4117-B82D-0DAC347D451B}"/>
              </a:ext>
            </a:extLst>
          </p:cNvPr>
          <p:cNvSpPr>
            <a:spLocks noGrp="1"/>
          </p:cNvSpPr>
          <p:nvPr/>
        </p:nvSpPr>
        <p:spPr>
          <a:xfrm>
            <a:off x="5749359" y="3489410"/>
            <a:ext cx="28398" cy="28398"/>
          </a:xfrm>
          <a:prstGeom prst="ellipse">
            <a:avLst/>
          </a:prstGeom>
          <a:solidFill>
            <a:srgbClr val="7F8C97">
              <a:alpha val="48000"/>
            </a:srgbClr>
          </a:solidFill>
          <a:ln w="0">
            <a:noFill/>
            <a:prstDash val="solid"/>
          </a:ln>
        </p:spPr>
      </p:sp>
      <p:sp>
        <p:nvSpPr>
          <p:cNvPr id="1889" name="01_find_only_1888">
            <a:extLst>
              <a:ext uri="{FF2B5EF4-FFF2-40B4-BE49-F238E27FC236}">
                <a16:creationId xmlns:a16="http://schemas.microsoft.com/office/drawing/2014/main" id="{2F9187CA-C99E-4748-AD78-F21280192197}"/>
              </a:ext>
            </a:extLst>
          </p:cNvPr>
          <p:cNvSpPr>
            <a:spLocks noGrp="1"/>
          </p:cNvSpPr>
          <p:nvPr/>
        </p:nvSpPr>
        <p:spPr>
          <a:xfrm>
            <a:off x="5822803" y="3330908"/>
            <a:ext cx="28398" cy="28398"/>
          </a:xfrm>
          <a:prstGeom prst="ellipse">
            <a:avLst/>
          </a:prstGeom>
          <a:solidFill>
            <a:srgbClr val="7F8C97">
              <a:alpha val="48000"/>
            </a:srgbClr>
          </a:solidFill>
          <a:ln w="0">
            <a:noFill/>
            <a:prstDash val="solid"/>
          </a:ln>
        </p:spPr>
      </p:sp>
      <p:sp>
        <p:nvSpPr>
          <p:cNvPr id="1890" name="01_find_only_1889">
            <a:extLst>
              <a:ext uri="{FF2B5EF4-FFF2-40B4-BE49-F238E27FC236}">
                <a16:creationId xmlns:a16="http://schemas.microsoft.com/office/drawing/2014/main" id="{EC90F0DA-D448-4199-8663-EAB40B303EDB}"/>
              </a:ext>
            </a:extLst>
          </p:cNvPr>
          <p:cNvSpPr>
            <a:spLocks noGrp="1"/>
          </p:cNvSpPr>
          <p:nvPr/>
        </p:nvSpPr>
        <p:spPr>
          <a:xfrm>
            <a:off x="5842356" y="4123418"/>
            <a:ext cx="28398" cy="28398"/>
          </a:xfrm>
          <a:prstGeom prst="ellipse">
            <a:avLst/>
          </a:prstGeom>
          <a:solidFill>
            <a:srgbClr val="7F8C97">
              <a:alpha val="48000"/>
            </a:srgbClr>
          </a:solidFill>
          <a:ln w="0">
            <a:noFill/>
            <a:prstDash val="solid"/>
          </a:ln>
        </p:spPr>
      </p:sp>
      <p:sp>
        <p:nvSpPr>
          <p:cNvPr id="1891" name="01_find_only_1890">
            <a:extLst>
              <a:ext uri="{FF2B5EF4-FFF2-40B4-BE49-F238E27FC236}">
                <a16:creationId xmlns:a16="http://schemas.microsoft.com/office/drawing/2014/main" id="{177E9BE7-C627-4714-8019-487E5ADDB31E}"/>
              </a:ext>
            </a:extLst>
          </p:cNvPr>
          <p:cNvSpPr>
            <a:spLocks noGrp="1"/>
          </p:cNvSpPr>
          <p:nvPr/>
        </p:nvSpPr>
        <p:spPr>
          <a:xfrm>
            <a:off x="5784937" y="4123418"/>
            <a:ext cx="28398" cy="28398"/>
          </a:xfrm>
          <a:prstGeom prst="ellipse">
            <a:avLst/>
          </a:prstGeom>
          <a:solidFill>
            <a:srgbClr val="7F8C97">
              <a:alpha val="48000"/>
            </a:srgbClr>
          </a:solidFill>
          <a:ln w="0">
            <a:noFill/>
            <a:prstDash val="solid"/>
          </a:ln>
        </p:spPr>
      </p:sp>
      <p:sp>
        <p:nvSpPr>
          <p:cNvPr id="1892" name="01_find_only_1891">
            <a:extLst>
              <a:ext uri="{FF2B5EF4-FFF2-40B4-BE49-F238E27FC236}">
                <a16:creationId xmlns:a16="http://schemas.microsoft.com/office/drawing/2014/main" id="{8EC1866B-B6E8-4D35-AD30-3F50B4B320E3}"/>
              </a:ext>
            </a:extLst>
          </p:cNvPr>
          <p:cNvSpPr>
            <a:spLocks noGrp="1"/>
          </p:cNvSpPr>
          <p:nvPr/>
        </p:nvSpPr>
        <p:spPr>
          <a:xfrm>
            <a:off x="5837206" y="2855402"/>
            <a:ext cx="28398" cy="28398"/>
          </a:xfrm>
          <a:prstGeom prst="ellipse">
            <a:avLst/>
          </a:prstGeom>
          <a:solidFill>
            <a:srgbClr val="7F8C97">
              <a:alpha val="48000"/>
            </a:srgbClr>
          </a:solidFill>
          <a:ln w="0">
            <a:noFill/>
            <a:prstDash val="solid"/>
          </a:ln>
        </p:spPr>
      </p:sp>
      <p:sp>
        <p:nvSpPr>
          <p:cNvPr id="1893" name="01_find_only_1892">
            <a:extLst>
              <a:ext uri="{FF2B5EF4-FFF2-40B4-BE49-F238E27FC236}">
                <a16:creationId xmlns:a16="http://schemas.microsoft.com/office/drawing/2014/main" id="{177D673E-88F6-43A1-89CE-7C7BD0DBAB18}"/>
              </a:ext>
            </a:extLst>
          </p:cNvPr>
          <p:cNvSpPr>
            <a:spLocks noGrp="1"/>
          </p:cNvSpPr>
          <p:nvPr/>
        </p:nvSpPr>
        <p:spPr>
          <a:xfrm>
            <a:off x="5769294" y="3207629"/>
            <a:ext cx="28398" cy="28398"/>
          </a:xfrm>
          <a:prstGeom prst="ellipse">
            <a:avLst/>
          </a:prstGeom>
          <a:solidFill>
            <a:srgbClr val="7F8C97">
              <a:alpha val="48000"/>
            </a:srgbClr>
          </a:solidFill>
          <a:ln w="0">
            <a:noFill/>
            <a:prstDash val="solid"/>
          </a:ln>
        </p:spPr>
      </p:sp>
      <p:sp>
        <p:nvSpPr>
          <p:cNvPr id="1894" name="01_find_only_1893">
            <a:extLst>
              <a:ext uri="{FF2B5EF4-FFF2-40B4-BE49-F238E27FC236}">
                <a16:creationId xmlns:a16="http://schemas.microsoft.com/office/drawing/2014/main" id="{2B5CD549-9D2C-436F-88BB-79C445EB9C29}"/>
              </a:ext>
            </a:extLst>
          </p:cNvPr>
          <p:cNvSpPr>
            <a:spLocks noGrp="1"/>
          </p:cNvSpPr>
          <p:nvPr/>
        </p:nvSpPr>
        <p:spPr>
          <a:xfrm>
            <a:off x="5787417" y="4123418"/>
            <a:ext cx="28398" cy="28398"/>
          </a:xfrm>
          <a:prstGeom prst="ellipse">
            <a:avLst/>
          </a:prstGeom>
          <a:solidFill>
            <a:srgbClr val="7F8C97">
              <a:alpha val="48000"/>
            </a:srgbClr>
          </a:solidFill>
          <a:ln w="0">
            <a:noFill/>
            <a:prstDash val="solid"/>
          </a:ln>
        </p:spPr>
      </p:sp>
      <p:sp>
        <p:nvSpPr>
          <p:cNvPr id="1895" name="01_find_only_1894">
            <a:extLst>
              <a:ext uri="{FF2B5EF4-FFF2-40B4-BE49-F238E27FC236}">
                <a16:creationId xmlns:a16="http://schemas.microsoft.com/office/drawing/2014/main" id="{1C59431A-2B05-4411-8084-B9B37ADEFB48}"/>
              </a:ext>
            </a:extLst>
          </p:cNvPr>
          <p:cNvSpPr>
            <a:spLocks noGrp="1"/>
          </p:cNvSpPr>
          <p:nvPr/>
        </p:nvSpPr>
        <p:spPr>
          <a:xfrm>
            <a:off x="5815840" y="3679612"/>
            <a:ext cx="28398" cy="28398"/>
          </a:xfrm>
          <a:prstGeom prst="ellipse">
            <a:avLst/>
          </a:prstGeom>
          <a:solidFill>
            <a:srgbClr val="7F8C97">
              <a:alpha val="48000"/>
            </a:srgbClr>
          </a:solidFill>
          <a:ln w="0">
            <a:noFill/>
            <a:prstDash val="solid"/>
          </a:ln>
        </p:spPr>
      </p:sp>
      <p:sp>
        <p:nvSpPr>
          <p:cNvPr id="1896" name="01_find_only_1895">
            <a:extLst>
              <a:ext uri="{FF2B5EF4-FFF2-40B4-BE49-F238E27FC236}">
                <a16:creationId xmlns:a16="http://schemas.microsoft.com/office/drawing/2014/main" id="{FC8AA754-A520-45BE-B3A8-3AD29FF9AFF4}"/>
              </a:ext>
            </a:extLst>
          </p:cNvPr>
          <p:cNvSpPr>
            <a:spLocks noGrp="1"/>
          </p:cNvSpPr>
          <p:nvPr/>
        </p:nvSpPr>
        <p:spPr>
          <a:xfrm>
            <a:off x="5832914" y="4123418"/>
            <a:ext cx="28398" cy="28398"/>
          </a:xfrm>
          <a:prstGeom prst="ellipse">
            <a:avLst/>
          </a:prstGeom>
          <a:solidFill>
            <a:srgbClr val="7F8C97">
              <a:alpha val="48000"/>
            </a:srgbClr>
          </a:solidFill>
          <a:ln w="0">
            <a:noFill/>
            <a:prstDash val="solid"/>
          </a:ln>
        </p:spPr>
      </p:sp>
      <p:sp>
        <p:nvSpPr>
          <p:cNvPr id="1897" name="01_find_only_1896">
            <a:extLst>
              <a:ext uri="{FF2B5EF4-FFF2-40B4-BE49-F238E27FC236}">
                <a16:creationId xmlns:a16="http://schemas.microsoft.com/office/drawing/2014/main" id="{2266B854-BF56-4D3A-88FB-8BACCAA6531B}"/>
              </a:ext>
            </a:extLst>
          </p:cNvPr>
          <p:cNvSpPr>
            <a:spLocks noGrp="1"/>
          </p:cNvSpPr>
          <p:nvPr/>
        </p:nvSpPr>
        <p:spPr>
          <a:xfrm>
            <a:off x="5842166" y="4123418"/>
            <a:ext cx="28398" cy="28398"/>
          </a:xfrm>
          <a:prstGeom prst="ellipse">
            <a:avLst/>
          </a:prstGeom>
          <a:solidFill>
            <a:srgbClr val="7F8C97">
              <a:alpha val="48000"/>
            </a:srgbClr>
          </a:solidFill>
          <a:ln w="0">
            <a:noFill/>
            <a:prstDash val="solid"/>
          </a:ln>
        </p:spPr>
      </p:sp>
      <p:sp>
        <p:nvSpPr>
          <p:cNvPr id="1898" name="01_find_only_1897">
            <a:extLst>
              <a:ext uri="{FF2B5EF4-FFF2-40B4-BE49-F238E27FC236}">
                <a16:creationId xmlns:a16="http://schemas.microsoft.com/office/drawing/2014/main" id="{98F920AC-6C62-43E9-891A-17DA85009397}"/>
              </a:ext>
            </a:extLst>
          </p:cNvPr>
          <p:cNvSpPr>
            <a:spLocks noGrp="1"/>
          </p:cNvSpPr>
          <p:nvPr/>
        </p:nvSpPr>
        <p:spPr>
          <a:xfrm>
            <a:off x="5809259" y="4123418"/>
            <a:ext cx="28398" cy="28398"/>
          </a:xfrm>
          <a:prstGeom prst="ellipse">
            <a:avLst/>
          </a:prstGeom>
          <a:solidFill>
            <a:srgbClr val="7F8C97">
              <a:alpha val="48000"/>
            </a:srgbClr>
          </a:solidFill>
          <a:ln w="0">
            <a:noFill/>
            <a:prstDash val="solid"/>
          </a:ln>
        </p:spPr>
      </p:sp>
      <p:sp>
        <p:nvSpPr>
          <p:cNvPr id="1899" name="01_find_only_1898">
            <a:extLst>
              <a:ext uri="{FF2B5EF4-FFF2-40B4-BE49-F238E27FC236}">
                <a16:creationId xmlns:a16="http://schemas.microsoft.com/office/drawing/2014/main" id="{923260D9-0EFA-4682-86E0-F465BA665E88}"/>
              </a:ext>
            </a:extLst>
          </p:cNvPr>
          <p:cNvSpPr>
            <a:spLocks noGrp="1"/>
          </p:cNvSpPr>
          <p:nvPr/>
        </p:nvSpPr>
        <p:spPr>
          <a:xfrm>
            <a:off x="5752698" y="3522779"/>
            <a:ext cx="28398" cy="28398"/>
          </a:xfrm>
          <a:prstGeom prst="ellipse">
            <a:avLst/>
          </a:prstGeom>
          <a:solidFill>
            <a:srgbClr val="7F8C97">
              <a:alpha val="48000"/>
            </a:srgbClr>
          </a:solidFill>
          <a:ln w="0">
            <a:noFill/>
            <a:prstDash val="solid"/>
          </a:ln>
        </p:spPr>
      </p:sp>
      <p:sp>
        <p:nvSpPr>
          <p:cNvPr id="1900" name="01_find_only_1899">
            <a:extLst>
              <a:ext uri="{FF2B5EF4-FFF2-40B4-BE49-F238E27FC236}">
                <a16:creationId xmlns:a16="http://schemas.microsoft.com/office/drawing/2014/main" id="{F943026E-204B-419E-9A85-CFB0EA35DC24}"/>
              </a:ext>
            </a:extLst>
          </p:cNvPr>
          <p:cNvSpPr>
            <a:spLocks noGrp="1"/>
          </p:cNvSpPr>
          <p:nvPr/>
        </p:nvSpPr>
        <p:spPr>
          <a:xfrm>
            <a:off x="5766814" y="4123418"/>
            <a:ext cx="28398" cy="28398"/>
          </a:xfrm>
          <a:prstGeom prst="ellipse">
            <a:avLst/>
          </a:prstGeom>
          <a:solidFill>
            <a:srgbClr val="7F8C97">
              <a:alpha val="48000"/>
            </a:srgbClr>
          </a:solidFill>
          <a:ln w="0">
            <a:noFill/>
            <a:prstDash val="solid"/>
          </a:ln>
        </p:spPr>
      </p:sp>
      <p:sp>
        <p:nvSpPr>
          <p:cNvPr id="1901" name="01_find_only_1900">
            <a:extLst>
              <a:ext uri="{FF2B5EF4-FFF2-40B4-BE49-F238E27FC236}">
                <a16:creationId xmlns:a16="http://schemas.microsoft.com/office/drawing/2014/main" id="{9F004CE8-E062-4C55-A0DA-76DDE332C155}"/>
              </a:ext>
            </a:extLst>
          </p:cNvPr>
          <p:cNvSpPr>
            <a:spLocks noGrp="1"/>
          </p:cNvSpPr>
          <p:nvPr/>
        </p:nvSpPr>
        <p:spPr>
          <a:xfrm>
            <a:off x="5773014" y="4123418"/>
            <a:ext cx="28398" cy="28398"/>
          </a:xfrm>
          <a:prstGeom prst="ellipse">
            <a:avLst/>
          </a:prstGeom>
          <a:solidFill>
            <a:srgbClr val="7F8C97">
              <a:alpha val="48000"/>
            </a:srgbClr>
          </a:solidFill>
          <a:ln w="0">
            <a:noFill/>
            <a:prstDash val="solid"/>
          </a:ln>
        </p:spPr>
      </p:sp>
      <p:sp>
        <p:nvSpPr>
          <p:cNvPr id="1902" name="01_find_only_1901">
            <a:extLst>
              <a:ext uri="{FF2B5EF4-FFF2-40B4-BE49-F238E27FC236}">
                <a16:creationId xmlns:a16="http://schemas.microsoft.com/office/drawing/2014/main" id="{E4B91F0A-F00D-4031-A4B3-F2CB8F46128E}"/>
              </a:ext>
            </a:extLst>
          </p:cNvPr>
          <p:cNvSpPr>
            <a:spLocks noGrp="1"/>
          </p:cNvSpPr>
          <p:nvPr/>
        </p:nvSpPr>
        <p:spPr>
          <a:xfrm>
            <a:off x="5752507" y="4088195"/>
            <a:ext cx="28398" cy="28398"/>
          </a:xfrm>
          <a:prstGeom prst="ellipse">
            <a:avLst/>
          </a:prstGeom>
          <a:solidFill>
            <a:srgbClr val="7F8C97">
              <a:alpha val="48000"/>
            </a:srgbClr>
          </a:solidFill>
          <a:ln w="0">
            <a:noFill/>
            <a:prstDash val="solid"/>
          </a:ln>
        </p:spPr>
      </p:sp>
      <p:sp>
        <p:nvSpPr>
          <p:cNvPr id="1903" name="01_find_only_1902">
            <a:extLst>
              <a:ext uri="{FF2B5EF4-FFF2-40B4-BE49-F238E27FC236}">
                <a16:creationId xmlns:a16="http://schemas.microsoft.com/office/drawing/2014/main" id="{44D6598A-E8E4-4B91-8116-B0E2E88FBE94}"/>
              </a:ext>
            </a:extLst>
          </p:cNvPr>
          <p:cNvSpPr>
            <a:spLocks noGrp="1"/>
          </p:cNvSpPr>
          <p:nvPr/>
        </p:nvSpPr>
        <p:spPr>
          <a:xfrm>
            <a:off x="5751935" y="3362608"/>
            <a:ext cx="28398" cy="28398"/>
          </a:xfrm>
          <a:prstGeom prst="ellipse">
            <a:avLst/>
          </a:prstGeom>
          <a:solidFill>
            <a:srgbClr val="7F8C97">
              <a:alpha val="48000"/>
            </a:srgbClr>
          </a:solidFill>
          <a:ln w="0">
            <a:noFill/>
            <a:prstDash val="solid"/>
          </a:ln>
        </p:spPr>
      </p:sp>
      <p:sp>
        <p:nvSpPr>
          <p:cNvPr id="1904" name="01_find_only_1903">
            <a:extLst>
              <a:ext uri="{FF2B5EF4-FFF2-40B4-BE49-F238E27FC236}">
                <a16:creationId xmlns:a16="http://schemas.microsoft.com/office/drawing/2014/main" id="{01488213-95B8-405B-A5F9-B242C9560500}"/>
              </a:ext>
            </a:extLst>
          </p:cNvPr>
          <p:cNvSpPr>
            <a:spLocks noGrp="1"/>
          </p:cNvSpPr>
          <p:nvPr/>
        </p:nvSpPr>
        <p:spPr>
          <a:xfrm>
            <a:off x="5770439" y="2855402"/>
            <a:ext cx="28398" cy="28398"/>
          </a:xfrm>
          <a:prstGeom prst="ellipse">
            <a:avLst/>
          </a:prstGeom>
          <a:solidFill>
            <a:srgbClr val="7F8C97">
              <a:alpha val="48000"/>
            </a:srgbClr>
          </a:solidFill>
          <a:ln w="0">
            <a:noFill/>
            <a:prstDash val="solid"/>
          </a:ln>
        </p:spPr>
      </p:sp>
      <p:sp>
        <p:nvSpPr>
          <p:cNvPr id="1905" name="01_find_only_1904">
            <a:extLst>
              <a:ext uri="{FF2B5EF4-FFF2-40B4-BE49-F238E27FC236}">
                <a16:creationId xmlns:a16="http://schemas.microsoft.com/office/drawing/2014/main" id="{D210B1AB-25FC-4BF5-BAE9-4D68727863B0}"/>
              </a:ext>
            </a:extLst>
          </p:cNvPr>
          <p:cNvSpPr>
            <a:spLocks noGrp="1"/>
          </p:cNvSpPr>
          <p:nvPr/>
        </p:nvSpPr>
        <p:spPr>
          <a:xfrm>
            <a:off x="5806398" y="3806414"/>
            <a:ext cx="28398" cy="28398"/>
          </a:xfrm>
          <a:prstGeom prst="ellipse">
            <a:avLst/>
          </a:prstGeom>
          <a:solidFill>
            <a:srgbClr val="7F8C97">
              <a:alpha val="48000"/>
            </a:srgbClr>
          </a:solidFill>
          <a:ln w="0">
            <a:noFill/>
            <a:prstDash val="solid"/>
          </a:ln>
        </p:spPr>
      </p:sp>
      <p:sp>
        <p:nvSpPr>
          <p:cNvPr id="1906" name="01_find_only_1905">
            <a:extLst>
              <a:ext uri="{FF2B5EF4-FFF2-40B4-BE49-F238E27FC236}">
                <a16:creationId xmlns:a16="http://schemas.microsoft.com/office/drawing/2014/main" id="{3FF9E5CD-5AB0-425E-B4E3-0FDE5D23510D}"/>
              </a:ext>
            </a:extLst>
          </p:cNvPr>
          <p:cNvSpPr>
            <a:spLocks noGrp="1"/>
          </p:cNvSpPr>
          <p:nvPr/>
        </p:nvSpPr>
        <p:spPr>
          <a:xfrm>
            <a:off x="5765384" y="4123418"/>
            <a:ext cx="28398" cy="28398"/>
          </a:xfrm>
          <a:prstGeom prst="ellipse">
            <a:avLst/>
          </a:prstGeom>
          <a:solidFill>
            <a:srgbClr val="7F8C97">
              <a:alpha val="48000"/>
            </a:srgbClr>
          </a:solidFill>
          <a:ln w="0">
            <a:noFill/>
            <a:prstDash val="solid"/>
          </a:ln>
        </p:spPr>
      </p:sp>
      <p:sp>
        <p:nvSpPr>
          <p:cNvPr id="1907" name="01_find_only_1906">
            <a:extLst>
              <a:ext uri="{FF2B5EF4-FFF2-40B4-BE49-F238E27FC236}">
                <a16:creationId xmlns:a16="http://schemas.microsoft.com/office/drawing/2014/main" id="{5FCD8421-CC85-429F-BFB7-7558302AF9FB}"/>
              </a:ext>
            </a:extLst>
          </p:cNvPr>
          <p:cNvSpPr>
            <a:spLocks noGrp="1"/>
          </p:cNvSpPr>
          <p:nvPr/>
        </p:nvSpPr>
        <p:spPr>
          <a:xfrm>
            <a:off x="5793998" y="4123418"/>
            <a:ext cx="28398" cy="28398"/>
          </a:xfrm>
          <a:prstGeom prst="ellipse">
            <a:avLst/>
          </a:prstGeom>
          <a:solidFill>
            <a:srgbClr val="7F8C97">
              <a:alpha val="48000"/>
            </a:srgbClr>
          </a:solidFill>
          <a:ln w="0">
            <a:noFill/>
            <a:prstDash val="solid"/>
          </a:ln>
        </p:spPr>
      </p:sp>
      <p:sp>
        <p:nvSpPr>
          <p:cNvPr id="1908" name="01_find_only_1907">
            <a:extLst>
              <a:ext uri="{FF2B5EF4-FFF2-40B4-BE49-F238E27FC236}">
                <a16:creationId xmlns:a16="http://schemas.microsoft.com/office/drawing/2014/main" id="{FD457743-E51C-431C-AB84-DDC8B3EBBEA7}"/>
              </a:ext>
            </a:extLst>
          </p:cNvPr>
          <p:cNvSpPr>
            <a:spLocks noGrp="1"/>
          </p:cNvSpPr>
          <p:nvPr/>
        </p:nvSpPr>
        <p:spPr>
          <a:xfrm>
            <a:off x="5783888" y="4123418"/>
            <a:ext cx="28398" cy="28398"/>
          </a:xfrm>
          <a:prstGeom prst="ellipse">
            <a:avLst/>
          </a:prstGeom>
          <a:solidFill>
            <a:srgbClr val="7F8C97">
              <a:alpha val="48000"/>
            </a:srgbClr>
          </a:solidFill>
          <a:ln w="0">
            <a:noFill/>
            <a:prstDash val="solid"/>
          </a:ln>
        </p:spPr>
      </p:sp>
      <p:sp>
        <p:nvSpPr>
          <p:cNvPr id="1909" name="01_find_only_1908">
            <a:extLst>
              <a:ext uri="{FF2B5EF4-FFF2-40B4-BE49-F238E27FC236}">
                <a16:creationId xmlns:a16="http://schemas.microsoft.com/office/drawing/2014/main" id="{DB570372-B449-4D11-9D7A-22B3CEC67C79}"/>
              </a:ext>
            </a:extLst>
          </p:cNvPr>
          <p:cNvSpPr>
            <a:spLocks noGrp="1"/>
          </p:cNvSpPr>
          <p:nvPr/>
        </p:nvSpPr>
        <p:spPr>
          <a:xfrm>
            <a:off x="5831197" y="4123418"/>
            <a:ext cx="28398" cy="28398"/>
          </a:xfrm>
          <a:prstGeom prst="ellipse">
            <a:avLst/>
          </a:prstGeom>
          <a:solidFill>
            <a:srgbClr val="7F8C97">
              <a:alpha val="48000"/>
            </a:srgbClr>
          </a:solidFill>
          <a:ln w="0">
            <a:noFill/>
            <a:prstDash val="solid"/>
          </a:ln>
        </p:spPr>
      </p:sp>
      <p:sp>
        <p:nvSpPr>
          <p:cNvPr id="1910" name="01_find_only_1909">
            <a:extLst>
              <a:ext uri="{FF2B5EF4-FFF2-40B4-BE49-F238E27FC236}">
                <a16:creationId xmlns:a16="http://schemas.microsoft.com/office/drawing/2014/main" id="{400AA909-4A3B-4836-8F97-EDA7A56B8838}"/>
              </a:ext>
            </a:extLst>
          </p:cNvPr>
          <p:cNvSpPr>
            <a:spLocks noGrp="1"/>
          </p:cNvSpPr>
          <p:nvPr/>
        </p:nvSpPr>
        <p:spPr>
          <a:xfrm>
            <a:off x="5774445" y="4092740"/>
            <a:ext cx="28398" cy="28398"/>
          </a:xfrm>
          <a:prstGeom prst="ellipse">
            <a:avLst/>
          </a:prstGeom>
          <a:solidFill>
            <a:srgbClr val="7F8C97">
              <a:alpha val="48000"/>
            </a:srgbClr>
          </a:solidFill>
          <a:ln w="0">
            <a:noFill/>
            <a:prstDash val="solid"/>
          </a:ln>
        </p:spPr>
      </p:sp>
      <p:sp>
        <p:nvSpPr>
          <p:cNvPr id="1911" name="01_find_only_1910">
            <a:extLst>
              <a:ext uri="{FF2B5EF4-FFF2-40B4-BE49-F238E27FC236}">
                <a16:creationId xmlns:a16="http://schemas.microsoft.com/office/drawing/2014/main" id="{9A4DE573-ECA0-4F2F-9004-26C64F4B7883}"/>
              </a:ext>
            </a:extLst>
          </p:cNvPr>
          <p:cNvSpPr>
            <a:spLocks noGrp="1"/>
          </p:cNvSpPr>
          <p:nvPr/>
        </p:nvSpPr>
        <p:spPr>
          <a:xfrm>
            <a:off x="5813647" y="4123418"/>
            <a:ext cx="28398" cy="28398"/>
          </a:xfrm>
          <a:prstGeom prst="ellipse">
            <a:avLst/>
          </a:prstGeom>
          <a:solidFill>
            <a:srgbClr val="7F8C97">
              <a:alpha val="48000"/>
            </a:srgbClr>
          </a:solidFill>
          <a:ln w="0">
            <a:noFill/>
            <a:prstDash val="solid"/>
          </a:ln>
        </p:spPr>
      </p:sp>
      <p:sp>
        <p:nvSpPr>
          <p:cNvPr id="1912" name="01_find_only_1911">
            <a:extLst>
              <a:ext uri="{FF2B5EF4-FFF2-40B4-BE49-F238E27FC236}">
                <a16:creationId xmlns:a16="http://schemas.microsoft.com/office/drawing/2014/main" id="{F7C8618B-AF5C-4E15-8478-69EC8294BF5E}"/>
              </a:ext>
            </a:extLst>
          </p:cNvPr>
          <p:cNvSpPr>
            <a:spLocks noGrp="1"/>
          </p:cNvSpPr>
          <p:nvPr/>
        </p:nvSpPr>
        <p:spPr>
          <a:xfrm>
            <a:off x="5816031" y="2855402"/>
            <a:ext cx="28398" cy="28398"/>
          </a:xfrm>
          <a:prstGeom prst="ellipse">
            <a:avLst/>
          </a:prstGeom>
          <a:solidFill>
            <a:srgbClr val="7F8C97">
              <a:alpha val="48000"/>
            </a:srgbClr>
          </a:solidFill>
          <a:ln w="0">
            <a:noFill/>
            <a:prstDash val="solid"/>
          </a:ln>
        </p:spPr>
      </p:sp>
      <p:sp>
        <p:nvSpPr>
          <p:cNvPr id="1913" name="01_find_only_1912">
            <a:extLst>
              <a:ext uri="{FF2B5EF4-FFF2-40B4-BE49-F238E27FC236}">
                <a16:creationId xmlns:a16="http://schemas.microsoft.com/office/drawing/2014/main" id="{608C25C2-D7F1-4631-B024-1EF92FEF39BF}"/>
              </a:ext>
            </a:extLst>
          </p:cNvPr>
          <p:cNvSpPr>
            <a:spLocks noGrp="1"/>
          </p:cNvSpPr>
          <p:nvPr/>
        </p:nvSpPr>
        <p:spPr>
          <a:xfrm>
            <a:off x="5752221" y="3700746"/>
            <a:ext cx="28398" cy="28398"/>
          </a:xfrm>
          <a:prstGeom prst="ellipse">
            <a:avLst/>
          </a:prstGeom>
          <a:solidFill>
            <a:srgbClr val="7F8C97">
              <a:alpha val="48000"/>
            </a:srgbClr>
          </a:solidFill>
          <a:ln w="0">
            <a:noFill/>
            <a:prstDash val="solid"/>
          </a:ln>
        </p:spPr>
      </p:sp>
      <p:sp>
        <p:nvSpPr>
          <p:cNvPr id="1914" name="01_find_only_1913">
            <a:extLst>
              <a:ext uri="{FF2B5EF4-FFF2-40B4-BE49-F238E27FC236}">
                <a16:creationId xmlns:a16="http://schemas.microsoft.com/office/drawing/2014/main" id="{7EA3BE22-A027-4292-AB24-079AB8FF1B67}"/>
              </a:ext>
            </a:extLst>
          </p:cNvPr>
          <p:cNvSpPr>
            <a:spLocks noGrp="1"/>
          </p:cNvSpPr>
          <p:nvPr/>
        </p:nvSpPr>
        <p:spPr>
          <a:xfrm>
            <a:off x="5829957" y="4123418"/>
            <a:ext cx="28398" cy="28398"/>
          </a:xfrm>
          <a:prstGeom prst="ellipse">
            <a:avLst/>
          </a:prstGeom>
          <a:solidFill>
            <a:srgbClr val="7F8C97">
              <a:alpha val="48000"/>
            </a:srgbClr>
          </a:solidFill>
          <a:ln w="0">
            <a:noFill/>
            <a:prstDash val="solid"/>
          </a:ln>
        </p:spPr>
      </p:sp>
      <p:sp>
        <p:nvSpPr>
          <p:cNvPr id="1915" name="01_find_only_1914">
            <a:extLst>
              <a:ext uri="{FF2B5EF4-FFF2-40B4-BE49-F238E27FC236}">
                <a16:creationId xmlns:a16="http://schemas.microsoft.com/office/drawing/2014/main" id="{FC755F10-A77E-497B-A283-59208E9F4F8E}"/>
              </a:ext>
            </a:extLst>
          </p:cNvPr>
          <p:cNvSpPr>
            <a:spLocks noGrp="1"/>
          </p:cNvSpPr>
          <p:nvPr/>
        </p:nvSpPr>
        <p:spPr>
          <a:xfrm>
            <a:off x="5749932" y="4123418"/>
            <a:ext cx="28398" cy="28398"/>
          </a:xfrm>
          <a:prstGeom prst="ellipse">
            <a:avLst/>
          </a:prstGeom>
          <a:solidFill>
            <a:srgbClr val="7F8C97">
              <a:alpha val="48000"/>
            </a:srgbClr>
          </a:solidFill>
          <a:ln w="0">
            <a:noFill/>
            <a:prstDash val="solid"/>
          </a:ln>
        </p:spPr>
      </p:sp>
      <p:sp>
        <p:nvSpPr>
          <p:cNvPr id="1916" name="01_find_only_1915">
            <a:extLst>
              <a:ext uri="{FF2B5EF4-FFF2-40B4-BE49-F238E27FC236}">
                <a16:creationId xmlns:a16="http://schemas.microsoft.com/office/drawing/2014/main" id="{E5DFDDD2-7D1B-484E-8C44-B44F11A0BEE9}"/>
              </a:ext>
            </a:extLst>
          </p:cNvPr>
          <p:cNvSpPr>
            <a:spLocks noGrp="1"/>
          </p:cNvSpPr>
          <p:nvPr/>
        </p:nvSpPr>
        <p:spPr>
          <a:xfrm>
            <a:off x="5829766" y="4123418"/>
            <a:ext cx="28398" cy="28398"/>
          </a:xfrm>
          <a:prstGeom prst="ellipse">
            <a:avLst/>
          </a:prstGeom>
          <a:solidFill>
            <a:srgbClr val="7F8C97">
              <a:alpha val="48000"/>
            </a:srgbClr>
          </a:solidFill>
          <a:ln w="0">
            <a:noFill/>
            <a:prstDash val="solid"/>
          </a:ln>
        </p:spPr>
      </p:sp>
      <p:sp>
        <p:nvSpPr>
          <p:cNvPr id="1917" name="01_find_only_1916">
            <a:extLst>
              <a:ext uri="{FF2B5EF4-FFF2-40B4-BE49-F238E27FC236}">
                <a16:creationId xmlns:a16="http://schemas.microsoft.com/office/drawing/2014/main" id="{67237AC1-394C-4299-8CD3-A5E64280AC44}"/>
              </a:ext>
            </a:extLst>
          </p:cNvPr>
          <p:cNvSpPr>
            <a:spLocks noGrp="1"/>
          </p:cNvSpPr>
          <p:nvPr/>
        </p:nvSpPr>
        <p:spPr>
          <a:xfrm>
            <a:off x="5839018" y="4123418"/>
            <a:ext cx="28398" cy="28398"/>
          </a:xfrm>
          <a:prstGeom prst="ellipse">
            <a:avLst/>
          </a:prstGeom>
          <a:solidFill>
            <a:srgbClr val="7F8C97">
              <a:alpha val="48000"/>
            </a:srgbClr>
          </a:solidFill>
          <a:ln w="0">
            <a:noFill/>
            <a:prstDash val="solid"/>
          </a:ln>
        </p:spPr>
      </p:sp>
      <p:sp>
        <p:nvSpPr>
          <p:cNvPr id="1918" name="01_find_only_1917">
            <a:extLst>
              <a:ext uri="{FF2B5EF4-FFF2-40B4-BE49-F238E27FC236}">
                <a16:creationId xmlns:a16="http://schemas.microsoft.com/office/drawing/2014/main" id="{E14AB071-91B1-45CF-8F62-C2125C0C7463}"/>
              </a:ext>
            </a:extLst>
          </p:cNvPr>
          <p:cNvSpPr>
            <a:spLocks noGrp="1"/>
          </p:cNvSpPr>
          <p:nvPr/>
        </p:nvSpPr>
        <p:spPr>
          <a:xfrm>
            <a:off x="5806970" y="4123418"/>
            <a:ext cx="28398" cy="28398"/>
          </a:xfrm>
          <a:prstGeom prst="ellipse">
            <a:avLst/>
          </a:prstGeom>
          <a:solidFill>
            <a:srgbClr val="7F8C97">
              <a:alpha val="48000"/>
            </a:srgbClr>
          </a:solidFill>
          <a:ln w="0">
            <a:noFill/>
            <a:prstDash val="solid"/>
          </a:ln>
        </p:spPr>
      </p:sp>
      <p:sp>
        <p:nvSpPr>
          <p:cNvPr id="1919" name="01_find_only_1918">
            <a:extLst>
              <a:ext uri="{FF2B5EF4-FFF2-40B4-BE49-F238E27FC236}">
                <a16:creationId xmlns:a16="http://schemas.microsoft.com/office/drawing/2014/main" id="{F591DFF7-9A1B-4311-8CBB-BBC26C3E5681}"/>
              </a:ext>
            </a:extLst>
          </p:cNvPr>
          <p:cNvSpPr>
            <a:spLocks noGrp="1"/>
          </p:cNvSpPr>
          <p:nvPr/>
        </p:nvSpPr>
        <p:spPr>
          <a:xfrm>
            <a:off x="5778355" y="4123418"/>
            <a:ext cx="28398" cy="28398"/>
          </a:xfrm>
          <a:prstGeom prst="ellipse">
            <a:avLst/>
          </a:prstGeom>
          <a:solidFill>
            <a:srgbClr val="7F8C97">
              <a:alpha val="48000"/>
            </a:srgbClr>
          </a:solidFill>
          <a:ln w="0">
            <a:noFill/>
            <a:prstDash val="solid"/>
          </a:ln>
        </p:spPr>
      </p:sp>
      <p:sp>
        <p:nvSpPr>
          <p:cNvPr id="1920" name="01_find_only_1919">
            <a:extLst>
              <a:ext uri="{FF2B5EF4-FFF2-40B4-BE49-F238E27FC236}">
                <a16:creationId xmlns:a16="http://schemas.microsoft.com/office/drawing/2014/main" id="{6591C2A4-70B4-4021-ADF2-A74BA4B3A24C}"/>
              </a:ext>
            </a:extLst>
          </p:cNvPr>
          <p:cNvSpPr>
            <a:spLocks noGrp="1"/>
          </p:cNvSpPr>
          <p:nvPr/>
        </p:nvSpPr>
        <p:spPr>
          <a:xfrm>
            <a:off x="5818320" y="4123418"/>
            <a:ext cx="28398" cy="28398"/>
          </a:xfrm>
          <a:prstGeom prst="ellipse">
            <a:avLst/>
          </a:prstGeom>
          <a:solidFill>
            <a:srgbClr val="7F8C97">
              <a:alpha val="48000"/>
            </a:srgbClr>
          </a:solidFill>
          <a:ln w="0">
            <a:noFill/>
            <a:prstDash val="solid"/>
          </a:ln>
        </p:spPr>
      </p:sp>
      <p:sp>
        <p:nvSpPr>
          <p:cNvPr id="1921" name="01_find_only_1920">
            <a:extLst>
              <a:ext uri="{FF2B5EF4-FFF2-40B4-BE49-F238E27FC236}">
                <a16:creationId xmlns:a16="http://schemas.microsoft.com/office/drawing/2014/main" id="{7C64EA93-DFA6-4E20-B300-0EACEC3C5928}"/>
              </a:ext>
            </a:extLst>
          </p:cNvPr>
          <p:cNvSpPr>
            <a:spLocks noGrp="1"/>
          </p:cNvSpPr>
          <p:nvPr/>
        </p:nvSpPr>
        <p:spPr>
          <a:xfrm>
            <a:off x="5769771" y="4123418"/>
            <a:ext cx="28398" cy="28398"/>
          </a:xfrm>
          <a:prstGeom prst="ellipse">
            <a:avLst/>
          </a:prstGeom>
          <a:solidFill>
            <a:srgbClr val="7F8C97">
              <a:alpha val="48000"/>
            </a:srgbClr>
          </a:solidFill>
          <a:ln w="0">
            <a:noFill/>
            <a:prstDash val="solid"/>
          </a:ln>
        </p:spPr>
      </p:sp>
      <p:sp>
        <p:nvSpPr>
          <p:cNvPr id="1922" name="01_find_only_1921">
            <a:extLst>
              <a:ext uri="{FF2B5EF4-FFF2-40B4-BE49-F238E27FC236}">
                <a16:creationId xmlns:a16="http://schemas.microsoft.com/office/drawing/2014/main" id="{B295F300-EB7A-4155-93BC-C7F630B6179F}"/>
              </a:ext>
            </a:extLst>
          </p:cNvPr>
          <p:cNvSpPr>
            <a:spLocks noGrp="1"/>
          </p:cNvSpPr>
          <p:nvPr/>
        </p:nvSpPr>
        <p:spPr>
          <a:xfrm>
            <a:off x="5794284" y="4123418"/>
            <a:ext cx="28398" cy="28398"/>
          </a:xfrm>
          <a:prstGeom prst="ellipse">
            <a:avLst/>
          </a:prstGeom>
          <a:solidFill>
            <a:srgbClr val="7F8C97">
              <a:alpha val="48000"/>
            </a:srgbClr>
          </a:solidFill>
          <a:ln w="0">
            <a:noFill/>
            <a:prstDash val="solid"/>
          </a:ln>
        </p:spPr>
      </p:sp>
      <p:sp>
        <p:nvSpPr>
          <p:cNvPr id="1923" name="01_find_only_1922">
            <a:extLst>
              <a:ext uri="{FF2B5EF4-FFF2-40B4-BE49-F238E27FC236}">
                <a16:creationId xmlns:a16="http://schemas.microsoft.com/office/drawing/2014/main" id="{9E0D5660-2702-4C65-A71E-87A8564E3AD6}"/>
              </a:ext>
            </a:extLst>
          </p:cNvPr>
          <p:cNvSpPr>
            <a:spLocks noGrp="1"/>
          </p:cNvSpPr>
          <p:nvPr/>
        </p:nvSpPr>
        <p:spPr>
          <a:xfrm>
            <a:off x="5794284" y="4123418"/>
            <a:ext cx="28398" cy="28398"/>
          </a:xfrm>
          <a:prstGeom prst="ellipse">
            <a:avLst/>
          </a:prstGeom>
          <a:solidFill>
            <a:srgbClr val="7F8C97">
              <a:alpha val="48000"/>
            </a:srgbClr>
          </a:solidFill>
          <a:ln w="0">
            <a:noFill/>
            <a:prstDash val="solid"/>
          </a:ln>
        </p:spPr>
      </p:sp>
      <p:sp>
        <p:nvSpPr>
          <p:cNvPr id="1924" name="01_find_only_1923">
            <a:extLst>
              <a:ext uri="{FF2B5EF4-FFF2-40B4-BE49-F238E27FC236}">
                <a16:creationId xmlns:a16="http://schemas.microsoft.com/office/drawing/2014/main" id="{378DB063-7E48-45C4-9A0E-825A0A52F8A5}"/>
              </a:ext>
            </a:extLst>
          </p:cNvPr>
          <p:cNvSpPr>
            <a:spLocks noGrp="1"/>
          </p:cNvSpPr>
          <p:nvPr/>
        </p:nvSpPr>
        <p:spPr>
          <a:xfrm>
            <a:off x="5765670" y="4123418"/>
            <a:ext cx="28398" cy="28398"/>
          </a:xfrm>
          <a:prstGeom prst="ellipse">
            <a:avLst/>
          </a:prstGeom>
          <a:solidFill>
            <a:srgbClr val="7F8C97">
              <a:alpha val="48000"/>
            </a:srgbClr>
          </a:solidFill>
          <a:ln w="0">
            <a:noFill/>
            <a:prstDash val="solid"/>
          </a:ln>
        </p:spPr>
      </p:sp>
      <p:sp>
        <p:nvSpPr>
          <p:cNvPr id="1925" name="01_find_only_1924">
            <a:extLst>
              <a:ext uri="{FF2B5EF4-FFF2-40B4-BE49-F238E27FC236}">
                <a16:creationId xmlns:a16="http://schemas.microsoft.com/office/drawing/2014/main" id="{9A608A63-9DAD-40C5-AEFD-2D3A1CC16C36}"/>
              </a:ext>
            </a:extLst>
          </p:cNvPr>
          <p:cNvSpPr>
            <a:spLocks noGrp="1"/>
          </p:cNvSpPr>
          <p:nvPr/>
        </p:nvSpPr>
        <p:spPr>
          <a:xfrm>
            <a:off x="5832151" y="4123418"/>
            <a:ext cx="28398" cy="28398"/>
          </a:xfrm>
          <a:prstGeom prst="ellipse">
            <a:avLst/>
          </a:prstGeom>
          <a:solidFill>
            <a:srgbClr val="7F8C97">
              <a:alpha val="48000"/>
            </a:srgbClr>
          </a:solidFill>
          <a:ln w="0">
            <a:noFill/>
            <a:prstDash val="solid"/>
          </a:ln>
        </p:spPr>
      </p:sp>
      <p:sp>
        <p:nvSpPr>
          <p:cNvPr id="1926" name="01_find_only_1925">
            <a:extLst>
              <a:ext uri="{FF2B5EF4-FFF2-40B4-BE49-F238E27FC236}">
                <a16:creationId xmlns:a16="http://schemas.microsoft.com/office/drawing/2014/main" id="{3BA7FE11-247D-4965-8A7F-24872222178E}"/>
              </a:ext>
            </a:extLst>
          </p:cNvPr>
          <p:cNvSpPr>
            <a:spLocks noGrp="1"/>
          </p:cNvSpPr>
          <p:nvPr/>
        </p:nvSpPr>
        <p:spPr>
          <a:xfrm>
            <a:off x="5779977" y="4123418"/>
            <a:ext cx="28398" cy="28398"/>
          </a:xfrm>
          <a:prstGeom prst="ellipse">
            <a:avLst/>
          </a:prstGeom>
          <a:solidFill>
            <a:srgbClr val="7F8C97">
              <a:alpha val="48000"/>
            </a:srgbClr>
          </a:solidFill>
          <a:ln w="0">
            <a:noFill/>
            <a:prstDash val="solid"/>
          </a:ln>
        </p:spPr>
      </p:sp>
      <p:sp>
        <p:nvSpPr>
          <p:cNvPr id="1927" name="01_find_only_1926">
            <a:extLst>
              <a:ext uri="{FF2B5EF4-FFF2-40B4-BE49-F238E27FC236}">
                <a16:creationId xmlns:a16="http://schemas.microsoft.com/office/drawing/2014/main" id="{1E2605BC-8850-4AFB-92C0-65088248F74E}"/>
              </a:ext>
            </a:extLst>
          </p:cNvPr>
          <p:cNvSpPr>
            <a:spLocks noGrp="1"/>
          </p:cNvSpPr>
          <p:nvPr/>
        </p:nvSpPr>
        <p:spPr>
          <a:xfrm>
            <a:off x="5789229" y="4123418"/>
            <a:ext cx="28398" cy="28398"/>
          </a:xfrm>
          <a:prstGeom prst="ellipse">
            <a:avLst/>
          </a:prstGeom>
          <a:solidFill>
            <a:srgbClr val="7F8C97">
              <a:alpha val="48000"/>
            </a:srgbClr>
          </a:solidFill>
          <a:ln w="0">
            <a:noFill/>
            <a:prstDash val="solid"/>
          </a:ln>
        </p:spPr>
      </p:sp>
      <p:sp>
        <p:nvSpPr>
          <p:cNvPr id="1928" name="01_find_only_1927">
            <a:extLst>
              <a:ext uri="{FF2B5EF4-FFF2-40B4-BE49-F238E27FC236}">
                <a16:creationId xmlns:a16="http://schemas.microsoft.com/office/drawing/2014/main" id="{5C4EAFEC-A52A-4B16-94A6-DBE5CAF0CE2A}"/>
              </a:ext>
            </a:extLst>
          </p:cNvPr>
          <p:cNvSpPr>
            <a:spLocks noGrp="1"/>
          </p:cNvSpPr>
          <p:nvPr/>
        </p:nvSpPr>
        <p:spPr>
          <a:xfrm>
            <a:off x="5841307" y="4123418"/>
            <a:ext cx="28398" cy="28398"/>
          </a:xfrm>
          <a:prstGeom prst="ellipse">
            <a:avLst/>
          </a:prstGeom>
          <a:solidFill>
            <a:srgbClr val="7F8C97">
              <a:alpha val="48000"/>
            </a:srgbClr>
          </a:solidFill>
          <a:ln w="0">
            <a:noFill/>
            <a:prstDash val="solid"/>
          </a:ln>
        </p:spPr>
      </p:sp>
      <p:sp>
        <p:nvSpPr>
          <p:cNvPr id="1929" name="01_find_only_1928">
            <a:extLst>
              <a:ext uri="{FF2B5EF4-FFF2-40B4-BE49-F238E27FC236}">
                <a16:creationId xmlns:a16="http://schemas.microsoft.com/office/drawing/2014/main" id="{BC02E104-F154-4144-97F2-B47DA02D5D77}"/>
              </a:ext>
            </a:extLst>
          </p:cNvPr>
          <p:cNvSpPr>
            <a:spLocks noGrp="1"/>
          </p:cNvSpPr>
          <p:nvPr/>
        </p:nvSpPr>
        <p:spPr>
          <a:xfrm>
            <a:off x="5812693" y="4123418"/>
            <a:ext cx="28398" cy="28398"/>
          </a:xfrm>
          <a:prstGeom prst="ellipse">
            <a:avLst/>
          </a:prstGeom>
          <a:solidFill>
            <a:srgbClr val="7F8C97">
              <a:alpha val="48000"/>
            </a:srgbClr>
          </a:solidFill>
          <a:ln w="0">
            <a:noFill/>
            <a:prstDash val="solid"/>
          </a:ln>
        </p:spPr>
      </p:sp>
      <p:sp>
        <p:nvSpPr>
          <p:cNvPr id="1930" name="01_find_only_1929">
            <a:extLst>
              <a:ext uri="{FF2B5EF4-FFF2-40B4-BE49-F238E27FC236}">
                <a16:creationId xmlns:a16="http://schemas.microsoft.com/office/drawing/2014/main" id="{C2B18343-1172-496C-BE3B-A77D04B7AD4D}"/>
              </a:ext>
            </a:extLst>
          </p:cNvPr>
          <p:cNvSpPr>
            <a:spLocks noGrp="1"/>
          </p:cNvSpPr>
          <p:nvPr/>
        </p:nvSpPr>
        <p:spPr>
          <a:xfrm>
            <a:off x="5837873" y="4123418"/>
            <a:ext cx="28398" cy="28398"/>
          </a:xfrm>
          <a:prstGeom prst="ellipse">
            <a:avLst/>
          </a:prstGeom>
          <a:solidFill>
            <a:srgbClr val="7F8C97">
              <a:alpha val="48000"/>
            </a:srgbClr>
          </a:solidFill>
          <a:ln w="0">
            <a:noFill/>
            <a:prstDash val="solid"/>
          </a:ln>
        </p:spPr>
      </p:sp>
      <p:sp>
        <p:nvSpPr>
          <p:cNvPr id="1931" name="01_find_only_1930">
            <a:extLst>
              <a:ext uri="{FF2B5EF4-FFF2-40B4-BE49-F238E27FC236}">
                <a16:creationId xmlns:a16="http://schemas.microsoft.com/office/drawing/2014/main" id="{E0D5B4E9-F97A-4BFB-AECD-B9EEA037466F}"/>
              </a:ext>
            </a:extLst>
          </p:cNvPr>
          <p:cNvSpPr>
            <a:spLocks noGrp="1"/>
          </p:cNvSpPr>
          <p:nvPr/>
        </p:nvSpPr>
        <p:spPr>
          <a:xfrm>
            <a:off x="5753556" y="3964916"/>
            <a:ext cx="28398" cy="28398"/>
          </a:xfrm>
          <a:prstGeom prst="ellipse">
            <a:avLst/>
          </a:prstGeom>
          <a:solidFill>
            <a:srgbClr val="7F8C97">
              <a:alpha val="48000"/>
            </a:srgbClr>
          </a:solidFill>
          <a:ln w="0">
            <a:noFill/>
            <a:prstDash val="solid"/>
          </a:ln>
        </p:spPr>
      </p:sp>
      <p:sp>
        <p:nvSpPr>
          <p:cNvPr id="1932" name="01_find_only_1931">
            <a:extLst>
              <a:ext uri="{FF2B5EF4-FFF2-40B4-BE49-F238E27FC236}">
                <a16:creationId xmlns:a16="http://schemas.microsoft.com/office/drawing/2014/main" id="{C6AD9C0E-A403-4F54-8DCC-7E5D4158FC18}"/>
              </a:ext>
            </a:extLst>
          </p:cNvPr>
          <p:cNvSpPr>
            <a:spLocks noGrp="1"/>
          </p:cNvSpPr>
          <p:nvPr/>
        </p:nvSpPr>
        <p:spPr>
          <a:xfrm>
            <a:off x="5830815" y="4123418"/>
            <a:ext cx="28398" cy="28398"/>
          </a:xfrm>
          <a:prstGeom prst="ellipse">
            <a:avLst/>
          </a:prstGeom>
          <a:solidFill>
            <a:srgbClr val="7F8C97">
              <a:alpha val="48000"/>
            </a:srgbClr>
          </a:solidFill>
          <a:ln w="0">
            <a:noFill/>
            <a:prstDash val="solid"/>
          </a:ln>
        </p:spPr>
      </p:sp>
      <p:sp>
        <p:nvSpPr>
          <p:cNvPr id="1933" name="01_find_only_1932">
            <a:extLst>
              <a:ext uri="{FF2B5EF4-FFF2-40B4-BE49-F238E27FC236}">
                <a16:creationId xmlns:a16="http://schemas.microsoft.com/office/drawing/2014/main" id="{C6CD0379-077E-45D6-AE50-473BB577788D}"/>
              </a:ext>
            </a:extLst>
          </p:cNvPr>
          <p:cNvSpPr>
            <a:spLocks noGrp="1"/>
          </p:cNvSpPr>
          <p:nvPr/>
        </p:nvSpPr>
        <p:spPr>
          <a:xfrm>
            <a:off x="5818225" y="3172406"/>
            <a:ext cx="28398" cy="28398"/>
          </a:xfrm>
          <a:prstGeom prst="ellipse">
            <a:avLst/>
          </a:prstGeom>
          <a:solidFill>
            <a:srgbClr val="7F8C97">
              <a:alpha val="48000"/>
            </a:srgbClr>
          </a:solidFill>
          <a:ln w="0">
            <a:noFill/>
            <a:prstDash val="solid"/>
          </a:ln>
        </p:spPr>
      </p:sp>
      <p:sp>
        <p:nvSpPr>
          <p:cNvPr id="1934" name="01_find_only_1933">
            <a:extLst>
              <a:ext uri="{FF2B5EF4-FFF2-40B4-BE49-F238E27FC236}">
                <a16:creationId xmlns:a16="http://schemas.microsoft.com/office/drawing/2014/main" id="{1337B362-C316-4FA8-AD71-39B9E4C196A7}"/>
              </a:ext>
            </a:extLst>
          </p:cNvPr>
          <p:cNvSpPr>
            <a:spLocks noGrp="1"/>
          </p:cNvSpPr>
          <p:nvPr/>
        </p:nvSpPr>
        <p:spPr>
          <a:xfrm>
            <a:off x="5785318" y="2855402"/>
            <a:ext cx="28398" cy="28398"/>
          </a:xfrm>
          <a:prstGeom prst="ellipse">
            <a:avLst/>
          </a:prstGeom>
          <a:solidFill>
            <a:srgbClr val="7F8C97">
              <a:alpha val="48000"/>
            </a:srgbClr>
          </a:solidFill>
          <a:ln w="0">
            <a:noFill/>
            <a:prstDash val="solid"/>
          </a:ln>
        </p:spPr>
      </p:sp>
      <p:sp>
        <p:nvSpPr>
          <p:cNvPr id="1935" name="01_find_only_1934">
            <a:extLst>
              <a:ext uri="{FF2B5EF4-FFF2-40B4-BE49-F238E27FC236}">
                <a16:creationId xmlns:a16="http://schemas.microsoft.com/office/drawing/2014/main" id="{62DF9EBF-8CEB-477B-88C3-4D8EEAF59AFD}"/>
              </a:ext>
            </a:extLst>
          </p:cNvPr>
          <p:cNvSpPr>
            <a:spLocks noGrp="1"/>
          </p:cNvSpPr>
          <p:nvPr/>
        </p:nvSpPr>
        <p:spPr>
          <a:xfrm>
            <a:off x="5821945" y="4123418"/>
            <a:ext cx="28398" cy="28398"/>
          </a:xfrm>
          <a:prstGeom prst="ellipse">
            <a:avLst/>
          </a:prstGeom>
          <a:solidFill>
            <a:srgbClr val="7F8C97">
              <a:alpha val="48000"/>
            </a:srgbClr>
          </a:solidFill>
          <a:ln w="0">
            <a:noFill/>
            <a:prstDash val="solid"/>
          </a:ln>
        </p:spPr>
      </p:sp>
      <p:sp>
        <p:nvSpPr>
          <p:cNvPr id="1936" name="01_find_only_1935">
            <a:extLst>
              <a:ext uri="{FF2B5EF4-FFF2-40B4-BE49-F238E27FC236}">
                <a16:creationId xmlns:a16="http://schemas.microsoft.com/office/drawing/2014/main" id="{5C056420-9F02-4784-989E-2540C610F63D}"/>
              </a:ext>
            </a:extLst>
          </p:cNvPr>
          <p:cNvSpPr>
            <a:spLocks noGrp="1"/>
          </p:cNvSpPr>
          <p:nvPr/>
        </p:nvSpPr>
        <p:spPr>
          <a:xfrm>
            <a:off x="5841784" y="3172406"/>
            <a:ext cx="28398" cy="28398"/>
          </a:xfrm>
          <a:prstGeom prst="ellipse">
            <a:avLst/>
          </a:prstGeom>
          <a:solidFill>
            <a:srgbClr val="7F8C97">
              <a:alpha val="48000"/>
            </a:srgbClr>
          </a:solidFill>
          <a:ln w="0">
            <a:noFill/>
            <a:prstDash val="solid"/>
          </a:ln>
        </p:spPr>
      </p:sp>
      <p:sp>
        <p:nvSpPr>
          <p:cNvPr id="1937" name="01_find_only_1936">
            <a:extLst>
              <a:ext uri="{FF2B5EF4-FFF2-40B4-BE49-F238E27FC236}">
                <a16:creationId xmlns:a16="http://schemas.microsoft.com/office/drawing/2014/main" id="{5629E5DF-39C9-4F34-97E2-5AABBFABB1E5}"/>
              </a:ext>
            </a:extLst>
          </p:cNvPr>
          <p:cNvSpPr>
            <a:spLocks noGrp="1"/>
          </p:cNvSpPr>
          <p:nvPr/>
        </p:nvSpPr>
        <p:spPr>
          <a:xfrm>
            <a:off x="5811930" y="3700746"/>
            <a:ext cx="28398" cy="28398"/>
          </a:xfrm>
          <a:prstGeom prst="ellipse">
            <a:avLst/>
          </a:prstGeom>
          <a:solidFill>
            <a:srgbClr val="7F8C97">
              <a:alpha val="48000"/>
            </a:srgbClr>
          </a:solidFill>
          <a:ln w="0">
            <a:noFill/>
            <a:prstDash val="solid"/>
          </a:ln>
        </p:spPr>
      </p:sp>
      <p:sp>
        <p:nvSpPr>
          <p:cNvPr id="1938" name="01_find_only_1937">
            <a:extLst>
              <a:ext uri="{FF2B5EF4-FFF2-40B4-BE49-F238E27FC236}">
                <a16:creationId xmlns:a16="http://schemas.microsoft.com/office/drawing/2014/main" id="{21D2316F-B05B-4D4A-AB25-C843828C59AB}"/>
              </a:ext>
            </a:extLst>
          </p:cNvPr>
          <p:cNvSpPr>
            <a:spLocks noGrp="1"/>
          </p:cNvSpPr>
          <p:nvPr/>
        </p:nvSpPr>
        <p:spPr>
          <a:xfrm>
            <a:off x="5819274" y="4123418"/>
            <a:ext cx="28398" cy="28398"/>
          </a:xfrm>
          <a:prstGeom prst="ellipse">
            <a:avLst/>
          </a:prstGeom>
          <a:solidFill>
            <a:srgbClr val="7F8C97">
              <a:alpha val="48000"/>
            </a:srgbClr>
          </a:solidFill>
          <a:ln w="0">
            <a:noFill/>
            <a:prstDash val="solid"/>
          </a:ln>
        </p:spPr>
      </p:sp>
      <p:sp>
        <p:nvSpPr>
          <p:cNvPr id="1939" name="01_find_only_1938">
            <a:extLst>
              <a:ext uri="{FF2B5EF4-FFF2-40B4-BE49-F238E27FC236}">
                <a16:creationId xmlns:a16="http://schemas.microsoft.com/office/drawing/2014/main" id="{FEF2D5D2-A976-49EB-BD87-C20A25CDF6F3}"/>
              </a:ext>
            </a:extLst>
          </p:cNvPr>
          <p:cNvSpPr>
            <a:spLocks noGrp="1"/>
          </p:cNvSpPr>
          <p:nvPr/>
        </p:nvSpPr>
        <p:spPr>
          <a:xfrm>
            <a:off x="5818416" y="4123418"/>
            <a:ext cx="28398" cy="28398"/>
          </a:xfrm>
          <a:prstGeom prst="ellipse">
            <a:avLst/>
          </a:prstGeom>
          <a:solidFill>
            <a:srgbClr val="7F8C97">
              <a:alpha val="48000"/>
            </a:srgbClr>
          </a:solidFill>
          <a:ln w="0">
            <a:noFill/>
            <a:prstDash val="solid"/>
          </a:ln>
        </p:spPr>
      </p:sp>
      <p:sp>
        <p:nvSpPr>
          <p:cNvPr id="1940" name="01_find_only_1939">
            <a:extLst>
              <a:ext uri="{FF2B5EF4-FFF2-40B4-BE49-F238E27FC236}">
                <a16:creationId xmlns:a16="http://schemas.microsoft.com/office/drawing/2014/main" id="{B28E3964-93DA-4070-B5CA-D01ACCBC4B92}"/>
              </a:ext>
            </a:extLst>
          </p:cNvPr>
          <p:cNvSpPr>
            <a:spLocks noGrp="1"/>
          </p:cNvSpPr>
          <p:nvPr/>
        </p:nvSpPr>
        <p:spPr>
          <a:xfrm>
            <a:off x="5803155" y="4123418"/>
            <a:ext cx="28398" cy="28398"/>
          </a:xfrm>
          <a:prstGeom prst="ellipse">
            <a:avLst/>
          </a:prstGeom>
          <a:solidFill>
            <a:srgbClr val="7F8C97">
              <a:alpha val="48000"/>
            </a:srgbClr>
          </a:solidFill>
          <a:ln w="0">
            <a:noFill/>
            <a:prstDash val="solid"/>
          </a:ln>
        </p:spPr>
      </p:sp>
      <p:sp>
        <p:nvSpPr>
          <p:cNvPr id="1941" name="01_find_only_1940">
            <a:extLst>
              <a:ext uri="{FF2B5EF4-FFF2-40B4-BE49-F238E27FC236}">
                <a16:creationId xmlns:a16="http://schemas.microsoft.com/office/drawing/2014/main" id="{758EE1CE-70EB-4D28-9BC3-14BD3F89DA05}"/>
              </a:ext>
            </a:extLst>
          </p:cNvPr>
          <p:cNvSpPr>
            <a:spLocks noGrp="1"/>
          </p:cNvSpPr>
          <p:nvPr/>
        </p:nvSpPr>
        <p:spPr>
          <a:xfrm>
            <a:off x="5776543" y="3806414"/>
            <a:ext cx="28398" cy="28398"/>
          </a:xfrm>
          <a:prstGeom prst="ellipse">
            <a:avLst/>
          </a:prstGeom>
          <a:solidFill>
            <a:srgbClr val="7F8C97">
              <a:alpha val="48000"/>
            </a:srgbClr>
          </a:solidFill>
          <a:ln w="0">
            <a:noFill/>
            <a:prstDash val="solid"/>
          </a:ln>
        </p:spPr>
      </p:sp>
      <p:sp>
        <p:nvSpPr>
          <p:cNvPr id="1942" name="01_find_only_1941">
            <a:extLst>
              <a:ext uri="{FF2B5EF4-FFF2-40B4-BE49-F238E27FC236}">
                <a16:creationId xmlns:a16="http://schemas.microsoft.com/office/drawing/2014/main" id="{CB5C6537-D82B-4E50-8D92-90BA79944F33}"/>
              </a:ext>
            </a:extLst>
          </p:cNvPr>
          <p:cNvSpPr>
            <a:spLocks noGrp="1"/>
          </p:cNvSpPr>
          <p:nvPr/>
        </p:nvSpPr>
        <p:spPr>
          <a:xfrm>
            <a:off x="5835107" y="4123418"/>
            <a:ext cx="28398" cy="28398"/>
          </a:xfrm>
          <a:prstGeom prst="ellipse">
            <a:avLst/>
          </a:prstGeom>
          <a:solidFill>
            <a:srgbClr val="7F8C97">
              <a:alpha val="48000"/>
            </a:srgbClr>
          </a:solidFill>
          <a:ln w="0">
            <a:noFill/>
            <a:prstDash val="solid"/>
          </a:ln>
        </p:spPr>
      </p:sp>
      <p:sp>
        <p:nvSpPr>
          <p:cNvPr id="1943" name="01_find_only_1942">
            <a:extLst>
              <a:ext uri="{FF2B5EF4-FFF2-40B4-BE49-F238E27FC236}">
                <a16:creationId xmlns:a16="http://schemas.microsoft.com/office/drawing/2014/main" id="{23064C84-78C4-49F3-9A66-1570EE2621FC}"/>
              </a:ext>
            </a:extLst>
          </p:cNvPr>
          <p:cNvSpPr>
            <a:spLocks noGrp="1"/>
          </p:cNvSpPr>
          <p:nvPr/>
        </p:nvSpPr>
        <p:spPr>
          <a:xfrm>
            <a:off x="5766433" y="3700746"/>
            <a:ext cx="28398" cy="28398"/>
          </a:xfrm>
          <a:prstGeom prst="ellipse">
            <a:avLst/>
          </a:prstGeom>
          <a:solidFill>
            <a:srgbClr val="7F8C97">
              <a:alpha val="48000"/>
            </a:srgbClr>
          </a:solidFill>
          <a:ln w="0">
            <a:noFill/>
            <a:prstDash val="solid"/>
          </a:ln>
        </p:spPr>
      </p:sp>
      <p:sp>
        <p:nvSpPr>
          <p:cNvPr id="1944" name="01_find_only_1943">
            <a:extLst>
              <a:ext uri="{FF2B5EF4-FFF2-40B4-BE49-F238E27FC236}">
                <a16:creationId xmlns:a16="http://schemas.microsoft.com/office/drawing/2014/main" id="{C0DF7FA1-2B16-4517-BBC3-2BB9597A4F63}"/>
              </a:ext>
            </a:extLst>
          </p:cNvPr>
          <p:cNvSpPr>
            <a:spLocks noGrp="1"/>
          </p:cNvSpPr>
          <p:nvPr/>
        </p:nvSpPr>
        <p:spPr>
          <a:xfrm>
            <a:off x="5765670" y="4123418"/>
            <a:ext cx="28398" cy="28398"/>
          </a:xfrm>
          <a:prstGeom prst="ellipse">
            <a:avLst/>
          </a:prstGeom>
          <a:solidFill>
            <a:srgbClr val="7F8C97">
              <a:alpha val="48000"/>
            </a:srgbClr>
          </a:solidFill>
          <a:ln w="0">
            <a:noFill/>
            <a:prstDash val="solid"/>
          </a:ln>
        </p:spPr>
      </p:sp>
      <p:sp>
        <p:nvSpPr>
          <p:cNvPr id="1945" name="01_find_only_1944">
            <a:extLst>
              <a:ext uri="{FF2B5EF4-FFF2-40B4-BE49-F238E27FC236}">
                <a16:creationId xmlns:a16="http://schemas.microsoft.com/office/drawing/2014/main" id="{58210F46-D452-4864-8BFF-3DBD166E42B4}"/>
              </a:ext>
            </a:extLst>
          </p:cNvPr>
          <p:cNvSpPr>
            <a:spLocks noGrp="1"/>
          </p:cNvSpPr>
          <p:nvPr/>
        </p:nvSpPr>
        <p:spPr>
          <a:xfrm>
            <a:off x="5769962" y="4123418"/>
            <a:ext cx="28398" cy="28398"/>
          </a:xfrm>
          <a:prstGeom prst="ellipse">
            <a:avLst/>
          </a:prstGeom>
          <a:solidFill>
            <a:srgbClr val="7F8C97">
              <a:alpha val="48000"/>
            </a:srgbClr>
          </a:solidFill>
          <a:ln w="0">
            <a:noFill/>
            <a:prstDash val="solid"/>
          </a:ln>
        </p:spPr>
      </p:sp>
      <p:sp>
        <p:nvSpPr>
          <p:cNvPr id="1946" name="01_find_only_1945">
            <a:extLst>
              <a:ext uri="{FF2B5EF4-FFF2-40B4-BE49-F238E27FC236}">
                <a16:creationId xmlns:a16="http://schemas.microsoft.com/office/drawing/2014/main" id="{4A3A95EF-BF9E-45CD-91F4-BB5CBC8691F1}"/>
              </a:ext>
            </a:extLst>
          </p:cNvPr>
          <p:cNvSpPr>
            <a:spLocks noGrp="1"/>
          </p:cNvSpPr>
          <p:nvPr/>
        </p:nvSpPr>
        <p:spPr>
          <a:xfrm>
            <a:off x="5836443" y="3700746"/>
            <a:ext cx="28398" cy="28398"/>
          </a:xfrm>
          <a:prstGeom prst="ellipse">
            <a:avLst/>
          </a:prstGeom>
          <a:solidFill>
            <a:srgbClr val="7F8C97">
              <a:alpha val="48000"/>
            </a:srgbClr>
          </a:solidFill>
          <a:ln w="0">
            <a:noFill/>
            <a:prstDash val="solid"/>
          </a:ln>
        </p:spPr>
      </p:sp>
      <p:sp>
        <p:nvSpPr>
          <p:cNvPr id="1947" name="01_find_only_1946">
            <a:extLst>
              <a:ext uri="{FF2B5EF4-FFF2-40B4-BE49-F238E27FC236}">
                <a16:creationId xmlns:a16="http://schemas.microsoft.com/office/drawing/2014/main" id="{BEF493AF-2005-4394-8E79-5228DE167E25}"/>
              </a:ext>
            </a:extLst>
          </p:cNvPr>
          <p:cNvSpPr>
            <a:spLocks noGrp="1"/>
          </p:cNvSpPr>
          <p:nvPr/>
        </p:nvSpPr>
        <p:spPr>
          <a:xfrm>
            <a:off x="5826332" y="4123418"/>
            <a:ext cx="28398" cy="28398"/>
          </a:xfrm>
          <a:prstGeom prst="ellipse">
            <a:avLst/>
          </a:prstGeom>
          <a:solidFill>
            <a:srgbClr val="7F8C97">
              <a:alpha val="48000"/>
            </a:srgbClr>
          </a:solidFill>
          <a:ln w="0">
            <a:noFill/>
            <a:prstDash val="solid"/>
          </a:ln>
        </p:spPr>
      </p:sp>
      <p:sp>
        <p:nvSpPr>
          <p:cNvPr id="1948" name="01_find_only_1947">
            <a:extLst>
              <a:ext uri="{FF2B5EF4-FFF2-40B4-BE49-F238E27FC236}">
                <a16:creationId xmlns:a16="http://schemas.microsoft.com/office/drawing/2014/main" id="{38D6364B-9032-4C59-8D32-F560AEC842D7}"/>
              </a:ext>
            </a:extLst>
          </p:cNvPr>
          <p:cNvSpPr>
            <a:spLocks noGrp="1"/>
          </p:cNvSpPr>
          <p:nvPr/>
        </p:nvSpPr>
        <p:spPr>
          <a:xfrm>
            <a:off x="5830434" y="4123418"/>
            <a:ext cx="28398" cy="28398"/>
          </a:xfrm>
          <a:prstGeom prst="ellipse">
            <a:avLst/>
          </a:prstGeom>
          <a:solidFill>
            <a:srgbClr val="7F8C97">
              <a:alpha val="48000"/>
            </a:srgbClr>
          </a:solidFill>
          <a:ln w="0">
            <a:noFill/>
            <a:prstDash val="solid"/>
          </a:ln>
        </p:spPr>
      </p:sp>
      <p:sp>
        <p:nvSpPr>
          <p:cNvPr id="1949" name="01_find_only_1948">
            <a:extLst>
              <a:ext uri="{FF2B5EF4-FFF2-40B4-BE49-F238E27FC236}">
                <a16:creationId xmlns:a16="http://schemas.microsoft.com/office/drawing/2014/main" id="{E4A273E5-E3BA-4658-B911-63221763C378}"/>
              </a:ext>
            </a:extLst>
          </p:cNvPr>
          <p:cNvSpPr>
            <a:spLocks noGrp="1"/>
          </p:cNvSpPr>
          <p:nvPr/>
        </p:nvSpPr>
        <p:spPr>
          <a:xfrm>
            <a:off x="5818606" y="2855402"/>
            <a:ext cx="28398" cy="28398"/>
          </a:xfrm>
          <a:prstGeom prst="ellipse">
            <a:avLst/>
          </a:prstGeom>
          <a:solidFill>
            <a:srgbClr val="7F8C97">
              <a:alpha val="48000"/>
            </a:srgbClr>
          </a:solidFill>
          <a:ln w="0">
            <a:noFill/>
            <a:prstDash val="solid"/>
          </a:ln>
        </p:spPr>
      </p:sp>
      <p:sp>
        <p:nvSpPr>
          <p:cNvPr id="1950" name="01_find_only_1949">
            <a:extLst>
              <a:ext uri="{FF2B5EF4-FFF2-40B4-BE49-F238E27FC236}">
                <a16:creationId xmlns:a16="http://schemas.microsoft.com/office/drawing/2014/main" id="{CC60BE58-4660-449C-86EC-94F24496EF9D}"/>
              </a:ext>
            </a:extLst>
          </p:cNvPr>
          <p:cNvSpPr>
            <a:spLocks noGrp="1"/>
          </p:cNvSpPr>
          <p:nvPr/>
        </p:nvSpPr>
        <p:spPr>
          <a:xfrm>
            <a:off x="5825951" y="4123418"/>
            <a:ext cx="28398" cy="28398"/>
          </a:xfrm>
          <a:prstGeom prst="ellipse">
            <a:avLst/>
          </a:prstGeom>
          <a:solidFill>
            <a:srgbClr val="7F8C97">
              <a:alpha val="48000"/>
            </a:srgbClr>
          </a:solidFill>
          <a:ln w="0">
            <a:noFill/>
            <a:prstDash val="solid"/>
          </a:ln>
        </p:spPr>
      </p:sp>
      <p:sp>
        <p:nvSpPr>
          <p:cNvPr id="1951" name="01_find_only_1950">
            <a:extLst>
              <a:ext uri="{FF2B5EF4-FFF2-40B4-BE49-F238E27FC236}">
                <a16:creationId xmlns:a16="http://schemas.microsoft.com/office/drawing/2014/main" id="{A67F2C03-5FBE-46A3-8294-4B305FB12FDA}"/>
              </a:ext>
            </a:extLst>
          </p:cNvPr>
          <p:cNvSpPr>
            <a:spLocks noGrp="1"/>
          </p:cNvSpPr>
          <p:nvPr/>
        </p:nvSpPr>
        <p:spPr>
          <a:xfrm>
            <a:off x="5834154" y="4123418"/>
            <a:ext cx="28398" cy="28398"/>
          </a:xfrm>
          <a:prstGeom prst="ellipse">
            <a:avLst/>
          </a:prstGeom>
          <a:solidFill>
            <a:srgbClr val="7F8C97">
              <a:alpha val="48000"/>
            </a:srgbClr>
          </a:solidFill>
          <a:ln w="0">
            <a:noFill/>
            <a:prstDash val="solid"/>
          </a:ln>
        </p:spPr>
      </p:sp>
      <p:sp>
        <p:nvSpPr>
          <p:cNvPr id="1952" name="01_find_only_1951">
            <a:extLst>
              <a:ext uri="{FF2B5EF4-FFF2-40B4-BE49-F238E27FC236}">
                <a16:creationId xmlns:a16="http://schemas.microsoft.com/office/drawing/2014/main" id="{058137A9-585C-4F08-AFD5-B87C276DFF18}"/>
              </a:ext>
            </a:extLst>
          </p:cNvPr>
          <p:cNvSpPr>
            <a:spLocks noGrp="1"/>
          </p:cNvSpPr>
          <p:nvPr/>
        </p:nvSpPr>
        <p:spPr>
          <a:xfrm>
            <a:off x="5764144" y="4123418"/>
            <a:ext cx="28398" cy="28398"/>
          </a:xfrm>
          <a:prstGeom prst="ellipse">
            <a:avLst/>
          </a:prstGeom>
          <a:solidFill>
            <a:srgbClr val="7F8C97">
              <a:alpha val="48000"/>
            </a:srgbClr>
          </a:solidFill>
          <a:ln w="0">
            <a:noFill/>
            <a:prstDash val="solid"/>
          </a:ln>
        </p:spPr>
      </p:sp>
      <p:sp>
        <p:nvSpPr>
          <p:cNvPr id="1953" name="01_find_only_1952">
            <a:extLst>
              <a:ext uri="{FF2B5EF4-FFF2-40B4-BE49-F238E27FC236}">
                <a16:creationId xmlns:a16="http://schemas.microsoft.com/office/drawing/2014/main" id="{2EC41795-E360-4F8F-842B-A9D391D0F113}"/>
              </a:ext>
            </a:extLst>
          </p:cNvPr>
          <p:cNvSpPr>
            <a:spLocks noGrp="1"/>
          </p:cNvSpPr>
          <p:nvPr/>
        </p:nvSpPr>
        <p:spPr>
          <a:xfrm>
            <a:off x="5771679" y="3489410"/>
            <a:ext cx="28398" cy="28398"/>
          </a:xfrm>
          <a:prstGeom prst="ellipse">
            <a:avLst/>
          </a:prstGeom>
          <a:solidFill>
            <a:srgbClr val="7F8C97">
              <a:alpha val="48000"/>
            </a:srgbClr>
          </a:solidFill>
          <a:ln w="0">
            <a:noFill/>
            <a:prstDash val="solid"/>
          </a:ln>
        </p:spPr>
      </p:sp>
      <p:sp>
        <p:nvSpPr>
          <p:cNvPr id="1954" name="01_find_only_1953">
            <a:extLst>
              <a:ext uri="{FF2B5EF4-FFF2-40B4-BE49-F238E27FC236}">
                <a16:creationId xmlns:a16="http://schemas.microsoft.com/office/drawing/2014/main" id="{08C1A825-8A63-48B1-9B11-41D3A5B73802}"/>
              </a:ext>
            </a:extLst>
          </p:cNvPr>
          <p:cNvSpPr>
            <a:spLocks noGrp="1"/>
          </p:cNvSpPr>
          <p:nvPr/>
        </p:nvSpPr>
        <p:spPr>
          <a:xfrm>
            <a:off x="5816985" y="3928339"/>
            <a:ext cx="28398" cy="28398"/>
          </a:xfrm>
          <a:prstGeom prst="ellipse">
            <a:avLst/>
          </a:prstGeom>
          <a:solidFill>
            <a:srgbClr val="7F8C97">
              <a:alpha val="48000"/>
            </a:srgbClr>
          </a:solidFill>
          <a:ln w="0">
            <a:noFill/>
            <a:prstDash val="solid"/>
          </a:ln>
        </p:spPr>
      </p:sp>
      <p:sp>
        <p:nvSpPr>
          <p:cNvPr id="1955" name="01_find_only_1954">
            <a:extLst>
              <a:ext uri="{FF2B5EF4-FFF2-40B4-BE49-F238E27FC236}">
                <a16:creationId xmlns:a16="http://schemas.microsoft.com/office/drawing/2014/main" id="{1CABFF61-A7C6-47AA-ACEB-247E7BB8482A}"/>
              </a:ext>
            </a:extLst>
          </p:cNvPr>
          <p:cNvSpPr>
            <a:spLocks noGrp="1"/>
          </p:cNvSpPr>
          <p:nvPr/>
        </p:nvSpPr>
        <p:spPr>
          <a:xfrm>
            <a:off x="5769008" y="4123418"/>
            <a:ext cx="28398" cy="28398"/>
          </a:xfrm>
          <a:prstGeom prst="ellipse">
            <a:avLst/>
          </a:prstGeom>
          <a:solidFill>
            <a:srgbClr val="7F8C97">
              <a:alpha val="48000"/>
            </a:srgbClr>
          </a:solidFill>
          <a:ln w="0">
            <a:noFill/>
            <a:prstDash val="solid"/>
          </a:ln>
        </p:spPr>
      </p:sp>
      <p:sp>
        <p:nvSpPr>
          <p:cNvPr id="1956" name="01_find_only_1955">
            <a:extLst>
              <a:ext uri="{FF2B5EF4-FFF2-40B4-BE49-F238E27FC236}">
                <a16:creationId xmlns:a16="http://schemas.microsoft.com/office/drawing/2014/main" id="{486072F6-6AAE-40D4-99E6-F92FEA958220}"/>
              </a:ext>
            </a:extLst>
          </p:cNvPr>
          <p:cNvSpPr>
            <a:spLocks noGrp="1"/>
          </p:cNvSpPr>
          <p:nvPr/>
        </p:nvSpPr>
        <p:spPr>
          <a:xfrm>
            <a:off x="5778260" y="3388336"/>
            <a:ext cx="28398" cy="28398"/>
          </a:xfrm>
          <a:prstGeom prst="ellipse">
            <a:avLst/>
          </a:prstGeom>
          <a:solidFill>
            <a:srgbClr val="7F8C97">
              <a:alpha val="48000"/>
            </a:srgbClr>
          </a:solidFill>
          <a:ln w="0">
            <a:noFill/>
            <a:prstDash val="solid"/>
          </a:ln>
        </p:spPr>
      </p:sp>
      <p:sp>
        <p:nvSpPr>
          <p:cNvPr id="1957" name="01_find_only_1956">
            <a:extLst>
              <a:ext uri="{FF2B5EF4-FFF2-40B4-BE49-F238E27FC236}">
                <a16:creationId xmlns:a16="http://schemas.microsoft.com/office/drawing/2014/main" id="{D1B4369D-53E5-4C79-92AA-BBD3AFAFEF33}"/>
              </a:ext>
            </a:extLst>
          </p:cNvPr>
          <p:cNvSpPr>
            <a:spLocks noGrp="1"/>
          </p:cNvSpPr>
          <p:nvPr/>
        </p:nvSpPr>
        <p:spPr>
          <a:xfrm>
            <a:off x="5762617" y="4123418"/>
            <a:ext cx="28398" cy="28398"/>
          </a:xfrm>
          <a:prstGeom prst="ellipse">
            <a:avLst/>
          </a:prstGeom>
          <a:solidFill>
            <a:srgbClr val="7F8C97">
              <a:alpha val="48000"/>
            </a:srgbClr>
          </a:solidFill>
          <a:ln w="0">
            <a:noFill/>
            <a:prstDash val="solid"/>
          </a:ln>
        </p:spPr>
      </p:sp>
      <p:sp>
        <p:nvSpPr>
          <p:cNvPr id="1958" name="01_find_only_1957">
            <a:extLst>
              <a:ext uri="{FF2B5EF4-FFF2-40B4-BE49-F238E27FC236}">
                <a16:creationId xmlns:a16="http://schemas.microsoft.com/office/drawing/2014/main" id="{B383C2F6-95DB-4D0A-9E67-8005ABEA95AA}"/>
              </a:ext>
            </a:extLst>
          </p:cNvPr>
          <p:cNvSpPr>
            <a:spLocks noGrp="1"/>
          </p:cNvSpPr>
          <p:nvPr/>
        </p:nvSpPr>
        <p:spPr>
          <a:xfrm>
            <a:off x="5772728" y="4123418"/>
            <a:ext cx="28398" cy="28398"/>
          </a:xfrm>
          <a:prstGeom prst="ellipse">
            <a:avLst/>
          </a:prstGeom>
          <a:solidFill>
            <a:srgbClr val="7F8C97">
              <a:alpha val="48000"/>
            </a:srgbClr>
          </a:solidFill>
          <a:ln w="0">
            <a:noFill/>
            <a:prstDash val="solid"/>
          </a:ln>
        </p:spPr>
      </p:sp>
      <p:sp>
        <p:nvSpPr>
          <p:cNvPr id="1959" name="01_find_only_1958">
            <a:extLst>
              <a:ext uri="{FF2B5EF4-FFF2-40B4-BE49-F238E27FC236}">
                <a16:creationId xmlns:a16="http://schemas.microsoft.com/office/drawing/2014/main" id="{7EDD728A-25E6-4431-8FA0-A4AE416C061E}"/>
              </a:ext>
            </a:extLst>
          </p:cNvPr>
          <p:cNvSpPr>
            <a:spLocks noGrp="1"/>
          </p:cNvSpPr>
          <p:nvPr/>
        </p:nvSpPr>
        <p:spPr>
          <a:xfrm>
            <a:off x="5776448" y="3942273"/>
            <a:ext cx="28398" cy="28398"/>
          </a:xfrm>
          <a:prstGeom prst="ellipse">
            <a:avLst/>
          </a:prstGeom>
          <a:solidFill>
            <a:srgbClr val="7F8C97">
              <a:alpha val="48000"/>
            </a:srgbClr>
          </a:solidFill>
          <a:ln w="0">
            <a:noFill/>
            <a:prstDash val="solid"/>
          </a:ln>
        </p:spPr>
      </p:sp>
      <p:sp>
        <p:nvSpPr>
          <p:cNvPr id="1960" name="01_find_only_1959">
            <a:extLst>
              <a:ext uri="{FF2B5EF4-FFF2-40B4-BE49-F238E27FC236}">
                <a16:creationId xmlns:a16="http://schemas.microsoft.com/office/drawing/2014/main" id="{DE3ECA2F-DAEF-4871-A9D5-285D42A87F5C}"/>
              </a:ext>
            </a:extLst>
          </p:cNvPr>
          <p:cNvSpPr>
            <a:spLocks noGrp="1"/>
          </p:cNvSpPr>
          <p:nvPr/>
        </p:nvSpPr>
        <p:spPr>
          <a:xfrm>
            <a:off x="5835680" y="4123418"/>
            <a:ext cx="28398" cy="28398"/>
          </a:xfrm>
          <a:prstGeom prst="ellipse">
            <a:avLst/>
          </a:prstGeom>
          <a:solidFill>
            <a:srgbClr val="7F8C97">
              <a:alpha val="48000"/>
            </a:srgbClr>
          </a:solidFill>
          <a:ln w="0">
            <a:noFill/>
            <a:prstDash val="solid"/>
          </a:ln>
        </p:spPr>
      </p:sp>
      <p:sp>
        <p:nvSpPr>
          <p:cNvPr id="1961" name="01_find_only_1960">
            <a:extLst>
              <a:ext uri="{FF2B5EF4-FFF2-40B4-BE49-F238E27FC236}">
                <a16:creationId xmlns:a16="http://schemas.microsoft.com/office/drawing/2014/main" id="{E5538FEE-236B-4B7A-A276-544459732FC2}"/>
              </a:ext>
            </a:extLst>
          </p:cNvPr>
          <p:cNvSpPr>
            <a:spLocks noGrp="1"/>
          </p:cNvSpPr>
          <p:nvPr/>
        </p:nvSpPr>
        <p:spPr>
          <a:xfrm>
            <a:off x="5795238" y="4123418"/>
            <a:ext cx="28398" cy="28398"/>
          </a:xfrm>
          <a:prstGeom prst="ellipse">
            <a:avLst/>
          </a:prstGeom>
          <a:solidFill>
            <a:srgbClr val="7F8C97">
              <a:alpha val="48000"/>
            </a:srgbClr>
          </a:solidFill>
          <a:ln w="0">
            <a:noFill/>
            <a:prstDash val="solid"/>
          </a:ln>
        </p:spPr>
      </p:sp>
      <p:sp>
        <p:nvSpPr>
          <p:cNvPr id="1962" name="01_find_only_1961">
            <a:extLst>
              <a:ext uri="{FF2B5EF4-FFF2-40B4-BE49-F238E27FC236}">
                <a16:creationId xmlns:a16="http://schemas.microsoft.com/office/drawing/2014/main" id="{CE9A37ED-7AF8-4EB0-8F75-336214AF3F4F}"/>
              </a:ext>
            </a:extLst>
          </p:cNvPr>
          <p:cNvSpPr>
            <a:spLocks noGrp="1"/>
          </p:cNvSpPr>
          <p:nvPr/>
        </p:nvSpPr>
        <p:spPr>
          <a:xfrm>
            <a:off x="5764144" y="4123418"/>
            <a:ext cx="28398" cy="28398"/>
          </a:xfrm>
          <a:prstGeom prst="ellipse">
            <a:avLst/>
          </a:prstGeom>
          <a:solidFill>
            <a:srgbClr val="7F8C97">
              <a:alpha val="48000"/>
            </a:srgbClr>
          </a:solidFill>
          <a:ln w="0">
            <a:noFill/>
            <a:prstDash val="solid"/>
          </a:ln>
        </p:spPr>
      </p:sp>
      <p:sp>
        <p:nvSpPr>
          <p:cNvPr id="1963" name="01_find_only_1962">
            <a:extLst>
              <a:ext uri="{FF2B5EF4-FFF2-40B4-BE49-F238E27FC236}">
                <a16:creationId xmlns:a16="http://schemas.microsoft.com/office/drawing/2014/main" id="{058DA550-3208-47D4-A38B-5DCCEFB1DBB9}"/>
              </a:ext>
            </a:extLst>
          </p:cNvPr>
          <p:cNvSpPr>
            <a:spLocks noGrp="1"/>
          </p:cNvSpPr>
          <p:nvPr/>
        </p:nvSpPr>
        <p:spPr>
          <a:xfrm>
            <a:off x="5777974" y="3806414"/>
            <a:ext cx="28398" cy="28398"/>
          </a:xfrm>
          <a:prstGeom prst="ellipse">
            <a:avLst/>
          </a:prstGeom>
          <a:solidFill>
            <a:srgbClr val="7F8C97">
              <a:alpha val="48000"/>
            </a:srgbClr>
          </a:solidFill>
          <a:ln w="0">
            <a:noFill/>
            <a:prstDash val="solid"/>
          </a:ln>
        </p:spPr>
      </p:sp>
      <p:sp>
        <p:nvSpPr>
          <p:cNvPr id="1964" name="01_find_only_1963">
            <a:extLst>
              <a:ext uri="{FF2B5EF4-FFF2-40B4-BE49-F238E27FC236}">
                <a16:creationId xmlns:a16="http://schemas.microsoft.com/office/drawing/2014/main" id="{2B0A8680-467A-4D12-98A1-38A1E2C9B0D5}"/>
              </a:ext>
            </a:extLst>
          </p:cNvPr>
          <p:cNvSpPr>
            <a:spLocks noGrp="1"/>
          </p:cNvSpPr>
          <p:nvPr/>
        </p:nvSpPr>
        <p:spPr>
          <a:xfrm>
            <a:off x="5830720" y="3616211"/>
            <a:ext cx="28398" cy="28398"/>
          </a:xfrm>
          <a:prstGeom prst="ellipse">
            <a:avLst/>
          </a:prstGeom>
          <a:solidFill>
            <a:srgbClr val="7F8C97">
              <a:alpha val="48000"/>
            </a:srgbClr>
          </a:solidFill>
          <a:ln w="0">
            <a:noFill/>
            <a:prstDash val="solid"/>
          </a:ln>
        </p:spPr>
      </p:sp>
      <p:sp>
        <p:nvSpPr>
          <p:cNvPr id="1965" name="01_find_only_1964">
            <a:extLst>
              <a:ext uri="{FF2B5EF4-FFF2-40B4-BE49-F238E27FC236}">
                <a16:creationId xmlns:a16="http://schemas.microsoft.com/office/drawing/2014/main" id="{4D198113-3D1D-4F8D-85F7-76B92516E23C}"/>
              </a:ext>
            </a:extLst>
          </p:cNvPr>
          <p:cNvSpPr>
            <a:spLocks noGrp="1"/>
          </p:cNvSpPr>
          <p:nvPr/>
        </p:nvSpPr>
        <p:spPr>
          <a:xfrm>
            <a:off x="5812693" y="3489410"/>
            <a:ext cx="28398" cy="28398"/>
          </a:xfrm>
          <a:prstGeom prst="ellipse">
            <a:avLst/>
          </a:prstGeom>
          <a:solidFill>
            <a:srgbClr val="7F8C97">
              <a:alpha val="48000"/>
            </a:srgbClr>
          </a:solidFill>
          <a:ln w="0">
            <a:noFill/>
            <a:prstDash val="solid"/>
          </a:ln>
        </p:spPr>
      </p:sp>
      <p:sp>
        <p:nvSpPr>
          <p:cNvPr id="1966" name="01_find_only_1965">
            <a:extLst>
              <a:ext uri="{FF2B5EF4-FFF2-40B4-BE49-F238E27FC236}">
                <a16:creationId xmlns:a16="http://schemas.microsoft.com/office/drawing/2014/main" id="{25C6E0FB-21E8-43C1-90C7-69414FBB46F8}"/>
              </a:ext>
            </a:extLst>
          </p:cNvPr>
          <p:cNvSpPr>
            <a:spLocks noGrp="1"/>
          </p:cNvSpPr>
          <p:nvPr/>
        </p:nvSpPr>
        <p:spPr>
          <a:xfrm>
            <a:off x="5830338" y="4123418"/>
            <a:ext cx="28398" cy="28398"/>
          </a:xfrm>
          <a:prstGeom prst="ellipse">
            <a:avLst/>
          </a:prstGeom>
          <a:solidFill>
            <a:srgbClr val="7F8C97">
              <a:alpha val="48000"/>
            </a:srgbClr>
          </a:solidFill>
          <a:ln w="0">
            <a:noFill/>
            <a:prstDash val="solid"/>
          </a:ln>
        </p:spPr>
      </p:sp>
      <p:sp>
        <p:nvSpPr>
          <p:cNvPr id="1967" name="01_find_only_1966">
            <a:extLst>
              <a:ext uri="{FF2B5EF4-FFF2-40B4-BE49-F238E27FC236}">
                <a16:creationId xmlns:a16="http://schemas.microsoft.com/office/drawing/2014/main" id="{25EA9C37-7472-470C-AF14-5F98F3ECBFD3}"/>
              </a:ext>
            </a:extLst>
          </p:cNvPr>
          <p:cNvSpPr>
            <a:spLocks noGrp="1"/>
          </p:cNvSpPr>
          <p:nvPr/>
        </p:nvSpPr>
        <p:spPr>
          <a:xfrm>
            <a:off x="5769962" y="4123418"/>
            <a:ext cx="28398" cy="28398"/>
          </a:xfrm>
          <a:prstGeom prst="ellipse">
            <a:avLst/>
          </a:prstGeom>
          <a:solidFill>
            <a:srgbClr val="7F8C97">
              <a:alpha val="48000"/>
            </a:srgbClr>
          </a:solidFill>
          <a:ln w="0">
            <a:noFill/>
            <a:prstDash val="solid"/>
          </a:ln>
        </p:spPr>
      </p:sp>
      <p:sp>
        <p:nvSpPr>
          <p:cNvPr id="1968" name="01_find_only_1967">
            <a:extLst>
              <a:ext uri="{FF2B5EF4-FFF2-40B4-BE49-F238E27FC236}">
                <a16:creationId xmlns:a16="http://schemas.microsoft.com/office/drawing/2014/main" id="{2199754E-262E-4B19-9441-55889581AD89}"/>
              </a:ext>
            </a:extLst>
          </p:cNvPr>
          <p:cNvSpPr>
            <a:spLocks noGrp="1"/>
          </p:cNvSpPr>
          <p:nvPr/>
        </p:nvSpPr>
        <p:spPr>
          <a:xfrm>
            <a:off x="5787894" y="3861070"/>
            <a:ext cx="28398" cy="28398"/>
          </a:xfrm>
          <a:prstGeom prst="ellipse">
            <a:avLst/>
          </a:prstGeom>
          <a:solidFill>
            <a:srgbClr val="7F8C97">
              <a:alpha val="48000"/>
            </a:srgbClr>
          </a:solidFill>
          <a:ln w="0">
            <a:noFill/>
            <a:prstDash val="solid"/>
          </a:ln>
        </p:spPr>
      </p:sp>
      <p:sp>
        <p:nvSpPr>
          <p:cNvPr id="1969" name="01_find_only_1968">
            <a:extLst>
              <a:ext uri="{FF2B5EF4-FFF2-40B4-BE49-F238E27FC236}">
                <a16:creationId xmlns:a16="http://schemas.microsoft.com/office/drawing/2014/main" id="{E6D7CFF7-3A88-40FE-B8E0-151B4273AC8C}"/>
              </a:ext>
            </a:extLst>
          </p:cNvPr>
          <p:cNvSpPr>
            <a:spLocks noGrp="1"/>
          </p:cNvSpPr>
          <p:nvPr/>
        </p:nvSpPr>
        <p:spPr>
          <a:xfrm>
            <a:off x="5831006" y="4019482"/>
            <a:ext cx="28398" cy="28398"/>
          </a:xfrm>
          <a:prstGeom prst="ellipse">
            <a:avLst/>
          </a:prstGeom>
          <a:solidFill>
            <a:srgbClr val="7F8C97">
              <a:alpha val="48000"/>
            </a:srgbClr>
          </a:solidFill>
          <a:ln w="0">
            <a:noFill/>
            <a:prstDash val="solid"/>
          </a:ln>
        </p:spPr>
      </p:sp>
      <p:sp>
        <p:nvSpPr>
          <p:cNvPr id="1970" name="01_find_only_1969">
            <a:extLst>
              <a:ext uri="{FF2B5EF4-FFF2-40B4-BE49-F238E27FC236}">
                <a16:creationId xmlns:a16="http://schemas.microsoft.com/office/drawing/2014/main" id="{5F8E7DEB-CB2F-400C-B1A7-D20CEA0C1AA0}"/>
              </a:ext>
            </a:extLst>
          </p:cNvPr>
          <p:cNvSpPr>
            <a:spLocks noGrp="1"/>
          </p:cNvSpPr>
          <p:nvPr/>
        </p:nvSpPr>
        <p:spPr>
          <a:xfrm>
            <a:off x="5831101" y="3489410"/>
            <a:ext cx="28398" cy="28398"/>
          </a:xfrm>
          <a:prstGeom prst="ellipse">
            <a:avLst/>
          </a:prstGeom>
          <a:solidFill>
            <a:srgbClr val="7F8C97">
              <a:alpha val="48000"/>
            </a:srgbClr>
          </a:solidFill>
          <a:ln w="0">
            <a:noFill/>
            <a:prstDash val="solid"/>
          </a:ln>
        </p:spPr>
      </p:sp>
      <p:sp>
        <p:nvSpPr>
          <p:cNvPr id="1971" name="01_find_only_1970">
            <a:extLst>
              <a:ext uri="{FF2B5EF4-FFF2-40B4-BE49-F238E27FC236}">
                <a16:creationId xmlns:a16="http://schemas.microsoft.com/office/drawing/2014/main" id="{29DC2048-A484-40D1-8882-87CBCF9E674E}"/>
              </a:ext>
            </a:extLst>
          </p:cNvPr>
          <p:cNvSpPr>
            <a:spLocks noGrp="1"/>
          </p:cNvSpPr>
          <p:nvPr/>
        </p:nvSpPr>
        <p:spPr>
          <a:xfrm>
            <a:off x="5825188" y="4123418"/>
            <a:ext cx="28398" cy="28398"/>
          </a:xfrm>
          <a:prstGeom prst="ellipse">
            <a:avLst/>
          </a:prstGeom>
          <a:solidFill>
            <a:srgbClr val="7F8C97">
              <a:alpha val="48000"/>
            </a:srgbClr>
          </a:solidFill>
          <a:ln w="0">
            <a:noFill/>
            <a:prstDash val="solid"/>
          </a:ln>
        </p:spPr>
      </p:sp>
      <p:sp>
        <p:nvSpPr>
          <p:cNvPr id="1972" name="01_find_only_1971">
            <a:extLst>
              <a:ext uri="{FF2B5EF4-FFF2-40B4-BE49-F238E27FC236}">
                <a16:creationId xmlns:a16="http://schemas.microsoft.com/office/drawing/2014/main" id="{D6624436-9ADB-4DC0-BACB-69A8E2A8264E}"/>
              </a:ext>
            </a:extLst>
          </p:cNvPr>
          <p:cNvSpPr>
            <a:spLocks noGrp="1"/>
          </p:cNvSpPr>
          <p:nvPr/>
        </p:nvSpPr>
        <p:spPr>
          <a:xfrm>
            <a:off x="5833581" y="3806414"/>
            <a:ext cx="28398" cy="28398"/>
          </a:xfrm>
          <a:prstGeom prst="ellipse">
            <a:avLst/>
          </a:prstGeom>
          <a:solidFill>
            <a:srgbClr val="7F8C97">
              <a:alpha val="48000"/>
            </a:srgbClr>
          </a:solidFill>
          <a:ln w="0">
            <a:noFill/>
            <a:prstDash val="solid"/>
          </a:ln>
        </p:spPr>
      </p:sp>
      <p:sp>
        <p:nvSpPr>
          <p:cNvPr id="1973" name="01_find_only_1972">
            <a:extLst>
              <a:ext uri="{FF2B5EF4-FFF2-40B4-BE49-F238E27FC236}">
                <a16:creationId xmlns:a16="http://schemas.microsoft.com/office/drawing/2014/main" id="{AFF01FE3-F907-45B9-8A4E-C0AC54745AFA}"/>
              </a:ext>
            </a:extLst>
          </p:cNvPr>
          <p:cNvSpPr>
            <a:spLocks noGrp="1"/>
          </p:cNvSpPr>
          <p:nvPr/>
        </p:nvSpPr>
        <p:spPr>
          <a:xfrm>
            <a:off x="5778737" y="3362608"/>
            <a:ext cx="28398" cy="28398"/>
          </a:xfrm>
          <a:prstGeom prst="ellipse">
            <a:avLst/>
          </a:prstGeom>
          <a:solidFill>
            <a:srgbClr val="7F8C97">
              <a:alpha val="48000"/>
            </a:srgbClr>
          </a:solidFill>
          <a:ln w="0">
            <a:noFill/>
            <a:prstDash val="solid"/>
          </a:ln>
        </p:spPr>
      </p:sp>
      <p:sp>
        <p:nvSpPr>
          <p:cNvPr id="1974" name="01_find_only_1973">
            <a:extLst>
              <a:ext uri="{FF2B5EF4-FFF2-40B4-BE49-F238E27FC236}">
                <a16:creationId xmlns:a16="http://schemas.microsoft.com/office/drawing/2014/main" id="{21D0D509-8AB1-4C70-A1A1-473DF4D1233C}"/>
              </a:ext>
            </a:extLst>
          </p:cNvPr>
          <p:cNvSpPr>
            <a:spLocks noGrp="1"/>
          </p:cNvSpPr>
          <p:nvPr/>
        </p:nvSpPr>
        <p:spPr>
          <a:xfrm>
            <a:off x="5764334" y="3489410"/>
            <a:ext cx="28398" cy="28398"/>
          </a:xfrm>
          <a:prstGeom prst="ellipse">
            <a:avLst/>
          </a:prstGeom>
          <a:solidFill>
            <a:srgbClr val="7F8C97">
              <a:alpha val="48000"/>
            </a:srgbClr>
          </a:solidFill>
          <a:ln w="0">
            <a:noFill/>
            <a:prstDash val="solid"/>
          </a:ln>
        </p:spPr>
      </p:sp>
      <p:sp>
        <p:nvSpPr>
          <p:cNvPr id="1975" name="01_find_only_1974">
            <a:extLst>
              <a:ext uri="{FF2B5EF4-FFF2-40B4-BE49-F238E27FC236}">
                <a16:creationId xmlns:a16="http://schemas.microsoft.com/office/drawing/2014/main" id="{B960B91B-39EB-4CA3-AE98-5AD8B32F54B6}"/>
              </a:ext>
            </a:extLst>
          </p:cNvPr>
          <p:cNvSpPr>
            <a:spLocks noGrp="1"/>
          </p:cNvSpPr>
          <p:nvPr/>
        </p:nvSpPr>
        <p:spPr>
          <a:xfrm>
            <a:off x="5819846" y="4123418"/>
            <a:ext cx="28398" cy="28398"/>
          </a:xfrm>
          <a:prstGeom prst="ellipse">
            <a:avLst/>
          </a:prstGeom>
          <a:solidFill>
            <a:srgbClr val="7F8C97">
              <a:alpha val="48000"/>
            </a:srgbClr>
          </a:solidFill>
          <a:ln w="0">
            <a:noFill/>
            <a:prstDash val="solid"/>
          </a:ln>
        </p:spPr>
      </p:sp>
      <p:sp>
        <p:nvSpPr>
          <p:cNvPr id="1976" name="01_find_only_1975">
            <a:extLst>
              <a:ext uri="{FF2B5EF4-FFF2-40B4-BE49-F238E27FC236}">
                <a16:creationId xmlns:a16="http://schemas.microsoft.com/office/drawing/2014/main" id="{2262F1D9-46F4-47D2-96CD-9D9844F940CA}"/>
              </a:ext>
            </a:extLst>
          </p:cNvPr>
          <p:cNvSpPr>
            <a:spLocks noGrp="1"/>
          </p:cNvSpPr>
          <p:nvPr/>
        </p:nvSpPr>
        <p:spPr>
          <a:xfrm>
            <a:off x="5759851" y="4123418"/>
            <a:ext cx="28398" cy="28398"/>
          </a:xfrm>
          <a:prstGeom prst="ellipse">
            <a:avLst/>
          </a:prstGeom>
          <a:solidFill>
            <a:srgbClr val="7F8C97">
              <a:alpha val="48000"/>
            </a:srgbClr>
          </a:solidFill>
          <a:ln w="0">
            <a:noFill/>
            <a:prstDash val="solid"/>
          </a:ln>
        </p:spPr>
      </p:sp>
      <p:sp>
        <p:nvSpPr>
          <p:cNvPr id="1977" name="01_find_only_1976">
            <a:extLst>
              <a:ext uri="{FF2B5EF4-FFF2-40B4-BE49-F238E27FC236}">
                <a16:creationId xmlns:a16="http://schemas.microsoft.com/office/drawing/2014/main" id="{F5FB26D5-3EE2-4213-AB06-8AE7F48B8F39}"/>
              </a:ext>
            </a:extLst>
          </p:cNvPr>
          <p:cNvSpPr>
            <a:spLocks noGrp="1"/>
          </p:cNvSpPr>
          <p:nvPr/>
        </p:nvSpPr>
        <p:spPr>
          <a:xfrm>
            <a:off x="5765860" y="4123418"/>
            <a:ext cx="28398" cy="28398"/>
          </a:xfrm>
          <a:prstGeom prst="ellipse">
            <a:avLst/>
          </a:prstGeom>
          <a:solidFill>
            <a:srgbClr val="7F8C97">
              <a:alpha val="48000"/>
            </a:srgbClr>
          </a:solidFill>
          <a:ln w="0">
            <a:noFill/>
            <a:prstDash val="solid"/>
          </a:ln>
        </p:spPr>
      </p:sp>
      <p:sp>
        <p:nvSpPr>
          <p:cNvPr id="1978" name="01_find_only_1977">
            <a:extLst>
              <a:ext uri="{FF2B5EF4-FFF2-40B4-BE49-F238E27FC236}">
                <a16:creationId xmlns:a16="http://schemas.microsoft.com/office/drawing/2014/main" id="{78C198A4-B424-41C8-8BCC-22346E2317A7}"/>
              </a:ext>
            </a:extLst>
          </p:cNvPr>
          <p:cNvSpPr>
            <a:spLocks noGrp="1"/>
          </p:cNvSpPr>
          <p:nvPr/>
        </p:nvSpPr>
        <p:spPr>
          <a:xfrm>
            <a:off x="5822231" y="3330908"/>
            <a:ext cx="28398" cy="28398"/>
          </a:xfrm>
          <a:prstGeom prst="ellipse">
            <a:avLst/>
          </a:prstGeom>
          <a:solidFill>
            <a:srgbClr val="7F8C97">
              <a:alpha val="48000"/>
            </a:srgbClr>
          </a:solidFill>
          <a:ln w="0">
            <a:noFill/>
            <a:prstDash val="solid"/>
          </a:ln>
        </p:spPr>
      </p:sp>
      <p:sp>
        <p:nvSpPr>
          <p:cNvPr id="1979" name="01_find_only_1978">
            <a:extLst>
              <a:ext uri="{FF2B5EF4-FFF2-40B4-BE49-F238E27FC236}">
                <a16:creationId xmlns:a16="http://schemas.microsoft.com/office/drawing/2014/main" id="{4592D1E5-B7A5-4B22-9CE9-257B4D351482}"/>
              </a:ext>
            </a:extLst>
          </p:cNvPr>
          <p:cNvSpPr>
            <a:spLocks noGrp="1"/>
          </p:cNvSpPr>
          <p:nvPr/>
        </p:nvSpPr>
        <p:spPr>
          <a:xfrm>
            <a:off x="5760710" y="2855402"/>
            <a:ext cx="28398" cy="28398"/>
          </a:xfrm>
          <a:prstGeom prst="ellipse">
            <a:avLst/>
          </a:prstGeom>
          <a:solidFill>
            <a:srgbClr val="7F8C97">
              <a:alpha val="48000"/>
            </a:srgbClr>
          </a:solidFill>
          <a:ln w="0">
            <a:noFill/>
            <a:prstDash val="solid"/>
          </a:ln>
        </p:spPr>
      </p:sp>
      <p:sp>
        <p:nvSpPr>
          <p:cNvPr id="1980" name="01_find_only_1979">
            <a:extLst>
              <a:ext uri="{FF2B5EF4-FFF2-40B4-BE49-F238E27FC236}">
                <a16:creationId xmlns:a16="http://schemas.microsoft.com/office/drawing/2014/main" id="{4812EF40-29A0-46AC-A492-654333015919}"/>
              </a:ext>
            </a:extLst>
          </p:cNvPr>
          <p:cNvSpPr>
            <a:spLocks noGrp="1"/>
          </p:cNvSpPr>
          <p:nvPr/>
        </p:nvSpPr>
        <p:spPr>
          <a:xfrm>
            <a:off x="5840544" y="3489410"/>
            <a:ext cx="28398" cy="28398"/>
          </a:xfrm>
          <a:prstGeom prst="ellipse">
            <a:avLst/>
          </a:prstGeom>
          <a:solidFill>
            <a:srgbClr val="7F8C97">
              <a:alpha val="48000"/>
            </a:srgbClr>
          </a:solidFill>
          <a:ln w="0">
            <a:noFill/>
            <a:prstDash val="solid"/>
          </a:ln>
        </p:spPr>
      </p:sp>
      <p:sp>
        <p:nvSpPr>
          <p:cNvPr id="1981" name="01_find_only_1980">
            <a:extLst>
              <a:ext uri="{FF2B5EF4-FFF2-40B4-BE49-F238E27FC236}">
                <a16:creationId xmlns:a16="http://schemas.microsoft.com/office/drawing/2014/main" id="{49A8DB32-7FE2-4BFF-AF62-2E4351C32EEB}"/>
              </a:ext>
            </a:extLst>
          </p:cNvPr>
          <p:cNvSpPr>
            <a:spLocks noGrp="1"/>
          </p:cNvSpPr>
          <p:nvPr/>
        </p:nvSpPr>
        <p:spPr>
          <a:xfrm>
            <a:off x="5825951" y="3700746"/>
            <a:ext cx="28398" cy="28398"/>
          </a:xfrm>
          <a:prstGeom prst="ellipse">
            <a:avLst/>
          </a:prstGeom>
          <a:solidFill>
            <a:srgbClr val="7F8C97">
              <a:alpha val="48000"/>
            </a:srgbClr>
          </a:solidFill>
          <a:ln w="0">
            <a:noFill/>
            <a:prstDash val="solid"/>
          </a:ln>
        </p:spPr>
      </p:sp>
      <p:sp>
        <p:nvSpPr>
          <p:cNvPr id="1982" name="01_find_only_1981">
            <a:extLst>
              <a:ext uri="{FF2B5EF4-FFF2-40B4-BE49-F238E27FC236}">
                <a16:creationId xmlns:a16="http://schemas.microsoft.com/office/drawing/2014/main" id="{EFBB504F-E269-4FB8-9C6C-CF34B258CD3E}"/>
              </a:ext>
            </a:extLst>
          </p:cNvPr>
          <p:cNvSpPr>
            <a:spLocks noGrp="1"/>
          </p:cNvSpPr>
          <p:nvPr/>
        </p:nvSpPr>
        <p:spPr>
          <a:xfrm>
            <a:off x="5791423" y="3489410"/>
            <a:ext cx="28398" cy="28398"/>
          </a:xfrm>
          <a:prstGeom prst="ellipse">
            <a:avLst/>
          </a:prstGeom>
          <a:solidFill>
            <a:srgbClr val="7F8C97">
              <a:alpha val="48000"/>
            </a:srgbClr>
          </a:solidFill>
          <a:ln w="0">
            <a:noFill/>
            <a:prstDash val="solid"/>
          </a:ln>
        </p:spPr>
      </p:sp>
      <p:sp>
        <p:nvSpPr>
          <p:cNvPr id="1983" name="01_find_only_1982">
            <a:extLst>
              <a:ext uri="{FF2B5EF4-FFF2-40B4-BE49-F238E27FC236}">
                <a16:creationId xmlns:a16="http://schemas.microsoft.com/office/drawing/2014/main" id="{A3A010C0-062F-4BEC-9F7C-591396A76C65}"/>
              </a:ext>
            </a:extLst>
          </p:cNvPr>
          <p:cNvSpPr>
            <a:spLocks noGrp="1"/>
          </p:cNvSpPr>
          <p:nvPr/>
        </p:nvSpPr>
        <p:spPr>
          <a:xfrm>
            <a:off x="5775303" y="2855402"/>
            <a:ext cx="28398" cy="28398"/>
          </a:xfrm>
          <a:prstGeom prst="ellipse">
            <a:avLst/>
          </a:prstGeom>
          <a:solidFill>
            <a:srgbClr val="7F8C97">
              <a:alpha val="48000"/>
            </a:srgbClr>
          </a:solidFill>
          <a:ln w="0">
            <a:noFill/>
            <a:prstDash val="solid"/>
          </a:ln>
        </p:spPr>
      </p:sp>
      <p:sp>
        <p:nvSpPr>
          <p:cNvPr id="1984" name="01_find_only_1983">
            <a:extLst>
              <a:ext uri="{FF2B5EF4-FFF2-40B4-BE49-F238E27FC236}">
                <a16:creationId xmlns:a16="http://schemas.microsoft.com/office/drawing/2014/main" id="{650BD900-ECA1-48C3-A8C6-B88E69FEE9E7}"/>
              </a:ext>
            </a:extLst>
          </p:cNvPr>
          <p:cNvSpPr>
            <a:spLocks noGrp="1"/>
          </p:cNvSpPr>
          <p:nvPr/>
        </p:nvSpPr>
        <p:spPr>
          <a:xfrm>
            <a:off x="5839113" y="3128093"/>
            <a:ext cx="28398" cy="28398"/>
          </a:xfrm>
          <a:prstGeom prst="ellipse">
            <a:avLst/>
          </a:prstGeom>
          <a:solidFill>
            <a:srgbClr val="7F8C97">
              <a:alpha val="48000"/>
            </a:srgbClr>
          </a:solidFill>
          <a:ln w="0">
            <a:noFill/>
            <a:prstDash val="solid"/>
          </a:ln>
        </p:spPr>
      </p:sp>
      <p:sp>
        <p:nvSpPr>
          <p:cNvPr id="1985" name="01_find_only_1984">
            <a:extLst>
              <a:ext uri="{FF2B5EF4-FFF2-40B4-BE49-F238E27FC236}">
                <a16:creationId xmlns:a16="http://schemas.microsoft.com/office/drawing/2014/main" id="{5DBF7BC4-BC35-4B19-8CD9-A69409053068}"/>
              </a:ext>
            </a:extLst>
          </p:cNvPr>
          <p:cNvSpPr>
            <a:spLocks noGrp="1"/>
          </p:cNvSpPr>
          <p:nvPr/>
        </p:nvSpPr>
        <p:spPr>
          <a:xfrm>
            <a:off x="5843215" y="3217692"/>
            <a:ext cx="28398" cy="28398"/>
          </a:xfrm>
          <a:prstGeom prst="ellipse">
            <a:avLst/>
          </a:prstGeom>
          <a:solidFill>
            <a:srgbClr val="7F8C97">
              <a:alpha val="48000"/>
            </a:srgbClr>
          </a:solidFill>
          <a:ln w="0">
            <a:noFill/>
            <a:prstDash val="solid"/>
          </a:ln>
        </p:spPr>
      </p:sp>
      <p:sp>
        <p:nvSpPr>
          <p:cNvPr id="1986" name="01_find_only_1985">
            <a:extLst>
              <a:ext uri="{FF2B5EF4-FFF2-40B4-BE49-F238E27FC236}">
                <a16:creationId xmlns:a16="http://schemas.microsoft.com/office/drawing/2014/main" id="{9091C9C7-522D-4699-B960-CB81ED0EE2C0}"/>
              </a:ext>
            </a:extLst>
          </p:cNvPr>
          <p:cNvSpPr>
            <a:spLocks noGrp="1"/>
          </p:cNvSpPr>
          <p:nvPr/>
        </p:nvSpPr>
        <p:spPr>
          <a:xfrm>
            <a:off x="5808591" y="2855402"/>
            <a:ext cx="28398" cy="28398"/>
          </a:xfrm>
          <a:prstGeom prst="ellipse">
            <a:avLst/>
          </a:prstGeom>
          <a:solidFill>
            <a:srgbClr val="7F8C97">
              <a:alpha val="48000"/>
            </a:srgbClr>
          </a:solidFill>
          <a:ln w="0">
            <a:noFill/>
            <a:prstDash val="solid"/>
          </a:ln>
        </p:spPr>
      </p:sp>
      <p:sp>
        <p:nvSpPr>
          <p:cNvPr id="1987" name="01_find_only_1986">
            <a:extLst>
              <a:ext uri="{FF2B5EF4-FFF2-40B4-BE49-F238E27FC236}">
                <a16:creationId xmlns:a16="http://schemas.microsoft.com/office/drawing/2014/main" id="{8459976D-40FC-474F-9733-457CB2A3289B}"/>
              </a:ext>
            </a:extLst>
          </p:cNvPr>
          <p:cNvSpPr>
            <a:spLocks noGrp="1"/>
          </p:cNvSpPr>
          <p:nvPr/>
        </p:nvSpPr>
        <p:spPr>
          <a:xfrm>
            <a:off x="5830338" y="4123418"/>
            <a:ext cx="28398" cy="28398"/>
          </a:xfrm>
          <a:prstGeom prst="ellipse">
            <a:avLst/>
          </a:prstGeom>
          <a:solidFill>
            <a:srgbClr val="7F8C97">
              <a:alpha val="48000"/>
            </a:srgbClr>
          </a:solidFill>
          <a:ln w="0">
            <a:noFill/>
            <a:prstDash val="solid"/>
          </a:ln>
        </p:spPr>
      </p:sp>
      <p:sp>
        <p:nvSpPr>
          <p:cNvPr id="1988" name="01_find_only_1987">
            <a:extLst>
              <a:ext uri="{FF2B5EF4-FFF2-40B4-BE49-F238E27FC236}">
                <a16:creationId xmlns:a16="http://schemas.microsoft.com/office/drawing/2014/main" id="{6736DF40-6547-481A-814B-1ACBDF038D59}"/>
              </a:ext>
            </a:extLst>
          </p:cNvPr>
          <p:cNvSpPr>
            <a:spLocks noGrp="1"/>
          </p:cNvSpPr>
          <p:nvPr/>
        </p:nvSpPr>
        <p:spPr>
          <a:xfrm>
            <a:off x="5763476" y="2855402"/>
            <a:ext cx="28398" cy="28398"/>
          </a:xfrm>
          <a:prstGeom prst="ellipse">
            <a:avLst/>
          </a:prstGeom>
          <a:solidFill>
            <a:srgbClr val="7F8C97">
              <a:alpha val="48000"/>
            </a:srgbClr>
          </a:solidFill>
          <a:ln w="0">
            <a:noFill/>
            <a:prstDash val="solid"/>
          </a:ln>
        </p:spPr>
      </p:sp>
      <p:sp>
        <p:nvSpPr>
          <p:cNvPr id="1989" name="01_find_only_1988">
            <a:extLst>
              <a:ext uri="{FF2B5EF4-FFF2-40B4-BE49-F238E27FC236}">
                <a16:creationId xmlns:a16="http://schemas.microsoft.com/office/drawing/2014/main" id="{80457E45-C350-4908-A6B8-4101707A122E}"/>
              </a:ext>
            </a:extLst>
          </p:cNvPr>
          <p:cNvSpPr>
            <a:spLocks noGrp="1"/>
          </p:cNvSpPr>
          <p:nvPr/>
        </p:nvSpPr>
        <p:spPr>
          <a:xfrm>
            <a:off x="5790373" y="4123418"/>
            <a:ext cx="28398" cy="28398"/>
          </a:xfrm>
          <a:prstGeom prst="ellipse">
            <a:avLst/>
          </a:prstGeom>
          <a:solidFill>
            <a:srgbClr val="7F8C97">
              <a:alpha val="48000"/>
            </a:srgbClr>
          </a:solidFill>
          <a:ln w="0">
            <a:noFill/>
            <a:prstDash val="solid"/>
          </a:ln>
        </p:spPr>
      </p:sp>
      <p:sp>
        <p:nvSpPr>
          <p:cNvPr id="1990" name="01_find_only_1989">
            <a:extLst>
              <a:ext uri="{FF2B5EF4-FFF2-40B4-BE49-F238E27FC236}">
                <a16:creationId xmlns:a16="http://schemas.microsoft.com/office/drawing/2014/main" id="{4165E835-7E04-4D74-A835-EE26B42027AB}"/>
              </a:ext>
            </a:extLst>
          </p:cNvPr>
          <p:cNvSpPr>
            <a:spLocks noGrp="1"/>
          </p:cNvSpPr>
          <p:nvPr/>
        </p:nvSpPr>
        <p:spPr>
          <a:xfrm>
            <a:off x="5824425" y="4123418"/>
            <a:ext cx="28398" cy="28398"/>
          </a:xfrm>
          <a:prstGeom prst="ellipse">
            <a:avLst/>
          </a:prstGeom>
          <a:solidFill>
            <a:srgbClr val="7F8C97">
              <a:alpha val="48000"/>
            </a:srgbClr>
          </a:solidFill>
          <a:ln w="0">
            <a:noFill/>
            <a:prstDash val="solid"/>
          </a:ln>
        </p:spPr>
      </p:sp>
      <p:sp>
        <p:nvSpPr>
          <p:cNvPr id="1991" name="01_find_only_1990">
            <a:extLst>
              <a:ext uri="{FF2B5EF4-FFF2-40B4-BE49-F238E27FC236}">
                <a16:creationId xmlns:a16="http://schemas.microsoft.com/office/drawing/2014/main" id="{3D10A391-8EEA-46B2-A15F-69BBD0469C94}"/>
              </a:ext>
            </a:extLst>
          </p:cNvPr>
          <p:cNvSpPr>
            <a:spLocks noGrp="1"/>
          </p:cNvSpPr>
          <p:nvPr/>
        </p:nvSpPr>
        <p:spPr>
          <a:xfrm>
            <a:off x="5757658" y="3579982"/>
            <a:ext cx="28398" cy="28398"/>
          </a:xfrm>
          <a:prstGeom prst="ellipse">
            <a:avLst/>
          </a:prstGeom>
          <a:solidFill>
            <a:srgbClr val="7F8C97">
              <a:alpha val="48000"/>
            </a:srgbClr>
          </a:solidFill>
          <a:ln w="0">
            <a:noFill/>
            <a:prstDash val="solid"/>
          </a:ln>
        </p:spPr>
      </p:sp>
      <p:sp>
        <p:nvSpPr>
          <p:cNvPr id="1992" name="01_find_only_1991">
            <a:extLst>
              <a:ext uri="{FF2B5EF4-FFF2-40B4-BE49-F238E27FC236}">
                <a16:creationId xmlns:a16="http://schemas.microsoft.com/office/drawing/2014/main" id="{65ECA708-94C9-4A6E-9566-4908CA2013EC}"/>
              </a:ext>
            </a:extLst>
          </p:cNvPr>
          <p:cNvSpPr>
            <a:spLocks noGrp="1"/>
          </p:cNvSpPr>
          <p:nvPr/>
        </p:nvSpPr>
        <p:spPr>
          <a:xfrm>
            <a:off x="5754224" y="3489410"/>
            <a:ext cx="28398" cy="28398"/>
          </a:xfrm>
          <a:prstGeom prst="ellipse">
            <a:avLst/>
          </a:prstGeom>
          <a:solidFill>
            <a:srgbClr val="7F8C97">
              <a:alpha val="48000"/>
            </a:srgbClr>
          </a:solidFill>
          <a:ln w="0">
            <a:noFill/>
            <a:prstDash val="solid"/>
          </a:ln>
        </p:spPr>
      </p:sp>
      <p:sp>
        <p:nvSpPr>
          <p:cNvPr id="1993" name="01_find_only_1992">
            <a:extLst>
              <a:ext uri="{FF2B5EF4-FFF2-40B4-BE49-F238E27FC236}">
                <a16:creationId xmlns:a16="http://schemas.microsoft.com/office/drawing/2014/main" id="{79B3F04A-A713-4DEC-9939-9CF368CE4453}"/>
              </a:ext>
            </a:extLst>
          </p:cNvPr>
          <p:cNvSpPr>
            <a:spLocks noGrp="1"/>
          </p:cNvSpPr>
          <p:nvPr/>
        </p:nvSpPr>
        <p:spPr>
          <a:xfrm>
            <a:off x="5810594" y="3912082"/>
            <a:ext cx="28398" cy="28398"/>
          </a:xfrm>
          <a:prstGeom prst="ellipse">
            <a:avLst/>
          </a:prstGeom>
          <a:solidFill>
            <a:srgbClr val="7F8C97">
              <a:alpha val="48000"/>
            </a:srgbClr>
          </a:solidFill>
          <a:ln w="0">
            <a:noFill/>
            <a:prstDash val="solid"/>
          </a:ln>
        </p:spPr>
      </p:sp>
      <p:sp>
        <p:nvSpPr>
          <p:cNvPr id="1994" name="01_find_only_1993">
            <a:extLst>
              <a:ext uri="{FF2B5EF4-FFF2-40B4-BE49-F238E27FC236}">
                <a16:creationId xmlns:a16="http://schemas.microsoft.com/office/drawing/2014/main" id="{6F0C54DF-0804-4E41-803F-93D07540CD9D}"/>
              </a:ext>
            </a:extLst>
          </p:cNvPr>
          <p:cNvSpPr>
            <a:spLocks noGrp="1"/>
          </p:cNvSpPr>
          <p:nvPr/>
        </p:nvSpPr>
        <p:spPr>
          <a:xfrm>
            <a:off x="5838541" y="3045604"/>
            <a:ext cx="28398" cy="28398"/>
          </a:xfrm>
          <a:prstGeom prst="ellipse">
            <a:avLst/>
          </a:prstGeom>
          <a:solidFill>
            <a:srgbClr val="7F8C97">
              <a:alpha val="48000"/>
            </a:srgbClr>
          </a:solidFill>
          <a:ln w="0">
            <a:noFill/>
            <a:prstDash val="solid"/>
          </a:ln>
        </p:spPr>
      </p:sp>
      <p:sp>
        <p:nvSpPr>
          <p:cNvPr id="1995" name="01_find_only_1994">
            <a:extLst>
              <a:ext uri="{FF2B5EF4-FFF2-40B4-BE49-F238E27FC236}">
                <a16:creationId xmlns:a16="http://schemas.microsoft.com/office/drawing/2014/main" id="{07DF5A75-F012-4E42-B388-7E9644D19119}"/>
              </a:ext>
            </a:extLst>
          </p:cNvPr>
          <p:cNvSpPr>
            <a:spLocks noGrp="1"/>
          </p:cNvSpPr>
          <p:nvPr/>
        </p:nvSpPr>
        <p:spPr>
          <a:xfrm>
            <a:off x="5750027" y="3489410"/>
            <a:ext cx="28398" cy="28398"/>
          </a:xfrm>
          <a:prstGeom prst="ellipse">
            <a:avLst/>
          </a:prstGeom>
          <a:solidFill>
            <a:srgbClr val="7F8C97">
              <a:alpha val="48000"/>
            </a:srgbClr>
          </a:solidFill>
          <a:ln w="0">
            <a:noFill/>
            <a:prstDash val="solid"/>
          </a:ln>
        </p:spPr>
      </p:sp>
      <p:sp>
        <p:nvSpPr>
          <p:cNvPr id="1996" name="01_find_only_1995">
            <a:extLst>
              <a:ext uri="{FF2B5EF4-FFF2-40B4-BE49-F238E27FC236}">
                <a16:creationId xmlns:a16="http://schemas.microsoft.com/office/drawing/2014/main" id="{015349ED-B8A4-4E42-86ED-FF11DDDA5F88}"/>
              </a:ext>
            </a:extLst>
          </p:cNvPr>
          <p:cNvSpPr>
            <a:spLocks noGrp="1"/>
          </p:cNvSpPr>
          <p:nvPr/>
        </p:nvSpPr>
        <p:spPr>
          <a:xfrm>
            <a:off x="5787321" y="2855402"/>
            <a:ext cx="28398" cy="28398"/>
          </a:xfrm>
          <a:prstGeom prst="ellipse">
            <a:avLst/>
          </a:prstGeom>
          <a:solidFill>
            <a:srgbClr val="7F8C97">
              <a:alpha val="48000"/>
            </a:srgbClr>
          </a:solidFill>
          <a:ln w="0">
            <a:noFill/>
            <a:prstDash val="solid"/>
          </a:ln>
        </p:spPr>
      </p:sp>
      <p:sp>
        <p:nvSpPr>
          <p:cNvPr id="1997" name="01_find_only_1996">
            <a:extLst>
              <a:ext uri="{FF2B5EF4-FFF2-40B4-BE49-F238E27FC236}">
                <a16:creationId xmlns:a16="http://schemas.microsoft.com/office/drawing/2014/main" id="{3115D986-231B-4223-A30F-8AF3D4964946}"/>
              </a:ext>
            </a:extLst>
          </p:cNvPr>
          <p:cNvSpPr>
            <a:spLocks noGrp="1"/>
          </p:cNvSpPr>
          <p:nvPr/>
        </p:nvSpPr>
        <p:spPr>
          <a:xfrm>
            <a:off x="5817939" y="4123418"/>
            <a:ext cx="28398" cy="28398"/>
          </a:xfrm>
          <a:prstGeom prst="ellipse">
            <a:avLst/>
          </a:prstGeom>
          <a:solidFill>
            <a:srgbClr val="7F8C97">
              <a:alpha val="48000"/>
            </a:srgbClr>
          </a:solidFill>
          <a:ln w="0">
            <a:noFill/>
            <a:prstDash val="solid"/>
          </a:ln>
        </p:spPr>
      </p:sp>
      <p:sp>
        <p:nvSpPr>
          <p:cNvPr id="1998" name="01_find_only_1997">
            <a:extLst>
              <a:ext uri="{FF2B5EF4-FFF2-40B4-BE49-F238E27FC236}">
                <a16:creationId xmlns:a16="http://schemas.microsoft.com/office/drawing/2014/main" id="{006226B5-F79B-452D-A93E-8BA46D74C9CE}"/>
              </a:ext>
            </a:extLst>
          </p:cNvPr>
          <p:cNvSpPr>
            <a:spLocks noGrp="1"/>
          </p:cNvSpPr>
          <p:nvPr/>
        </p:nvSpPr>
        <p:spPr>
          <a:xfrm>
            <a:off x="5789324" y="4123418"/>
            <a:ext cx="28398" cy="28398"/>
          </a:xfrm>
          <a:prstGeom prst="ellipse">
            <a:avLst/>
          </a:prstGeom>
          <a:solidFill>
            <a:srgbClr val="7F8C97">
              <a:alpha val="48000"/>
            </a:srgbClr>
          </a:solidFill>
          <a:ln w="0">
            <a:noFill/>
            <a:prstDash val="solid"/>
          </a:ln>
        </p:spPr>
      </p:sp>
      <p:sp>
        <p:nvSpPr>
          <p:cNvPr id="1999" name="01_find_only_1998">
            <a:extLst>
              <a:ext uri="{FF2B5EF4-FFF2-40B4-BE49-F238E27FC236}">
                <a16:creationId xmlns:a16="http://schemas.microsoft.com/office/drawing/2014/main" id="{1C8B50AD-7B59-4BD8-8BA7-989C373F8A63}"/>
              </a:ext>
            </a:extLst>
          </p:cNvPr>
          <p:cNvSpPr>
            <a:spLocks noGrp="1"/>
          </p:cNvSpPr>
          <p:nvPr/>
        </p:nvSpPr>
        <p:spPr>
          <a:xfrm>
            <a:off x="5773205" y="4123418"/>
            <a:ext cx="28398" cy="28398"/>
          </a:xfrm>
          <a:prstGeom prst="ellipse">
            <a:avLst/>
          </a:prstGeom>
          <a:solidFill>
            <a:srgbClr val="7F8C97">
              <a:alpha val="48000"/>
            </a:srgbClr>
          </a:solidFill>
          <a:ln w="0">
            <a:noFill/>
            <a:prstDash val="solid"/>
          </a:ln>
        </p:spPr>
      </p:sp>
      <p:sp>
        <p:nvSpPr>
          <p:cNvPr id="2000" name="01_find_only_1999">
            <a:extLst>
              <a:ext uri="{FF2B5EF4-FFF2-40B4-BE49-F238E27FC236}">
                <a16:creationId xmlns:a16="http://schemas.microsoft.com/office/drawing/2014/main" id="{105C68D7-0FED-4A70-B1FA-45A3F0D8C077}"/>
              </a:ext>
            </a:extLst>
          </p:cNvPr>
          <p:cNvSpPr>
            <a:spLocks noGrp="1"/>
          </p:cNvSpPr>
          <p:nvPr/>
        </p:nvSpPr>
        <p:spPr>
          <a:xfrm>
            <a:off x="5810213" y="4123418"/>
            <a:ext cx="28398" cy="28398"/>
          </a:xfrm>
          <a:prstGeom prst="ellipse">
            <a:avLst/>
          </a:prstGeom>
          <a:solidFill>
            <a:srgbClr val="7F8C97">
              <a:alpha val="48000"/>
            </a:srgbClr>
          </a:solidFill>
          <a:ln w="0">
            <a:noFill/>
            <a:prstDash val="solid"/>
          </a:ln>
        </p:spPr>
      </p:sp>
      <p:sp>
        <p:nvSpPr>
          <p:cNvPr id="2001" name="01_find_only_2000">
            <a:extLst>
              <a:ext uri="{FF2B5EF4-FFF2-40B4-BE49-F238E27FC236}">
                <a16:creationId xmlns:a16="http://schemas.microsoft.com/office/drawing/2014/main" id="{86E07EC4-27E5-4994-8FEA-1F2DFCF456C6}"/>
              </a:ext>
            </a:extLst>
          </p:cNvPr>
          <p:cNvSpPr>
            <a:spLocks noGrp="1"/>
          </p:cNvSpPr>
          <p:nvPr/>
        </p:nvSpPr>
        <p:spPr>
          <a:xfrm>
            <a:off x="5807161" y="4123418"/>
            <a:ext cx="28398" cy="28398"/>
          </a:xfrm>
          <a:prstGeom prst="ellipse">
            <a:avLst/>
          </a:prstGeom>
          <a:solidFill>
            <a:srgbClr val="7F8C97">
              <a:alpha val="48000"/>
            </a:srgbClr>
          </a:solidFill>
          <a:ln w="0">
            <a:noFill/>
            <a:prstDash val="solid"/>
          </a:ln>
        </p:spPr>
      </p:sp>
      <p:sp>
        <p:nvSpPr>
          <p:cNvPr id="2002" name="01_find_only_2001">
            <a:extLst>
              <a:ext uri="{FF2B5EF4-FFF2-40B4-BE49-F238E27FC236}">
                <a16:creationId xmlns:a16="http://schemas.microsoft.com/office/drawing/2014/main" id="{AD1C977D-6D87-4822-8C43-ED6A470DD825}"/>
              </a:ext>
            </a:extLst>
          </p:cNvPr>
          <p:cNvSpPr>
            <a:spLocks noGrp="1"/>
          </p:cNvSpPr>
          <p:nvPr/>
        </p:nvSpPr>
        <p:spPr>
          <a:xfrm>
            <a:off x="5795619" y="4123418"/>
            <a:ext cx="28398" cy="28398"/>
          </a:xfrm>
          <a:prstGeom prst="ellipse">
            <a:avLst/>
          </a:prstGeom>
          <a:solidFill>
            <a:srgbClr val="7F8C97">
              <a:alpha val="48000"/>
            </a:srgbClr>
          </a:solidFill>
          <a:ln w="0">
            <a:noFill/>
            <a:prstDash val="solid"/>
          </a:ln>
        </p:spPr>
      </p:sp>
      <p:sp>
        <p:nvSpPr>
          <p:cNvPr id="2003" name="01_find_only_2002">
            <a:extLst>
              <a:ext uri="{FF2B5EF4-FFF2-40B4-BE49-F238E27FC236}">
                <a16:creationId xmlns:a16="http://schemas.microsoft.com/office/drawing/2014/main" id="{F1719AD1-8CFB-4843-BB0C-3F7BCDD7B1E2}"/>
              </a:ext>
            </a:extLst>
          </p:cNvPr>
          <p:cNvSpPr>
            <a:spLocks noGrp="1"/>
          </p:cNvSpPr>
          <p:nvPr/>
        </p:nvSpPr>
        <p:spPr>
          <a:xfrm>
            <a:off x="5804871" y="4123418"/>
            <a:ext cx="28398" cy="28398"/>
          </a:xfrm>
          <a:prstGeom prst="ellipse">
            <a:avLst/>
          </a:prstGeom>
          <a:solidFill>
            <a:srgbClr val="7F8C97">
              <a:alpha val="48000"/>
            </a:srgbClr>
          </a:solidFill>
          <a:ln w="0">
            <a:noFill/>
            <a:prstDash val="solid"/>
          </a:ln>
        </p:spPr>
      </p:sp>
      <p:sp>
        <p:nvSpPr>
          <p:cNvPr id="2004" name="01_find_only_2003">
            <a:extLst>
              <a:ext uri="{FF2B5EF4-FFF2-40B4-BE49-F238E27FC236}">
                <a16:creationId xmlns:a16="http://schemas.microsoft.com/office/drawing/2014/main" id="{ECFF08AC-FBE1-447E-A077-06BA1999DE03}"/>
              </a:ext>
            </a:extLst>
          </p:cNvPr>
          <p:cNvSpPr>
            <a:spLocks noGrp="1"/>
          </p:cNvSpPr>
          <p:nvPr/>
        </p:nvSpPr>
        <p:spPr>
          <a:xfrm>
            <a:off x="5777497" y="4123418"/>
            <a:ext cx="28398" cy="28398"/>
          </a:xfrm>
          <a:prstGeom prst="ellipse">
            <a:avLst/>
          </a:prstGeom>
          <a:solidFill>
            <a:srgbClr val="7F8C97">
              <a:alpha val="48000"/>
            </a:srgbClr>
          </a:solidFill>
          <a:ln w="0">
            <a:noFill/>
            <a:prstDash val="solid"/>
          </a:ln>
        </p:spPr>
      </p:sp>
      <p:sp>
        <p:nvSpPr>
          <p:cNvPr id="2005" name="01_find_only_2004">
            <a:extLst>
              <a:ext uri="{FF2B5EF4-FFF2-40B4-BE49-F238E27FC236}">
                <a16:creationId xmlns:a16="http://schemas.microsoft.com/office/drawing/2014/main" id="{FE41CB59-F82D-4116-817D-F91EC8D0F188}"/>
              </a:ext>
            </a:extLst>
          </p:cNvPr>
          <p:cNvSpPr>
            <a:spLocks noGrp="1"/>
          </p:cNvSpPr>
          <p:nvPr/>
        </p:nvSpPr>
        <p:spPr>
          <a:xfrm>
            <a:off x="5798862" y="3489410"/>
            <a:ext cx="28398" cy="28398"/>
          </a:xfrm>
          <a:prstGeom prst="ellipse">
            <a:avLst/>
          </a:prstGeom>
          <a:solidFill>
            <a:srgbClr val="7F8C97">
              <a:alpha val="48000"/>
            </a:srgbClr>
          </a:solidFill>
          <a:ln w="0">
            <a:noFill/>
            <a:prstDash val="solid"/>
          </a:ln>
        </p:spPr>
      </p:sp>
      <p:sp>
        <p:nvSpPr>
          <p:cNvPr id="2006" name="01_find_only_2005">
            <a:extLst>
              <a:ext uri="{FF2B5EF4-FFF2-40B4-BE49-F238E27FC236}">
                <a16:creationId xmlns:a16="http://schemas.microsoft.com/office/drawing/2014/main" id="{16FDE941-3B92-4989-9D99-58CC287FBBF0}"/>
              </a:ext>
            </a:extLst>
          </p:cNvPr>
          <p:cNvSpPr>
            <a:spLocks noGrp="1"/>
          </p:cNvSpPr>
          <p:nvPr/>
        </p:nvSpPr>
        <p:spPr>
          <a:xfrm>
            <a:off x="5778451" y="3109005"/>
            <a:ext cx="28398" cy="28398"/>
          </a:xfrm>
          <a:prstGeom prst="ellipse">
            <a:avLst/>
          </a:prstGeom>
          <a:solidFill>
            <a:srgbClr val="7F8C97">
              <a:alpha val="48000"/>
            </a:srgbClr>
          </a:solidFill>
          <a:ln w="0">
            <a:noFill/>
            <a:prstDash val="solid"/>
          </a:ln>
        </p:spPr>
      </p:sp>
      <p:sp>
        <p:nvSpPr>
          <p:cNvPr id="2007" name="01_find_only_2006">
            <a:extLst>
              <a:ext uri="{FF2B5EF4-FFF2-40B4-BE49-F238E27FC236}">
                <a16:creationId xmlns:a16="http://schemas.microsoft.com/office/drawing/2014/main" id="{96FC3F79-DBCE-4661-8E94-4889ED2898E1}"/>
              </a:ext>
            </a:extLst>
          </p:cNvPr>
          <p:cNvSpPr>
            <a:spLocks noGrp="1"/>
          </p:cNvSpPr>
          <p:nvPr/>
        </p:nvSpPr>
        <p:spPr>
          <a:xfrm>
            <a:off x="5786844" y="3568661"/>
            <a:ext cx="28398" cy="28398"/>
          </a:xfrm>
          <a:prstGeom prst="ellipse">
            <a:avLst/>
          </a:prstGeom>
          <a:solidFill>
            <a:srgbClr val="7F8C97">
              <a:alpha val="48000"/>
            </a:srgbClr>
          </a:solidFill>
          <a:ln w="0">
            <a:noFill/>
            <a:prstDash val="solid"/>
          </a:ln>
        </p:spPr>
      </p:sp>
      <p:sp>
        <p:nvSpPr>
          <p:cNvPr id="2008" name="01_find_only_2007">
            <a:extLst>
              <a:ext uri="{FF2B5EF4-FFF2-40B4-BE49-F238E27FC236}">
                <a16:creationId xmlns:a16="http://schemas.microsoft.com/office/drawing/2014/main" id="{C148CED6-C9B2-48D9-85BA-05CCBB697602}"/>
              </a:ext>
            </a:extLst>
          </p:cNvPr>
          <p:cNvSpPr>
            <a:spLocks noGrp="1"/>
          </p:cNvSpPr>
          <p:nvPr/>
        </p:nvSpPr>
        <p:spPr>
          <a:xfrm>
            <a:off x="5828049" y="3942273"/>
            <a:ext cx="28398" cy="28398"/>
          </a:xfrm>
          <a:prstGeom prst="ellipse">
            <a:avLst/>
          </a:prstGeom>
          <a:solidFill>
            <a:srgbClr val="7F8C97">
              <a:alpha val="48000"/>
            </a:srgbClr>
          </a:solidFill>
          <a:ln w="0">
            <a:noFill/>
            <a:prstDash val="solid"/>
          </a:ln>
        </p:spPr>
      </p:sp>
      <p:sp>
        <p:nvSpPr>
          <p:cNvPr id="2009" name="01_find_only_2008">
            <a:extLst>
              <a:ext uri="{FF2B5EF4-FFF2-40B4-BE49-F238E27FC236}">
                <a16:creationId xmlns:a16="http://schemas.microsoft.com/office/drawing/2014/main" id="{5FD99F4A-E1FE-415B-9BA1-C7A1231ABC5C}"/>
              </a:ext>
            </a:extLst>
          </p:cNvPr>
          <p:cNvSpPr>
            <a:spLocks noGrp="1"/>
          </p:cNvSpPr>
          <p:nvPr/>
        </p:nvSpPr>
        <p:spPr>
          <a:xfrm>
            <a:off x="5760519" y="3489410"/>
            <a:ext cx="28398" cy="28398"/>
          </a:xfrm>
          <a:prstGeom prst="ellipse">
            <a:avLst/>
          </a:prstGeom>
          <a:solidFill>
            <a:srgbClr val="7F8C97">
              <a:alpha val="48000"/>
            </a:srgbClr>
          </a:solidFill>
          <a:ln w="0">
            <a:noFill/>
            <a:prstDash val="solid"/>
          </a:ln>
        </p:spPr>
      </p:sp>
      <p:sp>
        <p:nvSpPr>
          <p:cNvPr id="2010" name="01_find_only_2009">
            <a:extLst>
              <a:ext uri="{FF2B5EF4-FFF2-40B4-BE49-F238E27FC236}">
                <a16:creationId xmlns:a16="http://schemas.microsoft.com/office/drawing/2014/main" id="{1DE6AD2B-6DB6-409A-985C-B7060A6848B0}"/>
              </a:ext>
            </a:extLst>
          </p:cNvPr>
          <p:cNvSpPr>
            <a:spLocks noGrp="1"/>
          </p:cNvSpPr>
          <p:nvPr/>
        </p:nvSpPr>
        <p:spPr>
          <a:xfrm>
            <a:off x="5764907" y="4123418"/>
            <a:ext cx="28398" cy="28398"/>
          </a:xfrm>
          <a:prstGeom prst="ellipse">
            <a:avLst/>
          </a:prstGeom>
          <a:solidFill>
            <a:srgbClr val="7F8C97">
              <a:alpha val="48000"/>
            </a:srgbClr>
          </a:solidFill>
          <a:ln w="0">
            <a:noFill/>
            <a:prstDash val="solid"/>
          </a:ln>
        </p:spPr>
      </p:sp>
      <p:sp>
        <p:nvSpPr>
          <p:cNvPr id="2011" name="01_find_only_2010">
            <a:extLst>
              <a:ext uri="{FF2B5EF4-FFF2-40B4-BE49-F238E27FC236}">
                <a16:creationId xmlns:a16="http://schemas.microsoft.com/office/drawing/2014/main" id="{108BEFC0-9D62-4535-BDDF-12933505AE56}"/>
              </a:ext>
            </a:extLst>
          </p:cNvPr>
          <p:cNvSpPr>
            <a:spLocks noGrp="1"/>
          </p:cNvSpPr>
          <p:nvPr/>
        </p:nvSpPr>
        <p:spPr>
          <a:xfrm>
            <a:off x="5804585" y="2855402"/>
            <a:ext cx="28398" cy="28398"/>
          </a:xfrm>
          <a:prstGeom prst="ellipse">
            <a:avLst/>
          </a:prstGeom>
          <a:solidFill>
            <a:srgbClr val="7F8C97">
              <a:alpha val="48000"/>
            </a:srgbClr>
          </a:solidFill>
          <a:ln w="0">
            <a:noFill/>
            <a:prstDash val="solid"/>
          </a:ln>
        </p:spPr>
      </p:sp>
      <p:sp>
        <p:nvSpPr>
          <p:cNvPr id="2012" name="01_find_only_2011">
            <a:extLst>
              <a:ext uri="{FF2B5EF4-FFF2-40B4-BE49-F238E27FC236}">
                <a16:creationId xmlns:a16="http://schemas.microsoft.com/office/drawing/2014/main" id="{F54A20BE-14F9-49BA-9423-2523A30AFB59}"/>
              </a:ext>
            </a:extLst>
          </p:cNvPr>
          <p:cNvSpPr>
            <a:spLocks noGrp="1"/>
          </p:cNvSpPr>
          <p:nvPr/>
        </p:nvSpPr>
        <p:spPr>
          <a:xfrm>
            <a:off x="5803727" y="3278074"/>
            <a:ext cx="28398" cy="28398"/>
          </a:xfrm>
          <a:prstGeom prst="ellipse">
            <a:avLst/>
          </a:prstGeom>
          <a:solidFill>
            <a:srgbClr val="7F8C97">
              <a:alpha val="48000"/>
            </a:srgbClr>
          </a:solidFill>
          <a:ln w="0">
            <a:noFill/>
            <a:prstDash val="solid"/>
          </a:ln>
        </p:spPr>
      </p:sp>
      <p:sp>
        <p:nvSpPr>
          <p:cNvPr id="2013" name="01_find_only_2012">
            <a:extLst>
              <a:ext uri="{FF2B5EF4-FFF2-40B4-BE49-F238E27FC236}">
                <a16:creationId xmlns:a16="http://schemas.microsoft.com/office/drawing/2014/main" id="{60FC7B31-9AF3-48F9-8AC5-FE8C86F3EB9E}"/>
              </a:ext>
            </a:extLst>
          </p:cNvPr>
          <p:cNvSpPr>
            <a:spLocks noGrp="1"/>
          </p:cNvSpPr>
          <p:nvPr/>
        </p:nvSpPr>
        <p:spPr>
          <a:xfrm>
            <a:off x="5834726" y="3489410"/>
            <a:ext cx="28398" cy="28398"/>
          </a:xfrm>
          <a:prstGeom prst="ellipse">
            <a:avLst/>
          </a:prstGeom>
          <a:solidFill>
            <a:srgbClr val="7F8C97">
              <a:alpha val="48000"/>
            </a:srgbClr>
          </a:solidFill>
          <a:ln w="0">
            <a:noFill/>
            <a:prstDash val="solid"/>
          </a:ln>
        </p:spPr>
      </p:sp>
      <p:sp>
        <p:nvSpPr>
          <p:cNvPr id="2014" name="01_find_only_2013">
            <a:extLst>
              <a:ext uri="{FF2B5EF4-FFF2-40B4-BE49-F238E27FC236}">
                <a16:creationId xmlns:a16="http://schemas.microsoft.com/office/drawing/2014/main" id="{156C8326-33A4-47AA-B85D-4073C5321D9C}"/>
              </a:ext>
            </a:extLst>
          </p:cNvPr>
          <p:cNvSpPr>
            <a:spLocks noGrp="1"/>
          </p:cNvSpPr>
          <p:nvPr/>
        </p:nvSpPr>
        <p:spPr>
          <a:xfrm>
            <a:off x="5820323" y="3489410"/>
            <a:ext cx="28398" cy="28398"/>
          </a:xfrm>
          <a:prstGeom prst="ellipse">
            <a:avLst/>
          </a:prstGeom>
          <a:solidFill>
            <a:srgbClr val="7F8C97">
              <a:alpha val="48000"/>
            </a:srgbClr>
          </a:solidFill>
          <a:ln w="0">
            <a:noFill/>
            <a:prstDash val="solid"/>
          </a:ln>
        </p:spPr>
      </p:sp>
      <p:sp>
        <p:nvSpPr>
          <p:cNvPr id="2015" name="01_find_only_2014">
            <a:extLst>
              <a:ext uri="{FF2B5EF4-FFF2-40B4-BE49-F238E27FC236}">
                <a16:creationId xmlns:a16="http://schemas.microsoft.com/office/drawing/2014/main" id="{BFF1189C-C5AD-44E2-A882-448357653E28}"/>
              </a:ext>
            </a:extLst>
          </p:cNvPr>
          <p:cNvSpPr>
            <a:spLocks noGrp="1"/>
          </p:cNvSpPr>
          <p:nvPr/>
        </p:nvSpPr>
        <p:spPr>
          <a:xfrm>
            <a:off x="5761473" y="4123418"/>
            <a:ext cx="28398" cy="28398"/>
          </a:xfrm>
          <a:prstGeom prst="ellipse">
            <a:avLst/>
          </a:prstGeom>
          <a:solidFill>
            <a:srgbClr val="7F8C97">
              <a:alpha val="48000"/>
            </a:srgbClr>
          </a:solidFill>
          <a:ln w="0">
            <a:noFill/>
            <a:prstDash val="solid"/>
          </a:ln>
        </p:spPr>
      </p:sp>
      <p:sp>
        <p:nvSpPr>
          <p:cNvPr id="2016" name="01_find_only_2015">
            <a:extLst>
              <a:ext uri="{FF2B5EF4-FFF2-40B4-BE49-F238E27FC236}">
                <a16:creationId xmlns:a16="http://schemas.microsoft.com/office/drawing/2014/main" id="{378ED60C-687B-4EFC-B20F-78B0622E2FFB}"/>
              </a:ext>
            </a:extLst>
          </p:cNvPr>
          <p:cNvSpPr>
            <a:spLocks noGrp="1"/>
          </p:cNvSpPr>
          <p:nvPr/>
        </p:nvSpPr>
        <p:spPr>
          <a:xfrm>
            <a:off x="5775303" y="4123418"/>
            <a:ext cx="28398" cy="28398"/>
          </a:xfrm>
          <a:prstGeom prst="ellipse">
            <a:avLst/>
          </a:prstGeom>
          <a:solidFill>
            <a:srgbClr val="7F8C97">
              <a:alpha val="48000"/>
            </a:srgbClr>
          </a:solidFill>
          <a:ln w="0">
            <a:noFill/>
            <a:prstDash val="solid"/>
          </a:ln>
        </p:spPr>
      </p:sp>
      <p:sp>
        <p:nvSpPr>
          <p:cNvPr id="2017" name="01_find_only_2016">
            <a:extLst>
              <a:ext uri="{FF2B5EF4-FFF2-40B4-BE49-F238E27FC236}">
                <a16:creationId xmlns:a16="http://schemas.microsoft.com/office/drawing/2014/main" id="{CAD0E6CE-C45D-4434-A999-0087A83C5C00}"/>
              </a:ext>
            </a:extLst>
          </p:cNvPr>
          <p:cNvSpPr>
            <a:spLocks noGrp="1"/>
          </p:cNvSpPr>
          <p:nvPr/>
        </p:nvSpPr>
        <p:spPr>
          <a:xfrm>
            <a:off x="5813170" y="4123418"/>
            <a:ext cx="28398" cy="28398"/>
          </a:xfrm>
          <a:prstGeom prst="ellipse">
            <a:avLst/>
          </a:prstGeom>
          <a:solidFill>
            <a:srgbClr val="7F8C97">
              <a:alpha val="48000"/>
            </a:srgbClr>
          </a:solidFill>
          <a:ln w="0">
            <a:noFill/>
            <a:prstDash val="solid"/>
          </a:ln>
        </p:spPr>
      </p:sp>
      <p:sp>
        <p:nvSpPr>
          <p:cNvPr id="2018" name="01_find_only_2017">
            <a:extLst>
              <a:ext uri="{FF2B5EF4-FFF2-40B4-BE49-F238E27FC236}">
                <a16:creationId xmlns:a16="http://schemas.microsoft.com/office/drawing/2014/main" id="{67D94E83-2045-470B-82B1-217F71690B80}"/>
              </a:ext>
            </a:extLst>
          </p:cNvPr>
          <p:cNvSpPr>
            <a:spLocks noGrp="1"/>
          </p:cNvSpPr>
          <p:nvPr/>
        </p:nvSpPr>
        <p:spPr>
          <a:xfrm>
            <a:off x="5755941" y="4123418"/>
            <a:ext cx="28398" cy="28398"/>
          </a:xfrm>
          <a:prstGeom prst="ellipse">
            <a:avLst/>
          </a:prstGeom>
          <a:solidFill>
            <a:srgbClr val="7F8C97">
              <a:alpha val="48000"/>
            </a:srgbClr>
          </a:solidFill>
          <a:ln w="0">
            <a:noFill/>
            <a:prstDash val="solid"/>
          </a:ln>
        </p:spPr>
      </p:sp>
      <p:sp>
        <p:nvSpPr>
          <p:cNvPr id="2019" name="01_find_only_2018">
            <a:extLst>
              <a:ext uri="{FF2B5EF4-FFF2-40B4-BE49-F238E27FC236}">
                <a16:creationId xmlns:a16="http://schemas.microsoft.com/office/drawing/2014/main" id="{D9A0DE9A-1BE6-475A-A189-3C170CD2D559}"/>
              </a:ext>
            </a:extLst>
          </p:cNvPr>
          <p:cNvSpPr>
            <a:spLocks noGrp="1"/>
          </p:cNvSpPr>
          <p:nvPr/>
        </p:nvSpPr>
        <p:spPr>
          <a:xfrm>
            <a:off x="5822231" y="3278074"/>
            <a:ext cx="28398" cy="28398"/>
          </a:xfrm>
          <a:prstGeom prst="ellipse">
            <a:avLst/>
          </a:prstGeom>
          <a:solidFill>
            <a:srgbClr val="7F8C97">
              <a:alpha val="48000"/>
            </a:srgbClr>
          </a:solidFill>
          <a:ln w="0">
            <a:noFill/>
            <a:prstDash val="solid"/>
          </a:ln>
        </p:spPr>
      </p:sp>
      <p:sp>
        <p:nvSpPr>
          <p:cNvPr id="2020" name="01_find_only_2019">
            <a:extLst>
              <a:ext uri="{FF2B5EF4-FFF2-40B4-BE49-F238E27FC236}">
                <a16:creationId xmlns:a16="http://schemas.microsoft.com/office/drawing/2014/main" id="{6DC55C6A-59A3-4BB2-8998-DE932D95E755}"/>
              </a:ext>
            </a:extLst>
          </p:cNvPr>
          <p:cNvSpPr>
            <a:spLocks noGrp="1"/>
          </p:cNvSpPr>
          <p:nvPr/>
        </p:nvSpPr>
        <p:spPr>
          <a:xfrm>
            <a:off x="5825474" y="4123418"/>
            <a:ext cx="28398" cy="28398"/>
          </a:xfrm>
          <a:prstGeom prst="ellipse">
            <a:avLst/>
          </a:prstGeom>
          <a:solidFill>
            <a:srgbClr val="7F8C97">
              <a:alpha val="48000"/>
            </a:srgbClr>
          </a:solidFill>
          <a:ln w="0">
            <a:noFill/>
            <a:prstDash val="solid"/>
          </a:ln>
        </p:spPr>
      </p:sp>
      <p:sp>
        <p:nvSpPr>
          <p:cNvPr id="2021" name="01_find_only_2020">
            <a:extLst>
              <a:ext uri="{FF2B5EF4-FFF2-40B4-BE49-F238E27FC236}">
                <a16:creationId xmlns:a16="http://schemas.microsoft.com/office/drawing/2014/main" id="{9AFC6D55-199E-4C5B-AFC7-5005C5B74A4C}"/>
              </a:ext>
            </a:extLst>
          </p:cNvPr>
          <p:cNvSpPr>
            <a:spLocks noGrp="1"/>
          </p:cNvSpPr>
          <p:nvPr/>
        </p:nvSpPr>
        <p:spPr>
          <a:xfrm>
            <a:off x="5815363" y="3172406"/>
            <a:ext cx="28398" cy="28398"/>
          </a:xfrm>
          <a:prstGeom prst="ellipse">
            <a:avLst/>
          </a:prstGeom>
          <a:solidFill>
            <a:srgbClr val="7F8C97">
              <a:alpha val="48000"/>
            </a:srgbClr>
          </a:solidFill>
          <a:ln w="0">
            <a:noFill/>
            <a:prstDash val="solid"/>
          </a:ln>
        </p:spPr>
      </p:sp>
      <p:sp>
        <p:nvSpPr>
          <p:cNvPr id="2022" name="01_find_only_2021">
            <a:extLst>
              <a:ext uri="{FF2B5EF4-FFF2-40B4-BE49-F238E27FC236}">
                <a16:creationId xmlns:a16="http://schemas.microsoft.com/office/drawing/2014/main" id="{3750B77F-97F2-4751-AE6B-F2530B3E5E4A}"/>
              </a:ext>
            </a:extLst>
          </p:cNvPr>
          <p:cNvSpPr>
            <a:spLocks noGrp="1"/>
          </p:cNvSpPr>
          <p:nvPr/>
        </p:nvSpPr>
        <p:spPr>
          <a:xfrm>
            <a:off x="5814505" y="3172406"/>
            <a:ext cx="28398" cy="28398"/>
          </a:xfrm>
          <a:prstGeom prst="ellipse">
            <a:avLst/>
          </a:prstGeom>
          <a:solidFill>
            <a:srgbClr val="7F8C97">
              <a:alpha val="48000"/>
            </a:srgbClr>
          </a:solidFill>
          <a:ln w="0">
            <a:noFill/>
            <a:prstDash val="solid"/>
          </a:ln>
        </p:spPr>
      </p:sp>
      <p:sp>
        <p:nvSpPr>
          <p:cNvPr id="2023" name="01_find_only_2022">
            <a:extLst>
              <a:ext uri="{FF2B5EF4-FFF2-40B4-BE49-F238E27FC236}">
                <a16:creationId xmlns:a16="http://schemas.microsoft.com/office/drawing/2014/main" id="{DF5A9A0E-3DFD-4569-BFED-709F68A05F71}"/>
              </a:ext>
            </a:extLst>
          </p:cNvPr>
          <p:cNvSpPr>
            <a:spLocks noGrp="1"/>
          </p:cNvSpPr>
          <p:nvPr/>
        </p:nvSpPr>
        <p:spPr>
          <a:xfrm>
            <a:off x="5818606" y="4123418"/>
            <a:ext cx="28398" cy="28398"/>
          </a:xfrm>
          <a:prstGeom prst="ellipse">
            <a:avLst/>
          </a:prstGeom>
          <a:solidFill>
            <a:srgbClr val="7F8C97">
              <a:alpha val="48000"/>
            </a:srgbClr>
          </a:solidFill>
          <a:ln w="0">
            <a:noFill/>
            <a:prstDash val="solid"/>
          </a:ln>
        </p:spPr>
      </p:sp>
      <p:sp>
        <p:nvSpPr>
          <p:cNvPr id="2024" name="01_find_only_2023">
            <a:extLst>
              <a:ext uri="{FF2B5EF4-FFF2-40B4-BE49-F238E27FC236}">
                <a16:creationId xmlns:a16="http://schemas.microsoft.com/office/drawing/2014/main" id="{D6FD2722-75D3-4B7D-BBEE-C17351B8BC30}"/>
              </a:ext>
            </a:extLst>
          </p:cNvPr>
          <p:cNvSpPr>
            <a:spLocks noGrp="1"/>
          </p:cNvSpPr>
          <p:nvPr/>
        </p:nvSpPr>
        <p:spPr>
          <a:xfrm>
            <a:off x="5800579" y="4123418"/>
            <a:ext cx="28398" cy="28398"/>
          </a:xfrm>
          <a:prstGeom prst="ellipse">
            <a:avLst/>
          </a:prstGeom>
          <a:solidFill>
            <a:srgbClr val="7F8C97">
              <a:alpha val="48000"/>
            </a:srgbClr>
          </a:solidFill>
          <a:ln w="0">
            <a:noFill/>
            <a:prstDash val="solid"/>
          </a:ln>
        </p:spPr>
      </p:sp>
      <p:sp>
        <p:nvSpPr>
          <p:cNvPr id="2025" name="01_find_only_2024">
            <a:extLst>
              <a:ext uri="{FF2B5EF4-FFF2-40B4-BE49-F238E27FC236}">
                <a16:creationId xmlns:a16="http://schemas.microsoft.com/office/drawing/2014/main" id="{DAEA9110-F30F-4376-8A90-66E458B0ACC9}"/>
              </a:ext>
            </a:extLst>
          </p:cNvPr>
          <p:cNvSpPr>
            <a:spLocks noGrp="1"/>
          </p:cNvSpPr>
          <p:nvPr/>
        </p:nvSpPr>
        <p:spPr>
          <a:xfrm>
            <a:off x="5751076" y="3489410"/>
            <a:ext cx="28398" cy="28398"/>
          </a:xfrm>
          <a:prstGeom prst="ellipse">
            <a:avLst/>
          </a:prstGeom>
          <a:solidFill>
            <a:srgbClr val="7F8C97">
              <a:alpha val="48000"/>
            </a:srgbClr>
          </a:solidFill>
          <a:ln w="0">
            <a:noFill/>
            <a:prstDash val="solid"/>
          </a:ln>
        </p:spPr>
      </p:sp>
      <p:sp>
        <p:nvSpPr>
          <p:cNvPr id="2026" name="01_find_only_2025">
            <a:extLst>
              <a:ext uri="{FF2B5EF4-FFF2-40B4-BE49-F238E27FC236}">
                <a16:creationId xmlns:a16="http://schemas.microsoft.com/office/drawing/2014/main" id="{AF872378-4729-4453-BD3E-16178E14BB74}"/>
              </a:ext>
            </a:extLst>
          </p:cNvPr>
          <p:cNvSpPr>
            <a:spLocks noGrp="1"/>
          </p:cNvSpPr>
          <p:nvPr/>
        </p:nvSpPr>
        <p:spPr>
          <a:xfrm>
            <a:off x="5800389" y="4123418"/>
            <a:ext cx="28398" cy="28398"/>
          </a:xfrm>
          <a:prstGeom prst="ellipse">
            <a:avLst/>
          </a:prstGeom>
          <a:solidFill>
            <a:srgbClr val="7F8C97">
              <a:alpha val="48000"/>
            </a:srgbClr>
          </a:solidFill>
          <a:ln w="0">
            <a:noFill/>
            <a:prstDash val="solid"/>
          </a:ln>
        </p:spPr>
      </p:sp>
      <p:sp>
        <p:nvSpPr>
          <p:cNvPr id="2027" name="01_find_only_2026">
            <a:extLst>
              <a:ext uri="{FF2B5EF4-FFF2-40B4-BE49-F238E27FC236}">
                <a16:creationId xmlns:a16="http://schemas.microsoft.com/office/drawing/2014/main" id="{0E535621-4F25-4EE2-B2F0-19512AA67E46}"/>
              </a:ext>
            </a:extLst>
          </p:cNvPr>
          <p:cNvSpPr>
            <a:spLocks noGrp="1"/>
          </p:cNvSpPr>
          <p:nvPr/>
        </p:nvSpPr>
        <p:spPr>
          <a:xfrm>
            <a:off x="5763667" y="4123418"/>
            <a:ext cx="28398" cy="28398"/>
          </a:xfrm>
          <a:prstGeom prst="ellipse">
            <a:avLst/>
          </a:prstGeom>
          <a:solidFill>
            <a:srgbClr val="7F8C97">
              <a:alpha val="48000"/>
            </a:srgbClr>
          </a:solidFill>
          <a:ln w="0">
            <a:noFill/>
            <a:prstDash val="solid"/>
          </a:ln>
        </p:spPr>
      </p:sp>
      <p:sp>
        <p:nvSpPr>
          <p:cNvPr id="2028" name="01_find_only_2027">
            <a:extLst>
              <a:ext uri="{FF2B5EF4-FFF2-40B4-BE49-F238E27FC236}">
                <a16:creationId xmlns:a16="http://schemas.microsoft.com/office/drawing/2014/main" id="{6895C543-5CD9-4CF6-AE6B-FD8443320863}"/>
              </a:ext>
            </a:extLst>
          </p:cNvPr>
          <p:cNvSpPr>
            <a:spLocks noGrp="1"/>
          </p:cNvSpPr>
          <p:nvPr/>
        </p:nvSpPr>
        <p:spPr>
          <a:xfrm>
            <a:off x="5814887" y="3830799"/>
            <a:ext cx="28398" cy="28398"/>
          </a:xfrm>
          <a:prstGeom prst="ellipse">
            <a:avLst/>
          </a:prstGeom>
          <a:solidFill>
            <a:srgbClr val="7F8C97">
              <a:alpha val="48000"/>
            </a:srgbClr>
          </a:solidFill>
          <a:ln w="0">
            <a:noFill/>
            <a:prstDash val="solid"/>
          </a:ln>
        </p:spPr>
      </p:sp>
      <p:sp>
        <p:nvSpPr>
          <p:cNvPr id="2029" name="01_find_only_2028">
            <a:extLst>
              <a:ext uri="{FF2B5EF4-FFF2-40B4-BE49-F238E27FC236}">
                <a16:creationId xmlns:a16="http://schemas.microsoft.com/office/drawing/2014/main" id="{9D62C7D5-F1A1-455A-B0BD-5E55026BA2FF}"/>
              </a:ext>
            </a:extLst>
          </p:cNvPr>
          <p:cNvSpPr>
            <a:spLocks noGrp="1"/>
          </p:cNvSpPr>
          <p:nvPr/>
        </p:nvSpPr>
        <p:spPr>
          <a:xfrm>
            <a:off x="5827477" y="3700746"/>
            <a:ext cx="28398" cy="28398"/>
          </a:xfrm>
          <a:prstGeom prst="ellipse">
            <a:avLst/>
          </a:prstGeom>
          <a:solidFill>
            <a:srgbClr val="7F8C97">
              <a:alpha val="48000"/>
            </a:srgbClr>
          </a:solidFill>
          <a:ln w="0">
            <a:noFill/>
            <a:prstDash val="solid"/>
          </a:ln>
        </p:spPr>
      </p:sp>
      <p:sp>
        <p:nvSpPr>
          <p:cNvPr id="2030" name="01_find_only_2029">
            <a:extLst>
              <a:ext uri="{FF2B5EF4-FFF2-40B4-BE49-F238E27FC236}">
                <a16:creationId xmlns:a16="http://schemas.microsoft.com/office/drawing/2014/main" id="{65604FE0-1B13-4747-B844-14F7D9DE11F1}"/>
              </a:ext>
            </a:extLst>
          </p:cNvPr>
          <p:cNvSpPr>
            <a:spLocks noGrp="1"/>
          </p:cNvSpPr>
          <p:nvPr/>
        </p:nvSpPr>
        <p:spPr>
          <a:xfrm>
            <a:off x="5762141" y="4123418"/>
            <a:ext cx="28398" cy="28398"/>
          </a:xfrm>
          <a:prstGeom prst="ellipse">
            <a:avLst/>
          </a:prstGeom>
          <a:solidFill>
            <a:srgbClr val="7F8C97">
              <a:alpha val="48000"/>
            </a:srgbClr>
          </a:solidFill>
          <a:ln w="0">
            <a:noFill/>
            <a:prstDash val="solid"/>
          </a:ln>
        </p:spPr>
      </p:sp>
      <p:sp>
        <p:nvSpPr>
          <p:cNvPr id="2031" name="01_find_only_2030">
            <a:extLst>
              <a:ext uri="{FF2B5EF4-FFF2-40B4-BE49-F238E27FC236}">
                <a16:creationId xmlns:a16="http://schemas.microsoft.com/office/drawing/2014/main" id="{4966E05E-39B3-45E1-8813-C7E9379F8D05}"/>
              </a:ext>
            </a:extLst>
          </p:cNvPr>
          <p:cNvSpPr>
            <a:spLocks noGrp="1"/>
          </p:cNvSpPr>
          <p:nvPr/>
        </p:nvSpPr>
        <p:spPr>
          <a:xfrm>
            <a:off x="5815745" y="3050481"/>
            <a:ext cx="28398" cy="28398"/>
          </a:xfrm>
          <a:prstGeom prst="ellipse">
            <a:avLst/>
          </a:prstGeom>
          <a:solidFill>
            <a:srgbClr val="7F8C97">
              <a:alpha val="48000"/>
            </a:srgbClr>
          </a:solidFill>
          <a:ln w="0">
            <a:noFill/>
            <a:prstDash val="solid"/>
          </a:ln>
        </p:spPr>
      </p:sp>
      <p:sp>
        <p:nvSpPr>
          <p:cNvPr id="2032" name="01_find_only_2031">
            <a:extLst>
              <a:ext uri="{FF2B5EF4-FFF2-40B4-BE49-F238E27FC236}">
                <a16:creationId xmlns:a16="http://schemas.microsoft.com/office/drawing/2014/main" id="{D3CC004F-B3A1-4789-82A8-1B981E69C756}"/>
              </a:ext>
            </a:extLst>
          </p:cNvPr>
          <p:cNvSpPr>
            <a:spLocks noGrp="1"/>
          </p:cNvSpPr>
          <p:nvPr/>
        </p:nvSpPr>
        <p:spPr>
          <a:xfrm>
            <a:off x="5766910" y="3489410"/>
            <a:ext cx="28398" cy="28398"/>
          </a:xfrm>
          <a:prstGeom prst="ellipse">
            <a:avLst/>
          </a:prstGeom>
          <a:solidFill>
            <a:srgbClr val="7F8C97">
              <a:alpha val="48000"/>
            </a:srgbClr>
          </a:solidFill>
          <a:ln w="0">
            <a:noFill/>
            <a:prstDash val="solid"/>
          </a:ln>
        </p:spPr>
      </p:sp>
      <p:sp>
        <p:nvSpPr>
          <p:cNvPr id="2033" name="01_find_only_2032">
            <a:extLst>
              <a:ext uri="{FF2B5EF4-FFF2-40B4-BE49-F238E27FC236}">
                <a16:creationId xmlns:a16="http://schemas.microsoft.com/office/drawing/2014/main" id="{6408D653-16C3-4797-A790-F5B71BC4C3C6}"/>
              </a:ext>
            </a:extLst>
          </p:cNvPr>
          <p:cNvSpPr>
            <a:spLocks noGrp="1"/>
          </p:cNvSpPr>
          <p:nvPr/>
        </p:nvSpPr>
        <p:spPr>
          <a:xfrm>
            <a:off x="5771106" y="4123418"/>
            <a:ext cx="28398" cy="28398"/>
          </a:xfrm>
          <a:prstGeom prst="ellipse">
            <a:avLst/>
          </a:prstGeom>
          <a:solidFill>
            <a:srgbClr val="7F8C97">
              <a:alpha val="48000"/>
            </a:srgbClr>
          </a:solidFill>
          <a:ln w="0">
            <a:noFill/>
            <a:prstDash val="solid"/>
          </a:ln>
        </p:spPr>
      </p:sp>
      <p:sp>
        <p:nvSpPr>
          <p:cNvPr id="2034" name="01_find_only_2033">
            <a:extLst>
              <a:ext uri="{FF2B5EF4-FFF2-40B4-BE49-F238E27FC236}">
                <a16:creationId xmlns:a16="http://schemas.microsoft.com/office/drawing/2014/main" id="{976010AF-BD6F-484D-B405-3C1E52E944F4}"/>
              </a:ext>
            </a:extLst>
          </p:cNvPr>
          <p:cNvSpPr>
            <a:spLocks noGrp="1"/>
          </p:cNvSpPr>
          <p:nvPr/>
        </p:nvSpPr>
        <p:spPr>
          <a:xfrm>
            <a:off x="5759756" y="3278074"/>
            <a:ext cx="28398" cy="28398"/>
          </a:xfrm>
          <a:prstGeom prst="ellipse">
            <a:avLst/>
          </a:prstGeom>
          <a:solidFill>
            <a:srgbClr val="7F8C97">
              <a:alpha val="48000"/>
            </a:srgbClr>
          </a:solidFill>
          <a:ln w="0">
            <a:noFill/>
            <a:prstDash val="solid"/>
          </a:ln>
        </p:spPr>
      </p:sp>
      <p:sp>
        <p:nvSpPr>
          <p:cNvPr id="2035" name="01_find_only_2034">
            <a:extLst>
              <a:ext uri="{FF2B5EF4-FFF2-40B4-BE49-F238E27FC236}">
                <a16:creationId xmlns:a16="http://schemas.microsoft.com/office/drawing/2014/main" id="{AF7E3D15-6117-4DFD-A5EB-F51B85101B86}"/>
              </a:ext>
            </a:extLst>
          </p:cNvPr>
          <p:cNvSpPr>
            <a:spLocks noGrp="1"/>
          </p:cNvSpPr>
          <p:nvPr/>
        </p:nvSpPr>
        <p:spPr>
          <a:xfrm>
            <a:off x="5814696" y="3647912"/>
            <a:ext cx="28398" cy="28398"/>
          </a:xfrm>
          <a:prstGeom prst="ellipse">
            <a:avLst/>
          </a:prstGeom>
          <a:solidFill>
            <a:srgbClr val="7F8C97">
              <a:alpha val="48000"/>
            </a:srgbClr>
          </a:solidFill>
          <a:ln w="0">
            <a:noFill/>
            <a:prstDash val="solid"/>
          </a:ln>
        </p:spPr>
      </p:sp>
      <p:sp>
        <p:nvSpPr>
          <p:cNvPr id="2036" name="01_find_only_2035">
            <a:extLst>
              <a:ext uri="{FF2B5EF4-FFF2-40B4-BE49-F238E27FC236}">
                <a16:creationId xmlns:a16="http://schemas.microsoft.com/office/drawing/2014/main" id="{24B5FDC1-94F9-43A7-9A81-E5B8BBC36CAE}"/>
              </a:ext>
            </a:extLst>
          </p:cNvPr>
          <p:cNvSpPr>
            <a:spLocks noGrp="1"/>
          </p:cNvSpPr>
          <p:nvPr/>
        </p:nvSpPr>
        <p:spPr>
          <a:xfrm>
            <a:off x="5839304" y="3761128"/>
            <a:ext cx="28398" cy="28398"/>
          </a:xfrm>
          <a:prstGeom prst="ellipse">
            <a:avLst/>
          </a:prstGeom>
          <a:solidFill>
            <a:srgbClr val="7F8C97">
              <a:alpha val="48000"/>
            </a:srgbClr>
          </a:solidFill>
          <a:ln w="0">
            <a:noFill/>
            <a:prstDash val="solid"/>
          </a:ln>
        </p:spPr>
      </p:sp>
      <p:sp>
        <p:nvSpPr>
          <p:cNvPr id="2037" name="01_find_only_2036">
            <a:extLst>
              <a:ext uri="{FF2B5EF4-FFF2-40B4-BE49-F238E27FC236}">
                <a16:creationId xmlns:a16="http://schemas.microsoft.com/office/drawing/2014/main" id="{93B7C0EB-5A32-4ADF-B17F-4E92A84627A5}"/>
              </a:ext>
            </a:extLst>
          </p:cNvPr>
          <p:cNvSpPr>
            <a:spLocks noGrp="1"/>
          </p:cNvSpPr>
          <p:nvPr/>
        </p:nvSpPr>
        <p:spPr>
          <a:xfrm>
            <a:off x="5843406" y="3579982"/>
            <a:ext cx="28398" cy="28398"/>
          </a:xfrm>
          <a:prstGeom prst="ellipse">
            <a:avLst/>
          </a:prstGeom>
          <a:solidFill>
            <a:srgbClr val="7F8C97">
              <a:alpha val="48000"/>
            </a:srgbClr>
          </a:solidFill>
          <a:ln w="0">
            <a:noFill/>
            <a:prstDash val="solid"/>
          </a:ln>
        </p:spPr>
      </p:sp>
      <p:sp>
        <p:nvSpPr>
          <p:cNvPr id="2038" name="01_find_only_2037">
            <a:extLst>
              <a:ext uri="{FF2B5EF4-FFF2-40B4-BE49-F238E27FC236}">
                <a16:creationId xmlns:a16="http://schemas.microsoft.com/office/drawing/2014/main" id="{9665A655-A9CA-42E2-914E-5F002D46ABC7}"/>
              </a:ext>
            </a:extLst>
          </p:cNvPr>
          <p:cNvSpPr>
            <a:spLocks noGrp="1"/>
          </p:cNvSpPr>
          <p:nvPr/>
        </p:nvSpPr>
        <p:spPr>
          <a:xfrm>
            <a:off x="5784460" y="2855402"/>
            <a:ext cx="28398" cy="28398"/>
          </a:xfrm>
          <a:prstGeom prst="ellipse">
            <a:avLst/>
          </a:prstGeom>
          <a:solidFill>
            <a:srgbClr val="7F8C97">
              <a:alpha val="48000"/>
            </a:srgbClr>
          </a:solidFill>
          <a:ln w="0">
            <a:noFill/>
            <a:prstDash val="solid"/>
          </a:ln>
        </p:spPr>
      </p:sp>
      <p:sp>
        <p:nvSpPr>
          <p:cNvPr id="2039" name="01_find_only_2038">
            <a:extLst>
              <a:ext uri="{FF2B5EF4-FFF2-40B4-BE49-F238E27FC236}">
                <a16:creationId xmlns:a16="http://schemas.microsoft.com/office/drawing/2014/main" id="{CFB070AE-7317-4E58-B4E6-615DECEAA192}"/>
              </a:ext>
            </a:extLst>
          </p:cNvPr>
          <p:cNvSpPr>
            <a:spLocks noGrp="1"/>
          </p:cNvSpPr>
          <p:nvPr/>
        </p:nvSpPr>
        <p:spPr>
          <a:xfrm>
            <a:off x="5819465" y="3700746"/>
            <a:ext cx="28398" cy="28398"/>
          </a:xfrm>
          <a:prstGeom prst="ellipse">
            <a:avLst/>
          </a:prstGeom>
          <a:solidFill>
            <a:srgbClr val="7F8C97">
              <a:alpha val="48000"/>
            </a:srgbClr>
          </a:solidFill>
          <a:ln w="0">
            <a:noFill/>
            <a:prstDash val="solid"/>
          </a:ln>
        </p:spPr>
      </p:sp>
      <p:sp>
        <p:nvSpPr>
          <p:cNvPr id="2040" name="01_find_only_2039">
            <a:extLst>
              <a:ext uri="{FF2B5EF4-FFF2-40B4-BE49-F238E27FC236}">
                <a16:creationId xmlns:a16="http://schemas.microsoft.com/office/drawing/2014/main" id="{D7011591-C382-4495-AAC4-D3270660B8DB}"/>
              </a:ext>
            </a:extLst>
          </p:cNvPr>
          <p:cNvSpPr>
            <a:spLocks noGrp="1"/>
          </p:cNvSpPr>
          <p:nvPr/>
        </p:nvSpPr>
        <p:spPr>
          <a:xfrm>
            <a:off x="5837969" y="4123418"/>
            <a:ext cx="28398" cy="28398"/>
          </a:xfrm>
          <a:prstGeom prst="ellipse">
            <a:avLst/>
          </a:prstGeom>
          <a:solidFill>
            <a:srgbClr val="7F8C97">
              <a:alpha val="48000"/>
            </a:srgbClr>
          </a:solidFill>
          <a:ln w="0">
            <a:noFill/>
            <a:prstDash val="solid"/>
          </a:ln>
        </p:spPr>
      </p:sp>
      <p:sp>
        <p:nvSpPr>
          <p:cNvPr id="2041" name="01_find_only_2040">
            <a:extLst>
              <a:ext uri="{FF2B5EF4-FFF2-40B4-BE49-F238E27FC236}">
                <a16:creationId xmlns:a16="http://schemas.microsoft.com/office/drawing/2014/main" id="{270BFAF5-B1C4-48C7-8DD4-2D016F9051B0}"/>
              </a:ext>
            </a:extLst>
          </p:cNvPr>
          <p:cNvSpPr>
            <a:spLocks noGrp="1"/>
          </p:cNvSpPr>
          <p:nvPr/>
        </p:nvSpPr>
        <p:spPr>
          <a:xfrm>
            <a:off x="5826714" y="3700746"/>
            <a:ext cx="28398" cy="28398"/>
          </a:xfrm>
          <a:prstGeom prst="ellipse">
            <a:avLst/>
          </a:prstGeom>
          <a:solidFill>
            <a:srgbClr val="7F8C97">
              <a:alpha val="48000"/>
            </a:srgbClr>
          </a:solidFill>
          <a:ln w="0">
            <a:noFill/>
            <a:prstDash val="solid"/>
          </a:ln>
        </p:spPr>
      </p:sp>
      <p:sp>
        <p:nvSpPr>
          <p:cNvPr id="2042" name="01_find_only_2041">
            <a:extLst>
              <a:ext uri="{FF2B5EF4-FFF2-40B4-BE49-F238E27FC236}">
                <a16:creationId xmlns:a16="http://schemas.microsoft.com/office/drawing/2014/main" id="{76A4467E-DE8B-4B8B-A422-00D9405DF27A}"/>
              </a:ext>
            </a:extLst>
          </p:cNvPr>
          <p:cNvSpPr>
            <a:spLocks noGrp="1"/>
          </p:cNvSpPr>
          <p:nvPr/>
        </p:nvSpPr>
        <p:spPr>
          <a:xfrm>
            <a:off x="5816603" y="4123418"/>
            <a:ext cx="28398" cy="28398"/>
          </a:xfrm>
          <a:prstGeom prst="ellipse">
            <a:avLst/>
          </a:prstGeom>
          <a:solidFill>
            <a:srgbClr val="7F8C97">
              <a:alpha val="48000"/>
            </a:srgbClr>
          </a:solidFill>
          <a:ln w="0">
            <a:noFill/>
            <a:prstDash val="solid"/>
          </a:ln>
        </p:spPr>
      </p:sp>
      <p:sp>
        <p:nvSpPr>
          <p:cNvPr id="2043" name="01_find_only_2042">
            <a:extLst>
              <a:ext uri="{FF2B5EF4-FFF2-40B4-BE49-F238E27FC236}">
                <a16:creationId xmlns:a16="http://schemas.microsoft.com/office/drawing/2014/main" id="{90C5F301-340B-43D8-B285-5FDD21FC5EF1}"/>
              </a:ext>
            </a:extLst>
          </p:cNvPr>
          <p:cNvSpPr>
            <a:spLocks noGrp="1"/>
          </p:cNvSpPr>
          <p:nvPr/>
        </p:nvSpPr>
        <p:spPr>
          <a:xfrm>
            <a:off x="5793235" y="4123418"/>
            <a:ext cx="28398" cy="28398"/>
          </a:xfrm>
          <a:prstGeom prst="ellipse">
            <a:avLst/>
          </a:prstGeom>
          <a:solidFill>
            <a:srgbClr val="7F8C97">
              <a:alpha val="48000"/>
            </a:srgbClr>
          </a:solidFill>
          <a:ln w="0">
            <a:noFill/>
            <a:prstDash val="solid"/>
          </a:ln>
        </p:spPr>
      </p:sp>
      <p:sp>
        <p:nvSpPr>
          <p:cNvPr id="2044" name="01_find_only_2043">
            <a:extLst>
              <a:ext uri="{FF2B5EF4-FFF2-40B4-BE49-F238E27FC236}">
                <a16:creationId xmlns:a16="http://schemas.microsoft.com/office/drawing/2014/main" id="{E4EA390F-7521-4319-9C90-DFF47B84E029}"/>
              </a:ext>
            </a:extLst>
          </p:cNvPr>
          <p:cNvSpPr>
            <a:spLocks noGrp="1"/>
          </p:cNvSpPr>
          <p:nvPr/>
        </p:nvSpPr>
        <p:spPr>
          <a:xfrm>
            <a:off x="5790373" y="3327477"/>
            <a:ext cx="28398" cy="28398"/>
          </a:xfrm>
          <a:prstGeom prst="ellipse">
            <a:avLst/>
          </a:prstGeom>
          <a:solidFill>
            <a:srgbClr val="7F8C97">
              <a:alpha val="48000"/>
            </a:srgbClr>
          </a:solidFill>
          <a:ln w="0">
            <a:noFill/>
            <a:prstDash val="solid"/>
          </a:ln>
        </p:spPr>
      </p:sp>
      <p:sp>
        <p:nvSpPr>
          <p:cNvPr id="2045" name="01_find_only_2044">
            <a:extLst>
              <a:ext uri="{FF2B5EF4-FFF2-40B4-BE49-F238E27FC236}">
                <a16:creationId xmlns:a16="http://schemas.microsoft.com/office/drawing/2014/main" id="{2A18F0B1-207D-41D5-8E4A-01418852D676}"/>
              </a:ext>
            </a:extLst>
          </p:cNvPr>
          <p:cNvSpPr>
            <a:spLocks noGrp="1"/>
          </p:cNvSpPr>
          <p:nvPr/>
        </p:nvSpPr>
        <p:spPr>
          <a:xfrm>
            <a:off x="5758611" y="4123418"/>
            <a:ext cx="28398" cy="28398"/>
          </a:xfrm>
          <a:prstGeom prst="ellipse">
            <a:avLst/>
          </a:prstGeom>
          <a:solidFill>
            <a:srgbClr val="7F8C97">
              <a:alpha val="48000"/>
            </a:srgbClr>
          </a:solidFill>
          <a:ln w="0">
            <a:noFill/>
            <a:prstDash val="solid"/>
          </a:ln>
        </p:spPr>
      </p:sp>
      <p:sp>
        <p:nvSpPr>
          <p:cNvPr id="2046" name="01_find_only_2045">
            <a:extLst>
              <a:ext uri="{FF2B5EF4-FFF2-40B4-BE49-F238E27FC236}">
                <a16:creationId xmlns:a16="http://schemas.microsoft.com/office/drawing/2014/main" id="{AB4E4295-3D9A-492C-A82F-B1CD17982C49}"/>
              </a:ext>
            </a:extLst>
          </p:cNvPr>
          <p:cNvSpPr>
            <a:spLocks noGrp="1"/>
          </p:cNvSpPr>
          <p:nvPr/>
        </p:nvSpPr>
        <p:spPr>
          <a:xfrm>
            <a:off x="5838255" y="2855402"/>
            <a:ext cx="28398" cy="28398"/>
          </a:xfrm>
          <a:prstGeom prst="ellipse">
            <a:avLst/>
          </a:prstGeom>
          <a:solidFill>
            <a:srgbClr val="7F8C97">
              <a:alpha val="48000"/>
            </a:srgbClr>
          </a:solidFill>
          <a:ln w="0">
            <a:noFill/>
            <a:prstDash val="solid"/>
          </a:ln>
        </p:spPr>
      </p:sp>
      <p:sp>
        <p:nvSpPr>
          <p:cNvPr id="2047" name="01_find_only_2046">
            <a:extLst>
              <a:ext uri="{FF2B5EF4-FFF2-40B4-BE49-F238E27FC236}">
                <a16:creationId xmlns:a16="http://schemas.microsoft.com/office/drawing/2014/main" id="{8055D1ED-D97D-4FDF-A006-05639DFC202B}"/>
              </a:ext>
            </a:extLst>
          </p:cNvPr>
          <p:cNvSpPr>
            <a:spLocks noGrp="1"/>
          </p:cNvSpPr>
          <p:nvPr/>
        </p:nvSpPr>
        <p:spPr>
          <a:xfrm>
            <a:off x="5828145" y="2855402"/>
            <a:ext cx="28398" cy="28398"/>
          </a:xfrm>
          <a:prstGeom prst="ellipse">
            <a:avLst/>
          </a:prstGeom>
          <a:solidFill>
            <a:srgbClr val="7F8C97">
              <a:alpha val="48000"/>
            </a:srgbClr>
          </a:solidFill>
          <a:ln w="0">
            <a:noFill/>
            <a:prstDash val="solid"/>
          </a:ln>
        </p:spPr>
      </p:sp>
      <p:sp>
        <p:nvSpPr>
          <p:cNvPr id="2048" name="01_find_only_2047">
            <a:extLst>
              <a:ext uri="{FF2B5EF4-FFF2-40B4-BE49-F238E27FC236}">
                <a16:creationId xmlns:a16="http://schemas.microsoft.com/office/drawing/2014/main" id="{AF1C2240-4348-4A5C-9680-9A40866CEE8F}"/>
              </a:ext>
            </a:extLst>
          </p:cNvPr>
          <p:cNvSpPr>
            <a:spLocks noGrp="1"/>
          </p:cNvSpPr>
          <p:nvPr/>
        </p:nvSpPr>
        <p:spPr>
          <a:xfrm>
            <a:off x="5813742" y="2855402"/>
            <a:ext cx="28398" cy="28398"/>
          </a:xfrm>
          <a:prstGeom prst="ellipse">
            <a:avLst/>
          </a:prstGeom>
          <a:solidFill>
            <a:srgbClr val="7F8C97">
              <a:alpha val="48000"/>
            </a:srgbClr>
          </a:solidFill>
          <a:ln w="0">
            <a:noFill/>
            <a:prstDash val="solid"/>
          </a:ln>
        </p:spPr>
      </p:sp>
      <p:sp>
        <p:nvSpPr>
          <p:cNvPr id="2049" name="01_find_only_2048">
            <a:extLst>
              <a:ext uri="{FF2B5EF4-FFF2-40B4-BE49-F238E27FC236}">
                <a16:creationId xmlns:a16="http://schemas.microsoft.com/office/drawing/2014/main" id="{47A2ACA9-8296-49D4-87CA-736F8B9E44D5}"/>
              </a:ext>
            </a:extLst>
          </p:cNvPr>
          <p:cNvSpPr>
            <a:spLocks noGrp="1"/>
          </p:cNvSpPr>
          <p:nvPr/>
        </p:nvSpPr>
        <p:spPr>
          <a:xfrm>
            <a:off x="5755273" y="2855402"/>
            <a:ext cx="28398" cy="28398"/>
          </a:xfrm>
          <a:prstGeom prst="ellipse">
            <a:avLst/>
          </a:prstGeom>
          <a:solidFill>
            <a:srgbClr val="7F8C97">
              <a:alpha val="48000"/>
            </a:srgbClr>
          </a:solidFill>
          <a:ln w="0">
            <a:noFill/>
            <a:prstDash val="solid"/>
          </a:ln>
        </p:spPr>
      </p:sp>
      <p:sp>
        <p:nvSpPr>
          <p:cNvPr id="2050" name="01_find_only_2049">
            <a:extLst>
              <a:ext uri="{FF2B5EF4-FFF2-40B4-BE49-F238E27FC236}">
                <a16:creationId xmlns:a16="http://schemas.microsoft.com/office/drawing/2014/main" id="{C1459CF1-DB19-4A7B-8F20-64E48FFA34BD}"/>
              </a:ext>
            </a:extLst>
          </p:cNvPr>
          <p:cNvSpPr>
            <a:spLocks noGrp="1"/>
          </p:cNvSpPr>
          <p:nvPr/>
        </p:nvSpPr>
        <p:spPr>
          <a:xfrm>
            <a:off x="5764525" y="4123418"/>
            <a:ext cx="28398" cy="28398"/>
          </a:xfrm>
          <a:prstGeom prst="ellipse">
            <a:avLst/>
          </a:prstGeom>
          <a:solidFill>
            <a:srgbClr val="7F8C97">
              <a:alpha val="48000"/>
            </a:srgbClr>
          </a:solidFill>
          <a:ln w="0">
            <a:noFill/>
            <a:prstDash val="solid"/>
          </a:ln>
        </p:spPr>
      </p:sp>
      <p:sp>
        <p:nvSpPr>
          <p:cNvPr id="2051" name="01_find_only_2050">
            <a:extLst>
              <a:ext uri="{FF2B5EF4-FFF2-40B4-BE49-F238E27FC236}">
                <a16:creationId xmlns:a16="http://schemas.microsoft.com/office/drawing/2014/main" id="{3F16E675-223D-4CBB-A572-590CA6F08279}"/>
              </a:ext>
            </a:extLst>
          </p:cNvPr>
          <p:cNvSpPr>
            <a:spLocks noGrp="1"/>
          </p:cNvSpPr>
          <p:nvPr/>
        </p:nvSpPr>
        <p:spPr>
          <a:xfrm>
            <a:off x="5773777" y="4123418"/>
            <a:ext cx="28398" cy="28398"/>
          </a:xfrm>
          <a:prstGeom prst="ellipse">
            <a:avLst/>
          </a:prstGeom>
          <a:solidFill>
            <a:srgbClr val="7F8C97">
              <a:alpha val="48000"/>
            </a:srgbClr>
          </a:solidFill>
          <a:ln w="0">
            <a:noFill/>
            <a:prstDash val="solid"/>
          </a:ln>
        </p:spPr>
      </p:sp>
      <p:sp>
        <p:nvSpPr>
          <p:cNvPr id="2052" name="01_find_only_2051">
            <a:extLst>
              <a:ext uri="{FF2B5EF4-FFF2-40B4-BE49-F238E27FC236}">
                <a16:creationId xmlns:a16="http://schemas.microsoft.com/office/drawing/2014/main" id="{960A02E8-109D-4CFC-A565-338DF5542E4A}"/>
              </a:ext>
            </a:extLst>
          </p:cNvPr>
          <p:cNvSpPr>
            <a:spLocks noGrp="1"/>
          </p:cNvSpPr>
          <p:nvPr/>
        </p:nvSpPr>
        <p:spPr>
          <a:xfrm>
            <a:off x="5814696" y="2855402"/>
            <a:ext cx="28398" cy="28398"/>
          </a:xfrm>
          <a:prstGeom prst="ellipse">
            <a:avLst/>
          </a:prstGeom>
          <a:solidFill>
            <a:srgbClr val="7F8C97">
              <a:alpha val="48000"/>
            </a:srgbClr>
          </a:solidFill>
          <a:ln w="0">
            <a:noFill/>
            <a:prstDash val="solid"/>
          </a:ln>
        </p:spPr>
      </p:sp>
      <p:sp>
        <p:nvSpPr>
          <p:cNvPr id="2053" name="01_find_only_2052">
            <a:extLst>
              <a:ext uri="{FF2B5EF4-FFF2-40B4-BE49-F238E27FC236}">
                <a16:creationId xmlns:a16="http://schemas.microsoft.com/office/drawing/2014/main" id="{0BE1BD8E-9F73-41FB-B174-E6E9F1DE7B57}"/>
              </a:ext>
            </a:extLst>
          </p:cNvPr>
          <p:cNvSpPr>
            <a:spLocks noGrp="1"/>
          </p:cNvSpPr>
          <p:nvPr/>
        </p:nvSpPr>
        <p:spPr>
          <a:xfrm>
            <a:off x="5805062" y="3489410"/>
            <a:ext cx="28398" cy="28398"/>
          </a:xfrm>
          <a:prstGeom prst="ellipse">
            <a:avLst/>
          </a:prstGeom>
          <a:solidFill>
            <a:srgbClr val="7F8C97">
              <a:alpha val="48000"/>
            </a:srgbClr>
          </a:solidFill>
          <a:ln w="0">
            <a:noFill/>
            <a:prstDash val="solid"/>
          </a:ln>
        </p:spPr>
      </p:sp>
      <p:sp>
        <p:nvSpPr>
          <p:cNvPr id="2054" name="01_find_only_2053">
            <a:extLst>
              <a:ext uri="{FF2B5EF4-FFF2-40B4-BE49-F238E27FC236}">
                <a16:creationId xmlns:a16="http://schemas.microsoft.com/office/drawing/2014/main" id="{C70868C4-3904-4D27-8F36-465E2CE1882E}"/>
              </a:ext>
            </a:extLst>
          </p:cNvPr>
          <p:cNvSpPr>
            <a:spLocks noGrp="1"/>
          </p:cNvSpPr>
          <p:nvPr/>
        </p:nvSpPr>
        <p:spPr>
          <a:xfrm>
            <a:off x="5768531" y="3700746"/>
            <a:ext cx="28398" cy="28398"/>
          </a:xfrm>
          <a:prstGeom prst="ellipse">
            <a:avLst/>
          </a:prstGeom>
          <a:solidFill>
            <a:srgbClr val="7F8C97">
              <a:alpha val="48000"/>
            </a:srgbClr>
          </a:solidFill>
          <a:ln w="0">
            <a:noFill/>
            <a:prstDash val="solid"/>
          </a:ln>
        </p:spPr>
      </p:sp>
      <p:sp>
        <p:nvSpPr>
          <p:cNvPr id="2055" name="01_find_only_2054">
            <a:extLst>
              <a:ext uri="{FF2B5EF4-FFF2-40B4-BE49-F238E27FC236}">
                <a16:creationId xmlns:a16="http://schemas.microsoft.com/office/drawing/2014/main" id="{41B6D7EF-4AAF-424A-AFD6-19AFB00AB226}"/>
              </a:ext>
            </a:extLst>
          </p:cNvPr>
          <p:cNvSpPr>
            <a:spLocks noGrp="1"/>
          </p:cNvSpPr>
          <p:nvPr/>
        </p:nvSpPr>
        <p:spPr>
          <a:xfrm>
            <a:off x="5785795" y="3489410"/>
            <a:ext cx="28398" cy="28398"/>
          </a:xfrm>
          <a:prstGeom prst="ellipse">
            <a:avLst/>
          </a:prstGeom>
          <a:solidFill>
            <a:srgbClr val="7F8C97">
              <a:alpha val="48000"/>
            </a:srgbClr>
          </a:solidFill>
          <a:ln w="0">
            <a:noFill/>
            <a:prstDash val="solid"/>
          </a:ln>
        </p:spPr>
      </p:sp>
      <p:sp>
        <p:nvSpPr>
          <p:cNvPr id="2056" name="01_find_only_2055">
            <a:extLst>
              <a:ext uri="{FF2B5EF4-FFF2-40B4-BE49-F238E27FC236}">
                <a16:creationId xmlns:a16="http://schemas.microsoft.com/office/drawing/2014/main" id="{B7127D3C-7FD3-4F92-9E46-D01F244CD286}"/>
              </a:ext>
            </a:extLst>
          </p:cNvPr>
          <p:cNvSpPr>
            <a:spLocks noGrp="1"/>
          </p:cNvSpPr>
          <p:nvPr/>
        </p:nvSpPr>
        <p:spPr>
          <a:xfrm>
            <a:off x="5752030" y="4123418"/>
            <a:ext cx="28398" cy="28398"/>
          </a:xfrm>
          <a:prstGeom prst="ellipse">
            <a:avLst/>
          </a:prstGeom>
          <a:solidFill>
            <a:srgbClr val="7F8C97">
              <a:alpha val="48000"/>
            </a:srgbClr>
          </a:solidFill>
          <a:ln w="0">
            <a:noFill/>
            <a:prstDash val="solid"/>
          </a:ln>
        </p:spPr>
      </p:sp>
      <p:sp>
        <p:nvSpPr>
          <p:cNvPr id="2057" name="01_find_only_2056">
            <a:extLst>
              <a:ext uri="{FF2B5EF4-FFF2-40B4-BE49-F238E27FC236}">
                <a16:creationId xmlns:a16="http://schemas.microsoft.com/office/drawing/2014/main" id="{0E8361FD-A753-417B-9015-849FE37FF617}"/>
              </a:ext>
            </a:extLst>
          </p:cNvPr>
          <p:cNvSpPr>
            <a:spLocks noGrp="1"/>
          </p:cNvSpPr>
          <p:nvPr/>
        </p:nvSpPr>
        <p:spPr>
          <a:xfrm>
            <a:off x="6272823" y="3489410"/>
            <a:ext cx="28398" cy="28398"/>
          </a:xfrm>
          <a:prstGeom prst="ellipse">
            <a:avLst/>
          </a:prstGeom>
          <a:solidFill>
            <a:srgbClr val="7F8C97">
              <a:alpha val="48000"/>
            </a:srgbClr>
          </a:solidFill>
          <a:ln w="0">
            <a:noFill/>
            <a:prstDash val="solid"/>
          </a:ln>
        </p:spPr>
      </p:sp>
      <p:sp>
        <p:nvSpPr>
          <p:cNvPr id="2058" name="01_find_only_2057">
            <a:extLst>
              <a:ext uri="{FF2B5EF4-FFF2-40B4-BE49-F238E27FC236}">
                <a16:creationId xmlns:a16="http://schemas.microsoft.com/office/drawing/2014/main" id="{DF73F4C6-39C1-4249-A30B-FF8614CE28EF}"/>
              </a:ext>
            </a:extLst>
          </p:cNvPr>
          <p:cNvSpPr>
            <a:spLocks noGrp="1"/>
          </p:cNvSpPr>
          <p:nvPr/>
        </p:nvSpPr>
        <p:spPr>
          <a:xfrm>
            <a:off x="6254510" y="3912082"/>
            <a:ext cx="28398" cy="28398"/>
          </a:xfrm>
          <a:prstGeom prst="ellipse">
            <a:avLst/>
          </a:prstGeom>
          <a:solidFill>
            <a:srgbClr val="7F8C97">
              <a:alpha val="48000"/>
            </a:srgbClr>
          </a:solidFill>
          <a:ln w="0">
            <a:noFill/>
            <a:prstDash val="solid"/>
          </a:ln>
        </p:spPr>
      </p:sp>
      <p:sp>
        <p:nvSpPr>
          <p:cNvPr id="2059" name="01_find_only_2058">
            <a:extLst>
              <a:ext uri="{FF2B5EF4-FFF2-40B4-BE49-F238E27FC236}">
                <a16:creationId xmlns:a16="http://schemas.microsoft.com/office/drawing/2014/main" id="{5FCD3C17-B67D-420F-A768-8096B3B87E7C}"/>
              </a:ext>
            </a:extLst>
          </p:cNvPr>
          <p:cNvSpPr>
            <a:spLocks noGrp="1"/>
          </p:cNvSpPr>
          <p:nvPr/>
        </p:nvSpPr>
        <p:spPr>
          <a:xfrm>
            <a:off x="6269390" y="4123418"/>
            <a:ext cx="28398" cy="28398"/>
          </a:xfrm>
          <a:prstGeom prst="ellipse">
            <a:avLst/>
          </a:prstGeom>
          <a:solidFill>
            <a:srgbClr val="7F8C97">
              <a:alpha val="48000"/>
            </a:srgbClr>
          </a:solidFill>
          <a:ln w="0">
            <a:noFill/>
            <a:prstDash val="solid"/>
          </a:ln>
        </p:spPr>
      </p:sp>
      <p:sp>
        <p:nvSpPr>
          <p:cNvPr id="2060" name="01_find_only_2059">
            <a:extLst>
              <a:ext uri="{FF2B5EF4-FFF2-40B4-BE49-F238E27FC236}">
                <a16:creationId xmlns:a16="http://schemas.microsoft.com/office/drawing/2014/main" id="{DDF640D4-666C-4FFF-891A-81972771A5DF}"/>
              </a:ext>
            </a:extLst>
          </p:cNvPr>
          <p:cNvSpPr>
            <a:spLocks noGrp="1"/>
          </p:cNvSpPr>
          <p:nvPr/>
        </p:nvSpPr>
        <p:spPr>
          <a:xfrm>
            <a:off x="6269008" y="3700746"/>
            <a:ext cx="28398" cy="28398"/>
          </a:xfrm>
          <a:prstGeom prst="ellipse">
            <a:avLst/>
          </a:prstGeom>
          <a:solidFill>
            <a:srgbClr val="7F8C97">
              <a:alpha val="48000"/>
            </a:srgbClr>
          </a:solidFill>
          <a:ln w="0">
            <a:noFill/>
            <a:prstDash val="solid"/>
          </a:ln>
        </p:spPr>
      </p:sp>
      <p:sp>
        <p:nvSpPr>
          <p:cNvPr id="2061" name="01_find_only_2060">
            <a:extLst>
              <a:ext uri="{FF2B5EF4-FFF2-40B4-BE49-F238E27FC236}">
                <a16:creationId xmlns:a16="http://schemas.microsoft.com/office/drawing/2014/main" id="{27E79994-1E39-4802-861C-DF8B6526A245}"/>
              </a:ext>
            </a:extLst>
          </p:cNvPr>
          <p:cNvSpPr>
            <a:spLocks noGrp="1"/>
          </p:cNvSpPr>
          <p:nvPr/>
        </p:nvSpPr>
        <p:spPr>
          <a:xfrm>
            <a:off x="6285223" y="3172406"/>
            <a:ext cx="28398" cy="28398"/>
          </a:xfrm>
          <a:prstGeom prst="ellipse">
            <a:avLst/>
          </a:prstGeom>
          <a:solidFill>
            <a:srgbClr val="7F8C97">
              <a:alpha val="48000"/>
            </a:srgbClr>
          </a:solidFill>
          <a:ln w="0">
            <a:noFill/>
            <a:prstDash val="solid"/>
          </a:ln>
        </p:spPr>
      </p:sp>
      <p:sp>
        <p:nvSpPr>
          <p:cNvPr id="2062" name="01_find_only_2061">
            <a:extLst>
              <a:ext uri="{FF2B5EF4-FFF2-40B4-BE49-F238E27FC236}">
                <a16:creationId xmlns:a16="http://schemas.microsoft.com/office/drawing/2014/main" id="{46381BAB-E5EA-4A6D-B9B0-89E54863D56E}"/>
              </a:ext>
            </a:extLst>
          </p:cNvPr>
          <p:cNvSpPr>
            <a:spLocks noGrp="1"/>
          </p:cNvSpPr>
          <p:nvPr/>
        </p:nvSpPr>
        <p:spPr>
          <a:xfrm>
            <a:off x="6312979" y="3700746"/>
            <a:ext cx="28398" cy="28398"/>
          </a:xfrm>
          <a:prstGeom prst="ellipse">
            <a:avLst/>
          </a:prstGeom>
          <a:solidFill>
            <a:srgbClr val="7F8C97">
              <a:alpha val="48000"/>
            </a:srgbClr>
          </a:solidFill>
          <a:ln w="0">
            <a:noFill/>
            <a:prstDash val="solid"/>
          </a:ln>
        </p:spPr>
      </p:sp>
      <p:sp>
        <p:nvSpPr>
          <p:cNvPr id="2063" name="01_find_only_2062">
            <a:extLst>
              <a:ext uri="{FF2B5EF4-FFF2-40B4-BE49-F238E27FC236}">
                <a16:creationId xmlns:a16="http://schemas.microsoft.com/office/drawing/2014/main" id="{854CDC52-AC30-4C39-B626-620CFE3BAB0B}"/>
              </a:ext>
            </a:extLst>
          </p:cNvPr>
          <p:cNvSpPr>
            <a:spLocks noGrp="1"/>
          </p:cNvSpPr>
          <p:nvPr/>
        </p:nvSpPr>
        <p:spPr>
          <a:xfrm>
            <a:off x="6330434" y="3131764"/>
            <a:ext cx="28398" cy="28398"/>
          </a:xfrm>
          <a:prstGeom prst="ellipse">
            <a:avLst/>
          </a:prstGeom>
          <a:solidFill>
            <a:srgbClr val="7F8C97">
              <a:alpha val="48000"/>
            </a:srgbClr>
          </a:solidFill>
          <a:ln w="0">
            <a:noFill/>
            <a:prstDash val="solid"/>
          </a:ln>
        </p:spPr>
      </p:sp>
      <p:sp>
        <p:nvSpPr>
          <p:cNvPr id="2064" name="01_find_only_2063">
            <a:extLst>
              <a:ext uri="{FF2B5EF4-FFF2-40B4-BE49-F238E27FC236}">
                <a16:creationId xmlns:a16="http://schemas.microsoft.com/office/drawing/2014/main" id="{681820FF-F647-440F-A49F-F1E40856ADB2}"/>
              </a:ext>
            </a:extLst>
          </p:cNvPr>
          <p:cNvSpPr>
            <a:spLocks noGrp="1"/>
          </p:cNvSpPr>
          <p:nvPr/>
        </p:nvSpPr>
        <p:spPr>
          <a:xfrm>
            <a:off x="6259565" y="3278074"/>
            <a:ext cx="28398" cy="28398"/>
          </a:xfrm>
          <a:prstGeom prst="ellipse">
            <a:avLst/>
          </a:prstGeom>
          <a:solidFill>
            <a:srgbClr val="7F8C97">
              <a:alpha val="48000"/>
            </a:srgbClr>
          </a:solidFill>
          <a:ln w="0">
            <a:noFill/>
            <a:prstDash val="solid"/>
          </a:ln>
        </p:spPr>
      </p:sp>
      <p:sp>
        <p:nvSpPr>
          <p:cNvPr id="2065" name="01_find_only_2064">
            <a:extLst>
              <a:ext uri="{FF2B5EF4-FFF2-40B4-BE49-F238E27FC236}">
                <a16:creationId xmlns:a16="http://schemas.microsoft.com/office/drawing/2014/main" id="{DE827A5A-09B8-4C2A-9544-7D6020D91C68}"/>
              </a:ext>
            </a:extLst>
          </p:cNvPr>
          <p:cNvSpPr>
            <a:spLocks noGrp="1"/>
          </p:cNvSpPr>
          <p:nvPr/>
        </p:nvSpPr>
        <p:spPr>
          <a:xfrm>
            <a:off x="6303155" y="2855402"/>
            <a:ext cx="28398" cy="28398"/>
          </a:xfrm>
          <a:prstGeom prst="ellipse">
            <a:avLst/>
          </a:prstGeom>
          <a:solidFill>
            <a:srgbClr val="7F8C97">
              <a:alpha val="48000"/>
            </a:srgbClr>
          </a:solidFill>
          <a:ln w="0">
            <a:noFill/>
            <a:prstDash val="solid"/>
          </a:ln>
        </p:spPr>
      </p:sp>
      <p:sp>
        <p:nvSpPr>
          <p:cNvPr id="2066" name="01_find_only_2065">
            <a:extLst>
              <a:ext uri="{FF2B5EF4-FFF2-40B4-BE49-F238E27FC236}">
                <a16:creationId xmlns:a16="http://schemas.microsoft.com/office/drawing/2014/main" id="{3AC060AA-180B-4FC4-A9E6-6DCB8DF8C355}"/>
              </a:ext>
            </a:extLst>
          </p:cNvPr>
          <p:cNvSpPr>
            <a:spLocks noGrp="1"/>
          </p:cNvSpPr>
          <p:nvPr/>
        </p:nvSpPr>
        <p:spPr>
          <a:xfrm>
            <a:off x="6259851" y="4123418"/>
            <a:ext cx="28398" cy="28398"/>
          </a:xfrm>
          <a:prstGeom prst="ellipse">
            <a:avLst/>
          </a:prstGeom>
          <a:solidFill>
            <a:srgbClr val="7F8C97">
              <a:alpha val="48000"/>
            </a:srgbClr>
          </a:solidFill>
          <a:ln w="0">
            <a:noFill/>
            <a:prstDash val="solid"/>
          </a:ln>
        </p:spPr>
      </p:sp>
      <p:sp>
        <p:nvSpPr>
          <p:cNvPr id="2067" name="01_find_only_2066">
            <a:extLst>
              <a:ext uri="{FF2B5EF4-FFF2-40B4-BE49-F238E27FC236}">
                <a16:creationId xmlns:a16="http://schemas.microsoft.com/office/drawing/2014/main" id="{8A93D771-EB29-477A-9777-6B8BC9CBA3B9}"/>
              </a:ext>
            </a:extLst>
          </p:cNvPr>
          <p:cNvSpPr>
            <a:spLocks noGrp="1"/>
          </p:cNvSpPr>
          <p:nvPr/>
        </p:nvSpPr>
        <p:spPr>
          <a:xfrm>
            <a:off x="6249359" y="3489410"/>
            <a:ext cx="28398" cy="28398"/>
          </a:xfrm>
          <a:prstGeom prst="ellipse">
            <a:avLst/>
          </a:prstGeom>
          <a:solidFill>
            <a:srgbClr val="7F8C97">
              <a:alpha val="48000"/>
            </a:srgbClr>
          </a:solidFill>
          <a:ln w="0">
            <a:noFill/>
            <a:prstDash val="solid"/>
          </a:ln>
        </p:spPr>
      </p:sp>
      <p:sp>
        <p:nvSpPr>
          <p:cNvPr id="2068" name="01_find_only_2067">
            <a:extLst>
              <a:ext uri="{FF2B5EF4-FFF2-40B4-BE49-F238E27FC236}">
                <a16:creationId xmlns:a16="http://schemas.microsoft.com/office/drawing/2014/main" id="{12C34133-10A5-480B-8850-80E8D81F5D9B}"/>
              </a:ext>
            </a:extLst>
          </p:cNvPr>
          <p:cNvSpPr>
            <a:spLocks noGrp="1"/>
          </p:cNvSpPr>
          <p:nvPr/>
        </p:nvSpPr>
        <p:spPr>
          <a:xfrm>
            <a:off x="6322803" y="3330908"/>
            <a:ext cx="28398" cy="28398"/>
          </a:xfrm>
          <a:prstGeom prst="ellipse">
            <a:avLst/>
          </a:prstGeom>
          <a:solidFill>
            <a:srgbClr val="7F8C97">
              <a:alpha val="48000"/>
            </a:srgbClr>
          </a:solidFill>
          <a:ln w="0">
            <a:noFill/>
            <a:prstDash val="solid"/>
          </a:ln>
        </p:spPr>
      </p:sp>
      <p:sp>
        <p:nvSpPr>
          <p:cNvPr id="2069" name="01_find_only_2068">
            <a:extLst>
              <a:ext uri="{FF2B5EF4-FFF2-40B4-BE49-F238E27FC236}">
                <a16:creationId xmlns:a16="http://schemas.microsoft.com/office/drawing/2014/main" id="{838B93D1-BD62-4A43-BB0A-F1358FBDCD0B}"/>
              </a:ext>
            </a:extLst>
          </p:cNvPr>
          <p:cNvSpPr>
            <a:spLocks noGrp="1"/>
          </p:cNvSpPr>
          <p:nvPr/>
        </p:nvSpPr>
        <p:spPr>
          <a:xfrm>
            <a:off x="6342356" y="4123418"/>
            <a:ext cx="28398" cy="28398"/>
          </a:xfrm>
          <a:prstGeom prst="ellipse">
            <a:avLst/>
          </a:prstGeom>
          <a:solidFill>
            <a:srgbClr val="7F8C97">
              <a:alpha val="48000"/>
            </a:srgbClr>
          </a:solidFill>
          <a:ln w="0">
            <a:noFill/>
            <a:prstDash val="solid"/>
          </a:ln>
        </p:spPr>
      </p:sp>
      <p:sp>
        <p:nvSpPr>
          <p:cNvPr id="2070" name="01_find_only_2069">
            <a:extLst>
              <a:ext uri="{FF2B5EF4-FFF2-40B4-BE49-F238E27FC236}">
                <a16:creationId xmlns:a16="http://schemas.microsoft.com/office/drawing/2014/main" id="{748BA189-BA59-447C-A5D7-B097225D4CF4}"/>
              </a:ext>
            </a:extLst>
          </p:cNvPr>
          <p:cNvSpPr>
            <a:spLocks noGrp="1"/>
          </p:cNvSpPr>
          <p:nvPr/>
        </p:nvSpPr>
        <p:spPr>
          <a:xfrm>
            <a:off x="6284937" y="4123418"/>
            <a:ext cx="28398" cy="28398"/>
          </a:xfrm>
          <a:prstGeom prst="ellipse">
            <a:avLst/>
          </a:prstGeom>
          <a:solidFill>
            <a:srgbClr val="7F8C97">
              <a:alpha val="48000"/>
            </a:srgbClr>
          </a:solidFill>
          <a:ln w="0">
            <a:noFill/>
            <a:prstDash val="solid"/>
          </a:ln>
        </p:spPr>
      </p:sp>
      <p:sp>
        <p:nvSpPr>
          <p:cNvPr id="2071" name="01_find_only_2070">
            <a:extLst>
              <a:ext uri="{FF2B5EF4-FFF2-40B4-BE49-F238E27FC236}">
                <a16:creationId xmlns:a16="http://schemas.microsoft.com/office/drawing/2014/main" id="{FE1BE3E3-04DF-483F-A4A3-516174FB99F6}"/>
              </a:ext>
            </a:extLst>
          </p:cNvPr>
          <p:cNvSpPr>
            <a:spLocks noGrp="1"/>
          </p:cNvSpPr>
          <p:nvPr/>
        </p:nvSpPr>
        <p:spPr>
          <a:xfrm>
            <a:off x="6337206" y="2855402"/>
            <a:ext cx="28398" cy="28398"/>
          </a:xfrm>
          <a:prstGeom prst="ellipse">
            <a:avLst/>
          </a:prstGeom>
          <a:solidFill>
            <a:srgbClr val="7F8C97">
              <a:alpha val="48000"/>
            </a:srgbClr>
          </a:solidFill>
          <a:ln w="0">
            <a:noFill/>
            <a:prstDash val="solid"/>
          </a:ln>
        </p:spPr>
      </p:sp>
      <p:sp>
        <p:nvSpPr>
          <p:cNvPr id="2072" name="01_find_only_2071">
            <a:extLst>
              <a:ext uri="{FF2B5EF4-FFF2-40B4-BE49-F238E27FC236}">
                <a16:creationId xmlns:a16="http://schemas.microsoft.com/office/drawing/2014/main" id="{B55090E7-7384-4F02-A116-A8C2CE05AFE8}"/>
              </a:ext>
            </a:extLst>
          </p:cNvPr>
          <p:cNvSpPr>
            <a:spLocks noGrp="1"/>
          </p:cNvSpPr>
          <p:nvPr/>
        </p:nvSpPr>
        <p:spPr>
          <a:xfrm>
            <a:off x="6269294" y="3207629"/>
            <a:ext cx="28398" cy="28398"/>
          </a:xfrm>
          <a:prstGeom prst="ellipse">
            <a:avLst/>
          </a:prstGeom>
          <a:solidFill>
            <a:srgbClr val="7F8C97">
              <a:alpha val="48000"/>
            </a:srgbClr>
          </a:solidFill>
          <a:ln w="0">
            <a:noFill/>
            <a:prstDash val="solid"/>
          </a:ln>
        </p:spPr>
      </p:sp>
      <p:sp>
        <p:nvSpPr>
          <p:cNvPr id="2073" name="01_find_only_2072">
            <a:extLst>
              <a:ext uri="{FF2B5EF4-FFF2-40B4-BE49-F238E27FC236}">
                <a16:creationId xmlns:a16="http://schemas.microsoft.com/office/drawing/2014/main" id="{A6A61D7A-14D1-46EC-BF51-6E46D34FFCA7}"/>
              </a:ext>
            </a:extLst>
          </p:cNvPr>
          <p:cNvSpPr>
            <a:spLocks noGrp="1"/>
          </p:cNvSpPr>
          <p:nvPr/>
        </p:nvSpPr>
        <p:spPr>
          <a:xfrm>
            <a:off x="6287417" y="4123418"/>
            <a:ext cx="28398" cy="28398"/>
          </a:xfrm>
          <a:prstGeom prst="ellipse">
            <a:avLst/>
          </a:prstGeom>
          <a:solidFill>
            <a:srgbClr val="7F8C97">
              <a:alpha val="48000"/>
            </a:srgbClr>
          </a:solidFill>
          <a:ln w="0">
            <a:noFill/>
            <a:prstDash val="solid"/>
          </a:ln>
        </p:spPr>
      </p:sp>
      <p:sp>
        <p:nvSpPr>
          <p:cNvPr id="2074" name="01_find_only_2073">
            <a:extLst>
              <a:ext uri="{FF2B5EF4-FFF2-40B4-BE49-F238E27FC236}">
                <a16:creationId xmlns:a16="http://schemas.microsoft.com/office/drawing/2014/main" id="{969DE776-9D0D-4079-A891-A3DC8253BB84}"/>
              </a:ext>
            </a:extLst>
          </p:cNvPr>
          <p:cNvSpPr>
            <a:spLocks noGrp="1"/>
          </p:cNvSpPr>
          <p:nvPr/>
        </p:nvSpPr>
        <p:spPr>
          <a:xfrm>
            <a:off x="6315840" y="3679612"/>
            <a:ext cx="28398" cy="28398"/>
          </a:xfrm>
          <a:prstGeom prst="ellipse">
            <a:avLst/>
          </a:prstGeom>
          <a:solidFill>
            <a:srgbClr val="7F8C97">
              <a:alpha val="48000"/>
            </a:srgbClr>
          </a:solidFill>
          <a:ln w="0">
            <a:noFill/>
            <a:prstDash val="solid"/>
          </a:ln>
        </p:spPr>
      </p:sp>
      <p:sp>
        <p:nvSpPr>
          <p:cNvPr id="2075" name="01_find_only_2074">
            <a:extLst>
              <a:ext uri="{FF2B5EF4-FFF2-40B4-BE49-F238E27FC236}">
                <a16:creationId xmlns:a16="http://schemas.microsoft.com/office/drawing/2014/main" id="{7F34A1EF-F94C-4F18-B0E4-E5B90C91CE33}"/>
              </a:ext>
            </a:extLst>
          </p:cNvPr>
          <p:cNvSpPr>
            <a:spLocks noGrp="1"/>
          </p:cNvSpPr>
          <p:nvPr/>
        </p:nvSpPr>
        <p:spPr>
          <a:xfrm>
            <a:off x="6332914" y="4123418"/>
            <a:ext cx="28398" cy="28398"/>
          </a:xfrm>
          <a:prstGeom prst="ellipse">
            <a:avLst/>
          </a:prstGeom>
          <a:solidFill>
            <a:srgbClr val="7F8C97">
              <a:alpha val="48000"/>
            </a:srgbClr>
          </a:solidFill>
          <a:ln w="0">
            <a:noFill/>
            <a:prstDash val="solid"/>
          </a:ln>
        </p:spPr>
      </p:sp>
      <p:sp>
        <p:nvSpPr>
          <p:cNvPr id="2076" name="01_find_only_2075">
            <a:extLst>
              <a:ext uri="{FF2B5EF4-FFF2-40B4-BE49-F238E27FC236}">
                <a16:creationId xmlns:a16="http://schemas.microsoft.com/office/drawing/2014/main" id="{A914E7A9-300C-46C1-B2E6-F5BEABF8263E}"/>
              </a:ext>
            </a:extLst>
          </p:cNvPr>
          <p:cNvSpPr>
            <a:spLocks noGrp="1"/>
          </p:cNvSpPr>
          <p:nvPr/>
        </p:nvSpPr>
        <p:spPr>
          <a:xfrm>
            <a:off x="6342166" y="4123418"/>
            <a:ext cx="28398" cy="28398"/>
          </a:xfrm>
          <a:prstGeom prst="ellipse">
            <a:avLst/>
          </a:prstGeom>
          <a:solidFill>
            <a:srgbClr val="7F8C97">
              <a:alpha val="48000"/>
            </a:srgbClr>
          </a:solidFill>
          <a:ln w="0">
            <a:noFill/>
            <a:prstDash val="solid"/>
          </a:ln>
        </p:spPr>
      </p:sp>
      <p:sp>
        <p:nvSpPr>
          <p:cNvPr id="2077" name="01_find_only_2076">
            <a:extLst>
              <a:ext uri="{FF2B5EF4-FFF2-40B4-BE49-F238E27FC236}">
                <a16:creationId xmlns:a16="http://schemas.microsoft.com/office/drawing/2014/main" id="{59242354-6E4D-4481-B6BB-30525AB51495}"/>
              </a:ext>
            </a:extLst>
          </p:cNvPr>
          <p:cNvSpPr>
            <a:spLocks noGrp="1"/>
          </p:cNvSpPr>
          <p:nvPr/>
        </p:nvSpPr>
        <p:spPr>
          <a:xfrm>
            <a:off x="6309259" y="4123418"/>
            <a:ext cx="28398" cy="28398"/>
          </a:xfrm>
          <a:prstGeom prst="ellipse">
            <a:avLst/>
          </a:prstGeom>
          <a:solidFill>
            <a:srgbClr val="7F8C97">
              <a:alpha val="48000"/>
            </a:srgbClr>
          </a:solidFill>
          <a:ln w="0">
            <a:noFill/>
            <a:prstDash val="solid"/>
          </a:ln>
        </p:spPr>
      </p:sp>
      <p:sp>
        <p:nvSpPr>
          <p:cNvPr id="2078" name="01_find_only_2077">
            <a:extLst>
              <a:ext uri="{FF2B5EF4-FFF2-40B4-BE49-F238E27FC236}">
                <a16:creationId xmlns:a16="http://schemas.microsoft.com/office/drawing/2014/main" id="{254D72F2-57CA-400A-8FBD-96A67A547275}"/>
              </a:ext>
            </a:extLst>
          </p:cNvPr>
          <p:cNvSpPr>
            <a:spLocks noGrp="1"/>
          </p:cNvSpPr>
          <p:nvPr/>
        </p:nvSpPr>
        <p:spPr>
          <a:xfrm>
            <a:off x="6252698" y="3522779"/>
            <a:ext cx="28398" cy="28398"/>
          </a:xfrm>
          <a:prstGeom prst="ellipse">
            <a:avLst/>
          </a:prstGeom>
          <a:solidFill>
            <a:srgbClr val="7F8C97">
              <a:alpha val="48000"/>
            </a:srgbClr>
          </a:solidFill>
          <a:ln w="0">
            <a:noFill/>
            <a:prstDash val="solid"/>
          </a:ln>
        </p:spPr>
      </p:sp>
      <p:sp>
        <p:nvSpPr>
          <p:cNvPr id="2079" name="01_find_only_2078">
            <a:extLst>
              <a:ext uri="{FF2B5EF4-FFF2-40B4-BE49-F238E27FC236}">
                <a16:creationId xmlns:a16="http://schemas.microsoft.com/office/drawing/2014/main" id="{7DE71AD8-BBC8-4C76-BACB-E1075B54D997}"/>
              </a:ext>
            </a:extLst>
          </p:cNvPr>
          <p:cNvSpPr>
            <a:spLocks noGrp="1"/>
          </p:cNvSpPr>
          <p:nvPr/>
        </p:nvSpPr>
        <p:spPr>
          <a:xfrm>
            <a:off x="6266814" y="4123418"/>
            <a:ext cx="28398" cy="28398"/>
          </a:xfrm>
          <a:prstGeom prst="ellipse">
            <a:avLst/>
          </a:prstGeom>
          <a:solidFill>
            <a:srgbClr val="7F8C97">
              <a:alpha val="48000"/>
            </a:srgbClr>
          </a:solidFill>
          <a:ln w="0">
            <a:noFill/>
            <a:prstDash val="solid"/>
          </a:ln>
        </p:spPr>
      </p:sp>
      <p:sp>
        <p:nvSpPr>
          <p:cNvPr id="2080" name="01_find_only_2079">
            <a:extLst>
              <a:ext uri="{FF2B5EF4-FFF2-40B4-BE49-F238E27FC236}">
                <a16:creationId xmlns:a16="http://schemas.microsoft.com/office/drawing/2014/main" id="{0B6FB361-2C96-4160-8298-836B598BC02E}"/>
              </a:ext>
            </a:extLst>
          </p:cNvPr>
          <p:cNvSpPr>
            <a:spLocks noGrp="1"/>
          </p:cNvSpPr>
          <p:nvPr/>
        </p:nvSpPr>
        <p:spPr>
          <a:xfrm>
            <a:off x="6273014" y="4123418"/>
            <a:ext cx="28398" cy="28398"/>
          </a:xfrm>
          <a:prstGeom prst="ellipse">
            <a:avLst/>
          </a:prstGeom>
          <a:solidFill>
            <a:srgbClr val="7F8C97">
              <a:alpha val="48000"/>
            </a:srgbClr>
          </a:solidFill>
          <a:ln w="0">
            <a:noFill/>
            <a:prstDash val="solid"/>
          </a:ln>
        </p:spPr>
      </p:sp>
      <p:sp>
        <p:nvSpPr>
          <p:cNvPr id="2081" name="01_find_only_2080">
            <a:extLst>
              <a:ext uri="{FF2B5EF4-FFF2-40B4-BE49-F238E27FC236}">
                <a16:creationId xmlns:a16="http://schemas.microsoft.com/office/drawing/2014/main" id="{AF6DC1EB-E97A-4210-9743-FDFC47FD31F4}"/>
              </a:ext>
            </a:extLst>
          </p:cNvPr>
          <p:cNvSpPr>
            <a:spLocks noGrp="1"/>
          </p:cNvSpPr>
          <p:nvPr/>
        </p:nvSpPr>
        <p:spPr>
          <a:xfrm>
            <a:off x="6252507" y="4088195"/>
            <a:ext cx="28398" cy="28398"/>
          </a:xfrm>
          <a:prstGeom prst="ellipse">
            <a:avLst/>
          </a:prstGeom>
          <a:solidFill>
            <a:srgbClr val="7F8C97">
              <a:alpha val="48000"/>
            </a:srgbClr>
          </a:solidFill>
          <a:ln w="0">
            <a:noFill/>
            <a:prstDash val="solid"/>
          </a:ln>
        </p:spPr>
      </p:sp>
      <p:sp>
        <p:nvSpPr>
          <p:cNvPr id="2082" name="01_find_only_2081">
            <a:extLst>
              <a:ext uri="{FF2B5EF4-FFF2-40B4-BE49-F238E27FC236}">
                <a16:creationId xmlns:a16="http://schemas.microsoft.com/office/drawing/2014/main" id="{8DA66256-ED40-4D36-AB13-4F87135409ED}"/>
              </a:ext>
            </a:extLst>
          </p:cNvPr>
          <p:cNvSpPr>
            <a:spLocks noGrp="1"/>
          </p:cNvSpPr>
          <p:nvPr/>
        </p:nvSpPr>
        <p:spPr>
          <a:xfrm>
            <a:off x="6251935" y="3362608"/>
            <a:ext cx="28398" cy="28398"/>
          </a:xfrm>
          <a:prstGeom prst="ellipse">
            <a:avLst/>
          </a:prstGeom>
          <a:solidFill>
            <a:srgbClr val="7F8C97">
              <a:alpha val="48000"/>
            </a:srgbClr>
          </a:solidFill>
          <a:ln w="0">
            <a:noFill/>
            <a:prstDash val="solid"/>
          </a:ln>
        </p:spPr>
      </p:sp>
      <p:sp>
        <p:nvSpPr>
          <p:cNvPr id="2083" name="01_find_only_2082">
            <a:extLst>
              <a:ext uri="{FF2B5EF4-FFF2-40B4-BE49-F238E27FC236}">
                <a16:creationId xmlns:a16="http://schemas.microsoft.com/office/drawing/2014/main" id="{25A24491-955A-40CF-A900-6903F1AA3103}"/>
              </a:ext>
            </a:extLst>
          </p:cNvPr>
          <p:cNvSpPr>
            <a:spLocks noGrp="1"/>
          </p:cNvSpPr>
          <p:nvPr/>
        </p:nvSpPr>
        <p:spPr>
          <a:xfrm>
            <a:off x="6270439" y="2855402"/>
            <a:ext cx="28398" cy="28398"/>
          </a:xfrm>
          <a:prstGeom prst="ellipse">
            <a:avLst/>
          </a:prstGeom>
          <a:solidFill>
            <a:srgbClr val="7F8C97">
              <a:alpha val="48000"/>
            </a:srgbClr>
          </a:solidFill>
          <a:ln w="0">
            <a:noFill/>
            <a:prstDash val="solid"/>
          </a:ln>
        </p:spPr>
      </p:sp>
      <p:sp>
        <p:nvSpPr>
          <p:cNvPr id="2084" name="01_find_only_2083">
            <a:extLst>
              <a:ext uri="{FF2B5EF4-FFF2-40B4-BE49-F238E27FC236}">
                <a16:creationId xmlns:a16="http://schemas.microsoft.com/office/drawing/2014/main" id="{77F5B275-C382-4570-BB20-08606745C72C}"/>
              </a:ext>
            </a:extLst>
          </p:cNvPr>
          <p:cNvSpPr>
            <a:spLocks noGrp="1"/>
          </p:cNvSpPr>
          <p:nvPr/>
        </p:nvSpPr>
        <p:spPr>
          <a:xfrm>
            <a:off x="6306398" y="3489410"/>
            <a:ext cx="28398" cy="28398"/>
          </a:xfrm>
          <a:prstGeom prst="ellipse">
            <a:avLst/>
          </a:prstGeom>
          <a:solidFill>
            <a:srgbClr val="7F8C97">
              <a:alpha val="48000"/>
            </a:srgbClr>
          </a:solidFill>
          <a:ln w="0">
            <a:noFill/>
            <a:prstDash val="solid"/>
          </a:ln>
        </p:spPr>
      </p:sp>
      <p:sp>
        <p:nvSpPr>
          <p:cNvPr id="2085" name="01_find_only_2084">
            <a:extLst>
              <a:ext uri="{FF2B5EF4-FFF2-40B4-BE49-F238E27FC236}">
                <a16:creationId xmlns:a16="http://schemas.microsoft.com/office/drawing/2014/main" id="{215F647D-6445-484A-8ADB-52FC272C5EA2}"/>
              </a:ext>
            </a:extLst>
          </p:cNvPr>
          <p:cNvSpPr>
            <a:spLocks noGrp="1"/>
          </p:cNvSpPr>
          <p:nvPr/>
        </p:nvSpPr>
        <p:spPr>
          <a:xfrm>
            <a:off x="6265383" y="4123418"/>
            <a:ext cx="28398" cy="28398"/>
          </a:xfrm>
          <a:prstGeom prst="ellipse">
            <a:avLst/>
          </a:prstGeom>
          <a:solidFill>
            <a:srgbClr val="7F8C97">
              <a:alpha val="48000"/>
            </a:srgbClr>
          </a:solidFill>
          <a:ln w="0">
            <a:noFill/>
            <a:prstDash val="solid"/>
          </a:ln>
        </p:spPr>
      </p:sp>
      <p:sp>
        <p:nvSpPr>
          <p:cNvPr id="2086" name="01_find_only_2085">
            <a:extLst>
              <a:ext uri="{FF2B5EF4-FFF2-40B4-BE49-F238E27FC236}">
                <a16:creationId xmlns:a16="http://schemas.microsoft.com/office/drawing/2014/main" id="{81B47249-C583-4CC1-B9BF-7C439CC9137C}"/>
              </a:ext>
            </a:extLst>
          </p:cNvPr>
          <p:cNvSpPr>
            <a:spLocks noGrp="1"/>
          </p:cNvSpPr>
          <p:nvPr/>
        </p:nvSpPr>
        <p:spPr>
          <a:xfrm>
            <a:off x="6293998" y="4123418"/>
            <a:ext cx="28398" cy="28398"/>
          </a:xfrm>
          <a:prstGeom prst="ellipse">
            <a:avLst/>
          </a:prstGeom>
          <a:solidFill>
            <a:srgbClr val="7F8C97">
              <a:alpha val="48000"/>
            </a:srgbClr>
          </a:solidFill>
          <a:ln w="0">
            <a:noFill/>
            <a:prstDash val="solid"/>
          </a:ln>
        </p:spPr>
      </p:sp>
      <p:sp>
        <p:nvSpPr>
          <p:cNvPr id="2087" name="01_find_only_2086">
            <a:extLst>
              <a:ext uri="{FF2B5EF4-FFF2-40B4-BE49-F238E27FC236}">
                <a16:creationId xmlns:a16="http://schemas.microsoft.com/office/drawing/2014/main" id="{31D3038D-59E4-45DA-B410-18625F3E3179}"/>
              </a:ext>
            </a:extLst>
          </p:cNvPr>
          <p:cNvSpPr>
            <a:spLocks noGrp="1"/>
          </p:cNvSpPr>
          <p:nvPr/>
        </p:nvSpPr>
        <p:spPr>
          <a:xfrm>
            <a:off x="6283888" y="4123418"/>
            <a:ext cx="28398" cy="28398"/>
          </a:xfrm>
          <a:prstGeom prst="ellipse">
            <a:avLst/>
          </a:prstGeom>
          <a:solidFill>
            <a:srgbClr val="7F8C97">
              <a:alpha val="48000"/>
            </a:srgbClr>
          </a:solidFill>
          <a:ln w="0">
            <a:noFill/>
            <a:prstDash val="solid"/>
          </a:ln>
        </p:spPr>
      </p:sp>
      <p:sp>
        <p:nvSpPr>
          <p:cNvPr id="2088" name="01_find_only_2087">
            <a:extLst>
              <a:ext uri="{FF2B5EF4-FFF2-40B4-BE49-F238E27FC236}">
                <a16:creationId xmlns:a16="http://schemas.microsoft.com/office/drawing/2014/main" id="{0F72C03F-F0B4-4805-9AD5-FABC57CD9178}"/>
              </a:ext>
            </a:extLst>
          </p:cNvPr>
          <p:cNvSpPr>
            <a:spLocks noGrp="1"/>
          </p:cNvSpPr>
          <p:nvPr/>
        </p:nvSpPr>
        <p:spPr>
          <a:xfrm>
            <a:off x="6331197" y="4123418"/>
            <a:ext cx="28398" cy="28398"/>
          </a:xfrm>
          <a:prstGeom prst="ellipse">
            <a:avLst/>
          </a:prstGeom>
          <a:solidFill>
            <a:srgbClr val="7F8C97">
              <a:alpha val="48000"/>
            </a:srgbClr>
          </a:solidFill>
          <a:ln w="0">
            <a:noFill/>
            <a:prstDash val="solid"/>
          </a:ln>
        </p:spPr>
      </p:sp>
      <p:sp>
        <p:nvSpPr>
          <p:cNvPr id="2089" name="01_find_only_2088">
            <a:extLst>
              <a:ext uri="{FF2B5EF4-FFF2-40B4-BE49-F238E27FC236}">
                <a16:creationId xmlns:a16="http://schemas.microsoft.com/office/drawing/2014/main" id="{7EFEFD5D-6245-4838-9A95-0C917ECD5FF5}"/>
              </a:ext>
            </a:extLst>
          </p:cNvPr>
          <p:cNvSpPr>
            <a:spLocks noGrp="1"/>
          </p:cNvSpPr>
          <p:nvPr/>
        </p:nvSpPr>
        <p:spPr>
          <a:xfrm>
            <a:off x="6274445" y="4092740"/>
            <a:ext cx="28398" cy="28398"/>
          </a:xfrm>
          <a:prstGeom prst="ellipse">
            <a:avLst/>
          </a:prstGeom>
          <a:solidFill>
            <a:srgbClr val="7F8C97">
              <a:alpha val="48000"/>
            </a:srgbClr>
          </a:solidFill>
          <a:ln w="0">
            <a:noFill/>
            <a:prstDash val="solid"/>
          </a:ln>
        </p:spPr>
      </p:sp>
      <p:sp>
        <p:nvSpPr>
          <p:cNvPr id="2090" name="01_find_only_2089">
            <a:extLst>
              <a:ext uri="{FF2B5EF4-FFF2-40B4-BE49-F238E27FC236}">
                <a16:creationId xmlns:a16="http://schemas.microsoft.com/office/drawing/2014/main" id="{4AD08F63-E09B-4047-9D1F-CCC61602AE4F}"/>
              </a:ext>
            </a:extLst>
          </p:cNvPr>
          <p:cNvSpPr>
            <a:spLocks noGrp="1"/>
          </p:cNvSpPr>
          <p:nvPr/>
        </p:nvSpPr>
        <p:spPr>
          <a:xfrm>
            <a:off x="6313647" y="4123418"/>
            <a:ext cx="28398" cy="28398"/>
          </a:xfrm>
          <a:prstGeom prst="ellipse">
            <a:avLst/>
          </a:prstGeom>
          <a:solidFill>
            <a:srgbClr val="7F8C97">
              <a:alpha val="48000"/>
            </a:srgbClr>
          </a:solidFill>
          <a:ln w="0">
            <a:noFill/>
            <a:prstDash val="solid"/>
          </a:ln>
        </p:spPr>
      </p:sp>
      <p:sp>
        <p:nvSpPr>
          <p:cNvPr id="2091" name="01_find_only_2090">
            <a:extLst>
              <a:ext uri="{FF2B5EF4-FFF2-40B4-BE49-F238E27FC236}">
                <a16:creationId xmlns:a16="http://schemas.microsoft.com/office/drawing/2014/main" id="{FB59BC64-0BB4-4676-B71B-1CF65C9E1AF3}"/>
              </a:ext>
            </a:extLst>
          </p:cNvPr>
          <p:cNvSpPr>
            <a:spLocks noGrp="1"/>
          </p:cNvSpPr>
          <p:nvPr/>
        </p:nvSpPr>
        <p:spPr>
          <a:xfrm>
            <a:off x="6316031" y="2855402"/>
            <a:ext cx="28398" cy="28398"/>
          </a:xfrm>
          <a:prstGeom prst="ellipse">
            <a:avLst/>
          </a:prstGeom>
          <a:solidFill>
            <a:srgbClr val="7F8C97">
              <a:alpha val="48000"/>
            </a:srgbClr>
          </a:solidFill>
          <a:ln w="0">
            <a:noFill/>
            <a:prstDash val="solid"/>
          </a:ln>
        </p:spPr>
      </p:sp>
      <p:sp>
        <p:nvSpPr>
          <p:cNvPr id="2092" name="01_find_only_2091">
            <a:extLst>
              <a:ext uri="{FF2B5EF4-FFF2-40B4-BE49-F238E27FC236}">
                <a16:creationId xmlns:a16="http://schemas.microsoft.com/office/drawing/2014/main" id="{67455637-A2EA-414E-9883-E96583D930EE}"/>
              </a:ext>
            </a:extLst>
          </p:cNvPr>
          <p:cNvSpPr>
            <a:spLocks noGrp="1"/>
          </p:cNvSpPr>
          <p:nvPr/>
        </p:nvSpPr>
        <p:spPr>
          <a:xfrm>
            <a:off x="6252221" y="3489410"/>
            <a:ext cx="28398" cy="28398"/>
          </a:xfrm>
          <a:prstGeom prst="ellipse">
            <a:avLst/>
          </a:prstGeom>
          <a:solidFill>
            <a:srgbClr val="7F8C97">
              <a:alpha val="48000"/>
            </a:srgbClr>
          </a:solidFill>
          <a:ln w="0">
            <a:noFill/>
            <a:prstDash val="solid"/>
          </a:ln>
        </p:spPr>
      </p:sp>
      <p:sp>
        <p:nvSpPr>
          <p:cNvPr id="2093" name="01_find_only_2092">
            <a:extLst>
              <a:ext uri="{FF2B5EF4-FFF2-40B4-BE49-F238E27FC236}">
                <a16:creationId xmlns:a16="http://schemas.microsoft.com/office/drawing/2014/main" id="{D41F855A-52F3-4870-BC99-1504393FFEC9}"/>
              </a:ext>
            </a:extLst>
          </p:cNvPr>
          <p:cNvSpPr>
            <a:spLocks noGrp="1"/>
          </p:cNvSpPr>
          <p:nvPr/>
        </p:nvSpPr>
        <p:spPr>
          <a:xfrm>
            <a:off x="6329957" y="4123418"/>
            <a:ext cx="28398" cy="28398"/>
          </a:xfrm>
          <a:prstGeom prst="ellipse">
            <a:avLst/>
          </a:prstGeom>
          <a:solidFill>
            <a:srgbClr val="7F8C97">
              <a:alpha val="48000"/>
            </a:srgbClr>
          </a:solidFill>
          <a:ln w="0">
            <a:noFill/>
            <a:prstDash val="solid"/>
          </a:ln>
        </p:spPr>
      </p:sp>
      <p:sp>
        <p:nvSpPr>
          <p:cNvPr id="2094" name="01_find_only_2093">
            <a:extLst>
              <a:ext uri="{FF2B5EF4-FFF2-40B4-BE49-F238E27FC236}">
                <a16:creationId xmlns:a16="http://schemas.microsoft.com/office/drawing/2014/main" id="{258C7519-3D80-478F-A1C8-19F6B9F8DCA4}"/>
              </a:ext>
            </a:extLst>
          </p:cNvPr>
          <p:cNvSpPr>
            <a:spLocks noGrp="1"/>
          </p:cNvSpPr>
          <p:nvPr/>
        </p:nvSpPr>
        <p:spPr>
          <a:xfrm>
            <a:off x="6249932" y="4123418"/>
            <a:ext cx="28398" cy="28398"/>
          </a:xfrm>
          <a:prstGeom prst="ellipse">
            <a:avLst/>
          </a:prstGeom>
          <a:solidFill>
            <a:srgbClr val="7F8C97">
              <a:alpha val="48000"/>
            </a:srgbClr>
          </a:solidFill>
          <a:ln w="0">
            <a:noFill/>
            <a:prstDash val="solid"/>
          </a:ln>
        </p:spPr>
      </p:sp>
      <p:sp>
        <p:nvSpPr>
          <p:cNvPr id="2095" name="01_find_only_2094">
            <a:extLst>
              <a:ext uri="{FF2B5EF4-FFF2-40B4-BE49-F238E27FC236}">
                <a16:creationId xmlns:a16="http://schemas.microsoft.com/office/drawing/2014/main" id="{36FC8440-89E5-46FE-914F-2E3D1BA7E016}"/>
              </a:ext>
            </a:extLst>
          </p:cNvPr>
          <p:cNvSpPr>
            <a:spLocks noGrp="1"/>
          </p:cNvSpPr>
          <p:nvPr/>
        </p:nvSpPr>
        <p:spPr>
          <a:xfrm>
            <a:off x="6329766" y="4123418"/>
            <a:ext cx="28398" cy="28398"/>
          </a:xfrm>
          <a:prstGeom prst="ellipse">
            <a:avLst/>
          </a:prstGeom>
          <a:solidFill>
            <a:srgbClr val="7F8C97">
              <a:alpha val="48000"/>
            </a:srgbClr>
          </a:solidFill>
          <a:ln w="0">
            <a:noFill/>
            <a:prstDash val="solid"/>
          </a:ln>
        </p:spPr>
      </p:sp>
      <p:sp>
        <p:nvSpPr>
          <p:cNvPr id="2096" name="01_find_only_2095">
            <a:extLst>
              <a:ext uri="{FF2B5EF4-FFF2-40B4-BE49-F238E27FC236}">
                <a16:creationId xmlns:a16="http://schemas.microsoft.com/office/drawing/2014/main" id="{35E1AC06-F4D0-4AFF-B566-ADECA18F2A6B}"/>
              </a:ext>
            </a:extLst>
          </p:cNvPr>
          <p:cNvSpPr>
            <a:spLocks noGrp="1"/>
          </p:cNvSpPr>
          <p:nvPr/>
        </p:nvSpPr>
        <p:spPr>
          <a:xfrm>
            <a:off x="6339018" y="4123418"/>
            <a:ext cx="28398" cy="28398"/>
          </a:xfrm>
          <a:prstGeom prst="ellipse">
            <a:avLst/>
          </a:prstGeom>
          <a:solidFill>
            <a:srgbClr val="7F8C97">
              <a:alpha val="48000"/>
            </a:srgbClr>
          </a:solidFill>
          <a:ln w="0">
            <a:noFill/>
            <a:prstDash val="solid"/>
          </a:ln>
        </p:spPr>
      </p:sp>
      <p:sp>
        <p:nvSpPr>
          <p:cNvPr id="2097" name="01_find_only_2096">
            <a:extLst>
              <a:ext uri="{FF2B5EF4-FFF2-40B4-BE49-F238E27FC236}">
                <a16:creationId xmlns:a16="http://schemas.microsoft.com/office/drawing/2014/main" id="{1C408C6A-080B-4884-A340-E8B75B26B43B}"/>
              </a:ext>
            </a:extLst>
          </p:cNvPr>
          <p:cNvSpPr>
            <a:spLocks noGrp="1"/>
          </p:cNvSpPr>
          <p:nvPr/>
        </p:nvSpPr>
        <p:spPr>
          <a:xfrm>
            <a:off x="6306970" y="4123418"/>
            <a:ext cx="28398" cy="28398"/>
          </a:xfrm>
          <a:prstGeom prst="ellipse">
            <a:avLst/>
          </a:prstGeom>
          <a:solidFill>
            <a:srgbClr val="7F8C97">
              <a:alpha val="48000"/>
            </a:srgbClr>
          </a:solidFill>
          <a:ln w="0">
            <a:noFill/>
            <a:prstDash val="solid"/>
          </a:ln>
        </p:spPr>
      </p:sp>
      <p:sp>
        <p:nvSpPr>
          <p:cNvPr id="2098" name="01_find_only_2097">
            <a:extLst>
              <a:ext uri="{FF2B5EF4-FFF2-40B4-BE49-F238E27FC236}">
                <a16:creationId xmlns:a16="http://schemas.microsoft.com/office/drawing/2014/main" id="{868970D9-95FE-4EF5-BCD9-3BA86C22E726}"/>
              </a:ext>
            </a:extLst>
          </p:cNvPr>
          <p:cNvSpPr>
            <a:spLocks noGrp="1"/>
          </p:cNvSpPr>
          <p:nvPr/>
        </p:nvSpPr>
        <p:spPr>
          <a:xfrm>
            <a:off x="6278355" y="4123418"/>
            <a:ext cx="28398" cy="28398"/>
          </a:xfrm>
          <a:prstGeom prst="ellipse">
            <a:avLst/>
          </a:prstGeom>
          <a:solidFill>
            <a:srgbClr val="7F8C97">
              <a:alpha val="48000"/>
            </a:srgbClr>
          </a:solidFill>
          <a:ln w="0">
            <a:noFill/>
            <a:prstDash val="solid"/>
          </a:ln>
        </p:spPr>
      </p:sp>
      <p:sp>
        <p:nvSpPr>
          <p:cNvPr id="2099" name="01_find_only_2098">
            <a:extLst>
              <a:ext uri="{FF2B5EF4-FFF2-40B4-BE49-F238E27FC236}">
                <a16:creationId xmlns:a16="http://schemas.microsoft.com/office/drawing/2014/main" id="{A3B4ABBF-597E-4795-83D0-6108FD2D7B31}"/>
              </a:ext>
            </a:extLst>
          </p:cNvPr>
          <p:cNvSpPr>
            <a:spLocks noGrp="1"/>
          </p:cNvSpPr>
          <p:nvPr/>
        </p:nvSpPr>
        <p:spPr>
          <a:xfrm>
            <a:off x="6318320" y="4123418"/>
            <a:ext cx="28398" cy="28398"/>
          </a:xfrm>
          <a:prstGeom prst="ellipse">
            <a:avLst/>
          </a:prstGeom>
          <a:solidFill>
            <a:srgbClr val="7F8C97">
              <a:alpha val="48000"/>
            </a:srgbClr>
          </a:solidFill>
          <a:ln w="0">
            <a:noFill/>
            <a:prstDash val="solid"/>
          </a:ln>
        </p:spPr>
      </p:sp>
      <p:sp>
        <p:nvSpPr>
          <p:cNvPr id="2100" name="01_find_only_2099">
            <a:extLst>
              <a:ext uri="{FF2B5EF4-FFF2-40B4-BE49-F238E27FC236}">
                <a16:creationId xmlns:a16="http://schemas.microsoft.com/office/drawing/2014/main" id="{8C7CF33F-665E-4AB3-98EB-1CA465DCC4E7}"/>
              </a:ext>
            </a:extLst>
          </p:cNvPr>
          <p:cNvSpPr>
            <a:spLocks noGrp="1"/>
          </p:cNvSpPr>
          <p:nvPr/>
        </p:nvSpPr>
        <p:spPr>
          <a:xfrm>
            <a:off x="6269771" y="4123418"/>
            <a:ext cx="28398" cy="28398"/>
          </a:xfrm>
          <a:prstGeom prst="ellipse">
            <a:avLst/>
          </a:prstGeom>
          <a:solidFill>
            <a:srgbClr val="7F8C97">
              <a:alpha val="48000"/>
            </a:srgbClr>
          </a:solidFill>
          <a:ln w="0">
            <a:noFill/>
            <a:prstDash val="solid"/>
          </a:ln>
        </p:spPr>
      </p:sp>
      <p:sp>
        <p:nvSpPr>
          <p:cNvPr id="2101" name="01_find_only_2100">
            <a:extLst>
              <a:ext uri="{FF2B5EF4-FFF2-40B4-BE49-F238E27FC236}">
                <a16:creationId xmlns:a16="http://schemas.microsoft.com/office/drawing/2014/main" id="{8A2EDA41-4F4C-478B-9AAC-368723C85175}"/>
              </a:ext>
            </a:extLst>
          </p:cNvPr>
          <p:cNvSpPr>
            <a:spLocks noGrp="1"/>
          </p:cNvSpPr>
          <p:nvPr/>
        </p:nvSpPr>
        <p:spPr>
          <a:xfrm>
            <a:off x="6294284" y="4123418"/>
            <a:ext cx="28398" cy="28398"/>
          </a:xfrm>
          <a:prstGeom prst="ellipse">
            <a:avLst/>
          </a:prstGeom>
          <a:solidFill>
            <a:srgbClr val="7F8C97">
              <a:alpha val="48000"/>
            </a:srgbClr>
          </a:solidFill>
          <a:ln w="0">
            <a:noFill/>
            <a:prstDash val="solid"/>
          </a:ln>
        </p:spPr>
      </p:sp>
      <p:sp>
        <p:nvSpPr>
          <p:cNvPr id="2102" name="01_find_only_2101">
            <a:extLst>
              <a:ext uri="{FF2B5EF4-FFF2-40B4-BE49-F238E27FC236}">
                <a16:creationId xmlns:a16="http://schemas.microsoft.com/office/drawing/2014/main" id="{10B7083C-267A-47A4-8FAD-C866E99FD268}"/>
              </a:ext>
            </a:extLst>
          </p:cNvPr>
          <p:cNvSpPr>
            <a:spLocks noGrp="1"/>
          </p:cNvSpPr>
          <p:nvPr/>
        </p:nvSpPr>
        <p:spPr>
          <a:xfrm>
            <a:off x="6294284" y="4123418"/>
            <a:ext cx="28398" cy="28398"/>
          </a:xfrm>
          <a:prstGeom prst="ellipse">
            <a:avLst/>
          </a:prstGeom>
          <a:solidFill>
            <a:srgbClr val="7F8C97">
              <a:alpha val="48000"/>
            </a:srgbClr>
          </a:solidFill>
          <a:ln w="0">
            <a:noFill/>
            <a:prstDash val="solid"/>
          </a:ln>
        </p:spPr>
      </p:sp>
      <p:sp>
        <p:nvSpPr>
          <p:cNvPr id="2103" name="01_find_only_2102">
            <a:extLst>
              <a:ext uri="{FF2B5EF4-FFF2-40B4-BE49-F238E27FC236}">
                <a16:creationId xmlns:a16="http://schemas.microsoft.com/office/drawing/2014/main" id="{760CB459-6463-4FBB-AC04-B9F16AFFDC19}"/>
              </a:ext>
            </a:extLst>
          </p:cNvPr>
          <p:cNvSpPr>
            <a:spLocks noGrp="1"/>
          </p:cNvSpPr>
          <p:nvPr/>
        </p:nvSpPr>
        <p:spPr>
          <a:xfrm>
            <a:off x="6265670" y="4123418"/>
            <a:ext cx="28398" cy="28398"/>
          </a:xfrm>
          <a:prstGeom prst="ellipse">
            <a:avLst/>
          </a:prstGeom>
          <a:solidFill>
            <a:srgbClr val="7F8C97">
              <a:alpha val="48000"/>
            </a:srgbClr>
          </a:solidFill>
          <a:ln w="0">
            <a:noFill/>
            <a:prstDash val="solid"/>
          </a:ln>
        </p:spPr>
      </p:sp>
      <p:sp>
        <p:nvSpPr>
          <p:cNvPr id="2104" name="01_find_only_2103">
            <a:extLst>
              <a:ext uri="{FF2B5EF4-FFF2-40B4-BE49-F238E27FC236}">
                <a16:creationId xmlns:a16="http://schemas.microsoft.com/office/drawing/2014/main" id="{2C22F934-0C2A-41B8-BACB-3ECD233125C6}"/>
              </a:ext>
            </a:extLst>
          </p:cNvPr>
          <p:cNvSpPr>
            <a:spLocks noGrp="1"/>
          </p:cNvSpPr>
          <p:nvPr/>
        </p:nvSpPr>
        <p:spPr>
          <a:xfrm>
            <a:off x="6332151" y="4123418"/>
            <a:ext cx="28398" cy="28398"/>
          </a:xfrm>
          <a:prstGeom prst="ellipse">
            <a:avLst/>
          </a:prstGeom>
          <a:solidFill>
            <a:srgbClr val="7F8C97">
              <a:alpha val="48000"/>
            </a:srgbClr>
          </a:solidFill>
          <a:ln w="0">
            <a:noFill/>
            <a:prstDash val="solid"/>
          </a:ln>
        </p:spPr>
      </p:sp>
      <p:sp>
        <p:nvSpPr>
          <p:cNvPr id="2105" name="01_find_only_2104">
            <a:extLst>
              <a:ext uri="{FF2B5EF4-FFF2-40B4-BE49-F238E27FC236}">
                <a16:creationId xmlns:a16="http://schemas.microsoft.com/office/drawing/2014/main" id="{32483240-05C2-46C8-844D-5F5E2C82310A}"/>
              </a:ext>
            </a:extLst>
          </p:cNvPr>
          <p:cNvSpPr>
            <a:spLocks noGrp="1"/>
          </p:cNvSpPr>
          <p:nvPr/>
        </p:nvSpPr>
        <p:spPr>
          <a:xfrm>
            <a:off x="6279977" y="4123418"/>
            <a:ext cx="28398" cy="28398"/>
          </a:xfrm>
          <a:prstGeom prst="ellipse">
            <a:avLst/>
          </a:prstGeom>
          <a:solidFill>
            <a:srgbClr val="7F8C97">
              <a:alpha val="48000"/>
            </a:srgbClr>
          </a:solidFill>
          <a:ln w="0">
            <a:noFill/>
            <a:prstDash val="solid"/>
          </a:ln>
        </p:spPr>
      </p:sp>
      <p:sp>
        <p:nvSpPr>
          <p:cNvPr id="2106" name="01_find_only_2105">
            <a:extLst>
              <a:ext uri="{FF2B5EF4-FFF2-40B4-BE49-F238E27FC236}">
                <a16:creationId xmlns:a16="http://schemas.microsoft.com/office/drawing/2014/main" id="{8A0A8148-74A3-4F51-B971-555ADA794019}"/>
              </a:ext>
            </a:extLst>
          </p:cNvPr>
          <p:cNvSpPr>
            <a:spLocks noGrp="1"/>
          </p:cNvSpPr>
          <p:nvPr/>
        </p:nvSpPr>
        <p:spPr>
          <a:xfrm>
            <a:off x="6289229" y="4123418"/>
            <a:ext cx="28398" cy="28398"/>
          </a:xfrm>
          <a:prstGeom prst="ellipse">
            <a:avLst/>
          </a:prstGeom>
          <a:solidFill>
            <a:srgbClr val="7F8C97">
              <a:alpha val="48000"/>
            </a:srgbClr>
          </a:solidFill>
          <a:ln w="0">
            <a:noFill/>
            <a:prstDash val="solid"/>
          </a:ln>
        </p:spPr>
      </p:sp>
      <p:sp>
        <p:nvSpPr>
          <p:cNvPr id="2107" name="01_find_only_2106">
            <a:extLst>
              <a:ext uri="{FF2B5EF4-FFF2-40B4-BE49-F238E27FC236}">
                <a16:creationId xmlns:a16="http://schemas.microsoft.com/office/drawing/2014/main" id="{A5C7AA93-7313-4FB6-87BB-5BBC910F22D3}"/>
              </a:ext>
            </a:extLst>
          </p:cNvPr>
          <p:cNvSpPr>
            <a:spLocks noGrp="1"/>
          </p:cNvSpPr>
          <p:nvPr/>
        </p:nvSpPr>
        <p:spPr>
          <a:xfrm>
            <a:off x="6341307" y="4123418"/>
            <a:ext cx="28398" cy="28398"/>
          </a:xfrm>
          <a:prstGeom prst="ellipse">
            <a:avLst/>
          </a:prstGeom>
          <a:solidFill>
            <a:srgbClr val="7F8C97">
              <a:alpha val="48000"/>
            </a:srgbClr>
          </a:solidFill>
          <a:ln w="0">
            <a:noFill/>
            <a:prstDash val="solid"/>
          </a:ln>
        </p:spPr>
      </p:sp>
      <p:sp>
        <p:nvSpPr>
          <p:cNvPr id="2108" name="01_find_only_2107">
            <a:extLst>
              <a:ext uri="{FF2B5EF4-FFF2-40B4-BE49-F238E27FC236}">
                <a16:creationId xmlns:a16="http://schemas.microsoft.com/office/drawing/2014/main" id="{6655F8BB-9DB8-4473-9EE5-656B1BAC8701}"/>
              </a:ext>
            </a:extLst>
          </p:cNvPr>
          <p:cNvSpPr>
            <a:spLocks noGrp="1"/>
          </p:cNvSpPr>
          <p:nvPr/>
        </p:nvSpPr>
        <p:spPr>
          <a:xfrm>
            <a:off x="6312693" y="4123418"/>
            <a:ext cx="28398" cy="28398"/>
          </a:xfrm>
          <a:prstGeom prst="ellipse">
            <a:avLst/>
          </a:prstGeom>
          <a:solidFill>
            <a:srgbClr val="7F8C97">
              <a:alpha val="48000"/>
            </a:srgbClr>
          </a:solidFill>
          <a:ln w="0">
            <a:noFill/>
            <a:prstDash val="solid"/>
          </a:ln>
        </p:spPr>
      </p:sp>
      <p:sp>
        <p:nvSpPr>
          <p:cNvPr id="2109" name="01_find_only_2108">
            <a:extLst>
              <a:ext uri="{FF2B5EF4-FFF2-40B4-BE49-F238E27FC236}">
                <a16:creationId xmlns:a16="http://schemas.microsoft.com/office/drawing/2014/main" id="{14478593-58D0-4221-8460-B1D421218EF3}"/>
              </a:ext>
            </a:extLst>
          </p:cNvPr>
          <p:cNvSpPr>
            <a:spLocks noGrp="1"/>
          </p:cNvSpPr>
          <p:nvPr/>
        </p:nvSpPr>
        <p:spPr>
          <a:xfrm>
            <a:off x="6337873" y="4123418"/>
            <a:ext cx="28398" cy="28398"/>
          </a:xfrm>
          <a:prstGeom prst="ellipse">
            <a:avLst/>
          </a:prstGeom>
          <a:solidFill>
            <a:srgbClr val="7F8C97">
              <a:alpha val="48000"/>
            </a:srgbClr>
          </a:solidFill>
          <a:ln w="0">
            <a:noFill/>
            <a:prstDash val="solid"/>
          </a:ln>
        </p:spPr>
      </p:sp>
      <p:sp>
        <p:nvSpPr>
          <p:cNvPr id="2110" name="01_find_only_2109">
            <a:extLst>
              <a:ext uri="{FF2B5EF4-FFF2-40B4-BE49-F238E27FC236}">
                <a16:creationId xmlns:a16="http://schemas.microsoft.com/office/drawing/2014/main" id="{E66EAC87-8855-4416-B9F2-3993CD3534E3}"/>
              </a:ext>
            </a:extLst>
          </p:cNvPr>
          <p:cNvSpPr>
            <a:spLocks noGrp="1"/>
          </p:cNvSpPr>
          <p:nvPr/>
        </p:nvSpPr>
        <p:spPr>
          <a:xfrm>
            <a:off x="6253556" y="3964916"/>
            <a:ext cx="28398" cy="28398"/>
          </a:xfrm>
          <a:prstGeom prst="ellipse">
            <a:avLst/>
          </a:prstGeom>
          <a:solidFill>
            <a:srgbClr val="7F8C97">
              <a:alpha val="48000"/>
            </a:srgbClr>
          </a:solidFill>
          <a:ln w="0">
            <a:noFill/>
            <a:prstDash val="solid"/>
          </a:ln>
        </p:spPr>
      </p:sp>
      <p:sp>
        <p:nvSpPr>
          <p:cNvPr id="2111" name="01_find_only_2110">
            <a:extLst>
              <a:ext uri="{FF2B5EF4-FFF2-40B4-BE49-F238E27FC236}">
                <a16:creationId xmlns:a16="http://schemas.microsoft.com/office/drawing/2014/main" id="{2AAAE1E6-5911-40AC-8E51-E80A8750FDD2}"/>
              </a:ext>
            </a:extLst>
          </p:cNvPr>
          <p:cNvSpPr>
            <a:spLocks noGrp="1"/>
          </p:cNvSpPr>
          <p:nvPr/>
        </p:nvSpPr>
        <p:spPr>
          <a:xfrm>
            <a:off x="6330815" y="4123418"/>
            <a:ext cx="28398" cy="28398"/>
          </a:xfrm>
          <a:prstGeom prst="ellipse">
            <a:avLst/>
          </a:prstGeom>
          <a:solidFill>
            <a:srgbClr val="7F8C97">
              <a:alpha val="48000"/>
            </a:srgbClr>
          </a:solidFill>
          <a:ln w="0">
            <a:noFill/>
            <a:prstDash val="solid"/>
          </a:ln>
        </p:spPr>
      </p:sp>
      <p:sp>
        <p:nvSpPr>
          <p:cNvPr id="2112" name="01_find_only_2111">
            <a:extLst>
              <a:ext uri="{FF2B5EF4-FFF2-40B4-BE49-F238E27FC236}">
                <a16:creationId xmlns:a16="http://schemas.microsoft.com/office/drawing/2014/main" id="{C0F7860C-F75A-4AF7-A2F7-5C65F44668CD}"/>
              </a:ext>
            </a:extLst>
          </p:cNvPr>
          <p:cNvSpPr>
            <a:spLocks noGrp="1"/>
          </p:cNvSpPr>
          <p:nvPr/>
        </p:nvSpPr>
        <p:spPr>
          <a:xfrm>
            <a:off x="6318225" y="3172406"/>
            <a:ext cx="28398" cy="28398"/>
          </a:xfrm>
          <a:prstGeom prst="ellipse">
            <a:avLst/>
          </a:prstGeom>
          <a:solidFill>
            <a:srgbClr val="7F8C97">
              <a:alpha val="48000"/>
            </a:srgbClr>
          </a:solidFill>
          <a:ln w="0">
            <a:noFill/>
            <a:prstDash val="solid"/>
          </a:ln>
        </p:spPr>
      </p:sp>
      <p:sp>
        <p:nvSpPr>
          <p:cNvPr id="2113" name="01_find_only_2112">
            <a:extLst>
              <a:ext uri="{FF2B5EF4-FFF2-40B4-BE49-F238E27FC236}">
                <a16:creationId xmlns:a16="http://schemas.microsoft.com/office/drawing/2014/main" id="{2CB7BF6F-1925-42B8-B19C-E7B0104B0C9D}"/>
              </a:ext>
            </a:extLst>
          </p:cNvPr>
          <p:cNvSpPr>
            <a:spLocks noGrp="1"/>
          </p:cNvSpPr>
          <p:nvPr/>
        </p:nvSpPr>
        <p:spPr>
          <a:xfrm>
            <a:off x="6285318" y="2855402"/>
            <a:ext cx="28398" cy="28398"/>
          </a:xfrm>
          <a:prstGeom prst="ellipse">
            <a:avLst/>
          </a:prstGeom>
          <a:solidFill>
            <a:srgbClr val="7F8C97">
              <a:alpha val="48000"/>
            </a:srgbClr>
          </a:solidFill>
          <a:ln w="0">
            <a:noFill/>
            <a:prstDash val="solid"/>
          </a:ln>
        </p:spPr>
      </p:sp>
      <p:sp>
        <p:nvSpPr>
          <p:cNvPr id="2114" name="01_find_only_2113">
            <a:extLst>
              <a:ext uri="{FF2B5EF4-FFF2-40B4-BE49-F238E27FC236}">
                <a16:creationId xmlns:a16="http://schemas.microsoft.com/office/drawing/2014/main" id="{078B9CA4-8173-46A3-BE98-08257C36CBFB}"/>
              </a:ext>
            </a:extLst>
          </p:cNvPr>
          <p:cNvSpPr>
            <a:spLocks noGrp="1"/>
          </p:cNvSpPr>
          <p:nvPr/>
        </p:nvSpPr>
        <p:spPr>
          <a:xfrm>
            <a:off x="6321945" y="4123418"/>
            <a:ext cx="28398" cy="28398"/>
          </a:xfrm>
          <a:prstGeom prst="ellipse">
            <a:avLst/>
          </a:prstGeom>
          <a:solidFill>
            <a:srgbClr val="7F8C97">
              <a:alpha val="48000"/>
            </a:srgbClr>
          </a:solidFill>
          <a:ln w="0">
            <a:noFill/>
            <a:prstDash val="solid"/>
          </a:ln>
        </p:spPr>
      </p:sp>
      <p:sp>
        <p:nvSpPr>
          <p:cNvPr id="2115" name="01_find_only_2114">
            <a:extLst>
              <a:ext uri="{FF2B5EF4-FFF2-40B4-BE49-F238E27FC236}">
                <a16:creationId xmlns:a16="http://schemas.microsoft.com/office/drawing/2014/main" id="{97F2FD56-CBF2-4A81-BDF5-38A4F763BCB7}"/>
              </a:ext>
            </a:extLst>
          </p:cNvPr>
          <p:cNvSpPr>
            <a:spLocks noGrp="1"/>
          </p:cNvSpPr>
          <p:nvPr/>
        </p:nvSpPr>
        <p:spPr>
          <a:xfrm>
            <a:off x="6341784" y="3172406"/>
            <a:ext cx="28398" cy="28398"/>
          </a:xfrm>
          <a:prstGeom prst="ellipse">
            <a:avLst/>
          </a:prstGeom>
          <a:solidFill>
            <a:srgbClr val="7F8C97">
              <a:alpha val="48000"/>
            </a:srgbClr>
          </a:solidFill>
          <a:ln w="0">
            <a:noFill/>
            <a:prstDash val="solid"/>
          </a:ln>
        </p:spPr>
      </p:sp>
      <p:sp>
        <p:nvSpPr>
          <p:cNvPr id="2116" name="01_find_only_2115">
            <a:extLst>
              <a:ext uri="{FF2B5EF4-FFF2-40B4-BE49-F238E27FC236}">
                <a16:creationId xmlns:a16="http://schemas.microsoft.com/office/drawing/2014/main" id="{90E3C45D-0E82-4E09-BDB5-97C4B27C497B}"/>
              </a:ext>
            </a:extLst>
          </p:cNvPr>
          <p:cNvSpPr>
            <a:spLocks noGrp="1"/>
          </p:cNvSpPr>
          <p:nvPr/>
        </p:nvSpPr>
        <p:spPr>
          <a:xfrm>
            <a:off x="6311930" y="3700746"/>
            <a:ext cx="28398" cy="28398"/>
          </a:xfrm>
          <a:prstGeom prst="ellipse">
            <a:avLst/>
          </a:prstGeom>
          <a:solidFill>
            <a:srgbClr val="7F8C97">
              <a:alpha val="48000"/>
            </a:srgbClr>
          </a:solidFill>
          <a:ln w="0">
            <a:noFill/>
            <a:prstDash val="solid"/>
          </a:ln>
        </p:spPr>
      </p:sp>
      <p:sp>
        <p:nvSpPr>
          <p:cNvPr id="2117" name="01_find_only_2116">
            <a:extLst>
              <a:ext uri="{FF2B5EF4-FFF2-40B4-BE49-F238E27FC236}">
                <a16:creationId xmlns:a16="http://schemas.microsoft.com/office/drawing/2014/main" id="{7316CA32-89F6-4DDD-8177-E9116AFBDEC1}"/>
              </a:ext>
            </a:extLst>
          </p:cNvPr>
          <p:cNvSpPr>
            <a:spLocks noGrp="1"/>
          </p:cNvSpPr>
          <p:nvPr/>
        </p:nvSpPr>
        <p:spPr>
          <a:xfrm>
            <a:off x="6319274" y="4123418"/>
            <a:ext cx="28398" cy="28398"/>
          </a:xfrm>
          <a:prstGeom prst="ellipse">
            <a:avLst/>
          </a:prstGeom>
          <a:solidFill>
            <a:srgbClr val="7F8C97">
              <a:alpha val="48000"/>
            </a:srgbClr>
          </a:solidFill>
          <a:ln w="0">
            <a:noFill/>
            <a:prstDash val="solid"/>
          </a:ln>
        </p:spPr>
      </p:sp>
      <p:sp>
        <p:nvSpPr>
          <p:cNvPr id="2118" name="01_find_only_2117">
            <a:extLst>
              <a:ext uri="{FF2B5EF4-FFF2-40B4-BE49-F238E27FC236}">
                <a16:creationId xmlns:a16="http://schemas.microsoft.com/office/drawing/2014/main" id="{85CDB522-31E0-48A5-87BC-A2FEBB232B89}"/>
              </a:ext>
            </a:extLst>
          </p:cNvPr>
          <p:cNvSpPr>
            <a:spLocks noGrp="1"/>
          </p:cNvSpPr>
          <p:nvPr/>
        </p:nvSpPr>
        <p:spPr>
          <a:xfrm>
            <a:off x="6318416" y="4123418"/>
            <a:ext cx="28398" cy="28398"/>
          </a:xfrm>
          <a:prstGeom prst="ellipse">
            <a:avLst/>
          </a:prstGeom>
          <a:solidFill>
            <a:srgbClr val="7F8C97">
              <a:alpha val="48000"/>
            </a:srgbClr>
          </a:solidFill>
          <a:ln w="0">
            <a:noFill/>
            <a:prstDash val="solid"/>
          </a:ln>
        </p:spPr>
      </p:sp>
      <p:sp>
        <p:nvSpPr>
          <p:cNvPr id="2119" name="01_find_only_2118">
            <a:extLst>
              <a:ext uri="{FF2B5EF4-FFF2-40B4-BE49-F238E27FC236}">
                <a16:creationId xmlns:a16="http://schemas.microsoft.com/office/drawing/2014/main" id="{6C66F256-D690-4667-A15A-71BB3522D08C}"/>
              </a:ext>
            </a:extLst>
          </p:cNvPr>
          <p:cNvSpPr>
            <a:spLocks noGrp="1"/>
          </p:cNvSpPr>
          <p:nvPr/>
        </p:nvSpPr>
        <p:spPr>
          <a:xfrm>
            <a:off x="6303155" y="4123418"/>
            <a:ext cx="28398" cy="28398"/>
          </a:xfrm>
          <a:prstGeom prst="ellipse">
            <a:avLst/>
          </a:prstGeom>
          <a:solidFill>
            <a:srgbClr val="7F8C97">
              <a:alpha val="48000"/>
            </a:srgbClr>
          </a:solidFill>
          <a:ln w="0">
            <a:noFill/>
            <a:prstDash val="solid"/>
          </a:ln>
        </p:spPr>
      </p:sp>
      <p:sp>
        <p:nvSpPr>
          <p:cNvPr id="2120" name="01_find_only_2119">
            <a:extLst>
              <a:ext uri="{FF2B5EF4-FFF2-40B4-BE49-F238E27FC236}">
                <a16:creationId xmlns:a16="http://schemas.microsoft.com/office/drawing/2014/main" id="{465F98C7-894C-4F31-A82A-555F928E48FE}"/>
              </a:ext>
            </a:extLst>
          </p:cNvPr>
          <p:cNvSpPr>
            <a:spLocks noGrp="1"/>
          </p:cNvSpPr>
          <p:nvPr/>
        </p:nvSpPr>
        <p:spPr>
          <a:xfrm>
            <a:off x="6276543" y="3806414"/>
            <a:ext cx="28398" cy="28398"/>
          </a:xfrm>
          <a:prstGeom prst="ellipse">
            <a:avLst/>
          </a:prstGeom>
          <a:solidFill>
            <a:srgbClr val="7F8C97">
              <a:alpha val="48000"/>
            </a:srgbClr>
          </a:solidFill>
          <a:ln w="0">
            <a:noFill/>
            <a:prstDash val="solid"/>
          </a:ln>
        </p:spPr>
      </p:sp>
      <p:sp>
        <p:nvSpPr>
          <p:cNvPr id="2121" name="01_find_only_2120">
            <a:extLst>
              <a:ext uri="{FF2B5EF4-FFF2-40B4-BE49-F238E27FC236}">
                <a16:creationId xmlns:a16="http://schemas.microsoft.com/office/drawing/2014/main" id="{315BFA1B-FAE1-4D57-B547-1A3F4E8308EB}"/>
              </a:ext>
            </a:extLst>
          </p:cNvPr>
          <p:cNvSpPr>
            <a:spLocks noGrp="1"/>
          </p:cNvSpPr>
          <p:nvPr/>
        </p:nvSpPr>
        <p:spPr>
          <a:xfrm>
            <a:off x="6335107" y="4123418"/>
            <a:ext cx="28398" cy="28398"/>
          </a:xfrm>
          <a:prstGeom prst="ellipse">
            <a:avLst/>
          </a:prstGeom>
          <a:solidFill>
            <a:srgbClr val="7F8C97">
              <a:alpha val="48000"/>
            </a:srgbClr>
          </a:solidFill>
          <a:ln w="0">
            <a:noFill/>
            <a:prstDash val="solid"/>
          </a:ln>
        </p:spPr>
      </p:sp>
      <p:sp>
        <p:nvSpPr>
          <p:cNvPr id="2122" name="01_find_only_2121">
            <a:extLst>
              <a:ext uri="{FF2B5EF4-FFF2-40B4-BE49-F238E27FC236}">
                <a16:creationId xmlns:a16="http://schemas.microsoft.com/office/drawing/2014/main" id="{29A0C3B8-885A-416E-BBAE-030C08FD624A}"/>
              </a:ext>
            </a:extLst>
          </p:cNvPr>
          <p:cNvSpPr>
            <a:spLocks noGrp="1"/>
          </p:cNvSpPr>
          <p:nvPr/>
        </p:nvSpPr>
        <p:spPr>
          <a:xfrm>
            <a:off x="6266433" y="3700746"/>
            <a:ext cx="28398" cy="28398"/>
          </a:xfrm>
          <a:prstGeom prst="ellipse">
            <a:avLst/>
          </a:prstGeom>
          <a:solidFill>
            <a:srgbClr val="7F8C97">
              <a:alpha val="48000"/>
            </a:srgbClr>
          </a:solidFill>
          <a:ln w="0">
            <a:noFill/>
            <a:prstDash val="solid"/>
          </a:ln>
        </p:spPr>
      </p:sp>
      <p:sp>
        <p:nvSpPr>
          <p:cNvPr id="2123" name="01_find_only_2122">
            <a:extLst>
              <a:ext uri="{FF2B5EF4-FFF2-40B4-BE49-F238E27FC236}">
                <a16:creationId xmlns:a16="http://schemas.microsoft.com/office/drawing/2014/main" id="{E2A5C2DE-06CB-49A9-B657-B724F7955030}"/>
              </a:ext>
            </a:extLst>
          </p:cNvPr>
          <p:cNvSpPr>
            <a:spLocks noGrp="1"/>
          </p:cNvSpPr>
          <p:nvPr/>
        </p:nvSpPr>
        <p:spPr>
          <a:xfrm>
            <a:off x="6265670" y="4123418"/>
            <a:ext cx="28398" cy="28398"/>
          </a:xfrm>
          <a:prstGeom prst="ellipse">
            <a:avLst/>
          </a:prstGeom>
          <a:solidFill>
            <a:srgbClr val="7F8C97">
              <a:alpha val="48000"/>
            </a:srgbClr>
          </a:solidFill>
          <a:ln w="0">
            <a:noFill/>
            <a:prstDash val="solid"/>
          </a:ln>
        </p:spPr>
      </p:sp>
      <p:sp>
        <p:nvSpPr>
          <p:cNvPr id="2124" name="01_find_only_2123">
            <a:extLst>
              <a:ext uri="{FF2B5EF4-FFF2-40B4-BE49-F238E27FC236}">
                <a16:creationId xmlns:a16="http://schemas.microsoft.com/office/drawing/2014/main" id="{6EB9A144-3552-43C8-91D0-6B3C583BCDDE}"/>
              </a:ext>
            </a:extLst>
          </p:cNvPr>
          <p:cNvSpPr>
            <a:spLocks noGrp="1"/>
          </p:cNvSpPr>
          <p:nvPr/>
        </p:nvSpPr>
        <p:spPr>
          <a:xfrm>
            <a:off x="6269962" y="4123418"/>
            <a:ext cx="28398" cy="28398"/>
          </a:xfrm>
          <a:prstGeom prst="ellipse">
            <a:avLst/>
          </a:prstGeom>
          <a:solidFill>
            <a:srgbClr val="7F8C97">
              <a:alpha val="48000"/>
            </a:srgbClr>
          </a:solidFill>
          <a:ln w="0">
            <a:noFill/>
            <a:prstDash val="solid"/>
          </a:ln>
        </p:spPr>
      </p:sp>
      <p:sp>
        <p:nvSpPr>
          <p:cNvPr id="2125" name="01_find_only_2124">
            <a:extLst>
              <a:ext uri="{FF2B5EF4-FFF2-40B4-BE49-F238E27FC236}">
                <a16:creationId xmlns:a16="http://schemas.microsoft.com/office/drawing/2014/main" id="{B11762E1-0E9C-4FEB-834A-6461DE3176F4}"/>
              </a:ext>
            </a:extLst>
          </p:cNvPr>
          <p:cNvSpPr>
            <a:spLocks noGrp="1"/>
          </p:cNvSpPr>
          <p:nvPr/>
        </p:nvSpPr>
        <p:spPr>
          <a:xfrm>
            <a:off x="6336443" y="3700746"/>
            <a:ext cx="28398" cy="28398"/>
          </a:xfrm>
          <a:prstGeom prst="ellipse">
            <a:avLst/>
          </a:prstGeom>
          <a:solidFill>
            <a:srgbClr val="7F8C97">
              <a:alpha val="48000"/>
            </a:srgbClr>
          </a:solidFill>
          <a:ln w="0">
            <a:noFill/>
            <a:prstDash val="solid"/>
          </a:ln>
        </p:spPr>
      </p:sp>
      <p:sp>
        <p:nvSpPr>
          <p:cNvPr id="2126" name="01_find_only_2125">
            <a:extLst>
              <a:ext uri="{FF2B5EF4-FFF2-40B4-BE49-F238E27FC236}">
                <a16:creationId xmlns:a16="http://schemas.microsoft.com/office/drawing/2014/main" id="{4A67089A-014C-4A94-AF5B-26EC9502741A}"/>
              </a:ext>
            </a:extLst>
          </p:cNvPr>
          <p:cNvSpPr>
            <a:spLocks noGrp="1"/>
          </p:cNvSpPr>
          <p:nvPr/>
        </p:nvSpPr>
        <p:spPr>
          <a:xfrm>
            <a:off x="6326332" y="4123418"/>
            <a:ext cx="28398" cy="28398"/>
          </a:xfrm>
          <a:prstGeom prst="ellipse">
            <a:avLst/>
          </a:prstGeom>
          <a:solidFill>
            <a:srgbClr val="7F8C97">
              <a:alpha val="48000"/>
            </a:srgbClr>
          </a:solidFill>
          <a:ln w="0">
            <a:noFill/>
            <a:prstDash val="solid"/>
          </a:ln>
        </p:spPr>
      </p:sp>
      <p:sp>
        <p:nvSpPr>
          <p:cNvPr id="2127" name="01_find_only_2126">
            <a:extLst>
              <a:ext uri="{FF2B5EF4-FFF2-40B4-BE49-F238E27FC236}">
                <a16:creationId xmlns:a16="http://schemas.microsoft.com/office/drawing/2014/main" id="{FF66CCA2-2154-4C2D-A2F9-41090154B1F4}"/>
              </a:ext>
            </a:extLst>
          </p:cNvPr>
          <p:cNvSpPr>
            <a:spLocks noGrp="1"/>
          </p:cNvSpPr>
          <p:nvPr/>
        </p:nvSpPr>
        <p:spPr>
          <a:xfrm>
            <a:off x="6330434" y="4123418"/>
            <a:ext cx="28398" cy="28398"/>
          </a:xfrm>
          <a:prstGeom prst="ellipse">
            <a:avLst/>
          </a:prstGeom>
          <a:solidFill>
            <a:srgbClr val="7F8C97">
              <a:alpha val="48000"/>
            </a:srgbClr>
          </a:solidFill>
          <a:ln w="0">
            <a:noFill/>
            <a:prstDash val="solid"/>
          </a:ln>
        </p:spPr>
      </p:sp>
      <p:sp>
        <p:nvSpPr>
          <p:cNvPr id="2128" name="01_find_only_2127">
            <a:extLst>
              <a:ext uri="{FF2B5EF4-FFF2-40B4-BE49-F238E27FC236}">
                <a16:creationId xmlns:a16="http://schemas.microsoft.com/office/drawing/2014/main" id="{93432C35-6341-4DC3-AA19-090748B2A1FF}"/>
              </a:ext>
            </a:extLst>
          </p:cNvPr>
          <p:cNvSpPr>
            <a:spLocks noGrp="1"/>
          </p:cNvSpPr>
          <p:nvPr/>
        </p:nvSpPr>
        <p:spPr>
          <a:xfrm>
            <a:off x="6318606" y="2855402"/>
            <a:ext cx="28398" cy="28398"/>
          </a:xfrm>
          <a:prstGeom prst="ellipse">
            <a:avLst/>
          </a:prstGeom>
          <a:solidFill>
            <a:srgbClr val="7F8C97">
              <a:alpha val="48000"/>
            </a:srgbClr>
          </a:solidFill>
          <a:ln w="0">
            <a:noFill/>
            <a:prstDash val="solid"/>
          </a:ln>
        </p:spPr>
      </p:sp>
      <p:sp>
        <p:nvSpPr>
          <p:cNvPr id="2129" name="01_find_only_2128">
            <a:extLst>
              <a:ext uri="{FF2B5EF4-FFF2-40B4-BE49-F238E27FC236}">
                <a16:creationId xmlns:a16="http://schemas.microsoft.com/office/drawing/2014/main" id="{369D6136-1E51-4712-8957-4165063CE208}"/>
              </a:ext>
            </a:extLst>
          </p:cNvPr>
          <p:cNvSpPr>
            <a:spLocks noGrp="1"/>
          </p:cNvSpPr>
          <p:nvPr/>
        </p:nvSpPr>
        <p:spPr>
          <a:xfrm>
            <a:off x="6325951" y="4123418"/>
            <a:ext cx="28398" cy="28398"/>
          </a:xfrm>
          <a:prstGeom prst="ellipse">
            <a:avLst/>
          </a:prstGeom>
          <a:solidFill>
            <a:srgbClr val="7F8C97">
              <a:alpha val="48000"/>
            </a:srgbClr>
          </a:solidFill>
          <a:ln w="0">
            <a:noFill/>
            <a:prstDash val="solid"/>
          </a:ln>
        </p:spPr>
      </p:sp>
      <p:sp>
        <p:nvSpPr>
          <p:cNvPr id="2130" name="01_find_only_2129">
            <a:extLst>
              <a:ext uri="{FF2B5EF4-FFF2-40B4-BE49-F238E27FC236}">
                <a16:creationId xmlns:a16="http://schemas.microsoft.com/office/drawing/2014/main" id="{60F17C96-ACA7-4308-9E7E-4291011BDB31}"/>
              </a:ext>
            </a:extLst>
          </p:cNvPr>
          <p:cNvSpPr>
            <a:spLocks noGrp="1"/>
          </p:cNvSpPr>
          <p:nvPr/>
        </p:nvSpPr>
        <p:spPr>
          <a:xfrm>
            <a:off x="6334154" y="4123418"/>
            <a:ext cx="28398" cy="28398"/>
          </a:xfrm>
          <a:prstGeom prst="ellipse">
            <a:avLst/>
          </a:prstGeom>
          <a:solidFill>
            <a:srgbClr val="7F8C97">
              <a:alpha val="48000"/>
            </a:srgbClr>
          </a:solidFill>
          <a:ln w="0">
            <a:noFill/>
            <a:prstDash val="solid"/>
          </a:ln>
        </p:spPr>
      </p:sp>
      <p:sp>
        <p:nvSpPr>
          <p:cNvPr id="2131" name="01_find_only_2130">
            <a:extLst>
              <a:ext uri="{FF2B5EF4-FFF2-40B4-BE49-F238E27FC236}">
                <a16:creationId xmlns:a16="http://schemas.microsoft.com/office/drawing/2014/main" id="{DA67EB71-3857-451D-A646-25FB620B6D86}"/>
              </a:ext>
            </a:extLst>
          </p:cNvPr>
          <p:cNvSpPr>
            <a:spLocks noGrp="1"/>
          </p:cNvSpPr>
          <p:nvPr/>
        </p:nvSpPr>
        <p:spPr>
          <a:xfrm>
            <a:off x="6264144" y="4123418"/>
            <a:ext cx="28398" cy="28398"/>
          </a:xfrm>
          <a:prstGeom prst="ellipse">
            <a:avLst/>
          </a:prstGeom>
          <a:solidFill>
            <a:srgbClr val="7F8C97">
              <a:alpha val="48000"/>
            </a:srgbClr>
          </a:solidFill>
          <a:ln w="0">
            <a:noFill/>
            <a:prstDash val="solid"/>
          </a:ln>
        </p:spPr>
      </p:sp>
      <p:sp>
        <p:nvSpPr>
          <p:cNvPr id="2132" name="01_find_only_2131">
            <a:extLst>
              <a:ext uri="{FF2B5EF4-FFF2-40B4-BE49-F238E27FC236}">
                <a16:creationId xmlns:a16="http://schemas.microsoft.com/office/drawing/2014/main" id="{73B6B542-35B1-4A35-BDB1-1A628B005F8B}"/>
              </a:ext>
            </a:extLst>
          </p:cNvPr>
          <p:cNvSpPr>
            <a:spLocks noGrp="1"/>
          </p:cNvSpPr>
          <p:nvPr/>
        </p:nvSpPr>
        <p:spPr>
          <a:xfrm>
            <a:off x="6271679" y="3489410"/>
            <a:ext cx="28398" cy="28398"/>
          </a:xfrm>
          <a:prstGeom prst="ellipse">
            <a:avLst/>
          </a:prstGeom>
          <a:solidFill>
            <a:srgbClr val="7F8C97">
              <a:alpha val="48000"/>
            </a:srgbClr>
          </a:solidFill>
          <a:ln w="0">
            <a:noFill/>
            <a:prstDash val="solid"/>
          </a:ln>
        </p:spPr>
      </p:sp>
      <p:sp>
        <p:nvSpPr>
          <p:cNvPr id="2133" name="01_find_only_2132">
            <a:extLst>
              <a:ext uri="{FF2B5EF4-FFF2-40B4-BE49-F238E27FC236}">
                <a16:creationId xmlns:a16="http://schemas.microsoft.com/office/drawing/2014/main" id="{1A75156A-7206-46FF-AD54-630221B3E817}"/>
              </a:ext>
            </a:extLst>
          </p:cNvPr>
          <p:cNvSpPr>
            <a:spLocks noGrp="1"/>
          </p:cNvSpPr>
          <p:nvPr/>
        </p:nvSpPr>
        <p:spPr>
          <a:xfrm>
            <a:off x="6316985" y="3928339"/>
            <a:ext cx="28398" cy="28398"/>
          </a:xfrm>
          <a:prstGeom prst="ellipse">
            <a:avLst/>
          </a:prstGeom>
          <a:solidFill>
            <a:srgbClr val="7F8C97">
              <a:alpha val="48000"/>
            </a:srgbClr>
          </a:solidFill>
          <a:ln w="0">
            <a:noFill/>
            <a:prstDash val="solid"/>
          </a:ln>
        </p:spPr>
      </p:sp>
      <p:sp>
        <p:nvSpPr>
          <p:cNvPr id="2134" name="01_find_only_2133">
            <a:extLst>
              <a:ext uri="{FF2B5EF4-FFF2-40B4-BE49-F238E27FC236}">
                <a16:creationId xmlns:a16="http://schemas.microsoft.com/office/drawing/2014/main" id="{7024C51A-97ED-48B2-8532-7E4618C28380}"/>
              </a:ext>
            </a:extLst>
          </p:cNvPr>
          <p:cNvSpPr>
            <a:spLocks noGrp="1"/>
          </p:cNvSpPr>
          <p:nvPr/>
        </p:nvSpPr>
        <p:spPr>
          <a:xfrm>
            <a:off x="6269008" y="4123418"/>
            <a:ext cx="28398" cy="28398"/>
          </a:xfrm>
          <a:prstGeom prst="ellipse">
            <a:avLst/>
          </a:prstGeom>
          <a:solidFill>
            <a:srgbClr val="7F8C97">
              <a:alpha val="48000"/>
            </a:srgbClr>
          </a:solidFill>
          <a:ln w="0">
            <a:noFill/>
            <a:prstDash val="solid"/>
          </a:ln>
        </p:spPr>
      </p:sp>
      <p:sp>
        <p:nvSpPr>
          <p:cNvPr id="2135" name="01_find_only_2134">
            <a:extLst>
              <a:ext uri="{FF2B5EF4-FFF2-40B4-BE49-F238E27FC236}">
                <a16:creationId xmlns:a16="http://schemas.microsoft.com/office/drawing/2014/main" id="{D5B3BC99-D920-4896-8D83-615AE9FF7F31}"/>
              </a:ext>
            </a:extLst>
          </p:cNvPr>
          <p:cNvSpPr>
            <a:spLocks noGrp="1"/>
          </p:cNvSpPr>
          <p:nvPr/>
        </p:nvSpPr>
        <p:spPr>
          <a:xfrm>
            <a:off x="6278260" y="3388336"/>
            <a:ext cx="28398" cy="28398"/>
          </a:xfrm>
          <a:prstGeom prst="ellipse">
            <a:avLst/>
          </a:prstGeom>
          <a:solidFill>
            <a:srgbClr val="7F8C97">
              <a:alpha val="48000"/>
            </a:srgbClr>
          </a:solidFill>
          <a:ln w="0">
            <a:noFill/>
            <a:prstDash val="solid"/>
          </a:ln>
        </p:spPr>
      </p:sp>
      <p:sp>
        <p:nvSpPr>
          <p:cNvPr id="2136" name="01_find_only_2135">
            <a:extLst>
              <a:ext uri="{FF2B5EF4-FFF2-40B4-BE49-F238E27FC236}">
                <a16:creationId xmlns:a16="http://schemas.microsoft.com/office/drawing/2014/main" id="{00A19208-968B-4DC7-B579-A78893D18C27}"/>
              </a:ext>
            </a:extLst>
          </p:cNvPr>
          <p:cNvSpPr>
            <a:spLocks noGrp="1"/>
          </p:cNvSpPr>
          <p:nvPr/>
        </p:nvSpPr>
        <p:spPr>
          <a:xfrm>
            <a:off x="6262617" y="4123418"/>
            <a:ext cx="28398" cy="28398"/>
          </a:xfrm>
          <a:prstGeom prst="ellipse">
            <a:avLst/>
          </a:prstGeom>
          <a:solidFill>
            <a:srgbClr val="7F8C97">
              <a:alpha val="48000"/>
            </a:srgbClr>
          </a:solidFill>
          <a:ln w="0">
            <a:noFill/>
            <a:prstDash val="solid"/>
          </a:ln>
        </p:spPr>
      </p:sp>
      <p:sp>
        <p:nvSpPr>
          <p:cNvPr id="2137" name="01_find_only_2136">
            <a:extLst>
              <a:ext uri="{FF2B5EF4-FFF2-40B4-BE49-F238E27FC236}">
                <a16:creationId xmlns:a16="http://schemas.microsoft.com/office/drawing/2014/main" id="{93CF4E21-8258-4185-B838-CBACB1CBB725}"/>
              </a:ext>
            </a:extLst>
          </p:cNvPr>
          <p:cNvSpPr>
            <a:spLocks noGrp="1"/>
          </p:cNvSpPr>
          <p:nvPr/>
        </p:nvSpPr>
        <p:spPr>
          <a:xfrm>
            <a:off x="6272728" y="4123418"/>
            <a:ext cx="28398" cy="28398"/>
          </a:xfrm>
          <a:prstGeom prst="ellipse">
            <a:avLst/>
          </a:prstGeom>
          <a:solidFill>
            <a:srgbClr val="7F8C97">
              <a:alpha val="48000"/>
            </a:srgbClr>
          </a:solidFill>
          <a:ln w="0">
            <a:noFill/>
            <a:prstDash val="solid"/>
          </a:ln>
        </p:spPr>
      </p:sp>
      <p:sp>
        <p:nvSpPr>
          <p:cNvPr id="2138" name="01_find_only_2137">
            <a:extLst>
              <a:ext uri="{FF2B5EF4-FFF2-40B4-BE49-F238E27FC236}">
                <a16:creationId xmlns:a16="http://schemas.microsoft.com/office/drawing/2014/main" id="{63362DB0-4EF2-4748-BA7B-5DAFFF65EF96}"/>
              </a:ext>
            </a:extLst>
          </p:cNvPr>
          <p:cNvSpPr>
            <a:spLocks noGrp="1"/>
          </p:cNvSpPr>
          <p:nvPr/>
        </p:nvSpPr>
        <p:spPr>
          <a:xfrm>
            <a:off x="6276448" y="3942273"/>
            <a:ext cx="28398" cy="28398"/>
          </a:xfrm>
          <a:prstGeom prst="ellipse">
            <a:avLst/>
          </a:prstGeom>
          <a:solidFill>
            <a:srgbClr val="7F8C97">
              <a:alpha val="48000"/>
            </a:srgbClr>
          </a:solidFill>
          <a:ln w="0">
            <a:noFill/>
            <a:prstDash val="solid"/>
          </a:ln>
        </p:spPr>
      </p:sp>
      <p:sp>
        <p:nvSpPr>
          <p:cNvPr id="2139" name="01_find_only_2138">
            <a:extLst>
              <a:ext uri="{FF2B5EF4-FFF2-40B4-BE49-F238E27FC236}">
                <a16:creationId xmlns:a16="http://schemas.microsoft.com/office/drawing/2014/main" id="{748E0388-4443-45BE-80AD-D82180A91EDA}"/>
              </a:ext>
            </a:extLst>
          </p:cNvPr>
          <p:cNvSpPr>
            <a:spLocks noGrp="1"/>
          </p:cNvSpPr>
          <p:nvPr/>
        </p:nvSpPr>
        <p:spPr>
          <a:xfrm>
            <a:off x="6335680" y="4123418"/>
            <a:ext cx="28398" cy="28398"/>
          </a:xfrm>
          <a:prstGeom prst="ellipse">
            <a:avLst/>
          </a:prstGeom>
          <a:solidFill>
            <a:srgbClr val="7F8C97">
              <a:alpha val="48000"/>
            </a:srgbClr>
          </a:solidFill>
          <a:ln w="0">
            <a:noFill/>
            <a:prstDash val="solid"/>
          </a:ln>
        </p:spPr>
      </p:sp>
      <p:sp>
        <p:nvSpPr>
          <p:cNvPr id="2140" name="01_find_only_2139">
            <a:extLst>
              <a:ext uri="{FF2B5EF4-FFF2-40B4-BE49-F238E27FC236}">
                <a16:creationId xmlns:a16="http://schemas.microsoft.com/office/drawing/2014/main" id="{F05A5C3C-6868-45BA-A39F-D3C5B9F80250}"/>
              </a:ext>
            </a:extLst>
          </p:cNvPr>
          <p:cNvSpPr>
            <a:spLocks noGrp="1"/>
          </p:cNvSpPr>
          <p:nvPr/>
        </p:nvSpPr>
        <p:spPr>
          <a:xfrm>
            <a:off x="6295238" y="4123418"/>
            <a:ext cx="28398" cy="28398"/>
          </a:xfrm>
          <a:prstGeom prst="ellipse">
            <a:avLst/>
          </a:prstGeom>
          <a:solidFill>
            <a:srgbClr val="7F8C97">
              <a:alpha val="48000"/>
            </a:srgbClr>
          </a:solidFill>
          <a:ln w="0">
            <a:noFill/>
            <a:prstDash val="solid"/>
          </a:ln>
        </p:spPr>
      </p:sp>
      <p:sp>
        <p:nvSpPr>
          <p:cNvPr id="2141" name="01_find_only_2140">
            <a:extLst>
              <a:ext uri="{FF2B5EF4-FFF2-40B4-BE49-F238E27FC236}">
                <a16:creationId xmlns:a16="http://schemas.microsoft.com/office/drawing/2014/main" id="{C3DECC92-DB81-447F-8445-D7F34E5D1441}"/>
              </a:ext>
            </a:extLst>
          </p:cNvPr>
          <p:cNvSpPr>
            <a:spLocks noGrp="1"/>
          </p:cNvSpPr>
          <p:nvPr/>
        </p:nvSpPr>
        <p:spPr>
          <a:xfrm>
            <a:off x="6264144" y="4123418"/>
            <a:ext cx="28398" cy="28398"/>
          </a:xfrm>
          <a:prstGeom prst="ellipse">
            <a:avLst/>
          </a:prstGeom>
          <a:solidFill>
            <a:srgbClr val="7F8C97">
              <a:alpha val="48000"/>
            </a:srgbClr>
          </a:solidFill>
          <a:ln w="0">
            <a:noFill/>
            <a:prstDash val="solid"/>
          </a:ln>
        </p:spPr>
      </p:sp>
      <p:sp>
        <p:nvSpPr>
          <p:cNvPr id="2142" name="01_find_only_2141">
            <a:extLst>
              <a:ext uri="{FF2B5EF4-FFF2-40B4-BE49-F238E27FC236}">
                <a16:creationId xmlns:a16="http://schemas.microsoft.com/office/drawing/2014/main" id="{8A594F4D-2899-4076-BA19-65366ADEA4E5}"/>
              </a:ext>
            </a:extLst>
          </p:cNvPr>
          <p:cNvSpPr>
            <a:spLocks noGrp="1"/>
          </p:cNvSpPr>
          <p:nvPr/>
        </p:nvSpPr>
        <p:spPr>
          <a:xfrm>
            <a:off x="6277974" y="3806414"/>
            <a:ext cx="28398" cy="28398"/>
          </a:xfrm>
          <a:prstGeom prst="ellipse">
            <a:avLst/>
          </a:prstGeom>
          <a:solidFill>
            <a:srgbClr val="7F8C97">
              <a:alpha val="48000"/>
            </a:srgbClr>
          </a:solidFill>
          <a:ln w="0">
            <a:noFill/>
            <a:prstDash val="solid"/>
          </a:ln>
        </p:spPr>
      </p:sp>
      <p:sp>
        <p:nvSpPr>
          <p:cNvPr id="2143" name="01_find_only_2142">
            <a:extLst>
              <a:ext uri="{FF2B5EF4-FFF2-40B4-BE49-F238E27FC236}">
                <a16:creationId xmlns:a16="http://schemas.microsoft.com/office/drawing/2014/main" id="{19469E34-2B25-4F0B-BE40-41263089A387}"/>
              </a:ext>
            </a:extLst>
          </p:cNvPr>
          <p:cNvSpPr>
            <a:spLocks noGrp="1"/>
          </p:cNvSpPr>
          <p:nvPr/>
        </p:nvSpPr>
        <p:spPr>
          <a:xfrm>
            <a:off x="6330720" y="3616211"/>
            <a:ext cx="28398" cy="28398"/>
          </a:xfrm>
          <a:prstGeom prst="ellipse">
            <a:avLst/>
          </a:prstGeom>
          <a:solidFill>
            <a:srgbClr val="7F8C97">
              <a:alpha val="48000"/>
            </a:srgbClr>
          </a:solidFill>
          <a:ln w="0">
            <a:noFill/>
            <a:prstDash val="solid"/>
          </a:ln>
        </p:spPr>
      </p:sp>
      <p:sp>
        <p:nvSpPr>
          <p:cNvPr id="2144" name="01_find_only_2143">
            <a:extLst>
              <a:ext uri="{FF2B5EF4-FFF2-40B4-BE49-F238E27FC236}">
                <a16:creationId xmlns:a16="http://schemas.microsoft.com/office/drawing/2014/main" id="{D5E7B528-DFF9-441C-861A-34581E7C642C}"/>
              </a:ext>
            </a:extLst>
          </p:cNvPr>
          <p:cNvSpPr>
            <a:spLocks noGrp="1"/>
          </p:cNvSpPr>
          <p:nvPr/>
        </p:nvSpPr>
        <p:spPr>
          <a:xfrm>
            <a:off x="6312693" y="3489410"/>
            <a:ext cx="28398" cy="28398"/>
          </a:xfrm>
          <a:prstGeom prst="ellipse">
            <a:avLst/>
          </a:prstGeom>
          <a:solidFill>
            <a:srgbClr val="7F8C97">
              <a:alpha val="48000"/>
            </a:srgbClr>
          </a:solidFill>
          <a:ln w="0">
            <a:noFill/>
            <a:prstDash val="solid"/>
          </a:ln>
        </p:spPr>
      </p:sp>
      <p:sp>
        <p:nvSpPr>
          <p:cNvPr id="2145" name="01_find_only_2144">
            <a:extLst>
              <a:ext uri="{FF2B5EF4-FFF2-40B4-BE49-F238E27FC236}">
                <a16:creationId xmlns:a16="http://schemas.microsoft.com/office/drawing/2014/main" id="{AD20B602-0469-48E8-A332-44FF369CBD40}"/>
              </a:ext>
            </a:extLst>
          </p:cNvPr>
          <p:cNvSpPr>
            <a:spLocks noGrp="1"/>
          </p:cNvSpPr>
          <p:nvPr/>
        </p:nvSpPr>
        <p:spPr>
          <a:xfrm>
            <a:off x="6330338" y="4123418"/>
            <a:ext cx="28398" cy="28398"/>
          </a:xfrm>
          <a:prstGeom prst="ellipse">
            <a:avLst/>
          </a:prstGeom>
          <a:solidFill>
            <a:srgbClr val="7F8C97">
              <a:alpha val="48000"/>
            </a:srgbClr>
          </a:solidFill>
          <a:ln w="0">
            <a:noFill/>
            <a:prstDash val="solid"/>
          </a:ln>
        </p:spPr>
      </p:sp>
      <p:sp>
        <p:nvSpPr>
          <p:cNvPr id="2146" name="01_find_only_2145">
            <a:extLst>
              <a:ext uri="{FF2B5EF4-FFF2-40B4-BE49-F238E27FC236}">
                <a16:creationId xmlns:a16="http://schemas.microsoft.com/office/drawing/2014/main" id="{9CEDC1A0-4B03-4316-A5B9-17A5A4231148}"/>
              </a:ext>
            </a:extLst>
          </p:cNvPr>
          <p:cNvSpPr>
            <a:spLocks noGrp="1"/>
          </p:cNvSpPr>
          <p:nvPr/>
        </p:nvSpPr>
        <p:spPr>
          <a:xfrm>
            <a:off x="6269962" y="4123418"/>
            <a:ext cx="28398" cy="28398"/>
          </a:xfrm>
          <a:prstGeom prst="ellipse">
            <a:avLst/>
          </a:prstGeom>
          <a:solidFill>
            <a:srgbClr val="7F8C97">
              <a:alpha val="48000"/>
            </a:srgbClr>
          </a:solidFill>
          <a:ln w="0">
            <a:noFill/>
            <a:prstDash val="solid"/>
          </a:ln>
        </p:spPr>
      </p:sp>
      <p:sp>
        <p:nvSpPr>
          <p:cNvPr id="2147" name="01_find_only_2146">
            <a:extLst>
              <a:ext uri="{FF2B5EF4-FFF2-40B4-BE49-F238E27FC236}">
                <a16:creationId xmlns:a16="http://schemas.microsoft.com/office/drawing/2014/main" id="{C286CB7F-5FA4-4D2C-A40E-AAC29BD9B124}"/>
              </a:ext>
            </a:extLst>
          </p:cNvPr>
          <p:cNvSpPr>
            <a:spLocks noGrp="1"/>
          </p:cNvSpPr>
          <p:nvPr/>
        </p:nvSpPr>
        <p:spPr>
          <a:xfrm>
            <a:off x="6287894" y="3861070"/>
            <a:ext cx="28398" cy="28398"/>
          </a:xfrm>
          <a:prstGeom prst="ellipse">
            <a:avLst/>
          </a:prstGeom>
          <a:solidFill>
            <a:srgbClr val="7F8C97">
              <a:alpha val="48000"/>
            </a:srgbClr>
          </a:solidFill>
          <a:ln w="0">
            <a:noFill/>
            <a:prstDash val="solid"/>
          </a:ln>
        </p:spPr>
      </p:sp>
      <p:sp>
        <p:nvSpPr>
          <p:cNvPr id="2148" name="01_find_only_2147">
            <a:extLst>
              <a:ext uri="{FF2B5EF4-FFF2-40B4-BE49-F238E27FC236}">
                <a16:creationId xmlns:a16="http://schemas.microsoft.com/office/drawing/2014/main" id="{D5F0F0A6-E1C2-46F3-8812-30136016C00E}"/>
              </a:ext>
            </a:extLst>
          </p:cNvPr>
          <p:cNvSpPr>
            <a:spLocks noGrp="1"/>
          </p:cNvSpPr>
          <p:nvPr/>
        </p:nvSpPr>
        <p:spPr>
          <a:xfrm>
            <a:off x="6331006" y="4019482"/>
            <a:ext cx="28398" cy="28398"/>
          </a:xfrm>
          <a:prstGeom prst="ellipse">
            <a:avLst/>
          </a:prstGeom>
          <a:solidFill>
            <a:srgbClr val="7F8C97">
              <a:alpha val="48000"/>
            </a:srgbClr>
          </a:solidFill>
          <a:ln w="0">
            <a:noFill/>
            <a:prstDash val="solid"/>
          </a:ln>
        </p:spPr>
      </p:sp>
      <p:sp>
        <p:nvSpPr>
          <p:cNvPr id="2149" name="01_find_only_2148">
            <a:extLst>
              <a:ext uri="{FF2B5EF4-FFF2-40B4-BE49-F238E27FC236}">
                <a16:creationId xmlns:a16="http://schemas.microsoft.com/office/drawing/2014/main" id="{75D9F189-9082-43EB-BB40-585800FEE889}"/>
              </a:ext>
            </a:extLst>
          </p:cNvPr>
          <p:cNvSpPr>
            <a:spLocks noGrp="1"/>
          </p:cNvSpPr>
          <p:nvPr/>
        </p:nvSpPr>
        <p:spPr>
          <a:xfrm>
            <a:off x="6331101" y="3489410"/>
            <a:ext cx="28398" cy="28398"/>
          </a:xfrm>
          <a:prstGeom prst="ellipse">
            <a:avLst/>
          </a:prstGeom>
          <a:solidFill>
            <a:srgbClr val="7F8C97">
              <a:alpha val="48000"/>
            </a:srgbClr>
          </a:solidFill>
          <a:ln w="0">
            <a:noFill/>
            <a:prstDash val="solid"/>
          </a:ln>
        </p:spPr>
      </p:sp>
      <p:sp>
        <p:nvSpPr>
          <p:cNvPr id="2150" name="01_find_only_2149">
            <a:extLst>
              <a:ext uri="{FF2B5EF4-FFF2-40B4-BE49-F238E27FC236}">
                <a16:creationId xmlns:a16="http://schemas.microsoft.com/office/drawing/2014/main" id="{B368C1EC-1315-4EF1-9110-46327029C369}"/>
              </a:ext>
            </a:extLst>
          </p:cNvPr>
          <p:cNvSpPr>
            <a:spLocks noGrp="1"/>
          </p:cNvSpPr>
          <p:nvPr/>
        </p:nvSpPr>
        <p:spPr>
          <a:xfrm>
            <a:off x="6325188" y="4123418"/>
            <a:ext cx="28398" cy="28398"/>
          </a:xfrm>
          <a:prstGeom prst="ellipse">
            <a:avLst/>
          </a:prstGeom>
          <a:solidFill>
            <a:srgbClr val="7F8C97">
              <a:alpha val="48000"/>
            </a:srgbClr>
          </a:solidFill>
          <a:ln w="0">
            <a:noFill/>
            <a:prstDash val="solid"/>
          </a:ln>
        </p:spPr>
      </p:sp>
      <p:sp>
        <p:nvSpPr>
          <p:cNvPr id="2151" name="01_find_only_2150">
            <a:extLst>
              <a:ext uri="{FF2B5EF4-FFF2-40B4-BE49-F238E27FC236}">
                <a16:creationId xmlns:a16="http://schemas.microsoft.com/office/drawing/2014/main" id="{506CB16C-9B50-4A5D-B236-411D9DC5E04D}"/>
              </a:ext>
            </a:extLst>
          </p:cNvPr>
          <p:cNvSpPr>
            <a:spLocks noGrp="1"/>
          </p:cNvSpPr>
          <p:nvPr/>
        </p:nvSpPr>
        <p:spPr>
          <a:xfrm>
            <a:off x="6333581" y="3806414"/>
            <a:ext cx="28398" cy="28398"/>
          </a:xfrm>
          <a:prstGeom prst="ellipse">
            <a:avLst/>
          </a:prstGeom>
          <a:solidFill>
            <a:srgbClr val="7F8C97">
              <a:alpha val="48000"/>
            </a:srgbClr>
          </a:solidFill>
          <a:ln w="0">
            <a:noFill/>
            <a:prstDash val="solid"/>
          </a:ln>
        </p:spPr>
      </p:sp>
      <p:sp>
        <p:nvSpPr>
          <p:cNvPr id="2152" name="01_find_only_2151">
            <a:extLst>
              <a:ext uri="{FF2B5EF4-FFF2-40B4-BE49-F238E27FC236}">
                <a16:creationId xmlns:a16="http://schemas.microsoft.com/office/drawing/2014/main" id="{934BF367-9F2A-49D4-86C4-9B4327EE5D0E}"/>
              </a:ext>
            </a:extLst>
          </p:cNvPr>
          <p:cNvSpPr>
            <a:spLocks noGrp="1"/>
          </p:cNvSpPr>
          <p:nvPr/>
        </p:nvSpPr>
        <p:spPr>
          <a:xfrm>
            <a:off x="6278737" y="3362608"/>
            <a:ext cx="28398" cy="28398"/>
          </a:xfrm>
          <a:prstGeom prst="ellipse">
            <a:avLst/>
          </a:prstGeom>
          <a:solidFill>
            <a:srgbClr val="7F8C97">
              <a:alpha val="48000"/>
            </a:srgbClr>
          </a:solidFill>
          <a:ln w="0">
            <a:noFill/>
            <a:prstDash val="solid"/>
          </a:ln>
        </p:spPr>
      </p:sp>
      <p:sp>
        <p:nvSpPr>
          <p:cNvPr id="2153" name="01_find_only_2152">
            <a:extLst>
              <a:ext uri="{FF2B5EF4-FFF2-40B4-BE49-F238E27FC236}">
                <a16:creationId xmlns:a16="http://schemas.microsoft.com/office/drawing/2014/main" id="{69F32CC8-B1A8-42E5-BAAD-0EDDA9090CB3}"/>
              </a:ext>
            </a:extLst>
          </p:cNvPr>
          <p:cNvSpPr>
            <a:spLocks noGrp="1"/>
          </p:cNvSpPr>
          <p:nvPr/>
        </p:nvSpPr>
        <p:spPr>
          <a:xfrm>
            <a:off x="6264334" y="3489410"/>
            <a:ext cx="28398" cy="28398"/>
          </a:xfrm>
          <a:prstGeom prst="ellipse">
            <a:avLst/>
          </a:prstGeom>
          <a:solidFill>
            <a:srgbClr val="7F8C97">
              <a:alpha val="48000"/>
            </a:srgbClr>
          </a:solidFill>
          <a:ln w="0">
            <a:noFill/>
            <a:prstDash val="solid"/>
          </a:ln>
        </p:spPr>
      </p:sp>
      <p:sp>
        <p:nvSpPr>
          <p:cNvPr id="2154" name="01_find_only_2153">
            <a:extLst>
              <a:ext uri="{FF2B5EF4-FFF2-40B4-BE49-F238E27FC236}">
                <a16:creationId xmlns:a16="http://schemas.microsoft.com/office/drawing/2014/main" id="{F81BF684-3803-493F-9D0B-3E4D4395F06F}"/>
              </a:ext>
            </a:extLst>
          </p:cNvPr>
          <p:cNvSpPr>
            <a:spLocks noGrp="1"/>
          </p:cNvSpPr>
          <p:nvPr/>
        </p:nvSpPr>
        <p:spPr>
          <a:xfrm>
            <a:off x="6319846" y="2855402"/>
            <a:ext cx="28398" cy="28398"/>
          </a:xfrm>
          <a:prstGeom prst="ellipse">
            <a:avLst/>
          </a:prstGeom>
          <a:solidFill>
            <a:srgbClr val="7F8C97">
              <a:alpha val="48000"/>
            </a:srgbClr>
          </a:solidFill>
          <a:ln w="0">
            <a:noFill/>
            <a:prstDash val="solid"/>
          </a:ln>
        </p:spPr>
      </p:sp>
      <p:sp>
        <p:nvSpPr>
          <p:cNvPr id="2155" name="01_find_only_2154">
            <a:extLst>
              <a:ext uri="{FF2B5EF4-FFF2-40B4-BE49-F238E27FC236}">
                <a16:creationId xmlns:a16="http://schemas.microsoft.com/office/drawing/2014/main" id="{396D2D4C-8B1E-4BAD-89DE-22C150417899}"/>
              </a:ext>
            </a:extLst>
          </p:cNvPr>
          <p:cNvSpPr>
            <a:spLocks noGrp="1"/>
          </p:cNvSpPr>
          <p:nvPr/>
        </p:nvSpPr>
        <p:spPr>
          <a:xfrm>
            <a:off x="6259851" y="4123418"/>
            <a:ext cx="28398" cy="28398"/>
          </a:xfrm>
          <a:prstGeom prst="ellipse">
            <a:avLst/>
          </a:prstGeom>
          <a:solidFill>
            <a:srgbClr val="7F8C97">
              <a:alpha val="48000"/>
            </a:srgbClr>
          </a:solidFill>
          <a:ln w="0">
            <a:noFill/>
            <a:prstDash val="solid"/>
          </a:ln>
        </p:spPr>
      </p:sp>
      <p:sp>
        <p:nvSpPr>
          <p:cNvPr id="2156" name="01_find_only_2155">
            <a:extLst>
              <a:ext uri="{FF2B5EF4-FFF2-40B4-BE49-F238E27FC236}">
                <a16:creationId xmlns:a16="http://schemas.microsoft.com/office/drawing/2014/main" id="{A9C71D51-4F0B-4E99-9238-58B2FBFD1465}"/>
              </a:ext>
            </a:extLst>
          </p:cNvPr>
          <p:cNvSpPr>
            <a:spLocks noGrp="1"/>
          </p:cNvSpPr>
          <p:nvPr/>
        </p:nvSpPr>
        <p:spPr>
          <a:xfrm>
            <a:off x="6265860" y="4123418"/>
            <a:ext cx="28398" cy="28398"/>
          </a:xfrm>
          <a:prstGeom prst="ellipse">
            <a:avLst/>
          </a:prstGeom>
          <a:solidFill>
            <a:srgbClr val="7F8C97">
              <a:alpha val="48000"/>
            </a:srgbClr>
          </a:solidFill>
          <a:ln w="0">
            <a:noFill/>
            <a:prstDash val="solid"/>
          </a:ln>
        </p:spPr>
      </p:sp>
      <p:sp>
        <p:nvSpPr>
          <p:cNvPr id="2157" name="01_find_only_2156">
            <a:extLst>
              <a:ext uri="{FF2B5EF4-FFF2-40B4-BE49-F238E27FC236}">
                <a16:creationId xmlns:a16="http://schemas.microsoft.com/office/drawing/2014/main" id="{7994D682-3464-48C4-B4A1-D707D3233DD8}"/>
              </a:ext>
            </a:extLst>
          </p:cNvPr>
          <p:cNvSpPr>
            <a:spLocks noGrp="1"/>
          </p:cNvSpPr>
          <p:nvPr/>
        </p:nvSpPr>
        <p:spPr>
          <a:xfrm>
            <a:off x="6322231" y="3330908"/>
            <a:ext cx="28398" cy="28398"/>
          </a:xfrm>
          <a:prstGeom prst="ellipse">
            <a:avLst/>
          </a:prstGeom>
          <a:solidFill>
            <a:srgbClr val="7F8C97">
              <a:alpha val="48000"/>
            </a:srgbClr>
          </a:solidFill>
          <a:ln w="0">
            <a:noFill/>
            <a:prstDash val="solid"/>
          </a:ln>
        </p:spPr>
      </p:sp>
      <p:sp>
        <p:nvSpPr>
          <p:cNvPr id="2158" name="01_find_only_2157">
            <a:extLst>
              <a:ext uri="{FF2B5EF4-FFF2-40B4-BE49-F238E27FC236}">
                <a16:creationId xmlns:a16="http://schemas.microsoft.com/office/drawing/2014/main" id="{92C48479-3AB0-4E7A-B30F-A65111420726}"/>
              </a:ext>
            </a:extLst>
          </p:cNvPr>
          <p:cNvSpPr>
            <a:spLocks noGrp="1"/>
          </p:cNvSpPr>
          <p:nvPr/>
        </p:nvSpPr>
        <p:spPr>
          <a:xfrm>
            <a:off x="6260710" y="2855402"/>
            <a:ext cx="28398" cy="28398"/>
          </a:xfrm>
          <a:prstGeom prst="ellipse">
            <a:avLst/>
          </a:prstGeom>
          <a:solidFill>
            <a:srgbClr val="7F8C97">
              <a:alpha val="48000"/>
            </a:srgbClr>
          </a:solidFill>
          <a:ln w="0">
            <a:noFill/>
            <a:prstDash val="solid"/>
          </a:ln>
        </p:spPr>
      </p:sp>
      <p:sp>
        <p:nvSpPr>
          <p:cNvPr id="2159" name="01_find_only_2158">
            <a:extLst>
              <a:ext uri="{FF2B5EF4-FFF2-40B4-BE49-F238E27FC236}">
                <a16:creationId xmlns:a16="http://schemas.microsoft.com/office/drawing/2014/main" id="{04BD936E-1D62-409F-9C97-CC80125A6C9A}"/>
              </a:ext>
            </a:extLst>
          </p:cNvPr>
          <p:cNvSpPr>
            <a:spLocks noGrp="1"/>
          </p:cNvSpPr>
          <p:nvPr/>
        </p:nvSpPr>
        <p:spPr>
          <a:xfrm>
            <a:off x="6340544" y="3489410"/>
            <a:ext cx="28398" cy="28398"/>
          </a:xfrm>
          <a:prstGeom prst="ellipse">
            <a:avLst/>
          </a:prstGeom>
          <a:solidFill>
            <a:srgbClr val="7F8C97">
              <a:alpha val="48000"/>
            </a:srgbClr>
          </a:solidFill>
          <a:ln w="0">
            <a:noFill/>
            <a:prstDash val="solid"/>
          </a:ln>
        </p:spPr>
      </p:sp>
      <p:sp>
        <p:nvSpPr>
          <p:cNvPr id="2160" name="01_find_only_2159">
            <a:extLst>
              <a:ext uri="{FF2B5EF4-FFF2-40B4-BE49-F238E27FC236}">
                <a16:creationId xmlns:a16="http://schemas.microsoft.com/office/drawing/2014/main" id="{6156396E-DE83-4441-8829-9A65B4543CCA}"/>
              </a:ext>
            </a:extLst>
          </p:cNvPr>
          <p:cNvSpPr>
            <a:spLocks noGrp="1"/>
          </p:cNvSpPr>
          <p:nvPr/>
        </p:nvSpPr>
        <p:spPr>
          <a:xfrm>
            <a:off x="6325951" y="3700746"/>
            <a:ext cx="28398" cy="28398"/>
          </a:xfrm>
          <a:prstGeom prst="ellipse">
            <a:avLst/>
          </a:prstGeom>
          <a:solidFill>
            <a:srgbClr val="7F8C97">
              <a:alpha val="48000"/>
            </a:srgbClr>
          </a:solidFill>
          <a:ln w="0">
            <a:noFill/>
            <a:prstDash val="solid"/>
          </a:ln>
        </p:spPr>
      </p:sp>
      <p:sp>
        <p:nvSpPr>
          <p:cNvPr id="2161" name="01_find_only_2160">
            <a:extLst>
              <a:ext uri="{FF2B5EF4-FFF2-40B4-BE49-F238E27FC236}">
                <a16:creationId xmlns:a16="http://schemas.microsoft.com/office/drawing/2014/main" id="{0E52567C-4972-46D8-95C4-B4DE9110C515}"/>
              </a:ext>
            </a:extLst>
          </p:cNvPr>
          <p:cNvSpPr>
            <a:spLocks noGrp="1"/>
          </p:cNvSpPr>
          <p:nvPr/>
        </p:nvSpPr>
        <p:spPr>
          <a:xfrm>
            <a:off x="6291423" y="3489410"/>
            <a:ext cx="28398" cy="28398"/>
          </a:xfrm>
          <a:prstGeom prst="ellipse">
            <a:avLst/>
          </a:prstGeom>
          <a:solidFill>
            <a:srgbClr val="7F8C97">
              <a:alpha val="48000"/>
            </a:srgbClr>
          </a:solidFill>
          <a:ln w="0">
            <a:noFill/>
            <a:prstDash val="solid"/>
          </a:ln>
        </p:spPr>
      </p:sp>
      <p:sp>
        <p:nvSpPr>
          <p:cNvPr id="2162" name="01_find_only_2161">
            <a:extLst>
              <a:ext uri="{FF2B5EF4-FFF2-40B4-BE49-F238E27FC236}">
                <a16:creationId xmlns:a16="http://schemas.microsoft.com/office/drawing/2014/main" id="{D9B793F2-15F1-4054-ADA2-0E1C03D45EBF}"/>
              </a:ext>
            </a:extLst>
          </p:cNvPr>
          <p:cNvSpPr>
            <a:spLocks noGrp="1"/>
          </p:cNvSpPr>
          <p:nvPr/>
        </p:nvSpPr>
        <p:spPr>
          <a:xfrm>
            <a:off x="6275303" y="2855402"/>
            <a:ext cx="28398" cy="28398"/>
          </a:xfrm>
          <a:prstGeom prst="ellipse">
            <a:avLst/>
          </a:prstGeom>
          <a:solidFill>
            <a:srgbClr val="7F8C97">
              <a:alpha val="48000"/>
            </a:srgbClr>
          </a:solidFill>
          <a:ln w="0">
            <a:noFill/>
            <a:prstDash val="solid"/>
          </a:ln>
        </p:spPr>
      </p:sp>
      <p:sp>
        <p:nvSpPr>
          <p:cNvPr id="2163" name="01_find_only_2162">
            <a:extLst>
              <a:ext uri="{FF2B5EF4-FFF2-40B4-BE49-F238E27FC236}">
                <a16:creationId xmlns:a16="http://schemas.microsoft.com/office/drawing/2014/main" id="{452DEB37-51CF-4690-825B-738C110BA1E0}"/>
              </a:ext>
            </a:extLst>
          </p:cNvPr>
          <p:cNvSpPr>
            <a:spLocks noGrp="1"/>
          </p:cNvSpPr>
          <p:nvPr/>
        </p:nvSpPr>
        <p:spPr>
          <a:xfrm>
            <a:off x="6339113" y="3128093"/>
            <a:ext cx="28398" cy="28398"/>
          </a:xfrm>
          <a:prstGeom prst="ellipse">
            <a:avLst/>
          </a:prstGeom>
          <a:solidFill>
            <a:srgbClr val="7F8C97">
              <a:alpha val="48000"/>
            </a:srgbClr>
          </a:solidFill>
          <a:ln w="0">
            <a:noFill/>
            <a:prstDash val="solid"/>
          </a:ln>
        </p:spPr>
      </p:sp>
      <p:sp>
        <p:nvSpPr>
          <p:cNvPr id="2164" name="01_find_only_2163">
            <a:extLst>
              <a:ext uri="{FF2B5EF4-FFF2-40B4-BE49-F238E27FC236}">
                <a16:creationId xmlns:a16="http://schemas.microsoft.com/office/drawing/2014/main" id="{66A23630-265C-4DAF-BC2D-41148BDF5828}"/>
              </a:ext>
            </a:extLst>
          </p:cNvPr>
          <p:cNvSpPr>
            <a:spLocks noGrp="1"/>
          </p:cNvSpPr>
          <p:nvPr/>
        </p:nvSpPr>
        <p:spPr>
          <a:xfrm>
            <a:off x="6343215" y="3217692"/>
            <a:ext cx="28398" cy="28398"/>
          </a:xfrm>
          <a:prstGeom prst="ellipse">
            <a:avLst/>
          </a:prstGeom>
          <a:solidFill>
            <a:srgbClr val="7F8C97">
              <a:alpha val="48000"/>
            </a:srgbClr>
          </a:solidFill>
          <a:ln w="0">
            <a:noFill/>
            <a:prstDash val="solid"/>
          </a:ln>
        </p:spPr>
      </p:sp>
      <p:sp>
        <p:nvSpPr>
          <p:cNvPr id="2165" name="01_find_only_2164">
            <a:extLst>
              <a:ext uri="{FF2B5EF4-FFF2-40B4-BE49-F238E27FC236}">
                <a16:creationId xmlns:a16="http://schemas.microsoft.com/office/drawing/2014/main" id="{A66CCBB2-86E3-4085-898E-1928BEE7740E}"/>
              </a:ext>
            </a:extLst>
          </p:cNvPr>
          <p:cNvSpPr>
            <a:spLocks noGrp="1"/>
          </p:cNvSpPr>
          <p:nvPr/>
        </p:nvSpPr>
        <p:spPr>
          <a:xfrm>
            <a:off x="6308591" y="2855402"/>
            <a:ext cx="28398" cy="28398"/>
          </a:xfrm>
          <a:prstGeom prst="ellipse">
            <a:avLst/>
          </a:prstGeom>
          <a:solidFill>
            <a:srgbClr val="7F8C97">
              <a:alpha val="48000"/>
            </a:srgbClr>
          </a:solidFill>
          <a:ln w="0">
            <a:noFill/>
            <a:prstDash val="solid"/>
          </a:ln>
        </p:spPr>
      </p:sp>
      <p:sp>
        <p:nvSpPr>
          <p:cNvPr id="2166" name="01_find_only_2165">
            <a:extLst>
              <a:ext uri="{FF2B5EF4-FFF2-40B4-BE49-F238E27FC236}">
                <a16:creationId xmlns:a16="http://schemas.microsoft.com/office/drawing/2014/main" id="{07F7D6AB-C137-415D-8FE3-8FEC30C5AFA8}"/>
              </a:ext>
            </a:extLst>
          </p:cNvPr>
          <p:cNvSpPr>
            <a:spLocks noGrp="1"/>
          </p:cNvSpPr>
          <p:nvPr/>
        </p:nvSpPr>
        <p:spPr>
          <a:xfrm>
            <a:off x="6330338" y="4123418"/>
            <a:ext cx="28398" cy="28398"/>
          </a:xfrm>
          <a:prstGeom prst="ellipse">
            <a:avLst/>
          </a:prstGeom>
          <a:solidFill>
            <a:srgbClr val="7F8C97">
              <a:alpha val="48000"/>
            </a:srgbClr>
          </a:solidFill>
          <a:ln w="0">
            <a:noFill/>
            <a:prstDash val="solid"/>
          </a:ln>
        </p:spPr>
      </p:sp>
      <p:sp>
        <p:nvSpPr>
          <p:cNvPr id="2167" name="01_find_only_2166">
            <a:extLst>
              <a:ext uri="{FF2B5EF4-FFF2-40B4-BE49-F238E27FC236}">
                <a16:creationId xmlns:a16="http://schemas.microsoft.com/office/drawing/2014/main" id="{89B2CAF9-749E-4577-B5CA-D2873AEA20BD}"/>
              </a:ext>
            </a:extLst>
          </p:cNvPr>
          <p:cNvSpPr>
            <a:spLocks noGrp="1"/>
          </p:cNvSpPr>
          <p:nvPr/>
        </p:nvSpPr>
        <p:spPr>
          <a:xfrm>
            <a:off x="6263476" y="2855402"/>
            <a:ext cx="28398" cy="28398"/>
          </a:xfrm>
          <a:prstGeom prst="ellipse">
            <a:avLst/>
          </a:prstGeom>
          <a:solidFill>
            <a:srgbClr val="7F8C97">
              <a:alpha val="48000"/>
            </a:srgbClr>
          </a:solidFill>
          <a:ln w="0">
            <a:noFill/>
            <a:prstDash val="solid"/>
          </a:ln>
        </p:spPr>
      </p:sp>
      <p:sp>
        <p:nvSpPr>
          <p:cNvPr id="2168" name="01_find_only_2167">
            <a:extLst>
              <a:ext uri="{FF2B5EF4-FFF2-40B4-BE49-F238E27FC236}">
                <a16:creationId xmlns:a16="http://schemas.microsoft.com/office/drawing/2014/main" id="{D5937DD4-68E9-4692-9ADF-2A5335B5958D}"/>
              </a:ext>
            </a:extLst>
          </p:cNvPr>
          <p:cNvSpPr>
            <a:spLocks noGrp="1"/>
          </p:cNvSpPr>
          <p:nvPr/>
        </p:nvSpPr>
        <p:spPr>
          <a:xfrm>
            <a:off x="6290373" y="4123418"/>
            <a:ext cx="28398" cy="28398"/>
          </a:xfrm>
          <a:prstGeom prst="ellipse">
            <a:avLst/>
          </a:prstGeom>
          <a:solidFill>
            <a:srgbClr val="7F8C97">
              <a:alpha val="48000"/>
            </a:srgbClr>
          </a:solidFill>
          <a:ln w="0">
            <a:noFill/>
            <a:prstDash val="solid"/>
          </a:ln>
        </p:spPr>
      </p:sp>
      <p:sp>
        <p:nvSpPr>
          <p:cNvPr id="2169" name="01_find_only_2168">
            <a:extLst>
              <a:ext uri="{FF2B5EF4-FFF2-40B4-BE49-F238E27FC236}">
                <a16:creationId xmlns:a16="http://schemas.microsoft.com/office/drawing/2014/main" id="{A1A034BC-EB99-4AF6-ADB6-4866430BE942}"/>
              </a:ext>
            </a:extLst>
          </p:cNvPr>
          <p:cNvSpPr>
            <a:spLocks noGrp="1"/>
          </p:cNvSpPr>
          <p:nvPr/>
        </p:nvSpPr>
        <p:spPr>
          <a:xfrm>
            <a:off x="6324425" y="4123418"/>
            <a:ext cx="28398" cy="28398"/>
          </a:xfrm>
          <a:prstGeom prst="ellipse">
            <a:avLst/>
          </a:prstGeom>
          <a:solidFill>
            <a:srgbClr val="7F8C97">
              <a:alpha val="48000"/>
            </a:srgbClr>
          </a:solidFill>
          <a:ln w="0">
            <a:noFill/>
            <a:prstDash val="solid"/>
          </a:ln>
        </p:spPr>
      </p:sp>
      <p:sp>
        <p:nvSpPr>
          <p:cNvPr id="2170" name="01_find_only_2169">
            <a:extLst>
              <a:ext uri="{FF2B5EF4-FFF2-40B4-BE49-F238E27FC236}">
                <a16:creationId xmlns:a16="http://schemas.microsoft.com/office/drawing/2014/main" id="{3772CEB1-CF48-4073-9376-7579D2141C44}"/>
              </a:ext>
            </a:extLst>
          </p:cNvPr>
          <p:cNvSpPr>
            <a:spLocks noGrp="1"/>
          </p:cNvSpPr>
          <p:nvPr/>
        </p:nvSpPr>
        <p:spPr>
          <a:xfrm>
            <a:off x="6257658" y="3579982"/>
            <a:ext cx="28398" cy="28398"/>
          </a:xfrm>
          <a:prstGeom prst="ellipse">
            <a:avLst/>
          </a:prstGeom>
          <a:solidFill>
            <a:srgbClr val="7F8C97">
              <a:alpha val="48000"/>
            </a:srgbClr>
          </a:solidFill>
          <a:ln w="0">
            <a:noFill/>
            <a:prstDash val="solid"/>
          </a:ln>
        </p:spPr>
      </p:sp>
      <p:sp>
        <p:nvSpPr>
          <p:cNvPr id="2171" name="01_find_only_2170">
            <a:extLst>
              <a:ext uri="{FF2B5EF4-FFF2-40B4-BE49-F238E27FC236}">
                <a16:creationId xmlns:a16="http://schemas.microsoft.com/office/drawing/2014/main" id="{C6AD2492-5F62-4366-94D9-D8E7967A7BA7}"/>
              </a:ext>
            </a:extLst>
          </p:cNvPr>
          <p:cNvSpPr>
            <a:spLocks noGrp="1"/>
          </p:cNvSpPr>
          <p:nvPr/>
        </p:nvSpPr>
        <p:spPr>
          <a:xfrm>
            <a:off x="6254224" y="3489410"/>
            <a:ext cx="28398" cy="28398"/>
          </a:xfrm>
          <a:prstGeom prst="ellipse">
            <a:avLst/>
          </a:prstGeom>
          <a:solidFill>
            <a:srgbClr val="7F8C97">
              <a:alpha val="48000"/>
            </a:srgbClr>
          </a:solidFill>
          <a:ln w="0">
            <a:noFill/>
            <a:prstDash val="solid"/>
          </a:ln>
        </p:spPr>
      </p:sp>
      <p:sp>
        <p:nvSpPr>
          <p:cNvPr id="2172" name="01_find_only_2171">
            <a:extLst>
              <a:ext uri="{FF2B5EF4-FFF2-40B4-BE49-F238E27FC236}">
                <a16:creationId xmlns:a16="http://schemas.microsoft.com/office/drawing/2014/main" id="{2AA725E7-361E-444F-9DFA-7B1672FD7A1C}"/>
              </a:ext>
            </a:extLst>
          </p:cNvPr>
          <p:cNvSpPr>
            <a:spLocks noGrp="1"/>
          </p:cNvSpPr>
          <p:nvPr/>
        </p:nvSpPr>
        <p:spPr>
          <a:xfrm>
            <a:off x="6310594" y="3912082"/>
            <a:ext cx="28398" cy="28398"/>
          </a:xfrm>
          <a:prstGeom prst="ellipse">
            <a:avLst/>
          </a:prstGeom>
          <a:solidFill>
            <a:srgbClr val="7F8C97">
              <a:alpha val="48000"/>
            </a:srgbClr>
          </a:solidFill>
          <a:ln w="0">
            <a:noFill/>
            <a:prstDash val="solid"/>
          </a:ln>
        </p:spPr>
      </p:sp>
      <p:sp>
        <p:nvSpPr>
          <p:cNvPr id="2173" name="01_find_only_2172">
            <a:extLst>
              <a:ext uri="{FF2B5EF4-FFF2-40B4-BE49-F238E27FC236}">
                <a16:creationId xmlns:a16="http://schemas.microsoft.com/office/drawing/2014/main" id="{4F7C9A24-1A7F-4968-B984-B3A346730B06}"/>
              </a:ext>
            </a:extLst>
          </p:cNvPr>
          <p:cNvSpPr>
            <a:spLocks noGrp="1"/>
          </p:cNvSpPr>
          <p:nvPr/>
        </p:nvSpPr>
        <p:spPr>
          <a:xfrm>
            <a:off x="6338541" y="3045604"/>
            <a:ext cx="28398" cy="28398"/>
          </a:xfrm>
          <a:prstGeom prst="ellipse">
            <a:avLst/>
          </a:prstGeom>
          <a:solidFill>
            <a:srgbClr val="7F8C97">
              <a:alpha val="48000"/>
            </a:srgbClr>
          </a:solidFill>
          <a:ln w="0">
            <a:noFill/>
            <a:prstDash val="solid"/>
          </a:ln>
        </p:spPr>
      </p:sp>
      <p:sp>
        <p:nvSpPr>
          <p:cNvPr id="2174" name="01_find_only_2173">
            <a:extLst>
              <a:ext uri="{FF2B5EF4-FFF2-40B4-BE49-F238E27FC236}">
                <a16:creationId xmlns:a16="http://schemas.microsoft.com/office/drawing/2014/main" id="{79E0FE44-B4CC-4013-B3B3-357E248395A4}"/>
              </a:ext>
            </a:extLst>
          </p:cNvPr>
          <p:cNvSpPr>
            <a:spLocks noGrp="1"/>
          </p:cNvSpPr>
          <p:nvPr/>
        </p:nvSpPr>
        <p:spPr>
          <a:xfrm>
            <a:off x="6250027" y="3489410"/>
            <a:ext cx="28398" cy="28398"/>
          </a:xfrm>
          <a:prstGeom prst="ellipse">
            <a:avLst/>
          </a:prstGeom>
          <a:solidFill>
            <a:srgbClr val="7F8C97">
              <a:alpha val="48000"/>
            </a:srgbClr>
          </a:solidFill>
          <a:ln w="0">
            <a:noFill/>
            <a:prstDash val="solid"/>
          </a:ln>
        </p:spPr>
      </p:sp>
      <p:sp>
        <p:nvSpPr>
          <p:cNvPr id="2175" name="01_find_only_2174">
            <a:extLst>
              <a:ext uri="{FF2B5EF4-FFF2-40B4-BE49-F238E27FC236}">
                <a16:creationId xmlns:a16="http://schemas.microsoft.com/office/drawing/2014/main" id="{70D88D68-ED28-43CF-8E1C-50EDB9763A0D}"/>
              </a:ext>
            </a:extLst>
          </p:cNvPr>
          <p:cNvSpPr>
            <a:spLocks noGrp="1"/>
          </p:cNvSpPr>
          <p:nvPr/>
        </p:nvSpPr>
        <p:spPr>
          <a:xfrm>
            <a:off x="6287321" y="2855402"/>
            <a:ext cx="28398" cy="28398"/>
          </a:xfrm>
          <a:prstGeom prst="ellipse">
            <a:avLst/>
          </a:prstGeom>
          <a:solidFill>
            <a:srgbClr val="7F8C97">
              <a:alpha val="48000"/>
            </a:srgbClr>
          </a:solidFill>
          <a:ln w="0">
            <a:noFill/>
            <a:prstDash val="solid"/>
          </a:ln>
        </p:spPr>
      </p:sp>
      <p:sp>
        <p:nvSpPr>
          <p:cNvPr id="2176" name="01_find_only_2175">
            <a:extLst>
              <a:ext uri="{FF2B5EF4-FFF2-40B4-BE49-F238E27FC236}">
                <a16:creationId xmlns:a16="http://schemas.microsoft.com/office/drawing/2014/main" id="{3BE36176-BEF2-472E-A60C-DDD41DBC0FA1}"/>
              </a:ext>
            </a:extLst>
          </p:cNvPr>
          <p:cNvSpPr>
            <a:spLocks noGrp="1"/>
          </p:cNvSpPr>
          <p:nvPr/>
        </p:nvSpPr>
        <p:spPr>
          <a:xfrm>
            <a:off x="6317939" y="4123418"/>
            <a:ext cx="28398" cy="28398"/>
          </a:xfrm>
          <a:prstGeom prst="ellipse">
            <a:avLst/>
          </a:prstGeom>
          <a:solidFill>
            <a:srgbClr val="7F8C97">
              <a:alpha val="48000"/>
            </a:srgbClr>
          </a:solidFill>
          <a:ln w="0">
            <a:noFill/>
            <a:prstDash val="solid"/>
          </a:ln>
        </p:spPr>
      </p:sp>
      <p:sp>
        <p:nvSpPr>
          <p:cNvPr id="2177" name="01_find_only_2176">
            <a:extLst>
              <a:ext uri="{FF2B5EF4-FFF2-40B4-BE49-F238E27FC236}">
                <a16:creationId xmlns:a16="http://schemas.microsoft.com/office/drawing/2014/main" id="{FC43178B-8006-4D91-8FB1-4A96ABC160E6}"/>
              </a:ext>
            </a:extLst>
          </p:cNvPr>
          <p:cNvSpPr>
            <a:spLocks noGrp="1"/>
          </p:cNvSpPr>
          <p:nvPr/>
        </p:nvSpPr>
        <p:spPr>
          <a:xfrm>
            <a:off x="6289324" y="4123418"/>
            <a:ext cx="28398" cy="28398"/>
          </a:xfrm>
          <a:prstGeom prst="ellipse">
            <a:avLst/>
          </a:prstGeom>
          <a:solidFill>
            <a:srgbClr val="7F8C97">
              <a:alpha val="48000"/>
            </a:srgbClr>
          </a:solidFill>
          <a:ln w="0">
            <a:noFill/>
            <a:prstDash val="solid"/>
          </a:ln>
        </p:spPr>
      </p:sp>
      <p:sp>
        <p:nvSpPr>
          <p:cNvPr id="2178" name="01_find_only_2177">
            <a:extLst>
              <a:ext uri="{FF2B5EF4-FFF2-40B4-BE49-F238E27FC236}">
                <a16:creationId xmlns:a16="http://schemas.microsoft.com/office/drawing/2014/main" id="{1C2F8AB6-1084-4B41-B15C-5F05C1D65BF0}"/>
              </a:ext>
            </a:extLst>
          </p:cNvPr>
          <p:cNvSpPr>
            <a:spLocks noGrp="1"/>
          </p:cNvSpPr>
          <p:nvPr/>
        </p:nvSpPr>
        <p:spPr>
          <a:xfrm>
            <a:off x="6273205" y="4123418"/>
            <a:ext cx="28398" cy="28398"/>
          </a:xfrm>
          <a:prstGeom prst="ellipse">
            <a:avLst/>
          </a:prstGeom>
          <a:solidFill>
            <a:srgbClr val="7F8C97">
              <a:alpha val="48000"/>
            </a:srgbClr>
          </a:solidFill>
          <a:ln w="0">
            <a:noFill/>
            <a:prstDash val="solid"/>
          </a:ln>
        </p:spPr>
      </p:sp>
      <p:sp>
        <p:nvSpPr>
          <p:cNvPr id="2179" name="01_find_only_2178">
            <a:extLst>
              <a:ext uri="{FF2B5EF4-FFF2-40B4-BE49-F238E27FC236}">
                <a16:creationId xmlns:a16="http://schemas.microsoft.com/office/drawing/2014/main" id="{2E5BA69E-4FC8-4534-B220-CA89B1580BC0}"/>
              </a:ext>
            </a:extLst>
          </p:cNvPr>
          <p:cNvSpPr>
            <a:spLocks noGrp="1"/>
          </p:cNvSpPr>
          <p:nvPr/>
        </p:nvSpPr>
        <p:spPr>
          <a:xfrm>
            <a:off x="6310213" y="4123418"/>
            <a:ext cx="28398" cy="28398"/>
          </a:xfrm>
          <a:prstGeom prst="ellipse">
            <a:avLst/>
          </a:prstGeom>
          <a:solidFill>
            <a:srgbClr val="7F8C97">
              <a:alpha val="48000"/>
            </a:srgbClr>
          </a:solidFill>
          <a:ln w="0">
            <a:noFill/>
            <a:prstDash val="solid"/>
          </a:ln>
        </p:spPr>
      </p:sp>
      <p:sp>
        <p:nvSpPr>
          <p:cNvPr id="2180" name="01_find_only_2179">
            <a:extLst>
              <a:ext uri="{FF2B5EF4-FFF2-40B4-BE49-F238E27FC236}">
                <a16:creationId xmlns:a16="http://schemas.microsoft.com/office/drawing/2014/main" id="{A6B77E34-C01C-49DD-B0EE-C9CF37E51FBE}"/>
              </a:ext>
            </a:extLst>
          </p:cNvPr>
          <p:cNvSpPr>
            <a:spLocks noGrp="1"/>
          </p:cNvSpPr>
          <p:nvPr/>
        </p:nvSpPr>
        <p:spPr>
          <a:xfrm>
            <a:off x="6307161" y="4123418"/>
            <a:ext cx="28398" cy="28398"/>
          </a:xfrm>
          <a:prstGeom prst="ellipse">
            <a:avLst/>
          </a:prstGeom>
          <a:solidFill>
            <a:srgbClr val="7F8C97">
              <a:alpha val="48000"/>
            </a:srgbClr>
          </a:solidFill>
          <a:ln w="0">
            <a:noFill/>
            <a:prstDash val="solid"/>
          </a:ln>
        </p:spPr>
      </p:sp>
      <p:sp>
        <p:nvSpPr>
          <p:cNvPr id="2181" name="01_find_only_2180">
            <a:extLst>
              <a:ext uri="{FF2B5EF4-FFF2-40B4-BE49-F238E27FC236}">
                <a16:creationId xmlns:a16="http://schemas.microsoft.com/office/drawing/2014/main" id="{06D15365-C513-47C9-BE24-608FFADFAEB3}"/>
              </a:ext>
            </a:extLst>
          </p:cNvPr>
          <p:cNvSpPr>
            <a:spLocks noGrp="1"/>
          </p:cNvSpPr>
          <p:nvPr/>
        </p:nvSpPr>
        <p:spPr>
          <a:xfrm>
            <a:off x="6295619" y="4123418"/>
            <a:ext cx="28398" cy="28398"/>
          </a:xfrm>
          <a:prstGeom prst="ellipse">
            <a:avLst/>
          </a:prstGeom>
          <a:solidFill>
            <a:srgbClr val="7F8C97">
              <a:alpha val="48000"/>
            </a:srgbClr>
          </a:solidFill>
          <a:ln w="0">
            <a:noFill/>
            <a:prstDash val="solid"/>
          </a:ln>
        </p:spPr>
      </p:sp>
      <p:sp>
        <p:nvSpPr>
          <p:cNvPr id="2182" name="01_find_only_2181">
            <a:extLst>
              <a:ext uri="{FF2B5EF4-FFF2-40B4-BE49-F238E27FC236}">
                <a16:creationId xmlns:a16="http://schemas.microsoft.com/office/drawing/2014/main" id="{014484CB-A398-4F78-8C27-3181525E4166}"/>
              </a:ext>
            </a:extLst>
          </p:cNvPr>
          <p:cNvSpPr>
            <a:spLocks noGrp="1"/>
          </p:cNvSpPr>
          <p:nvPr/>
        </p:nvSpPr>
        <p:spPr>
          <a:xfrm>
            <a:off x="6304871" y="4123418"/>
            <a:ext cx="28398" cy="28398"/>
          </a:xfrm>
          <a:prstGeom prst="ellipse">
            <a:avLst/>
          </a:prstGeom>
          <a:solidFill>
            <a:srgbClr val="7F8C97">
              <a:alpha val="48000"/>
            </a:srgbClr>
          </a:solidFill>
          <a:ln w="0">
            <a:noFill/>
            <a:prstDash val="solid"/>
          </a:ln>
        </p:spPr>
      </p:sp>
      <p:sp>
        <p:nvSpPr>
          <p:cNvPr id="2183" name="01_find_only_2182">
            <a:extLst>
              <a:ext uri="{FF2B5EF4-FFF2-40B4-BE49-F238E27FC236}">
                <a16:creationId xmlns:a16="http://schemas.microsoft.com/office/drawing/2014/main" id="{A6DBB322-404E-421C-A518-3AE5425A9B5B}"/>
              </a:ext>
            </a:extLst>
          </p:cNvPr>
          <p:cNvSpPr>
            <a:spLocks noGrp="1"/>
          </p:cNvSpPr>
          <p:nvPr/>
        </p:nvSpPr>
        <p:spPr>
          <a:xfrm>
            <a:off x="6277497" y="4123418"/>
            <a:ext cx="28398" cy="28398"/>
          </a:xfrm>
          <a:prstGeom prst="ellipse">
            <a:avLst/>
          </a:prstGeom>
          <a:solidFill>
            <a:srgbClr val="7F8C97">
              <a:alpha val="48000"/>
            </a:srgbClr>
          </a:solidFill>
          <a:ln w="0">
            <a:noFill/>
            <a:prstDash val="solid"/>
          </a:ln>
        </p:spPr>
      </p:sp>
      <p:sp>
        <p:nvSpPr>
          <p:cNvPr id="2184" name="01_find_only_2183">
            <a:extLst>
              <a:ext uri="{FF2B5EF4-FFF2-40B4-BE49-F238E27FC236}">
                <a16:creationId xmlns:a16="http://schemas.microsoft.com/office/drawing/2014/main" id="{7974C573-3C6F-414F-8310-4E0A3D9E8963}"/>
              </a:ext>
            </a:extLst>
          </p:cNvPr>
          <p:cNvSpPr>
            <a:spLocks noGrp="1"/>
          </p:cNvSpPr>
          <p:nvPr/>
        </p:nvSpPr>
        <p:spPr>
          <a:xfrm>
            <a:off x="6298862" y="3489410"/>
            <a:ext cx="28398" cy="28398"/>
          </a:xfrm>
          <a:prstGeom prst="ellipse">
            <a:avLst/>
          </a:prstGeom>
          <a:solidFill>
            <a:srgbClr val="7F8C97">
              <a:alpha val="48000"/>
            </a:srgbClr>
          </a:solidFill>
          <a:ln w="0">
            <a:noFill/>
            <a:prstDash val="solid"/>
          </a:ln>
        </p:spPr>
      </p:sp>
      <p:sp>
        <p:nvSpPr>
          <p:cNvPr id="2185" name="01_find_only_2184">
            <a:extLst>
              <a:ext uri="{FF2B5EF4-FFF2-40B4-BE49-F238E27FC236}">
                <a16:creationId xmlns:a16="http://schemas.microsoft.com/office/drawing/2014/main" id="{CD6777EE-DEBA-4882-863B-6FA08386FBE7}"/>
              </a:ext>
            </a:extLst>
          </p:cNvPr>
          <p:cNvSpPr>
            <a:spLocks noGrp="1"/>
          </p:cNvSpPr>
          <p:nvPr/>
        </p:nvSpPr>
        <p:spPr>
          <a:xfrm>
            <a:off x="6278451" y="3109005"/>
            <a:ext cx="28398" cy="28398"/>
          </a:xfrm>
          <a:prstGeom prst="ellipse">
            <a:avLst/>
          </a:prstGeom>
          <a:solidFill>
            <a:srgbClr val="7F8C97">
              <a:alpha val="48000"/>
            </a:srgbClr>
          </a:solidFill>
          <a:ln w="0">
            <a:noFill/>
            <a:prstDash val="solid"/>
          </a:ln>
        </p:spPr>
      </p:sp>
      <p:sp>
        <p:nvSpPr>
          <p:cNvPr id="2186" name="01_find_only_2185">
            <a:extLst>
              <a:ext uri="{FF2B5EF4-FFF2-40B4-BE49-F238E27FC236}">
                <a16:creationId xmlns:a16="http://schemas.microsoft.com/office/drawing/2014/main" id="{720E4BD3-1C3F-4847-8AFE-CEAFF02F7635}"/>
              </a:ext>
            </a:extLst>
          </p:cNvPr>
          <p:cNvSpPr>
            <a:spLocks noGrp="1"/>
          </p:cNvSpPr>
          <p:nvPr/>
        </p:nvSpPr>
        <p:spPr>
          <a:xfrm>
            <a:off x="6286844" y="3568661"/>
            <a:ext cx="28398" cy="28398"/>
          </a:xfrm>
          <a:prstGeom prst="ellipse">
            <a:avLst/>
          </a:prstGeom>
          <a:solidFill>
            <a:srgbClr val="7F8C97">
              <a:alpha val="48000"/>
            </a:srgbClr>
          </a:solidFill>
          <a:ln w="0">
            <a:noFill/>
            <a:prstDash val="solid"/>
          </a:ln>
        </p:spPr>
      </p:sp>
      <p:sp>
        <p:nvSpPr>
          <p:cNvPr id="2187" name="01_find_only_2186">
            <a:extLst>
              <a:ext uri="{FF2B5EF4-FFF2-40B4-BE49-F238E27FC236}">
                <a16:creationId xmlns:a16="http://schemas.microsoft.com/office/drawing/2014/main" id="{DE1D551F-9A5A-4EB1-87C8-FEB880FF18CF}"/>
              </a:ext>
            </a:extLst>
          </p:cNvPr>
          <p:cNvSpPr>
            <a:spLocks noGrp="1"/>
          </p:cNvSpPr>
          <p:nvPr/>
        </p:nvSpPr>
        <p:spPr>
          <a:xfrm>
            <a:off x="6328049" y="3942273"/>
            <a:ext cx="28398" cy="28398"/>
          </a:xfrm>
          <a:prstGeom prst="ellipse">
            <a:avLst/>
          </a:prstGeom>
          <a:solidFill>
            <a:srgbClr val="7F8C97">
              <a:alpha val="48000"/>
            </a:srgbClr>
          </a:solidFill>
          <a:ln w="0">
            <a:noFill/>
            <a:prstDash val="solid"/>
          </a:ln>
        </p:spPr>
      </p:sp>
      <p:sp>
        <p:nvSpPr>
          <p:cNvPr id="2188" name="01_find_only_2187">
            <a:extLst>
              <a:ext uri="{FF2B5EF4-FFF2-40B4-BE49-F238E27FC236}">
                <a16:creationId xmlns:a16="http://schemas.microsoft.com/office/drawing/2014/main" id="{B456F1E5-8F11-4D7D-98B9-7AAF85F5480E}"/>
              </a:ext>
            </a:extLst>
          </p:cNvPr>
          <p:cNvSpPr>
            <a:spLocks noGrp="1"/>
          </p:cNvSpPr>
          <p:nvPr/>
        </p:nvSpPr>
        <p:spPr>
          <a:xfrm>
            <a:off x="6260519" y="3489410"/>
            <a:ext cx="28398" cy="28398"/>
          </a:xfrm>
          <a:prstGeom prst="ellipse">
            <a:avLst/>
          </a:prstGeom>
          <a:solidFill>
            <a:srgbClr val="7F8C97">
              <a:alpha val="48000"/>
            </a:srgbClr>
          </a:solidFill>
          <a:ln w="0">
            <a:noFill/>
            <a:prstDash val="solid"/>
          </a:ln>
        </p:spPr>
      </p:sp>
      <p:sp>
        <p:nvSpPr>
          <p:cNvPr id="2189" name="01_find_only_2188">
            <a:extLst>
              <a:ext uri="{FF2B5EF4-FFF2-40B4-BE49-F238E27FC236}">
                <a16:creationId xmlns:a16="http://schemas.microsoft.com/office/drawing/2014/main" id="{E743E9A6-2959-4D3E-8728-A8D6E003ECA5}"/>
              </a:ext>
            </a:extLst>
          </p:cNvPr>
          <p:cNvSpPr>
            <a:spLocks noGrp="1"/>
          </p:cNvSpPr>
          <p:nvPr/>
        </p:nvSpPr>
        <p:spPr>
          <a:xfrm>
            <a:off x="6264907" y="4123418"/>
            <a:ext cx="28398" cy="28398"/>
          </a:xfrm>
          <a:prstGeom prst="ellipse">
            <a:avLst/>
          </a:prstGeom>
          <a:solidFill>
            <a:srgbClr val="7F8C97">
              <a:alpha val="48000"/>
            </a:srgbClr>
          </a:solidFill>
          <a:ln w="0">
            <a:noFill/>
            <a:prstDash val="solid"/>
          </a:ln>
        </p:spPr>
      </p:sp>
      <p:sp>
        <p:nvSpPr>
          <p:cNvPr id="2190" name="01_find_only_2189">
            <a:extLst>
              <a:ext uri="{FF2B5EF4-FFF2-40B4-BE49-F238E27FC236}">
                <a16:creationId xmlns:a16="http://schemas.microsoft.com/office/drawing/2014/main" id="{B2B73CEB-B682-4074-A9A3-1B59B617FAAF}"/>
              </a:ext>
            </a:extLst>
          </p:cNvPr>
          <p:cNvSpPr>
            <a:spLocks noGrp="1"/>
          </p:cNvSpPr>
          <p:nvPr/>
        </p:nvSpPr>
        <p:spPr>
          <a:xfrm>
            <a:off x="6304585" y="2855402"/>
            <a:ext cx="28398" cy="28398"/>
          </a:xfrm>
          <a:prstGeom prst="ellipse">
            <a:avLst/>
          </a:prstGeom>
          <a:solidFill>
            <a:srgbClr val="7F8C97">
              <a:alpha val="48000"/>
            </a:srgbClr>
          </a:solidFill>
          <a:ln w="0">
            <a:noFill/>
            <a:prstDash val="solid"/>
          </a:ln>
        </p:spPr>
      </p:sp>
      <p:sp>
        <p:nvSpPr>
          <p:cNvPr id="2191" name="01_find_only_2190">
            <a:extLst>
              <a:ext uri="{FF2B5EF4-FFF2-40B4-BE49-F238E27FC236}">
                <a16:creationId xmlns:a16="http://schemas.microsoft.com/office/drawing/2014/main" id="{3A4716B4-D355-43A7-94F6-0DDE12458EF7}"/>
              </a:ext>
            </a:extLst>
          </p:cNvPr>
          <p:cNvSpPr>
            <a:spLocks noGrp="1"/>
          </p:cNvSpPr>
          <p:nvPr/>
        </p:nvSpPr>
        <p:spPr>
          <a:xfrm>
            <a:off x="6303727" y="3278074"/>
            <a:ext cx="28398" cy="28398"/>
          </a:xfrm>
          <a:prstGeom prst="ellipse">
            <a:avLst/>
          </a:prstGeom>
          <a:solidFill>
            <a:srgbClr val="7F8C97">
              <a:alpha val="48000"/>
            </a:srgbClr>
          </a:solidFill>
          <a:ln w="0">
            <a:noFill/>
            <a:prstDash val="solid"/>
          </a:ln>
        </p:spPr>
      </p:sp>
      <p:sp>
        <p:nvSpPr>
          <p:cNvPr id="2192" name="01_find_only_2191">
            <a:extLst>
              <a:ext uri="{FF2B5EF4-FFF2-40B4-BE49-F238E27FC236}">
                <a16:creationId xmlns:a16="http://schemas.microsoft.com/office/drawing/2014/main" id="{672BAFBC-DD39-4F4E-B459-F6695EDE1DDD}"/>
              </a:ext>
            </a:extLst>
          </p:cNvPr>
          <p:cNvSpPr>
            <a:spLocks noGrp="1"/>
          </p:cNvSpPr>
          <p:nvPr/>
        </p:nvSpPr>
        <p:spPr>
          <a:xfrm>
            <a:off x="6334726" y="3489410"/>
            <a:ext cx="28398" cy="28398"/>
          </a:xfrm>
          <a:prstGeom prst="ellipse">
            <a:avLst/>
          </a:prstGeom>
          <a:solidFill>
            <a:srgbClr val="7F8C97">
              <a:alpha val="48000"/>
            </a:srgbClr>
          </a:solidFill>
          <a:ln w="0">
            <a:noFill/>
            <a:prstDash val="solid"/>
          </a:ln>
        </p:spPr>
      </p:sp>
      <p:sp>
        <p:nvSpPr>
          <p:cNvPr id="2193" name="01_find_only_2192">
            <a:extLst>
              <a:ext uri="{FF2B5EF4-FFF2-40B4-BE49-F238E27FC236}">
                <a16:creationId xmlns:a16="http://schemas.microsoft.com/office/drawing/2014/main" id="{B4F45933-9707-40C7-8A37-FE735C5020E8}"/>
              </a:ext>
            </a:extLst>
          </p:cNvPr>
          <p:cNvSpPr>
            <a:spLocks noGrp="1"/>
          </p:cNvSpPr>
          <p:nvPr/>
        </p:nvSpPr>
        <p:spPr>
          <a:xfrm>
            <a:off x="6320323" y="3172406"/>
            <a:ext cx="28398" cy="28398"/>
          </a:xfrm>
          <a:prstGeom prst="ellipse">
            <a:avLst/>
          </a:prstGeom>
          <a:solidFill>
            <a:srgbClr val="7F8C97">
              <a:alpha val="48000"/>
            </a:srgbClr>
          </a:solidFill>
          <a:ln w="0">
            <a:noFill/>
            <a:prstDash val="solid"/>
          </a:ln>
        </p:spPr>
      </p:sp>
      <p:sp>
        <p:nvSpPr>
          <p:cNvPr id="2194" name="01_find_only_2193">
            <a:extLst>
              <a:ext uri="{FF2B5EF4-FFF2-40B4-BE49-F238E27FC236}">
                <a16:creationId xmlns:a16="http://schemas.microsoft.com/office/drawing/2014/main" id="{BF04E272-4F0E-4FDF-9D9A-A1EAEACB914D}"/>
              </a:ext>
            </a:extLst>
          </p:cNvPr>
          <p:cNvSpPr>
            <a:spLocks noGrp="1"/>
          </p:cNvSpPr>
          <p:nvPr/>
        </p:nvSpPr>
        <p:spPr>
          <a:xfrm>
            <a:off x="6261473" y="4123418"/>
            <a:ext cx="28398" cy="28398"/>
          </a:xfrm>
          <a:prstGeom prst="ellipse">
            <a:avLst/>
          </a:prstGeom>
          <a:solidFill>
            <a:srgbClr val="7F8C97">
              <a:alpha val="48000"/>
            </a:srgbClr>
          </a:solidFill>
          <a:ln w="0">
            <a:noFill/>
            <a:prstDash val="solid"/>
          </a:ln>
        </p:spPr>
      </p:sp>
      <p:sp>
        <p:nvSpPr>
          <p:cNvPr id="2195" name="01_find_only_2194">
            <a:extLst>
              <a:ext uri="{FF2B5EF4-FFF2-40B4-BE49-F238E27FC236}">
                <a16:creationId xmlns:a16="http://schemas.microsoft.com/office/drawing/2014/main" id="{C0984560-D8D4-48A1-9BB7-C6AA05ED82ED}"/>
              </a:ext>
            </a:extLst>
          </p:cNvPr>
          <p:cNvSpPr>
            <a:spLocks noGrp="1"/>
          </p:cNvSpPr>
          <p:nvPr/>
        </p:nvSpPr>
        <p:spPr>
          <a:xfrm>
            <a:off x="6275303" y="4123418"/>
            <a:ext cx="28398" cy="28398"/>
          </a:xfrm>
          <a:prstGeom prst="ellipse">
            <a:avLst/>
          </a:prstGeom>
          <a:solidFill>
            <a:srgbClr val="7F8C97">
              <a:alpha val="48000"/>
            </a:srgbClr>
          </a:solidFill>
          <a:ln w="0">
            <a:noFill/>
            <a:prstDash val="solid"/>
          </a:ln>
        </p:spPr>
      </p:sp>
      <p:sp>
        <p:nvSpPr>
          <p:cNvPr id="2196" name="01_find_only_2195">
            <a:extLst>
              <a:ext uri="{FF2B5EF4-FFF2-40B4-BE49-F238E27FC236}">
                <a16:creationId xmlns:a16="http://schemas.microsoft.com/office/drawing/2014/main" id="{57ED108B-64C8-4657-B78E-866E3F493499}"/>
              </a:ext>
            </a:extLst>
          </p:cNvPr>
          <p:cNvSpPr>
            <a:spLocks noGrp="1"/>
          </p:cNvSpPr>
          <p:nvPr/>
        </p:nvSpPr>
        <p:spPr>
          <a:xfrm>
            <a:off x="6313170" y="4123418"/>
            <a:ext cx="28398" cy="28398"/>
          </a:xfrm>
          <a:prstGeom prst="ellipse">
            <a:avLst/>
          </a:prstGeom>
          <a:solidFill>
            <a:srgbClr val="7F8C97">
              <a:alpha val="48000"/>
            </a:srgbClr>
          </a:solidFill>
          <a:ln w="0">
            <a:noFill/>
            <a:prstDash val="solid"/>
          </a:ln>
        </p:spPr>
      </p:sp>
      <p:sp>
        <p:nvSpPr>
          <p:cNvPr id="2197" name="01_find_only_2196">
            <a:extLst>
              <a:ext uri="{FF2B5EF4-FFF2-40B4-BE49-F238E27FC236}">
                <a16:creationId xmlns:a16="http://schemas.microsoft.com/office/drawing/2014/main" id="{661B7C7D-C42A-47A6-97F9-F8B39DE6DCE9}"/>
              </a:ext>
            </a:extLst>
          </p:cNvPr>
          <p:cNvSpPr>
            <a:spLocks noGrp="1"/>
          </p:cNvSpPr>
          <p:nvPr/>
        </p:nvSpPr>
        <p:spPr>
          <a:xfrm>
            <a:off x="6255941" y="4123418"/>
            <a:ext cx="28398" cy="28398"/>
          </a:xfrm>
          <a:prstGeom prst="ellipse">
            <a:avLst/>
          </a:prstGeom>
          <a:solidFill>
            <a:srgbClr val="7F8C97">
              <a:alpha val="48000"/>
            </a:srgbClr>
          </a:solidFill>
          <a:ln w="0">
            <a:noFill/>
            <a:prstDash val="solid"/>
          </a:ln>
        </p:spPr>
      </p:sp>
      <p:sp>
        <p:nvSpPr>
          <p:cNvPr id="2198" name="01_find_only_2197">
            <a:extLst>
              <a:ext uri="{FF2B5EF4-FFF2-40B4-BE49-F238E27FC236}">
                <a16:creationId xmlns:a16="http://schemas.microsoft.com/office/drawing/2014/main" id="{2D1744EB-F2D1-46D0-AE7A-DB9939EFFE76}"/>
              </a:ext>
            </a:extLst>
          </p:cNvPr>
          <p:cNvSpPr>
            <a:spLocks noGrp="1"/>
          </p:cNvSpPr>
          <p:nvPr/>
        </p:nvSpPr>
        <p:spPr>
          <a:xfrm>
            <a:off x="6322231" y="3278074"/>
            <a:ext cx="28398" cy="28398"/>
          </a:xfrm>
          <a:prstGeom prst="ellipse">
            <a:avLst/>
          </a:prstGeom>
          <a:solidFill>
            <a:srgbClr val="7F8C97">
              <a:alpha val="48000"/>
            </a:srgbClr>
          </a:solidFill>
          <a:ln w="0">
            <a:noFill/>
            <a:prstDash val="solid"/>
          </a:ln>
        </p:spPr>
      </p:sp>
      <p:sp>
        <p:nvSpPr>
          <p:cNvPr id="2199" name="01_find_only_2198">
            <a:extLst>
              <a:ext uri="{FF2B5EF4-FFF2-40B4-BE49-F238E27FC236}">
                <a16:creationId xmlns:a16="http://schemas.microsoft.com/office/drawing/2014/main" id="{61759F08-9DD7-4954-9C50-D1C688EDC29B}"/>
              </a:ext>
            </a:extLst>
          </p:cNvPr>
          <p:cNvSpPr>
            <a:spLocks noGrp="1"/>
          </p:cNvSpPr>
          <p:nvPr/>
        </p:nvSpPr>
        <p:spPr>
          <a:xfrm>
            <a:off x="6325474" y="4123418"/>
            <a:ext cx="28398" cy="28398"/>
          </a:xfrm>
          <a:prstGeom prst="ellipse">
            <a:avLst/>
          </a:prstGeom>
          <a:solidFill>
            <a:srgbClr val="7F8C97">
              <a:alpha val="48000"/>
            </a:srgbClr>
          </a:solidFill>
          <a:ln w="0">
            <a:noFill/>
            <a:prstDash val="solid"/>
          </a:ln>
        </p:spPr>
      </p:sp>
      <p:sp>
        <p:nvSpPr>
          <p:cNvPr id="2200" name="01_find_only_2199">
            <a:extLst>
              <a:ext uri="{FF2B5EF4-FFF2-40B4-BE49-F238E27FC236}">
                <a16:creationId xmlns:a16="http://schemas.microsoft.com/office/drawing/2014/main" id="{4E3CA7B7-2A0B-416C-8636-1423835012FA}"/>
              </a:ext>
            </a:extLst>
          </p:cNvPr>
          <p:cNvSpPr>
            <a:spLocks noGrp="1"/>
          </p:cNvSpPr>
          <p:nvPr/>
        </p:nvSpPr>
        <p:spPr>
          <a:xfrm>
            <a:off x="6315363" y="3013904"/>
            <a:ext cx="28398" cy="28398"/>
          </a:xfrm>
          <a:prstGeom prst="ellipse">
            <a:avLst/>
          </a:prstGeom>
          <a:solidFill>
            <a:srgbClr val="7F8C97">
              <a:alpha val="48000"/>
            </a:srgbClr>
          </a:solidFill>
          <a:ln w="0">
            <a:noFill/>
            <a:prstDash val="solid"/>
          </a:ln>
        </p:spPr>
      </p:sp>
      <p:sp>
        <p:nvSpPr>
          <p:cNvPr id="2201" name="01_find_only_2200">
            <a:extLst>
              <a:ext uri="{FF2B5EF4-FFF2-40B4-BE49-F238E27FC236}">
                <a16:creationId xmlns:a16="http://schemas.microsoft.com/office/drawing/2014/main" id="{8342F00E-C850-4039-936E-0E5CE0E2E217}"/>
              </a:ext>
            </a:extLst>
          </p:cNvPr>
          <p:cNvSpPr>
            <a:spLocks noGrp="1"/>
          </p:cNvSpPr>
          <p:nvPr/>
        </p:nvSpPr>
        <p:spPr>
          <a:xfrm>
            <a:off x="6314505" y="3172406"/>
            <a:ext cx="28398" cy="28398"/>
          </a:xfrm>
          <a:prstGeom prst="ellipse">
            <a:avLst/>
          </a:prstGeom>
          <a:solidFill>
            <a:srgbClr val="7F8C97">
              <a:alpha val="48000"/>
            </a:srgbClr>
          </a:solidFill>
          <a:ln w="0">
            <a:noFill/>
            <a:prstDash val="solid"/>
          </a:ln>
        </p:spPr>
      </p:sp>
      <p:sp>
        <p:nvSpPr>
          <p:cNvPr id="2202" name="01_find_only_2201">
            <a:extLst>
              <a:ext uri="{FF2B5EF4-FFF2-40B4-BE49-F238E27FC236}">
                <a16:creationId xmlns:a16="http://schemas.microsoft.com/office/drawing/2014/main" id="{9B7C9C6E-02A8-40D3-BD1E-FF07D32AE7FE}"/>
              </a:ext>
            </a:extLst>
          </p:cNvPr>
          <p:cNvSpPr>
            <a:spLocks noGrp="1"/>
          </p:cNvSpPr>
          <p:nvPr/>
        </p:nvSpPr>
        <p:spPr>
          <a:xfrm>
            <a:off x="6318606" y="4123418"/>
            <a:ext cx="28398" cy="28398"/>
          </a:xfrm>
          <a:prstGeom prst="ellipse">
            <a:avLst/>
          </a:prstGeom>
          <a:solidFill>
            <a:srgbClr val="7F8C97">
              <a:alpha val="48000"/>
            </a:srgbClr>
          </a:solidFill>
          <a:ln w="0">
            <a:noFill/>
            <a:prstDash val="solid"/>
          </a:ln>
        </p:spPr>
      </p:sp>
      <p:sp>
        <p:nvSpPr>
          <p:cNvPr id="2203" name="01_find_only_2202">
            <a:extLst>
              <a:ext uri="{FF2B5EF4-FFF2-40B4-BE49-F238E27FC236}">
                <a16:creationId xmlns:a16="http://schemas.microsoft.com/office/drawing/2014/main" id="{E6CD3A94-19A5-442A-9B9E-A9E0A0B05227}"/>
              </a:ext>
            </a:extLst>
          </p:cNvPr>
          <p:cNvSpPr>
            <a:spLocks noGrp="1"/>
          </p:cNvSpPr>
          <p:nvPr/>
        </p:nvSpPr>
        <p:spPr>
          <a:xfrm>
            <a:off x="6300579" y="4123418"/>
            <a:ext cx="28398" cy="28398"/>
          </a:xfrm>
          <a:prstGeom prst="ellipse">
            <a:avLst/>
          </a:prstGeom>
          <a:solidFill>
            <a:srgbClr val="7F8C97">
              <a:alpha val="48000"/>
            </a:srgbClr>
          </a:solidFill>
          <a:ln w="0">
            <a:noFill/>
            <a:prstDash val="solid"/>
          </a:ln>
        </p:spPr>
      </p:sp>
      <p:sp>
        <p:nvSpPr>
          <p:cNvPr id="2204" name="01_find_only_2203">
            <a:extLst>
              <a:ext uri="{FF2B5EF4-FFF2-40B4-BE49-F238E27FC236}">
                <a16:creationId xmlns:a16="http://schemas.microsoft.com/office/drawing/2014/main" id="{1DAA3B7F-F024-45EC-92C0-92389A23B2B7}"/>
              </a:ext>
            </a:extLst>
          </p:cNvPr>
          <p:cNvSpPr>
            <a:spLocks noGrp="1"/>
          </p:cNvSpPr>
          <p:nvPr/>
        </p:nvSpPr>
        <p:spPr>
          <a:xfrm>
            <a:off x="6251076" y="3489410"/>
            <a:ext cx="28398" cy="28398"/>
          </a:xfrm>
          <a:prstGeom prst="ellipse">
            <a:avLst/>
          </a:prstGeom>
          <a:solidFill>
            <a:srgbClr val="7F8C97">
              <a:alpha val="48000"/>
            </a:srgbClr>
          </a:solidFill>
          <a:ln w="0">
            <a:noFill/>
            <a:prstDash val="solid"/>
          </a:ln>
        </p:spPr>
      </p:sp>
      <p:sp>
        <p:nvSpPr>
          <p:cNvPr id="2205" name="01_find_only_2204">
            <a:extLst>
              <a:ext uri="{FF2B5EF4-FFF2-40B4-BE49-F238E27FC236}">
                <a16:creationId xmlns:a16="http://schemas.microsoft.com/office/drawing/2014/main" id="{B892F24B-BA8D-4CEF-90BA-26805CDE7282}"/>
              </a:ext>
            </a:extLst>
          </p:cNvPr>
          <p:cNvSpPr>
            <a:spLocks noGrp="1"/>
          </p:cNvSpPr>
          <p:nvPr/>
        </p:nvSpPr>
        <p:spPr>
          <a:xfrm>
            <a:off x="6300389" y="4123418"/>
            <a:ext cx="28398" cy="28398"/>
          </a:xfrm>
          <a:prstGeom prst="ellipse">
            <a:avLst/>
          </a:prstGeom>
          <a:solidFill>
            <a:srgbClr val="7F8C97">
              <a:alpha val="48000"/>
            </a:srgbClr>
          </a:solidFill>
          <a:ln w="0">
            <a:noFill/>
            <a:prstDash val="solid"/>
          </a:ln>
        </p:spPr>
      </p:sp>
      <p:sp>
        <p:nvSpPr>
          <p:cNvPr id="2206" name="01_find_only_2205">
            <a:extLst>
              <a:ext uri="{FF2B5EF4-FFF2-40B4-BE49-F238E27FC236}">
                <a16:creationId xmlns:a16="http://schemas.microsoft.com/office/drawing/2014/main" id="{43248030-BCE5-4729-97D2-56C048099E83}"/>
              </a:ext>
            </a:extLst>
          </p:cNvPr>
          <p:cNvSpPr>
            <a:spLocks noGrp="1"/>
          </p:cNvSpPr>
          <p:nvPr/>
        </p:nvSpPr>
        <p:spPr>
          <a:xfrm>
            <a:off x="6263667" y="4123418"/>
            <a:ext cx="28398" cy="28398"/>
          </a:xfrm>
          <a:prstGeom prst="ellipse">
            <a:avLst/>
          </a:prstGeom>
          <a:solidFill>
            <a:srgbClr val="7F8C97">
              <a:alpha val="48000"/>
            </a:srgbClr>
          </a:solidFill>
          <a:ln w="0">
            <a:noFill/>
            <a:prstDash val="solid"/>
          </a:ln>
        </p:spPr>
      </p:sp>
      <p:sp>
        <p:nvSpPr>
          <p:cNvPr id="2207" name="01_find_only_2206">
            <a:extLst>
              <a:ext uri="{FF2B5EF4-FFF2-40B4-BE49-F238E27FC236}">
                <a16:creationId xmlns:a16="http://schemas.microsoft.com/office/drawing/2014/main" id="{4527630A-0EC2-476F-BFBE-5398AEB5B1C3}"/>
              </a:ext>
            </a:extLst>
          </p:cNvPr>
          <p:cNvSpPr>
            <a:spLocks noGrp="1"/>
          </p:cNvSpPr>
          <p:nvPr/>
        </p:nvSpPr>
        <p:spPr>
          <a:xfrm>
            <a:off x="6314887" y="3830799"/>
            <a:ext cx="28398" cy="28398"/>
          </a:xfrm>
          <a:prstGeom prst="ellipse">
            <a:avLst/>
          </a:prstGeom>
          <a:solidFill>
            <a:srgbClr val="7F8C97">
              <a:alpha val="48000"/>
            </a:srgbClr>
          </a:solidFill>
          <a:ln w="0">
            <a:noFill/>
            <a:prstDash val="solid"/>
          </a:ln>
        </p:spPr>
      </p:sp>
      <p:sp>
        <p:nvSpPr>
          <p:cNvPr id="2208" name="01_find_only_2207">
            <a:extLst>
              <a:ext uri="{FF2B5EF4-FFF2-40B4-BE49-F238E27FC236}">
                <a16:creationId xmlns:a16="http://schemas.microsoft.com/office/drawing/2014/main" id="{98C9701A-E695-41BE-A2DB-0029B72C1729}"/>
              </a:ext>
            </a:extLst>
          </p:cNvPr>
          <p:cNvSpPr>
            <a:spLocks noGrp="1"/>
          </p:cNvSpPr>
          <p:nvPr/>
        </p:nvSpPr>
        <p:spPr>
          <a:xfrm>
            <a:off x="6327477" y="3700746"/>
            <a:ext cx="28398" cy="28398"/>
          </a:xfrm>
          <a:prstGeom prst="ellipse">
            <a:avLst/>
          </a:prstGeom>
          <a:solidFill>
            <a:srgbClr val="7F8C97">
              <a:alpha val="48000"/>
            </a:srgbClr>
          </a:solidFill>
          <a:ln w="0">
            <a:noFill/>
            <a:prstDash val="solid"/>
          </a:ln>
        </p:spPr>
      </p:sp>
      <p:sp>
        <p:nvSpPr>
          <p:cNvPr id="2209" name="01_find_only_2208">
            <a:extLst>
              <a:ext uri="{FF2B5EF4-FFF2-40B4-BE49-F238E27FC236}">
                <a16:creationId xmlns:a16="http://schemas.microsoft.com/office/drawing/2014/main" id="{456B961A-8D87-40E0-9862-D2D3895F4D64}"/>
              </a:ext>
            </a:extLst>
          </p:cNvPr>
          <p:cNvSpPr>
            <a:spLocks noGrp="1"/>
          </p:cNvSpPr>
          <p:nvPr/>
        </p:nvSpPr>
        <p:spPr>
          <a:xfrm>
            <a:off x="6262141" y="4123418"/>
            <a:ext cx="28398" cy="28398"/>
          </a:xfrm>
          <a:prstGeom prst="ellipse">
            <a:avLst/>
          </a:prstGeom>
          <a:solidFill>
            <a:srgbClr val="7F8C97">
              <a:alpha val="48000"/>
            </a:srgbClr>
          </a:solidFill>
          <a:ln w="0">
            <a:noFill/>
            <a:prstDash val="solid"/>
          </a:ln>
        </p:spPr>
      </p:sp>
      <p:sp>
        <p:nvSpPr>
          <p:cNvPr id="2210" name="01_find_only_2209">
            <a:extLst>
              <a:ext uri="{FF2B5EF4-FFF2-40B4-BE49-F238E27FC236}">
                <a16:creationId xmlns:a16="http://schemas.microsoft.com/office/drawing/2014/main" id="{9E0EBDCA-1553-40B3-A994-03D5109F4641}"/>
              </a:ext>
            </a:extLst>
          </p:cNvPr>
          <p:cNvSpPr>
            <a:spLocks noGrp="1"/>
          </p:cNvSpPr>
          <p:nvPr/>
        </p:nvSpPr>
        <p:spPr>
          <a:xfrm>
            <a:off x="6315745" y="3050481"/>
            <a:ext cx="28398" cy="28398"/>
          </a:xfrm>
          <a:prstGeom prst="ellipse">
            <a:avLst/>
          </a:prstGeom>
          <a:solidFill>
            <a:srgbClr val="7F8C97">
              <a:alpha val="48000"/>
            </a:srgbClr>
          </a:solidFill>
          <a:ln w="0">
            <a:noFill/>
            <a:prstDash val="solid"/>
          </a:ln>
        </p:spPr>
      </p:sp>
      <p:sp>
        <p:nvSpPr>
          <p:cNvPr id="2211" name="01_find_only_2210">
            <a:extLst>
              <a:ext uri="{FF2B5EF4-FFF2-40B4-BE49-F238E27FC236}">
                <a16:creationId xmlns:a16="http://schemas.microsoft.com/office/drawing/2014/main" id="{88500D76-AC52-42DE-95F8-2E79EE174BF4}"/>
              </a:ext>
            </a:extLst>
          </p:cNvPr>
          <p:cNvSpPr>
            <a:spLocks noGrp="1"/>
          </p:cNvSpPr>
          <p:nvPr/>
        </p:nvSpPr>
        <p:spPr>
          <a:xfrm>
            <a:off x="6266910" y="3489410"/>
            <a:ext cx="28398" cy="28398"/>
          </a:xfrm>
          <a:prstGeom prst="ellipse">
            <a:avLst/>
          </a:prstGeom>
          <a:solidFill>
            <a:srgbClr val="7F8C97">
              <a:alpha val="48000"/>
            </a:srgbClr>
          </a:solidFill>
          <a:ln w="0">
            <a:noFill/>
            <a:prstDash val="solid"/>
          </a:ln>
        </p:spPr>
      </p:sp>
      <p:sp>
        <p:nvSpPr>
          <p:cNvPr id="2212" name="01_find_only_2211">
            <a:extLst>
              <a:ext uri="{FF2B5EF4-FFF2-40B4-BE49-F238E27FC236}">
                <a16:creationId xmlns:a16="http://schemas.microsoft.com/office/drawing/2014/main" id="{69D86C2C-C37B-4050-9C69-92CCF8E9FC9C}"/>
              </a:ext>
            </a:extLst>
          </p:cNvPr>
          <p:cNvSpPr>
            <a:spLocks noGrp="1"/>
          </p:cNvSpPr>
          <p:nvPr/>
        </p:nvSpPr>
        <p:spPr>
          <a:xfrm>
            <a:off x="6271106" y="4123418"/>
            <a:ext cx="28398" cy="28398"/>
          </a:xfrm>
          <a:prstGeom prst="ellipse">
            <a:avLst/>
          </a:prstGeom>
          <a:solidFill>
            <a:srgbClr val="7F8C97">
              <a:alpha val="48000"/>
            </a:srgbClr>
          </a:solidFill>
          <a:ln w="0">
            <a:noFill/>
            <a:prstDash val="solid"/>
          </a:ln>
        </p:spPr>
      </p:sp>
      <p:sp>
        <p:nvSpPr>
          <p:cNvPr id="2213" name="01_find_only_2212">
            <a:extLst>
              <a:ext uri="{FF2B5EF4-FFF2-40B4-BE49-F238E27FC236}">
                <a16:creationId xmlns:a16="http://schemas.microsoft.com/office/drawing/2014/main" id="{ED43DD03-1C85-4D30-AE05-F7D954FC3C15}"/>
              </a:ext>
            </a:extLst>
          </p:cNvPr>
          <p:cNvSpPr>
            <a:spLocks noGrp="1"/>
          </p:cNvSpPr>
          <p:nvPr/>
        </p:nvSpPr>
        <p:spPr>
          <a:xfrm>
            <a:off x="6259756" y="3066738"/>
            <a:ext cx="28398" cy="28398"/>
          </a:xfrm>
          <a:prstGeom prst="ellipse">
            <a:avLst/>
          </a:prstGeom>
          <a:solidFill>
            <a:srgbClr val="7F8C97">
              <a:alpha val="48000"/>
            </a:srgbClr>
          </a:solidFill>
          <a:ln w="0">
            <a:noFill/>
            <a:prstDash val="solid"/>
          </a:ln>
        </p:spPr>
      </p:sp>
      <p:sp>
        <p:nvSpPr>
          <p:cNvPr id="2214" name="01_find_only_2213">
            <a:extLst>
              <a:ext uri="{FF2B5EF4-FFF2-40B4-BE49-F238E27FC236}">
                <a16:creationId xmlns:a16="http://schemas.microsoft.com/office/drawing/2014/main" id="{ADF82F96-4EBA-425E-A0DF-70EFFEA687ED}"/>
              </a:ext>
            </a:extLst>
          </p:cNvPr>
          <p:cNvSpPr>
            <a:spLocks noGrp="1"/>
          </p:cNvSpPr>
          <p:nvPr/>
        </p:nvSpPr>
        <p:spPr>
          <a:xfrm>
            <a:off x="6314696" y="3647912"/>
            <a:ext cx="28398" cy="28398"/>
          </a:xfrm>
          <a:prstGeom prst="ellipse">
            <a:avLst/>
          </a:prstGeom>
          <a:solidFill>
            <a:srgbClr val="7F8C97">
              <a:alpha val="48000"/>
            </a:srgbClr>
          </a:solidFill>
          <a:ln w="0">
            <a:noFill/>
            <a:prstDash val="solid"/>
          </a:ln>
        </p:spPr>
      </p:sp>
      <p:sp>
        <p:nvSpPr>
          <p:cNvPr id="2215" name="01_find_only_2214">
            <a:extLst>
              <a:ext uri="{FF2B5EF4-FFF2-40B4-BE49-F238E27FC236}">
                <a16:creationId xmlns:a16="http://schemas.microsoft.com/office/drawing/2014/main" id="{93ACB3C0-99F7-41C5-A1B9-458B2AC8D2BE}"/>
              </a:ext>
            </a:extLst>
          </p:cNvPr>
          <p:cNvSpPr>
            <a:spLocks noGrp="1"/>
          </p:cNvSpPr>
          <p:nvPr/>
        </p:nvSpPr>
        <p:spPr>
          <a:xfrm>
            <a:off x="6339304" y="3761128"/>
            <a:ext cx="28398" cy="28398"/>
          </a:xfrm>
          <a:prstGeom prst="ellipse">
            <a:avLst/>
          </a:prstGeom>
          <a:solidFill>
            <a:srgbClr val="7F8C97">
              <a:alpha val="48000"/>
            </a:srgbClr>
          </a:solidFill>
          <a:ln w="0">
            <a:noFill/>
            <a:prstDash val="solid"/>
          </a:ln>
        </p:spPr>
      </p:sp>
      <p:sp>
        <p:nvSpPr>
          <p:cNvPr id="2216" name="01_find_only_2215">
            <a:extLst>
              <a:ext uri="{FF2B5EF4-FFF2-40B4-BE49-F238E27FC236}">
                <a16:creationId xmlns:a16="http://schemas.microsoft.com/office/drawing/2014/main" id="{08055F83-1D75-4192-8671-34403871076D}"/>
              </a:ext>
            </a:extLst>
          </p:cNvPr>
          <p:cNvSpPr>
            <a:spLocks noGrp="1"/>
          </p:cNvSpPr>
          <p:nvPr/>
        </p:nvSpPr>
        <p:spPr>
          <a:xfrm>
            <a:off x="6343406" y="3579982"/>
            <a:ext cx="28398" cy="28398"/>
          </a:xfrm>
          <a:prstGeom prst="ellipse">
            <a:avLst/>
          </a:prstGeom>
          <a:solidFill>
            <a:srgbClr val="7F8C97">
              <a:alpha val="48000"/>
            </a:srgbClr>
          </a:solidFill>
          <a:ln w="0">
            <a:noFill/>
            <a:prstDash val="solid"/>
          </a:ln>
        </p:spPr>
      </p:sp>
      <p:sp>
        <p:nvSpPr>
          <p:cNvPr id="2217" name="01_find_only_2216">
            <a:extLst>
              <a:ext uri="{FF2B5EF4-FFF2-40B4-BE49-F238E27FC236}">
                <a16:creationId xmlns:a16="http://schemas.microsoft.com/office/drawing/2014/main" id="{5C1C17B9-0A45-431A-9911-F5B91FEB2249}"/>
              </a:ext>
            </a:extLst>
          </p:cNvPr>
          <p:cNvSpPr>
            <a:spLocks noGrp="1"/>
          </p:cNvSpPr>
          <p:nvPr/>
        </p:nvSpPr>
        <p:spPr>
          <a:xfrm>
            <a:off x="6284460" y="2855402"/>
            <a:ext cx="28398" cy="28398"/>
          </a:xfrm>
          <a:prstGeom prst="ellipse">
            <a:avLst/>
          </a:prstGeom>
          <a:solidFill>
            <a:srgbClr val="7F8C97">
              <a:alpha val="48000"/>
            </a:srgbClr>
          </a:solidFill>
          <a:ln w="0">
            <a:noFill/>
            <a:prstDash val="solid"/>
          </a:ln>
        </p:spPr>
      </p:sp>
      <p:sp>
        <p:nvSpPr>
          <p:cNvPr id="2218" name="01_find_only_2217">
            <a:extLst>
              <a:ext uri="{FF2B5EF4-FFF2-40B4-BE49-F238E27FC236}">
                <a16:creationId xmlns:a16="http://schemas.microsoft.com/office/drawing/2014/main" id="{6724DB72-E8EE-4DBC-84A2-4273ADA51B13}"/>
              </a:ext>
            </a:extLst>
          </p:cNvPr>
          <p:cNvSpPr>
            <a:spLocks noGrp="1"/>
          </p:cNvSpPr>
          <p:nvPr/>
        </p:nvSpPr>
        <p:spPr>
          <a:xfrm>
            <a:off x="6319465" y="3700746"/>
            <a:ext cx="28398" cy="28398"/>
          </a:xfrm>
          <a:prstGeom prst="ellipse">
            <a:avLst/>
          </a:prstGeom>
          <a:solidFill>
            <a:srgbClr val="7F8C97">
              <a:alpha val="48000"/>
            </a:srgbClr>
          </a:solidFill>
          <a:ln w="0">
            <a:noFill/>
            <a:prstDash val="solid"/>
          </a:ln>
        </p:spPr>
      </p:sp>
      <p:sp>
        <p:nvSpPr>
          <p:cNvPr id="2219" name="01_find_only_2218">
            <a:extLst>
              <a:ext uri="{FF2B5EF4-FFF2-40B4-BE49-F238E27FC236}">
                <a16:creationId xmlns:a16="http://schemas.microsoft.com/office/drawing/2014/main" id="{5C50F31D-336A-420B-82CA-AF685E9650CD}"/>
              </a:ext>
            </a:extLst>
          </p:cNvPr>
          <p:cNvSpPr>
            <a:spLocks noGrp="1"/>
          </p:cNvSpPr>
          <p:nvPr/>
        </p:nvSpPr>
        <p:spPr>
          <a:xfrm>
            <a:off x="6337969" y="4123418"/>
            <a:ext cx="28398" cy="28398"/>
          </a:xfrm>
          <a:prstGeom prst="ellipse">
            <a:avLst/>
          </a:prstGeom>
          <a:solidFill>
            <a:srgbClr val="7F8C97">
              <a:alpha val="48000"/>
            </a:srgbClr>
          </a:solidFill>
          <a:ln w="0">
            <a:noFill/>
            <a:prstDash val="solid"/>
          </a:ln>
        </p:spPr>
      </p:sp>
      <p:sp>
        <p:nvSpPr>
          <p:cNvPr id="2220" name="01_find_only_2219">
            <a:extLst>
              <a:ext uri="{FF2B5EF4-FFF2-40B4-BE49-F238E27FC236}">
                <a16:creationId xmlns:a16="http://schemas.microsoft.com/office/drawing/2014/main" id="{680FC5A6-4459-4730-82DA-8BC2BAD8254C}"/>
              </a:ext>
            </a:extLst>
          </p:cNvPr>
          <p:cNvSpPr>
            <a:spLocks noGrp="1"/>
          </p:cNvSpPr>
          <p:nvPr/>
        </p:nvSpPr>
        <p:spPr>
          <a:xfrm>
            <a:off x="6326714" y="3700746"/>
            <a:ext cx="28398" cy="28398"/>
          </a:xfrm>
          <a:prstGeom prst="ellipse">
            <a:avLst/>
          </a:prstGeom>
          <a:solidFill>
            <a:srgbClr val="7F8C97">
              <a:alpha val="48000"/>
            </a:srgbClr>
          </a:solidFill>
          <a:ln w="0">
            <a:noFill/>
            <a:prstDash val="solid"/>
          </a:ln>
        </p:spPr>
      </p:sp>
      <p:sp>
        <p:nvSpPr>
          <p:cNvPr id="2221" name="01_find_only_2220">
            <a:extLst>
              <a:ext uri="{FF2B5EF4-FFF2-40B4-BE49-F238E27FC236}">
                <a16:creationId xmlns:a16="http://schemas.microsoft.com/office/drawing/2014/main" id="{98B611EF-66DB-4274-9B8F-55ACCEF1A8A0}"/>
              </a:ext>
            </a:extLst>
          </p:cNvPr>
          <p:cNvSpPr>
            <a:spLocks noGrp="1"/>
          </p:cNvSpPr>
          <p:nvPr/>
        </p:nvSpPr>
        <p:spPr>
          <a:xfrm>
            <a:off x="6316603" y="4123418"/>
            <a:ext cx="28398" cy="28398"/>
          </a:xfrm>
          <a:prstGeom prst="ellipse">
            <a:avLst/>
          </a:prstGeom>
          <a:solidFill>
            <a:srgbClr val="7F8C97">
              <a:alpha val="48000"/>
            </a:srgbClr>
          </a:solidFill>
          <a:ln w="0">
            <a:noFill/>
            <a:prstDash val="solid"/>
          </a:ln>
        </p:spPr>
      </p:sp>
      <p:sp>
        <p:nvSpPr>
          <p:cNvPr id="2222" name="01_find_only_2221">
            <a:extLst>
              <a:ext uri="{FF2B5EF4-FFF2-40B4-BE49-F238E27FC236}">
                <a16:creationId xmlns:a16="http://schemas.microsoft.com/office/drawing/2014/main" id="{C1BA494D-A483-476E-A511-AEBA4919E662}"/>
              </a:ext>
            </a:extLst>
          </p:cNvPr>
          <p:cNvSpPr>
            <a:spLocks noGrp="1"/>
          </p:cNvSpPr>
          <p:nvPr/>
        </p:nvSpPr>
        <p:spPr>
          <a:xfrm>
            <a:off x="6293235" y="4123418"/>
            <a:ext cx="28398" cy="28398"/>
          </a:xfrm>
          <a:prstGeom prst="ellipse">
            <a:avLst/>
          </a:prstGeom>
          <a:solidFill>
            <a:srgbClr val="7F8C97">
              <a:alpha val="48000"/>
            </a:srgbClr>
          </a:solidFill>
          <a:ln w="0">
            <a:noFill/>
            <a:prstDash val="solid"/>
          </a:ln>
        </p:spPr>
      </p:sp>
      <p:sp>
        <p:nvSpPr>
          <p:cNvPr id="2223" name="01_find_only_2222">
            <a:extLst>
              <a:ext uri="{FF2B5EF4-FFF2-40B4-BE49-F238E27FC236}">
                <a16:creationId xmlns:a16="http://schemas.microsoft.com/office/drawing/2014/main" id="{F19D4843-DEA2-4CC5-917C-BDD582938FE6}"/>
              </a:ext>
            </a:extLst>
          </p:cNvPr>
          <p:cNvSpPr>
            <a:spLocks noGrp="1"/>
          </p:cNvSpPr>
          <p:nvPr/>
        </p:nvSpPr>
        <p:spPr>
          <a:xfrm>
            <a:off x="6290373" y="3300031"/>
            <a:ext cx="28398" cy="28398"/>
          </a:xfrm>
          <a:prstGeom prst="ellipse">
            <a:avLst/>
          </a:prstGeom>
          <a:solidFill>
            <a:srgbClr val="7F8C97">
              <a:alpha val="48000"/>
            </a:srgbClr>
          </a:solidFill>
          <a:ln w="0">
            <a:noFill/>
            <a:prstDash val="solid"/>
          </a:ln>
        </p:spPr>
      </p:sp>
      <p:sp>
        <p:nvSpPr>
          <p:cNvPr id="2224" name="01_find_only_2223">
            <a:extLst>
              <a:ext uri="{FF2B5EF4-FFF2-40B4-BE49-F238E27FC236}">
                <a16:creationId xmlns:a16="http://schemas.microsoft.com/office/drawing/2014/main" id="{1731A00C-762C-47CF-9906-B87B96CF3500}"/>
              </a:ext>
            </a:extLst>
          </p:cNvPr>
          <p:cNvSpPr>
            <a:spLocks noGrp="1"/>
          </p:cNvSpPr>
          <p:nvPr/>
        </p:nvSpPr>
        <p:spPr>
          <a:xfrm>
            <a:off x="6258611" y="4123418"/>
            <a:ext cx="28398" cy="28398"/>
          </a:xfrm>
          <a:prstGeom prst="ellipse">
            <a:avLst/>
          </a:prstGeom>
          <a:solidFill>
            <a:srgbClr val="7F8C97">
              <a:alpha val="48000"/>
            </a:srgbClr>
          </a:solidFill>
          <a:ln w="0">
            <a:noFill/>
            <a:prstDash val="solid"/>
          </a:ln>
        </p:spPr>
      </p:sp>
      <p:sp>
        <p:nvSpPr>
          <p:cNvPr id="2225" name="01_find_only_2224">
            <a:extLst>
              <a:ext uri="{FF2B5EF4-FFF2-40B4-BE49-F238E27FC236}">
                <a16:creationId xmlns:a16="http://schemas.microsoft.com/office/drawing/2014/main" id="{FBC79748-E8C5-424D-8AF5-568AC8D9E869}"/>
              </a:ext>
            </a:extLst>
          </p:cNvPr>
          <p:cNvSpPr>
            <a:spLocks noGrp="1"/>
          </p:cNvSpPr>
          <p:nvPr/>
        </p:nvSpPr>
        <p:spPr>
          <a:xfrm>
            <a:off x="6338255" y="2855402"/>
            <a:ext cx="28398" cy="28398"/>
          </a:xfrm>
          <a:prstGeom prst="ellipse">
            <a:avLst/>
          </a:prstGeom>
          <a:solidFill>
            <a:srgbClr val="7F8C97">
              <a:alpha val="48000"/>
            </a:srgbClr>
          </a:solidFill>
          <a:ln w="0">
            <a:noFill/>
            <a:prstDash val="solid"/>
          </a:ln>
        </p:spPr>
      </p:sp>
      <p:sp>
        <p:nvSpPr>
          <p:cNvPr id="2226" name="01_find_only_2225">
            <a:extLst>
              <a:ext uri="{FF2B5EF4-FFF2-40B4-BE49-F238E27FC236}">
                <a16:creationId xmlns:a16="http://schemas.microsoft.com/office/drawing/2014/main" id="{D70C293C-A164-46DB-9325-69B0820DCD6F}"/>
              </a:ext>
            </a:extLst>
          </p:cNvPr>
          <p:cNvSpPr>
            <a:spLocks noGrp="1"/>
          </p:cNvSpPr>
          <p:nvPr/>
        </p:nvSpPr>
        <p:spPr>
          <a:xfrm>
            <a:off x="6328145" y="2855402"/>
            <a:ext cx="28398" cy="28398"/>
          </a:xfrm>
          <a:prstGeom prst="ellipse">
            <a:avLst/>
          </a:prstGeom>
          <a:solidFill>
            <a:srgbClr val="7F8C97">
              <a:alpha val="48000"/>
            </a:srgbClr>
          </a:solidFill>
          <a:ln w="0">
            <a:noFill/>
            <a:prstDash val="solid"/>
          </a:ln>
        </p:spPr>
      </p:sp>
      <p:sp>
        <p:nvSpPr>
          <p:cNvPr id="2227" name="01_find_only_2226">
            <a:extLst>
              <a:ext uri="{FF2B5EF4-FFF2-40B4-BE49-F238E27FC236}">
                <a16:creationId xmlns:a16="http://schemas.microsoft.com/office/drawing/2014/main" id="{69429090-94C6-4622-8F72-E8502305CBD8}"/>
              </a:ext>
            </a:extLst>
          </p:cNvPr>
          <p:cNvSpPr>
            <a:spLocks noGrp="1"/>
          </p:cNvSpPr>
          <p:nvPr/>
        </p:nvSpPr>
        <p:spPr>
          <a:xfrm>
            <a:off x="6313742" y="2855402"/>
            <a:ext cx="28398" cy="28398"/>
          </a:xfrm>
          <a:prstGeom prst="ellipse">
            <a:avLst/>
          </a:prstGeom>
          <a:solidFill>
            <a:srgbClr val="7F8C97">
              <a:alpha val="48000"/>
            </a:srgbClr>
          </a:solidFill>
          <a:ln w="0">
            <a:noFill/>
            <a:prstDash val="solid"/>
          </a:ln>
        </p:spPr>
      </p:sp>
      <p:sp>
        <p:nvSpPr>
          <p:cNvPr id="2228" name="01_find_only_2227">
            <a:extLst>
              <a:ext uri="{FF2B5EF4-FFF2-40B4-BE49-F238E27FC236}">
                <a16:creationId xmlns:a16="http://schemas.microsoft.com/office/drawing/2014/main" id="{B6CA0B32-CA18-4B6A-A831-E237744CC4FE}"/>
              </a:ext>
            </a:extLst>
          </p:cNvPr>
          <p:cNvSpPr>
            <a:spLocks noGrp="1"/>
          </p:cNvSpPr>
          <p:nvPr/>
        </p:nvSpPr>
        <p:spPr>
          <a:xfrm>
            <a:off x="6255273" y="2855402"/>
            <a:ext cx="28398" cy="28398"/>
          </a:xfrm>
          <a:prstGeom prst="ellipse">
            <a:avLst/>
          </a:prstGeom>
          <a:solidFill>
            <a:srgbClr val="7F8C97">
              <a:alpha val="48000"/>
            </a:srgbClr>
          </a:solidFill>
          <a:ln w="0">
            <a:noFill/>
            <a:prstDash val="solid"/>
          </a:ln>
        </p:spPr>
      </p:sp>
      <p:sp>
        <p:nvSpPr>
          <p:cNvPr id="2229" name="01_find_only_2228">
            <a:extLst>
              <a:ext uri="{FF2B5EF4-FFF2-40B4-BE49-F238E27FC236}">
                <a16:creationId xmlns:a16="http://schemas.microsoft.com/office/drawing/2014/main" id="{179D1B46-6CEF-45E9-AF67-81A62AC0265B}"/>
              </a:ext>
            </a:extLst>
          </p:cNvPr>
          <p:cNvSpPr>
            <a:spLocks noGrp="1"/>
          </p:cNvSpPr>
          <p:nvPr/>
        </p:nvSpPr>
        <p:spPr>
          <a:xfrm>
            <a:off x="6264525" y="4123418"/>
            <a:ext cx="28398" cy="28398"/>
          </a:xfrm>
          <a:prstGeom prst="ellipse">
            <a:avLst/>
          </a:prstGeom>
          <a:solidFill>
            <a:srgbClr val="7F8C97">
              <a:alpha val="48000"/>
            </a:srgbClr>
          </a:solidFill>
          <a:ln w="0">
            <a:noFill/>
            <a:prstDash val="solid"/>
          </a:ln>
        </p:spPr>
      </p:sp>
      <p:sp>
        <p:nvSpPr>
          <p:cNvPr id="2230" name="01_find_only_2229">
            <a:extLst>
              <a:ext uri="{FF2B5EF4-FFF2-40B4-BE49-F238E27FC236}">
                <a16:creationId xmlns:a16="http://schemas.microsoft.com/office/drawing/2014/main" id="{72CBEA42-B6EE-4B0A-856C-3F3FC8FBE812}"/>
              </a:ext>
            </a:extLst>
          </p:cNvPr>
          <p:cNvSpPr>
            <a:spLocks noGrp="1"/>
          </p:cNvSpPr>
          <p:nvPr/>
        </p:nvSpPr>
        <p:spPr>
          <a:xfrm>
            <a:off x="6273777" y="4123418"/>
            <a:ext cx="28398" cy="28398"/>
          </a:xfrm>
          <a:prstGeom prst="ellipse">
            <a:avLst/>
          </a:prstGeom>
          <a:solidFill>
            <a:srgbClr val="7F8C97">
              <a:alpha val="48000"/>
            </a:srgbClr>
          </a:solidFill>
          <a:ln w="0">
            <a:noFill/>
            <a:prstDash val="solid"/>
          </a:ln>
        </p:spPr>
      </p:sp>
      <p:sp>
        <p:nvSpPr>
          <p:cNvPr id="2231" name="01_find_only_2230">
            <a:extLst>
              <a:ext uri="{FF2B5EF4-FFF2-40B4-BE49-F238E27FC236}">
                <a16:creationId xmlns:a16="http://schemas.microsoft.com/office/drawing/2014/main" id="{2F097EB3-C7E5-4B7B-A237-7AB60FE54BCE}"/>
              </a:ext>
            </a:extLst>
          </p:cNvPr>
          <p:cNvSpPr>
            <a:spLocks noGrp="1"/>
          </p:cNvSpPr>
          <p:nvPr/>
        </p:nvSpPr>
        <p:spPr>
          <a:xfrm>
            <a:off x="6314696" y="2855402"/>
            <a:ext cx="28398" cy="28398"/>
          </a:xfrm>
          <a:prstGeom prst="ellipse">
            <a:avLst/>
          </a:prstGeom>
          <a:solidFill>
            <a:srgbClr val="7F8C97">
              <a:alpha val="48000"/>
            </a:srgbClr>
          </a:solidFill>
          <a:ln w="0">
            <a:noFill/>
            <a:prstDash val="solid"/>
          </a:ln>
        </p:spPr>
      </p:sp>
      <p:sp>
        <p:nvSpPr>
          <p:cNvPr id="2232" name="01_find_only_2231">
            <a:extLst>
              <a:ext uri="{FF2B5EF4-FFF2-40B4-BE49-F238E27FC236}">
                <a16:creationId xmlns:a16="http://schemas.microsoft.com/office/drawing/2014/main" id="{55390A2E-478C-4A99-B5AD-F61A3670EA18}"/>
              </a:ext>
            </a:extLst>
          </p:cNvPr>
          <p:cNvSpPr>
            <a:spLocks noGrp="1"/>
          </p:cNvSpPr>
          <p:nvPr/>
        </p:nvSpPr>
        <p:spPr>
          <a:xfrm>
            <a:off x="6305062" y="3489410"/>
            <a:ext cx="28398" cy="28398"/>
          </a:xfrm>
          <a:prstGeom prst="ellipse">
            <a:avLst/>
          </a:prstGeom>
          <a:solidFill>
            <a:srgbClr val="7F8C97">
              <a:alpha val="48000"/>
            </a:srgbClr>
          </a:solidFill>
          <a:ln w="0">
            <a:noFill/>
            <a:prstDash val="solid"/>
          </a:ln>
        </p:spPr>
      </p:sp>
      <p:sp>
        <p:nvSpPr>
          <p:cNvPr id="2233" name="01_find_only_2232">
            <a:extLst>
              <a:ext uri="{FF2B5EF4-FFF2-40B4-BE49-F238E27FC236}">
                <a16:creationId xmlns:a16="http://schemas.microsoft.com/office/drawing/2014/main" id="{46A5905D-6BE4-4C2C-B332-B25B2D648AA3}"/>
              </a:ext>
            </a:extLst>
          </p:cNvPr>
          <p:cNvSpPr>
            <a:spLocks noGrp="1"/>
          </p:cNvSpPr>
          <p:nvPr/>
        </p:nvSpPr>
        <p:spPr>
          <a:xfrm>
            <a:off x="6268531" y="3700746"/>
            <a:ext cx="28398" cy="28398"/>
          </a:xfrm>
          <a:prstGeom prst="ellipse">
            <a:avLst/>
          </a:prstGeom>
          <a:solidFill>
            <a:srgbClr val="7F8C97">
              <a:alpha val="48000"/>
            </a:srgbClr>
          </a:solidFill>
          <a:ln w="0">
            <a:noFill/>
            <a:prstDash val="solid"/>
          </a:ln>
        </p:spPr>
      </p:sp>
      <p:sp>
        <p:nvSpPr>
          <p:cNvPr id="2234" name="01_find_only_2233">
            <a:extLst>
              <a:ext uri="{FF2B5EF4-FFF2-40B4-BE49-F238E27FC236}">
                <a16:creationId xmlns:a16="http://schemas.microsoft.com/office/drawing/2014/main" id="{B9F25156-CB21-4E21-AA2D-46103C69AE2D}"/>
              </a:ext>
            </a:extLst>
          </p:cNvPr>
          <p:cNvSpPr>
            <a:spLocks noGrp="1"/>
          </p:cNvSpPr>
          <p:nvPr/>
        </p:nvSpPr>
        <p:spPr>
          <a:xfrm>
            <a:off x="6285795" y="3489410"/>
            <a:ext cx="28398" cy="28398"/>
          </a:xfrm>
          <a:prstGeom prst="ellipse">
            <a:avLst/>
          </a:prstGeom>
          <a:solidFill>
            <a:srgbClr val="7F8C97">
              <a:alpha val="48000"/>
            </a:srgbClr>
          </a:solidFill>
          <a:ln w="0">
            <a:noFill/>
            <a:prstDash val="solid"/>
          </a:ln>
        </p:spPr>
      </p:sp>
      <p:sp>
        <p:nvSpPr>
          <p:cNvPr id="2235" name="01_find_only_2234">
            <a:extLst>
              <a:ext uri="{FF2B5EF4-FFF2-40B4-BE49-F238E27FC236}">
                <a16:creationId xmlns:a16="http://schemas.microsoft.com/office/drawing/2014/main" id="{C8A5A128-FC00-417D-A49E-9E6CDAA39B56}"/>
              </a:ext>
            </a:extLst>
          </p:cNvPr>
          <p:cNvSpPr>
            <a:spLocks noGrp="1"/>
          </p:cNvSpPr>
          <p:nvPr/>
        </p:nvSpPr>
        <p:spPr>
          <a:xfrm>
            <a:off x="6252030" y="4123418"/>
            <a:ext cx="28398" cy="28398"/>
          </a:xfrm>
          <a:prstGeom prst="ellipse">
            <a:avLst/>
          </a:prstGeom>
          <a:solidFill>
            <a:srgbClr val="7F8C97">
              <a:alpha val="48000"/>
            </a:srgbClr>
          </a:solidFill>
          <a:ln w="0">
            <a:noFill/>
            <a:prstDash val="solid"/>
          </a:ln>
        </p:spPr>
      </p:sp>
      <p:sp>
        <p:nvSpPr>
          <p:cNvPr id="2236" name="01_find_only_2235">
            <a:extLst>
              <a:ext uri="{FF2B5EF4-FFF2-40B4-BE49-F238E27FC236}">
                <a16:creationId xmlns:a16="http://schemas.microsoft.com/office/drawing/2014/main" id="{6668F3AE-B961-4A6E-96F5-EA54E9D50DA9}"/>
              </a:ext>
            </a:extLst>
          </p:cNvPr>
          <p:cNvSpPr>
            <a:spLocks noGrp="1"/>
          </p:cNvSpPr>
          <p:nvPr/>
        </p:nvSpPr>
        <p:spPr>
          <a:xfrm>
            <a:off x="4795200" y="2806200"/>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2237" name="01_find_only_2236">
            <a:extLst>
              <a:ext uri="{FF2B5EF4-FFF2-40B4-BE49-F238E27FC236}">
                <a16:creationId xmlns:a16="http://schemas.microsoft.com/office/drawing/2014/main" id="{3E3F34C5-9A8F-49D3-8901-30C292AB2967}"/>
              </a:ext>
            </a:extLst>
          </p:cNvPr>
          <p:cNvSpPr>
            <a:spLocks noGrp="1"/>
          </p:cNvSpPr>
          <p:nvPr/>
        </p:nvSpPr>
        <p:spPr>
          <a:xfrm>
            <a:off x="4795200" y="4201018"/>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2238" name="text_2237">
            <a:extLst>
              <a:ext uri="{FF2B5EF4-FFF2-40B4-BE49-F238E27FC236}">
                <a16:creationId xmlns:a16="http://schemas.microsoft.com/office/drawing/2014/main" id="{8A58E265-9FBE-4313-9005-6056739BEB3A}"/>
              </a:ext>
            </a:extLst>
          </p:cNvPr>
          <p:cNvSpPr>
            <a:spLocks noGrp="1"/>
          </p:cNvSpPr>
          <p:nvPr/>
        </p:nvSpPr>
        <p:spPr>
          <a:xfrm>
            <a:off x="4568400" y="261544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2239" name="text_2238">
            <a:extLst>
              <a:ext uri="{FF2B5EF4-FFF2-40B4-BE49-F238E27FC236}">
                <a16:creationId xmlns:a16="http://schemas.microsoft.com/office/drawing/2014/main" id="{78DD49F9-AE2F-42D9-ABD8-40979B43AAD0}"/>
              </a:ext>
            </a:extLst>
          </p:cNvPr>
          <p:cNvSpPr>
            <a:spLocks noGrp="1"/>
          </p:cNvSpPr>
          <p:nvPr/>
        </p:nvSpPr>
        <p:spPr>
          <a:xfrm>
            <a:off x="4795200" y="2606620"/>
            <a:ext cx="101458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Emap2lig</a:t>
            </a:r>
          </a:p>
        </p:txBody>
      </p:sp>
      <p:sp>
        <p:nvSpPr>
          <p:cNvPr id="2240" name="01_find_only_2239">
            <a:extLst>
              <a:ext uri="{FF2B5EF4-FFF2-40B4-BE49-F238E27FC236}">
                <a16:creationId xmlns:a16="http://schemas.microsoft.com/office/drawing/2014/main" id="{7681561D-8500-4ECD-A8F6-6F861A570E5C}"/>
              </a:ext>
            </a:extLst>
          </p:cNvPr>
          <p:cNvSpPr>
            <a:spLocks noGrp="1"/>
          </p:cNvSpPr>
          <p:nvPr/>
        </p:nvSpPr>
        <p:spPr>
          <a:xfrm>
            <a:off x="4810200" y="3756015"/>
            <a:ext cx="1500000" cy="381602"/>
          </a:xfrm>
          <a:custGeom>
            <a:avLst/>
            <a:gdLst/>
            <a:ahLst/>
            <a:cxnLst/>
            <a:rect l="0" t="0" r="0" b="0"/>
            <a:pathLst>
              <a:path w="1500000" h="381602">
                <a:moveTo>
                  <a:pt x="0" y="381602"/>
                </a:moveTo>
                <a:lnTo>
                  <a:pt x="19231" y="380242"/>
                </a:lnTo>
                <a:lnTo>
                  <a:pt x="19481" y="379303"/>
                </a:lnTo>
                <a:lnTo>
                  <a:pt x="25000" y="378947"/>
                </a:lnTo>
                <a:lnTo>
                  <a:pt x="26316" y="377272"/>
                </a:lnTo>
                <a:lnTo>
                  <a:pt x="31250" y="376245"/>
                </a:lnTo>
                <a:lnTo>
                  <a:pt x="32468" y="375604"/>
                </a:lnTo>
                <a:lnTo>
                  <a:pt x="35714" y="375486"/>
                </a:lnTo>
                <a:lnTo>
                  <a:pt x="36797" y="373076"/>
                </a:lnTo>
                <a:lnTo>
                  <a:pt x="41667" y="372061"/>
                </a:lnTo>
                <a:lnTo>
                  <a:pt x="43011" y="370096"/>
                </a:lnTo>
                <a:lnTo>
                  <a:pt x="50000" y="369587"/>
                </a:lnTo>
                <a:lnTo>
                  <a:pt x="51282" y="367505"/>
                </a:lnTo>
                <a:lnTo>
                  <a:pt x="55556" y="366528"/>
                </a:lnTo>
                <a:lnTo>
                  <a:pt x="56277" y="364136"/>
                </a:lnTo>
                <a:lnTo>
                  <a:pt x="62500" y="362931"/>
                </a:lnTo>
                <a:lnTo>
                  <a:pt x="62771" y="356259"/>
                </a:lnTo>
                <a:lnTo>
                  <a:pt x="71429" y="355532"/>
                </a:lnTo>
                <a:lnTo>
                  <a:pt x="71429" y="352718"/>
                </a:lnTo>
                <a:lnTo>
                  <a:pt x="78947" y="351360"/>
                </a:lnTo>
                <a:lnTo>
                  <a:pt x="80087" y="350854"/>
                </a:lnTo>
                <a:lnTo>
                  <a:pt x="83333" y="350747"/>
                </a:lnTo>
                <a:lnTo>
                  <a:pt x="84416" y="341751"/>
                </a:lnTo>
                <a:lnTo>
                  <a:pt x="91398" y="340387"/>
                </a:lnTo>
                <a:lnTo>
                  <a:pt x="91667" y="340193"/>
                </a:lnTo>
                <a:lnTo>
                  <a:pt x="100000" y="339219"/>
                </a:lnTo>
                <a:lnTo>
                  <a:pt x="100000" y="332371"/>
                </a:lnTo>
                <a:lnTo>
                  <a:pt x="107143" y="331698"/>
                </a:lnTo>
                <a:lnTo>
                  <a:pt x="108333" y="330492"/>
                </a:lnTo>
                <a:lnTo>
                  <a:pt x="111111" y="330268"/>
                </a:lnTo>
                <a:lnTo>
                  <a:pt x="111111" y="328300"/>
                </a:lnTo>
                <a:lnTo>
                  <a:pt x="125000" y="327051"/>
                </a:lnTo>
                <a:lnTo>
                  <a:pt x="125541" y="304883"/>
                </a:lnTo>
                <a:lnTo>
                  <a:pt x="136364" y="303713"/>
                </a:lnTo>
                <a:lnTo>
                  <a:pt x="137681" y="302966"/>
                </a:lnTo>
                <a:lnTo>
                  <a:pt x="142857" y="302503"/>
                </a:lnTo>
                <a:lnTo>
                  <a:pt x="142857" y="300986"/>
                </a:lnTo>
                <a:lnTo>
                  <a:pt x="150000" y="300788"/>
                </a:lnTo>
                <a:lnTo>
                  <a:pt x="150538" y="299177"/>
                </a:lnTo>
                <a:lnTo>
                  <a:pt x="162338" y="297782"/>
                </a:lnTo>
                <a:lnTo>
                  <a:pt x="162338" y="297752"/>
                </a:lnTo>
                <a:lnTo>
                  <a:pt x="166667" y="297721"/>
                </a:lnTo>
                <a:lnTo>
                  <a:pt x="166667" y="278140"/>
                </a:lnTo>
                <a:lnTo>
                  <a:pt x="175000" y="277537"/>
                </a:lnTo>
                <a:lnTo>
                  <a:pt x="175325" y="276679"/>
                </a:lnTo>
                <a:lnTo>
                  <a:pt x="178571" y="276603"/>
                </a:lnTo>
                <a:lnTo>
                  <a:pt x="179654" y="274549"/>
                </a:lnTo>
                <a:lnTo>
                  <a:pt x="185897" y="273174"/>
                </a:lnTo>
                <a:lnTo>
                  <a:pt x="185897" y="273083"/>
                </a:lnTo>
                <a:lnTo>
                  <a:pt x="187500" y="273083"/>
                </a:lnTo>
                <a:lnTo>
                  <a:pt x="188406" y="267148"/>
                </a:lnTo>
                <a:lnTo>
                  <a:pt x="200000" y="265805"/>
                </a:lnTo>
                <a:lnTo>
                  <a:pt x="201299" y="260344"/>
                </a:lnTo>
                <a:lnTo>
                  <a:pt x="208333" y="259622"/>
                </a:lnTo>
                <a:lnTo>
                  <a:pt x="209677" y="256476"/>
                </a:lnTo>
                <a:lnTo>
                  <a:pt x="214286" y="255303"/>
                </a:lnTo>
                <a:lnTo>
                  <a:pt x="215054" y="253709"/>
                </a:lnTo>
                <a:lnTo>
                  <a:pt x="222222" y="253321"/>
                </a:lnTo>
                <a:lnTo>
                  <a:pt x="222222" y="252141"/>
                </a:lnTo>
                <a:lnTo>
                  <a:pt x="230769" y="250994"/>
                </a:lnTo>
                <a:lnTo>
                  <a:pt x="231884" y="250452"/>
                </a:lnTo>
                <a:lnTo>
                  <a:pt x="250000" y="249595"/>
                </a:lnTo>
                <a:lnTo>
                  <a:pt x="251082" y="181038"/>
                </a:lnTo>
                <a:lnTo>
                  <a:pt x="269231" y="179759"/>
                </a:lnTo>
                <a:lnTo>
                  <a:pt x="270563" y="179456"/>
                </a:lnTo>
                <a:lnTo>
                  <a:pt x="277778" y="178099"/>
                </a:lnTo>
                <a:lnTo>
                  <a:pt x="277778" y="177312"/>
                </a:lnTo>
                <a:lnTo>
                  <a:pt x="288462" y="175942"/>
                </a:lnTo>
                <a:lnTo>
                  <a:pt x="289855" y="175567"/>
                </a:lnTo>
                <a:lnTo>
                  <a:pt x="291667" y="175460"/>
                </a:lnTo>
                <a:lnTo>
                  <a:pt x="291667" y="172981"/>
                </a:lnTo>
                <a:lnTo>
                  <a:pt x="300000" y="172874"/>
                </a:lnTo>
                <a:lnTo>
                  <a:pt x="301282" y="169016"/>
                </a:lnTo>
                <a:lnTo>
                  <a:pt x="312500" y="167810"/>
                </a:lnTo>
                <a:lnTo>
                  <a:pt x="312500" y="166924"/>
                </a:lnTo>
                <a:lnTo>
                  <a:pt x="333333" y="165766"/>
                </a:lnTo>
                <a:lnTo>
                  <a:pt x="333333" y="154946"/>
                </a:lnTo>
                <a:lnTo>
                  <a:pt x="354167" y="153705"/>
                </a:lnTo>
                <a:lnTo>
                  <a:pt x="354167" y="153410"/>
                </a:lnTo>
                <a:lnTo>
                  <a:pt x="361111" y="152291"/>
                </a:lnTo>
                <a:lnTo>
                  <a:pt x="362069" y="151622"/>
                </a:lnTo>
                <a:lnTo>
                  <a:pt x="375000" y="150571"/>
                </a:lnTo>
                <a:lnTo>
                  <a:pt x="376344" y="142230"/>
                </a:lnTo>
                <a:lnTo>
                  <a:pt x="392473" y="140830"/>
                </a:lnTo>
                <a:lnTo>
                  <a:pt x="392473" y="140754"/>
                </a:lnTo>
                <a:lnTo>
                  <a:pt x="400000" y="140321"/>
                </a:lnTo>
                <a:lnTo>
                  <a:pt x="400000" y="138786"/>
                </a:lnTo>
                <a:lnTo>
                  <a:pt x="416667" y="138258"/>
                </a:lnTo>
                <a:lnTo>
                  <a:pt x="417749" y="135355"/>
                </a:lnTo>
                <a:lnTo>
                  <a:pt x="437500" y="134351"/>
                </a:lnTo>
                <a:lnTo>
                  <a:pt x="437500" y="132580"/>
                </a:lnTo>
                <a:lnTo>
                  <a:pt x="458333" y="131189"/>
                </a:lnTo>
                <a:lnTo>
                  <a:pt x="458333" y="130480"/>
                </a:lnTo>
                <a:lnTo>
                  <a:pt x="500000" y="129782"/>
                </a:lnTo>
                <a:lnTo>
                  <a:pt x="500000" y="53045"/>
                </a:lnTo>
                <a:lnTo>
                  <a:pt x="557692" y="51829"/>
                </a:lnTo>
                <a:lnTo>
                  <a:pt x="557692" y="51193"/>
                </a:lnTo>
                <a:lnTo>
                  <a:pt x="600000" y="50101"/>
                </a:lnTo>
                <a:lnTo>
                  <a:pt x="600000" y="47267"/>
                </a:lnTo>
                <a:lnTo>
                  <a:pt x="653846" y="45909"/>
                </a:lnTo>
                <a:lnTo>
                  <a:pt x="653846" y="45818"/>
                </a:lnTo>
                <a:lnTo>
                  <a:pt x="700000" y="44450"/>
                </a:lnTo>
                <a:lnTo>
                  <a:pt x="700000" y="43033"/>
                </a:lnTo>
                <a:lnTo>
                  <a:pt x="750000" y="42793"/>
                </a:lnTo>
                <a:lnTo>
                  <a:pt x="750000" y="37038"/>
                </a:lnTo>
                <a:lnTo>
                  <a:pt x="833333" y="36000"/>
                </a:lnTo>
                <a:lnTo>
                  <a:pt x="833333" y="34819"/>
                </a:lnTo>
                <a:lnTo>
                  <a:pt x="875000" y="34667"/>
                </a:lnTo>
                <a:lnTo>
                  <a:pt x="875000" y="31125"/>
                </a:lnTo>
                <a:lnTo>
                  <a:pt x="900000" y="31035"/>
                </a:lnTo>
                <a:lnTo>
                  <a:pt x="900000" y="29618"/>
                </a:lnTo>
                <a:lnTo>
                  <a:pt x="1000000" y="28739"/>
                </a:lnTo>
                <a:lnTo>
                  <a:pt x="1000000" y="14571"/>
                </a:lnTo>
                <a:lnTo>
                  <a:pt x="1125000" y="14297"/>
                </a:lnTo>
                <a:lnTo>
                  <a:pt x="1125000" y="11641"/>
                </a:lnTo>
                <a:lnTo>
                  <a:pt x="1250000" y="10248"/>
                </a:lnTo>
                <a:lnTo>
                  <a:pt x="1250000" y="8477"/>
                </a:lnTo>
                <a:lnTo>
                  <a:pt x="1500000" y="7084"/>
                </a:lnTo>
                <a:lnTo>
                  <a:pt x="1500000" y="0"/>
                </a:lnTo>
                <a:lnTo>
                  <a:pt x="1500000" y="0"/>
                </a:lnTo>
              </a:path>
            </a:pathLst>
          </a:custGeom>
          <a:noFill/>
          <a:ln w="22860">
            <a:solidFill>
              <a:srgbClr val="00878B"/>
            </a:solidFill>
            <a:prstDash val="solid"/>
          </a:ln>
        </p:spPr>
      </p:sp>
      <p:sp>
        <p:nvSpPr>
          <p:cNvPr id="2241" name="01_find_only_2240">
            <a:extLst>
              <a:ext uri="{FF2B5EF4-FFF2-40B4-BE49-F238E27FC236}">
                <a16:creationId xmlns:a16="http://schemas.microsoft.com/office/drawing/2014/main" id="{EB50C56D-45DC-403A-9B96-3F4873671625}"/>
              </a:ext>
            </a:extLst>
          </p:cNvPr>
          <p:cNvSpPr>
            <a:spLocks noGrp="1"/>
          </p:cNvSpPr>
          <p:nvPr/>
        </p:nvSpPr>
        <p:spPr>
          <a:xfrm>
            <a:off x="4810200" y="3979115"/>
            <a:ext cx="1500000" cy="158502"/>
          </a:xfrm>
          <a:custGeom>
            <a:avLst/>
            <a:gdLst/>
            <a:ahLst/>
            <a:cxnLst/>
            <a:rect l="0" t="0" r="0" b="0"/>
            <a:pathLst>
              <a:path w="1500000" h="158502">
                <a:moveTo>
                  <a:pt x="0" y="158502"/>
                </a:moveTo>
                <a:lnTo>
                  <a:pt x="750000" y="158502"/>
                </a:lnTo>
                <a:lnTo>
                  <a:pt x="750000" y="127824"/>
                </a:lnTo>
                <a:lnTo>
                  <a:pt x="1000000" y="127824"/>
                </a:lnTo>
                <a:lnTo>
                  <a:pt x="1000000" y="54566"/>
                </a:lnTo>
                <a:lnTo>
                  <a:pt x="1500000" y="54566"/>
                </a:lnTo>
                <a:lnTo>
                  <a:pt x="1500000" y="0"/>
                </a:lnTo>
                <a:lnTo>
                  <a:pt x="1500000" y="0"/>
                </a:lnTo>
              </a:path>
            </a:pathLst>
          </a:custGeom>
          <a:noFill/>
          <a:ln w="13335">
            <a:solidFill>
              <a:srgbClr val="3A64C8"/>
            </a:solidFill>
            <a:prstDash val="solid"/>
          </a:ln>
        </p:spPr>
      </p:sp>
      <p:sp>
        <p:nvSpPr>
          <p:cNvPr id="2242" name="01_find_only_2241">
            <a:extLst>
              <a:ext uri="{FF2B5EF4-FFF2-40B4-BE49-F238E27FC236}">
                <a16:creationId xmlns:a16="http://schemas.microsoft.com/office/drawing/2014/main" id="{4224E814-DB32-4A3B-93C8-FDCFC017492D}"/>
              </a:ext>
            </a:extLst>
          </p:cNvPr>
          <p:cNvSpPr>
            <a:spLocks noGrp="1"/>
          </p:cNvSpPr>
          <p:nvPr/>
        </p:nvSpPr>
        <p:spPr>
          <a:xfrm>
            <a:off x="5038610" y="3915494"/>
            <a:ext cx="43180" cy="43180"/>
          </a:xfrm>
          <a:prstGeom prst="ellipse">
            <a:avLst/>
          </a:prstGeom>
          <a:solidFill>
            <a:srgbClr val="00878B"/>
          </a:solidFill>
          <a:ln w="4445">
            <a:solidFill>
              <a:srgbClr val="FFFFFF"/>
            </a:solidFill>
            <a:prstDash val="solid"/>
          </a:ln>
        </p:spPr>
      </p:sp>
      <p:sp>
        <p:nvSpPr>
          <p:cNvPr id="2243" name="01_find_only_2242">
            <a:extLst>
              <a:ext uri="{FF2B5EF4-FFF2-40B4-BE49-F238E27FC236}">
                <a16:creationId xmlns:a16="http://schemas.microsoft.com/office/drawing/2014/main" id="{A0BF8CF3-B4B6-41BD-A1E4-2F6B454CA865}"/>
              </a:ext>
            </a:extLst>
          </p:cNvPr>
          <p:cNvSpPr>
            <a:spLocks noGrp="1"/>
          </p:cNvSpPr>
          <p:nvPr/>
        </p:nvSpPr>
        <p:spPr>
          <a:xfrm>
            <a:off x="5288610" y="3787471"/>
            <a:ext cx="43180" cy="43180"/>
          </a:xfrm>
          <a:prstGeom prst="ellipse">
            <a:avLst/>
          </a:prstGeom>
          <a:solidFill>
            <a:srgbClr val="00878B"/>
          </a:solidFill>
          <a:ln w="4445">
            <a:solidFill>
              <a:srgbClr val="FFFFFF"/>
            </a:solidFill>
            <a:prstDash val="solid"/>
          </a:ln>
        </p:spPr>
      </p:sp>
      <p:sp>
        <p:nvSpPr>
          <p:cNvPr id="2244" name="01_find_only_2243">
            <a:extLst>
              <a:ext uri="{FF2B5EF4-FFF2-40B4-BE49-F238E27FC236}">
                <a16:creationId xmlns:a16="http://schemas.microsoft.com/office/drawing/2014/main" id="{B4C7D8D2-8AE5-467D-91D4-D19FB238AA33}"/>
              </a:ext>
            </a:extLst>
          </p:cNvPr>
          <p:cNvSpPr>
            <a:spLocks noGrp="1"/>
          </p:cNvSpPr>
          <p:nvPr/>
        </p:nvSpPr>
        <p:spPr>
          <a:xfrm>
            <a:off x="5788610" y="3748996"/>
            <a:ext cx="43180" cy="43180"/>
          </a:xfrm>
          <a:prstGeom prst="ellipse">
            <a:avLst/>
          </a:prstGeom>
          <a:solidFill>
            <a:srgbClr val="00878B"/>
          </a:solidFill>
          <a:ln w="4445">
            <a:solidFill>
              <a:srgbClr val="FFFFFF"/>
            </a:solidFill>
            <a:prstDash val="solid"/>
          </a:ln>
        </p:spPr>
      </p:sp>
      <p:sp>
        <p:nvSpPr>
          <p:cNvPr id="2245" name="01_find_only_2244">
            <a:extLst>
              <a:ext uri="{FF2B5EF4-FFF2-40B4-BE49-F238E27FC236}">
                <a16:creationId xmlns:a16="http://schemas.microsoft.com/office/drawing/2014/main" id="{13B2414F-F39D-4351-8B64-1E46F2F88CB4}"/>
              </a:ext>
            </a:extLst>
          </p:cNvPr>
          <p:cNvSpPr>
            <a:spLocks noGrp="1"/>
          </p:cNvSpPr>
          <p:nvPr/>
        </p:nvSpPr>
        <p:spPr>
          <a:xfrm>
            <a:off x="6288610" y="3734425"/>
            <a:ext cx="43180" cy="43180"/>
          </a:xfrm>
          <a:prstGeom prst="ellipse">
            <a:avLst/>
          </a:prstGeom>
          <a:solidFill>
            <a:srgbClr val="00878B"/>
          </a:solidFill>
          <a:ln w="4445">
            <a:solidFill>
              <a:srgbClr val="FFFFFF"/>
            </a:solidFill>
            <a:prstDash val="solid"/>
          </a:ln>
        </p:spPr>
      </p:sp>
      <p:sp>
        <p:nvSpPr>
          <p:cNvPr id="2246" name="01_find_only_2245">
            <a:extLst>
              <a:ext uri="{FF2B5EF4-FFF2-40B4-BE49-F238E27FC236}">
                <a16:creationId xmlns:a16="http://schemas.microsoft.com/office/drawing/2014/main" id="{DDBA2CBD-AB7F-4034-A016-A0C0A0A98B78}"/>
              </a:ext>
            </a:extLst>
          </p:cNvPr>
          <p:cNvSpPr>
            <a:spLocks noGrp="1"/>
          </p:cNvSpPr>
          <p:nvPr/>
        </p:nvSpPr>
        <p:spPr>
          <a:xfrm>
            <a:off x="5024279" y="410169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47" name="01_find_only_2246">
            <a:extLst>
              <a:ext uri="{FF2B5EF4-FFF2-40B4-BE49-F238E27FC236}">
                <a16:creationId xmlns:a16="http://schemas.microsoft.com/office/drawing/2014/main" id="{99FF7FE9-35E0-47A2-A433-D4DE6B658F50}"/>
              </a:ext>
            </a:extLst>
          </p:cNvPr>
          <p:cNvSpPr>
            <a:spLocks noGrp="1"/>
          </p:cNvSpPr>
          <p:nvPr/>
        </p:nvSpPr>
        <p:spPr>
          <a:xfrm>
            <a:off x="5274279" y="410169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48" name="01_find_only_2247">
            <a:extLst>
              <a:ext uri="{FF2B5EF4-FFF2-40B4-BE49-F238E27FC236}">
                <a16:creationId xmlns:a16="http://schemas.microsoft.com/office/drawing/2014/main" id="{F8E5534A-F558-4B47-9631-E39B6F7CC677}"/>
              </a:ext>
            </a:extLst>
          </p:cNvPr>
          <p:cNvSpPr>
            <a:spLocks noGrp="1"/>
          </p:cNvSpPr>
          <p:nvPr/>
        </p:nvSpPr>
        <p:spPr>
          <a:xfrm>
            <a:off x="5774279" y="399776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49" name="01_find_only_2248">
            <a:extLst>
              <a:ext uri="{FF2B5EF4-FFF2-40B4-BE49-F238E27FC236}">
                <a16:creationId xmlns:a16="http://schemas.microsoft.com/office/drawing/2014/main" id="{E0BFDFF1-B0EB-48F9-AE7E-0221E16F3CF7}"/>
              </a:ext>
            </a:extLst>
          </p:cNvPr>
          <p:cNvSpPr>
            <a:spLocks noGrp="1"/>
          </p:cNvSpPr>
          <p:nvPr/>
        </p:nvSpPr>
        <p:spPr>
          <a:xfrm>
            <a:off x="6274279" y="394319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250" name="01_find_only_2249">
            <a:extLst>
              <a:ext uri="{FF2B5EF4-FFF2-40B4-BE49-F238E27FC236}">
                <a16:creationId xmlns:a16="http://schemas.microsoft.com/office/drawing/2014/main" id="{D351D06D-BFE0-4894-B5EE-F6A17625AB10}"/>
              </a:ext>
            </a:extLst>
          </p:cNvPr>
          <p:cNvSpPr>
            <a:spLocks noGrp="1"/>
          </p:cNvSpPr>
          <p:nvPr/>
        </p:nvSpPr>
        <p:spPr>
          <a:xfrm>
            <a:off x="550800" y="4856582"/>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2251" name="01_find_only_2250">
            <a:extLst>
              <a:ext uri="{FF2B5EF4-FFF2-40B4-BE49-F238E27FC236}">
                <a16:creationId xmlns:a16="http://schemas.microsoft.com/office/drawing/2014/main" id="{E7EA6655-5285-4F48-A8DD-C51167505986}"/>
              </a:ext>
            </a:extLst>
          </p:cNvPr>
          <p:cNvSpPr>
            <a:spLocks noGrp="1"/>
          </p:cNvSpPr>
          <p:nvPr/>
        </p:nvSpPr>
        <p:spPr>
          <a:xfrm>
            <a:off x="750800" y="4919983"/>
            <a:ext cx="130000" cy="1268016"/>
          </a:xfrm>
          <a:custGeom>
            <a:avLst/>
            <a:gdLst/>
            <a:ahLst/>
            <a:cxnLst/>
            <a:rect l="0" t="0" r="0" b="0"/>
            <a:pathLst>
              <a:path w="130000" h="1268016">
                <a:moveTo>
                  <a:pt x="130000" y="1268016"/>
                </a:moveTo>
                <a:lnTo>
                  <a:pt x="0" y="1268016"/>
                </a:lnTo>
                <a:lnTo>
                  <a:pt x="719" y="1257449"/>
                </a:lnTo>
                <a:lnTo>
                  <a:pt x="2829" y="1246883"/>
                </a:lnTo>
                <a:lnTo>
                  <a:pt x="6189" y="1236316"/>
                </a:lnTo>
                <a:lnTo>
                  <a:pt x="10585" y="1225749"/>
                </a:lnTo>
                <a:lnTo>
                  <a:pt x="15747" y="1215182"/>
                </a:lnTo>
                <a:lnTo>
                  <a:pt x="21382" y="1204615"/>
                </a:lnTo>
                <a:lnTo>
                  <a:pt x="27196" y="1194049"/>
                </a:lnTo>
                <a:lnTo>
                  <a:pt x="32925" y="1183482"/>
                </a:lnTo>
                <a:lnTo>
                  <a:pt x="38344" y="1172915"/>
                </a:lnTo>
                <a:lnTo>
                  <a:pt x="43287" y="1162348"/>
                </a:lnTo>
                <a:lnTo>
                  <a:pt x="47646" y="1151781"/>
                </a:lnTo>
                <a:lnTo>
                  <a:pt x="51365" y="1141215"/>
                </a:lnTo>
                <a:lnTo>
                  <a:pt x="54440" y="1130648"/>
                </a:lnTo>
                <a:lnTo>
                  <a:pt x="56901" y="1120081"/>
                </a:lnTo>
                <a:lnTo>
                  <a:pt x="58800" y="1109514"/>
                </a:lnTo>
                <a:lnTo>
                  <a:pt x="60208" y="1098947"/>
                </a:lnTo>
                <a:lnTo>
                  <a:pt x="61195" y="1088381"/>
                </a:lnTo>
                <a:lnTo>
                  <a:pt x="61834" y="1077814"/>
                </a:lnTo>
                <a:lnTo>
                  <a:pt x="62191" y="1067247"/>
                </a:lnTo>
                <a:lnTo>
                  <a:pt x="62322" y="1056680"/>
                </a:lnTo>
                <a:lnTo>
                  <a:pt x="62278" y="1046113"/>
                </a:lnTo>
                <a:lnTo>
                  <a:pt x="62101" y="1035547"/>
                </a:lnTo>
                <a:lnTo>
                  <a:pt x="61828" y="1024980"/>
                </a:lnTo>
                <a:lnTo>
                  <a:pt x="61489" y="1014413"/>
                </a:lnTo>
                <a:lnTo>
                  <a:pt x="61109" y="1003846"/>
                </a:lnTo>
                <a:lnTo>
                  <a:pt x="60709" y="993279"/>
                </a:lnTo>
                <a:lnTo>
                  <a:pt x="60306" y="982713"/>
                </a:lnTo>
                <a:lnTo>
                  <a:pt x="59910" y="972146"/>
                </a:lnTo>
                <a:lnTo>
                  <a:pt x="59530" y="961579"/>
                </a:lnTo>
                <a:lnTo>
                  <a:pt x="59166" y="951012"/>
                </a:lnTo>
                <a:lnTo>
                  <a:pt x="58819" y="940445"/>
                </a:lnTo>
                <a:lnTo>
                  <a:pt x="58484" y="929879"/>
                </a:lnTo>
                <a:lnTo>
                  <a:pt x="58158" y="919312"/>
                </a:lnTo>
                <a:lnTo>
                  <a:pt x="57836" y="908745"/>
                </a:lnTo>
                <a:lnTo>
                  <a:pt x="57513" y="898178"/>
                </a:lnTo>
                <a:lnTo>
                  <a:pt x="57186" y="887611"/>
                </a:lnTo>
                <a:lnTo>
                  <a:pt x="56856" y="877045"/>
                </a:lnTo>
                <a:lnTo>
                  <a:pt x="56519" y="866478"/>
                </a:lnTo>
                <a:lnTo>
                  <a:pt x="56175" y="855911"/>
                </a:lnTo>
                <a:lnTo>
                  <a:pt x="55819" y="845344"/>
                </a:lnTo>
                <a:lnTo>
                  <a:pt x="55442" y="834777"/>
                </a:lnTo>
                <a:lnTo>
                  <a:pt x="55029" y="824211"/>
                </a:lnTo>
                <a:lnTo>
                  <a:pt x="54561" y="813644"/>
                </a:lnTo>
                <a:lnTo>
                  <a:pt x="54010" y="803077"/>
                </a:lnTo>
                <a:lnTo>
                  <a:pt x="53344" y="792510"/>
                </a:lnTo>
                <a:lnTo>
                  <a:pt x="52527" y="781943"/>
                </a:lnTo>
                <a:lnTo>
                  <a:pt x="51525" y="771377"/>
                </a:lnTo>
                <a:lnTo>
                  <a:pt x="50307" y="760810"/>
                </a:lnTo>
                <a:lnTo>
                  <a:pt x="48856" y="750243"/>
                </a:lnTo>
                <a:lnTo>
                  <a:pt x="47167" y="739676"/>
                </a:lnTo>
                <a:lnTo>
                  <a:pt x="45260" y="729109"/>
                </a:lnTo>
                <a:lnTo>
                  <a:pt x="43178" y="718543"/>
                </a:lnTo>
                <a:lnTo>
                  <a:pt x="40991" y="707976"/>
                </a:lnTo>
                <a:lnTo>
                  <a:pt x="38796" y="697409"/>
                </a:lnTo>
                <a:lnTo>
                  <a:pt x="36707" y="686842"/>
                </a:lnTo>
                <a:lnTo>
                  <a:pt x="34851" y="676275"/>
                </a:lnTo>
                <a:lnTo>
                  <a:pt x="33358" y="665708"/>
                </a:lnTo>
                <a:lnTo>
                  <a:pt x="32343" y="655142"/>
                </a:lnTo>
                <a:lnTo>
                  <a:pt x="31898" y="644575"/>
                </a:lnTo>
                <a:lnTo>
                  <a:pt x="32080" y="634008"/>
                </a:lnTo>
                <a:lnTo>
                  <a:pt x="32904" y="623441"/>
                </a:lnTo>
                <a:lnTo>
                  <a:pt x="34342" y="612874"/>
                </a:lnTo>
                <a:lnTo>
                  <a:pt x="36322" y="602308"/>
                </a:lnTo>
                <a:lnTo>
                  <a:pt x="38741" y="591741"/>
                </a:lnTo>
                <a:lnTo>
                  <a:pt x="41471" y="581174"/>
                </a:lnTo>
                <a:lnTo>
                  <a:pt x="44374" y="570607"/>
                </a:lnTo>
                <a:lnTo>
                  <a:pt x="47314" y="560040"/>
                </a:lnTo>
                <a:lnTo>
                  <a:pt x="50168" y="549474"/>
                </a:lnTo>
                <a:lnTo>
                  <a:pt x="52837" y="538907"/>
                </a:lnTo>
                <a:lnTo>
                  <a:pt x="55247" y="528340"/>
                </a:lnTo>
                <a:lnTo>
                  <a:pt x="57354" y="517773"/>
                </a:lnTo>
                <a:lnTo>
                  <a:pt x="59140" y="507206"/>
                </a:lnTo>
                <a:lnTo>
                  <a:pt x="60609" y="496640"/>
                </a:lnTo>
                <a:lnTo>
                  <a:pt x="61784" y="486073"/>
                </a:lnTo>
                <a:lnTo>
                  <a:pt x="62698" y="475506"/>
                </a:lnTo>
                <a:lnTo>
                  <a:pt x="63389" y="464939"/>
                </a:lnTo>
                <a:lnTo>
                  <a:pt x="63898" y="454372"/>
                </a:lnTo>
                <a:lnTo>
                  <a:pt x="64263" y="443806"/>
                </a:lnTo>
                <a:lnTo>
                  <a:pt x="64518" y="433239"/>
                </a:lnTo>
                <a:lnTo>
                  <a:pt x="64692" y="422672"/>
                </a:lnTo>
                <a:lnTo>
                  <a:pt x="64808" y="412105"/>
                </a:lnTo>
                <a:lnTo>
                  <a:pt x="64883" y="401538"/>
                </a:lnTo>
                <a:lnTo>
                  <a:pt x="64930" y="390972"/>
                </a:lnTo>
                <a:lnTo>
                  <a:pt x="64959" y="380405"/>
                </a:lnTo>
                <a:lnTo>
                  <a:pt x="64977" y="369838"/>
                </a:lnTo>
                <a:lnTo>
                  <a:pt x="64987" y="359271"/>
                </a:lnTo>
                <a:lnTo>
                  <a:pt x="64993" y="348704"/>
                </a:lnTo>
                <a:lnTo>
                  <a:pt x="64996" y="338138"/>
                </a:lnTo>
                <a:lnTo>
                  <a:pt x="64998" y="327571"/>
                </a:lnTo>
                <a:lnTo>
                  <a:pt x="64999"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1" y="317004"/>
                </a:lnTo>
                <a:lnTo>
                  <a:pt x="65002" y="327571"/>
                </a:lnTo>
                <a:lnTo>
                  <a:pt x="65004" y="338138"/>
                </a:lnTo>
                <a:lnTo>
                  <a:pt x="65007" y="348704"/>
                </a:lnTo>
                <a:lnTo>
                  <a:pt x="65013" y="359271"/>
                </a:lnTo>
                <a:lnTo>
                  <a:pt x="65023" y="369838"/>
                </a:lnTo>
                <a:lnTo>
                  <a:pt x="65041" y="380405"/>
                </a:lnTo>
                <a:lnTo>
                  <a:pt x="65070" y="390972"/>
                </a:lnTo>
                <a:lnTo>
                  <a:pt x="65117" y="401538"/>
                </a:lnTo>
                <a:lnTo>
                  <a:pt x="65192" y="412105"/>
                </a:lnTo>
                <a:lnTo>
                  <a:pt x="65308" y="422672"/>
                </a:lnTo>
                <a:lnTo>
                  <a:pt x="65482" y="433239"/>
                </a:lnTo>
                <a:lnTo>
                  <a:pt x="65737" y="443806"/>
                </a:lnTo>
                <a:lnTo>
                  <a:pt x="66102" y="454372"/>
                </a:lnTo>
                <a:lnTo>
                  <a:pt x="66611" y="464939"/>
                </a:lnTo>
                <a:lnTo>
                  <a:pt x="67302" y="475506"/>
                </a:lnTo>
                <a:lnTo>
                  <a:pt x="68216" y="486073"/>
                </a:lnTo>
                <a:lnTo>
                  <a:pt x="69391" y="496640"/>
                </a:lnTo>
                <a:lnTo>
                  <a:pt x="70860" y="507206"/>
                </a:lnTo>
                <a:lnTo>
                  <a:pt x="72646" y="517773"/>
                </a:lnTo>
                <a:lnTo>
                  <a:pt x="74753" y="528340"/>
                </a:lnTo>
                <a:lnTo>
                  <a:pt x="77163" y="538907"/>
                </a:lnTo>
                <a:lnTo>
                  <a:pt x="79832" y="549474"/>
                </a:lnTo>
                <a:lnTo>
                  <a:pt x="82686" y="560040"/>
                </a:lnTo>
                <a:lnTo>
                  <a:pt x="85626" y="570607"/>
                </a:lnTo>
                <a:lnTo>
                  <a:pt x="88529" y="581174"/>
                </a:lnTo>
                <a:lnTo>
                  <a:pt x="91259" y="591741"/>
                </a:lnTo>
                <a:lnTo>
                  <a:pt x="93678" y="602308"/>
                </a:lnTo>
                <a:lnTo>
                  <a:pt x="95658" y="612874"/>
                </a:lnTo>
                <a:lnTo>
                  <a:pt x="97096" y="623441"/>
                </a:lnTo>
                <a:lnTo>
                  <a:pt x="97920" y="634008"/>
                </a:lnTo>
                <a:lnTo>
                  <a:pt x="98102" y="644575"/>
                </a:lnTo>
                <a:lnTo>
                  <a:pt x="97657" y="655142"/>
                </a:lnTo>
                <a:lnTo>
                  <a:pt x="96642" y="665708"/>
                </a:lnTo>
                <a:lnTo>
                  <a:pt x="95149" y="676275"/>
                </a:lnTo>
                <a:lnTo>
                  <a:pt x="93293" y="686842"/>
                </a:lnTo>
                <a:lnTo>
                  <a:pt x="91204" y="697409"/>
                </a:lnTo>
                <a:lnTo>
                  <a:pt x="89009" y="707976"/>
                </a:lnTo>
                <a:lnTo>
                  <a:pt x="86822" y="718543"/>
                </a:lnTo>
                <a:lnTo>
                  <a:pt x="84740" y="729109"/>
                </a:lnTo>
                <a:lnTo>
                  <a:pt x="82833" y="739676"/>
                </a:lnTo>
                <a:lnTo>
                  <a:pt x="81144" y="750243"/>
                </a:lnTo>
                <a:lnTo>
                  <a:pt x="79693" y="760810"/>
                </a:lnTo>
                <a:lnTo>
                  <a:pt x="78475" y="771377"/>
                </a:lnTo>
                <a:lnTo>
                  <a:pt x="77473" y="781943"/>
                </a:lnTo>
                <a:lnTo>
                  <a:pt x="76656" y="792510"/>
                </a:lnTo>
                <a:lnTo>
                  <a:pt x="75990" y="803077"/>
                </a:lnTo>
                <a:lnTo>
                  <a:pt x="75439" y="813644"/>
                </a:lnTo>
                <a:lnTo>
                  <a:pt x="74971" y="824211"/>
                </a:lnTo>
                <a:lnTo>
                  <a:pt x="74558" y="834777"/>
                </a:lnTo>
                <a:lnTo>
                  <a:pt x="74181" y="845344"/>
                </a:lnTo>
                <a:lnTo>
                  <a:pt x="73825" y="855911"/>
                </a:lnTo>
                <a:lnTo>
                  <a:pt x="73481" y="866478"/>
                </a:lnTo>
                <a:lnTo>
                  <a:pt x="73144" y="877045"/>
                </a:lnTo>
                <a:lnTo>
                  <a:pt x="72814" y="887611"/>
                </a:lnTo>
                <a:lnTo>
                  <a:pt x="72487" y="898178"/>
                </a:lnTo>
                <a:lnTo>
                  <a:pt x="72164" y="908745"/>
                </a:lnTo>
                <a:lnTo>
                  <a:pt x="71842" y="919312"/>
                </a:lnTo>
                <a:lnTo>
                  <a:pt x="71516" y="929879"/>
                </a:lnTo>
                <a:lnTo>
                  <a:pt x="71181" y="940445"/>
                </a:lnTo>
                <a:lnTo>
                  <a:pt x="70834" y="951012"/>
                </a:lnTo>
                <a:lnTo>
                  <a:pt x="70470" y="961579"/>
                </a:lnTo>
                <a:lnTo>
                  <a:pt x="70090" y="972146"/>
                </a:lnTo>
                <a:lnTo>
                  <a:pt x="69694" y="982713"/>
                </a:lnTo>
                <a:lnTo>
                  <a:pt x="69291" y="993279"/>
                </a:lnTo>
                <a:lnTo>
                  <a:pt x="68891" y="1003846"/>
                </a:lnTo>
                <a:lnTo>
                  <a:pt x="68511" y="1014413"/>
                </a:lnTo>
                <a:lnTo>
                  <a:pt x="68172" y="1024980"/>
                </a:lnTo>
                <a:lnTo>
                  <a:pt x="67899" y="1035547"/>
                </a:lnTo>
                <a:lnTo>
                  <a:pt x="67722" y="1046113"/>
                </a:lnTo>
                <a:lnTo>
                  <a:pt x="67678" y="1056680"/>
                </a:lnTo>
                <a:lnTo>
                  <a:pt x="67809" y="1067247"/>
                </a:lnTo>
                <a:lnTo>
                  <a:pt x="68166" y="1077814"/>
                </a:lnTo>
                <a:lnTo>
                  <a:pt x="68805" y="1088381"/>
                </a:lnTo>
                <a:lnTo>
                  <a:pt x="69792" y="1098947"/>
                </a:lnTo>
                <a:lnTo>
                  <a:pt x="71200" y="1109514"/>
                </a:lnTo>
                <a:lnTo>
                  <a:pt x="73099" y="1120081"/>
                </a:lnTo>
                <a:lnTo>
                  <a:pt x="75560" y="1130648"/>
                </a:lnTo>
                <a:lnTo>
                  <a:pt x="78635" y="1141215"/>
                </a:lnTo>
                <a:lnTo>
                  <a:pt x="82354" y="1151781"/>
                </a:lnTo>
                <a:lnTo>
                  <a:pt x="86713" y="1162348"/>
                </a:lnTo>
                <a:lnTo>
                  <a:pt x="91656" y="1172915"/>
                </a:lnTo>
                <a:lnTo>
                  <a:pt x="97075" y="1183482"/>
                </a:lnTo>
                <a:lnTo>
                  <a:pt x="102804" y="1194049"/>
                </a:lnTo>
                <a:lnTo>
                  <a:pt x="108618" y="1204615"/>
                </a:lnTo>
                <a:lnTo>
                  <a:pt x="114253" y="1215182"/>
                </a:lnTo>
                <a:lnTo>
                  <a:pt x="119415" y="1225749"/>
                </a:lnTo>
                <a:lnTo>
                  <a:pt x="123811" y="1236316"/>
                </a:lnTo>
                <a:lnTo>
                  <a:pt x="127171" y="1246883"/>
                </a:lnTo>
                <a:lnTo>
                  <a:pt x="129281" y="1257449"/>
                </a:lnTo>
                <a:lnTo>
                  <a:pt x="130000" y="1268016"/>
                </a:lnTo>
                <a:lnTo>
                  <a:pt x="130000" y="1268016"/>
                </a:lnTo>
                <a:close/>
              </a:path>
            </a:pathLst>
          </a:custGeom>
          <a:solidFill>
            <a:srgbClr val="00878B">
              <a:alpha val="12000"/>
            </a:srgbClr>
          </a:solidFill>
          <a:ln w="6985">
            <a:solidFill>
              <a:srgbClr val="00878B">
                <a:alpha val="12000"/>
              </a:srgbClr>
            </a:solidFill>
            <a:prstDash val="solid"/>
          </a:ln>
        </p:spPr>
      </p:sp>
      <p:sp>
        <p:nvSpPr>
          <p:cNvPr id="2252" name="01_find_only_2251">
            <a:extLst>
              <a:ext uri="{FF2B5EF4-FFF2-40B4-BE49-F238E27FC236}">
                <a16:creationId xmlns:a16="http://schemas.microsoft.com/office/drawing/2014/main" id="{F97AFB12-A4CE-44FB-B518-B25B7C286665}"/>
              </a:ext>
            </a:extLst>
          </p:cNvPr>
          <p:cNvSpPr>
            <a:spLocks noGrp="1"/>
          </p:cNvSpPr>
          <p:nvPr/>
        </p:nvSpPr>
        <p:spPr>
          <a:xfrm>
            <a:off x="1000800" y="4919983"/>
            <a:ext cx="130000" cy="1268016"/>
          </a:xfrm>
          <a:custGeom>
            <a:avLst/>
            <a:gdLst/>
            <a:ahLst/>
            <a:cxnLst/>
            <a:rect l="0" t="0" r="0" b="0"/>
            <a:pathLst>
              <a:path w="130000" h="1268016">
                <a:moveTo>
                  <a:pt x="78265" y="1268016"/>
                </a:moveTo>
                <a:lnTo>
                  <a:pt x="51735" y="1268016"/>
                </a:lnTo>
                <a:lnTo>
                  <a:pt x="51872" y="1257449"/>
                </a:lnTo>
                <a:lnTo>
                  <a:pt x="52275" y="1246883"/>
                </a:lnTo>
                <a:lnTo>
                  <a:pt x="52918" y="1236316"/>
                </a:lnTo>
                <a:lnTo>
                  <a:pt x="53760" y="1225749"/>
                </a:lnTo>
                <a:lnTo>
                  <a:pt x="54752" y="1215182"/>
                </a:lnTo>
                <a:lnTo>
                  <a:pt x="55839" y="1204615"/>
                </a:lnTo>
                <a:lnTo>
                  <a:pt x="56965" y="1194049"/>
                </a:lnTo>
                <a:lnTo>
                  <a:pt x="58080" y="1183482"/>
                </a:lnTo>
                <a:lnTo>
                  <a:pt x="59143" y="1172915"/>
                </a:lnTo>
                <a:lnTo>
                  <a:pt x="60119" y="1162348"/>
                </a:lnTo>
                <a:lnTo>
                  <a:pt x="60987" y="1151781"/>
                </a:lnTo>
                <a:lnTo>
                  <a:pt x="61735" y="1141215"/>
                </a:lnTo>
                <a:lnTo>
                  <a:pt x="62358" y="1130648"/>
                </a:lnTo>
                <a:lnTo>
                  <a:pt x="62859" y="1120081"/>
                </a:lnTo>
                <a:lnTo>
                  <a:pt x="63246" y="1109514"/>
                </a:lnTo>
                <a:lnTo>
                  <a:pt x="63527" y="1098947"/>
                </a:lnTo>
                <a:lnTo>
                  <a:pt x="63716" y="1088381"/>
                </a:lnTo>
                <a:lnTo>
                  <a:pt x="63824" y="1077814"/>
                </a:lnTo>
                <a:lnTo>
                  <a:pt x="63863" y="1067247"/>
                </a:lnTo>
                <a:lnTo>
                  <a:pt x="63845" y="1056680"/>
                </a:lnTo>
                <a:lnTo>
                  <a:pt x="63783" y="1046113"/>
                </a:lnTo>
                <a:lnTo>
                  <a:pt x="63689" y="1035547"/>
                </a:lnTo>
                <a:lnTo>
                  <a:pt x="63574" y="1024980"/>
                </a:lnTo>
                <a:lnTo>
                  <a:pt x="63452" y="1014413"/>
                </a:lnTo>
                <a:lnTo>
                  <a:pt x="63334" y="1003846"/>
                </a:lnTo>
                <a:lnTo>
                  <a:pt x="63230" y="993279"/>
                </a:lnTo>
                <a:lnTo>
                  <a:pt x="63151" y="982713"/>
                </a:lnTo>
                <a:lnTo>
                  <a:pt x="63103" y="972146"/>
                </a:lnTo>
                <a:lnTo>
                  <a:pt x="63091" y="961579"/>
                </a:lnTo>
                <a:lnTo>
                  <a:pt x="63118" y="951012"/>
                </a:lnTo>
                <a:lnTo>
                  <a:pt x="63182" y="940445"/>
                </a:lnTo>
                <a:lnTo>
                  <a:pt x="63280" y="929879"/>
                </a:lnTo>
                <a:lnTo>
                  <a:pt x="63404" y="919312"/>
                </a:lnTo>
                <a:lnTo>
                  <a:pt x="63548" y="908745"/>
                </a:lnTo>
                <a:lnTo>
                  <a:pt x="63702" y="898178"/>
                </a:lnTo>
                <a:lnTo>
                  <a:pt x="63857" y="887611"/>
                </a:lnTo>
                <a:lnTo>
                  <a:pt x="64003" y="877045"/>
                </a:lnTo>
                <a:lnTo>
                  <a:pt x="64132" y="866478"/>
                </a:lnTo>
                <a:lnTo>
                  <a:pt x="64238" y="855911"/>
                </a:lnTo>
                <a:lnTo>
                  <a:pt x="64314" y="845344"/>
                </a:lnTo>
                <a:lnTo>
                  <a:pt x="64357" y="834777"/>
                </a:lnTo>
                <a:lnTo>
                  <a:pt x="64362" y="824211"/>
                </a:lnTo>
                <a:lnTo>
                  <a:pt x="64330" y="813644"/>
                </a:lnTo>
                <a:lnTo>
                  <a:pt x="64261" y="803077"/>
                </a:lnTo>
                <a:lnTo>
                  <a:pt x="64155" y="792510"/>
                </a:lnTo>
                <a:lnTo>
                  <a:pt x="64015" y="781943"/>
                </a:lnTo>
                <a:lnTo>
                  <a:pt x="63846" y="771377"/>
                </a:lnTo>
                <a:lnTo>
                  <a:pt x="63653" y="760810"/>
                </a:lnTo>
                <a:lnTo>
                  <a:pt x="63442" y="750243"/>
                </a:lnTo>
                <a:lnTo>
                  <a:pt x="63221" y="739676"/>
                </a:lnTo>
                <a:lnTo>
                  <a:pt x="62998" y="729109"/>
                </a:lnTo>
                <a:lnTo>
                  <a:pt x="62782" y="718543"/>
                </a:lnTo>
                <a:lnTo>
                  <a:pt x="62581" y="707976"/>
                </a:lnTo>
                <a:lnTo>
                  <a:pt x="62405" y="697409"/>
                </a:lnTo>
                <a:lnTo>
                  <a:pt x="62260" y="686842"/>
                </a:lnTo>
                <a:lnTo>
                  <a:pt x="62154" y="676275"/>
                </a:lnTo>
                <a:lnTo>
                  <a:pt x="62091" y="665708"/>
                </a:lnTo>
                <a:lnTo>
                  <a:pt x="62071" y="655142"/>
                </a:lnTo>
                <a:lnTo>
                  <a:pt x="62095" y="644575"/>
                </a:lnTo>
                <a:lnTo>
                  <a:pt x="62159" y="634008"/>
                </a:lnTo>
                <a:lnTo>
                  <a:pt x="62255" y="623441"/>
                </a:lnTo>
                <a:lnTo>
                  <a:pt x="62376" y="612874"/>
                </a:lnTo>
                <a:lnTo>
                  <a:pt x="62511" y="602308"/>
                </a:lnTo>
                <a:lnTo>
                  <a:pt x="62647" y="591741"/>
                </a:lnTo>
                <a:lnTo>
                  <a:pt x="62773" y="581174"/>
                </a:lnTo>
                <a:lnTo>
                  <a:pt x="62877" y="570607"/>
                </a:lnTo>
                <a:lnTo>
                  <a:pt x="62948" y="560040"/>
                </a:lnTo>
                <a:lnTo>
                  <a:pt x="62980" y="549474"/>
                </a:lnTo>
                <a:lnTo>
                  <a:pt x="62968" y="538907"/>
                </a:lnTo>
                <a:lnTo>
                  <a:pt x="62911" y="528340"/>
                </a:lnTo>
                <a:lnTo>
                  <a:pt x="62810" y="517773"/>
                </a:lnTo>
                <a:lnTo>
                  <a:pt x="62671" y="507206"/>
                </a:lnTo>
                <a:lnTo>
                  <a:pt x="62503" y="496640"/>
                </a:lnTo>
                <a:lnTo>
                  <a:pt x="62315" y="486073"/>
                </a:lnTo>
                <a:lnTo>
                  <a:pt x="62118" y="475506"/>
                </a:lnTo>
                <a:lnTo>
                  <a:pt x="61925" y="464939"/>
                </a:lnTo>
                <a:lnTo>
                  <a:pt x="61745" y="454372"/>
                </a:lnTo>
                <a:lnTo>
                  <a:pt x="61589" y="443806"/>
                </a:lnTo>
                <a:lnTo>
                  <a:pt x="61462" y="433239"/>
                </a:lnTo>
                <a:lnTo>
                  <a:pt x="61371" y="422672"/>
                </a:lnTo>
                <a:lnTo>
                  <a:pt x="61317" y="412105"/>
                </a:lnTo>
                <a:lnTo>
                  <a:pt x="61299" y="401538"/>
                </a:lnTo>
                <a:lnTo>
                  <a:pt x="61317" y="390972"/>
                </a:lnTo>
                <a:lnTo>
                  <a:pt x="61368" y="380405"/>
                </a:lnTo>
                <a:lnTo>
                  <a:pt x="61447" y="369838"/>
                </a:lnTo>
                <a:lnTo>
                  <a:pt x="61553" y="359271"/>
                </a:lnTo>
                <a:lnTo>
                  <a:pt x="61683" y="348704"/>
                </a:lnTo>
                <a:lnTo>
                  <a:pt x="61835" y="338138"/>
                </a:lnTo>
                <a:lnTo>
                  <a:pt x="62006" y="327571"/>
                </a:lnTo>
                <a:lnTo>
                  <a:pt x="62196" y="317004"/>
                </a:lnTo>
                <a:lnTo>
                  <a:pt x="62402" y="306437"/>
                </a:lnTo>
                <a:lnTo>
                  <a:pt x="62620" y="295870"/>
                </a:lnTo>
                <a:lnTo>
                  <a:pt x="62845" y="285304"/>
                </a:lnTo>
                <a:lnTo>
                  <a:pt x="63070" y="274737"/>
                </a:lnTo>
                <a:lnTo>
                  <a:pt x="63287" y="264170"/>
                </a:lnTo>
                <a:lnTo>
                  <a:pt x="63483" y="253603"/>
                </a:lnTo>
                <a:lnTo>
                  <a:pt x="63644" y="243036"/>
                </a:lnTo>
                <a:lnTo>
                  <a:pt x="63750" y="232470"/>
                </a:lnTo>
                <a:lnTo>
                  <a:pt x="63777" y="221903"/>
                </a:lnTo>
                <a:lnTo>
                  <a:pt x="63696" y="211336"/>
                </a:lnTo>
                <a:lnTo>
                  <a:pt x="63466" y="200769"/>
                </a:lnTo>
                <a:lnTo>
                  <a:pt x="63040" y="190202"/>
                </a:lnTo>
                <a:lnTo>
                  <a:pt x="62357" y="179636"/>
                </a:lnTo>
                <a:lnTo>
                  <a:pt x="61349" y="169069"/>
                </a:lnTo>
                <a:lnTo>
                  <a:pt x="59938" y="158502"/>
                </a:lnTo>
                <a:lnTo>
                  <a:pt x="58043" y="147935"/>
                </a:lnTo>
                <a:lnTo>
                  <a:pt x="55587" y="137368"/>
                </a:lnTo>
                <a:lnTo>
                  <a:pt x="52505" y="126802"/>
                </a:lnTo>
                <a:lnTo>
                  <a:pt x="48761" y="116235"/>
                </a:lnTo>
                <a:lnTo>
                  <a:pt x="44354" y="105668"/>
                </a:lnTo>
                <a:lnTo>
                  <a:pt x="39335" y="95101"/>
                </a:lnTo>
                <a:lnTo>
                  <a:pt x="33813" y="84534"/>
                </a:lnTo>
                <a:lnTo>
                  <a:pt x="27958" y="73968"/>
                </a:lnTo>
                <a:lnTo>
                  <a:pt x="21999" y="63401"/>
                </a:lnTo>
                <a:lnTo>
                  <a:pt x="16213" y="52834"/>
                </a:lnTo>
                <a:lnTo>
                  <a:pt x="10905" y="42267"/>
                </a:lnTo>
                <a:lnTo>
                  <a:pt x="6379" y="31700"/>
                </a:lnTo>
                <a:lnTo>
                  <a:pt x="2917" y="21134"/>
                </a:lnTo>
                <a:lnTo>
                  <a:pt x="742" y="10567"/>
                </a:lnTo>
                <a:lnTo>
                  <a:pt x="0" y="0"/>
                </a:lnTo>
                <a:lnTo>
                  <a:pt x="130000" y="0"/>
                </a:lnTo>
                <a:lnTo>
                  <a:pt x="130000" y="0"/>
                </a:lnTo>
                <a:lnTo>
                  <a:pt x="129258" y="10567"/>
                </a:lnTo>
                <a:lnTo>
                  <a:pt x="127083" y="21134"/>
                </a:lnTo>
                <a:lnTo>
                  <a:pt x="123621" y="31700"/>
                </a:lnTo>
                <a:lnTo>
                  <a:pt x="119095" y="42267"/>
                </a:lnTo>
                <a:lnTo>
                  <a:pt x="113787" y="52834"/>
                </a:lnTo>
                <a:lnTo>
                  <a:pt x="108001" y="63401"/>
                </a:lnTo>
                <a:lnTo>
                  <a:pt x="102042" y="73968"/>
                </a:lnTo>
                <a:lnTo>
                  <a:pt x="96187" y="84534"/>
                </a:lnTo>
                <a:lnTo>
                  <a:pt x="90665" y="95101"/>
                </a:lnTo>
                <a:lnTo>
                  <a:pt x="85646" y="105668"/>
                </a:lnTo>
                <a:lnTo>
                  <a:pt x="81239" y="116235"/>
                </a:lnTo>
                <a:lnTo>
                  <a:pt x="77495" y="126802"/>
                </a:lnTo>
                <a:lnTo>
                  <a:pt x="74413" y="137368"/>
                </a:lnTo>
                <a:lnTo>
                  <a:pt x="71957" y="147935"/>
                </a:lnTo>
                <a:lnTo>
                  <a:pt x="70062" y="158502"/>
                </a:lnTo>
                <a:lnTo>
                  <a:pt x="68651" y="169069"/>
                </a:lnTo>
                <a:lnTo>
                  <a:pt x="67643" y="179636"/>
                </a:lnTo>
                <a:lnTo>
                  <a:pt x="66960" y="190202"/>
                </a:lnTo>
                <a:lnTo>
                  <a:pt x="66534" y="200769"/>
                </a:lnTo>
                <a:lnTo>
                  <a:pt x="66304" y="211336"/>
                </a:lnTo>
                <a:lnTo>
                  <a:pt x="66223" y="221903"/>
                </a:lnTo>
                <a:lnTo>
                  <a:pt x="66250" y="232470"/>
                </a:lnTo>
                <a:lnTo>
                  <a:pt x="66356" y="243036"/>
                </a:lnTo>
                <a:lnTo>
                  <a:pt x="66517" y="253603"/>
                </a:lnTo>
                <a:lnTo>
                  <a:pt x="66713" y="264170"/>
                </a:lnTo>
                <a:lnTo>
                  <a:pt x="66929" y="274737"/>
                </a:lnTo>
                <a:lnTo>
                  <a:pt x="67155" y="285304"/>
                </a:lnTo>
                <a:lnTo>
                  <a:pt x="67380" y="295870"/>
                </a:lnTo>
                <a:lnTo>
                  <a:pt x="67598" y="306437"/>
                </a:lnTo>
                <a:lnTo>
                  <a:pt x="67804" y="317004"/>
                </a:lnTo>
                <a:lnTo>
                  <a:pt x="67994" y="327571"/>
                </a:lnTo>
                <a:lnTo>
                  <a:pt x="68165" y="338138"/>
                </a:lnTo>
                <a:lnTo>
                  <a:pt x="68317" y="348704"/>
                </a:lnTo>
                <a:lnTo>
                  <a:pt x="68447" y="359271"/>
                </a:lnTo>
                <a:lnTo>
                  <a:pt x="68553" y="369838"/>
                </a:lnTo>
                <a:lnTo>
                  <a:pt x="68632" y="380405"/>
                </a:lnTo>
                <a:lnTo>
                  <a:pt x="68683" y="390972"/>
                </a:lnTo>
                <a:lnTo>
                  <a:pt x="68701" y="401538"/>
                </a:lnTo>
                <a:lnTo>
                  <a:pt x="68683" y="412105"/>
                </a:lnTo>
                <a:lnTo>
                  <a:pt x="68629" y="422672"/>
                </a:lnTo>
                <a:lnTo>
                  <a:pt x="68538" y="433239"/>
                </a:lnTo>
                <a:lnTo>
                  <a:pt x="68411" y="443806"/>
                </a:lnTo>
                <a:lnTo>
                  <a:pt x="68255" y="454372"/>
                </a:lnTo>
                <a:lnTo>
                  <a:pt x="68075" y="464939"/>
                </a:lnTo>
                <a:lnTo>
                  <a:pt x="67882" y="475506"/>
                </a:lnTo>
                <a:lnTo>
                  <a:pt x="67685" y="486073"/>
                </a:lnTo>
                <a:lnTo>
                  <a:pt x="67497" y="496640"/>
                </a:lnTo>
                <a:lnTo>
                  <a:pt x="67329" y="507206"/>
                </a:lnTo>
                <a:lnTo>
                  <a:pt x="67190" y="517773"/>
                </a:lnTo>
                <a:lnTo>
                  <a:pt x="67089" y="528340"/>
                </a:lnTo>
                <a:lnTo>
                  <a:pt x="67032" y="538907"/>
                </a:lnTo>
                <a:lnTo>
                  <a:pt x="67020" y="549474"/>
                </a:lnTo>
                <a:lnTo>
                  <a:pt x="67052" y="560040"/>
                </a:lnTo>
                <a:lnTo>
                  <a:pt x="67123" y="570607"/>
                </a:lnTo>
                <a:lnTo>
                  <a:pt x="67227" y="581174"/>
                </a:lnTo>
                <a:lnTo>
                  <a:pt x="67353" y="591741"/>
                </a:lnTo>
                <a:lnTo>
                  <a:pt x="67489" y="602308"/>
                </a:lnTo>
                <a:lnTo>
                  <a:pt x="67624" y="612874"/>
                </a:lnTo>
                <a:lnTo>
                  <a:pt x="67745" y="623441"/>
                </a:lnTo>
                <a:lnTo>
                  <a:pt x="67841" y="634008"/>
                </a:lnTo>
                <a:lnTo>
                  <a:pt x="67905" y="644575"/>
                </a:lnTo>
                <a:lnTo>
                  <a:pt x="67929" y="655142"/>
                </a:lnTo>
                <a:lnTo>
                  <a:pt x="67909" y="665708"/>
                </a:lnTo>
                <a:lnTo>
                  <a:pt x="67846" y="676275"/>
                </a:lnTo>
                <a:lnTo>
                  <a:pt x="67740" y="686842"/>
                </a:lnTo>
                <a:lnTo>
                  <a:pt x="67595" y="697409"/>
                </a:lnTo>
                <a:lnTo>
                  <a:pt x="67419" y="707976"/>
                </a:lnTo>
                <a:lnTo>
                  <a:pt x="67218" y="718543"/>
                </a:lnTo>
                <a:lnTo>
                  <a:pt x="67002" y="729109"/>
                </a:lnTo>
                <a:lnTo>
                  <a:pt x="66779" y="739676"/>
                </a:lnTo>
                <a:lnTo>
                  <a:pt x="66558" y="750243"/>
                </a:lnTo>
                <a:lnTo>
                  <a:pt x="66347" y="760810"/>
                </a:lnTo>
                <a:lnTo>
                  <a:pt x="66154" y="771377"/>
                </a:lnTo>
                <a:lnTo>
                  <a:pt x="65985" y="781943"/>
                </a:lnTo>
                <a:lnTo>
                  <a:pt x="65845" y="792510"/>
                </a:lnTo>
                <a:lnTo>
                  <a:pt x="65739" y="803077"/>
                </a:lnTo>
                <a:lnTo>
                  <a:pt x="65670" y="813644"/>
                </a:lnTo>
                <a:lnTo>
                  <a:pt x="65638" y="824211"/>
                </a:lnTo>
                <a:lnTo>
                  <a:pt x="65643" y="834777"/>
                </a:lnTo>
                <a:lnTo>
                  <a:pt x="65686" y="845344"/>
                </a:lnTo>
                <a:lnTo>
                  <a:pt x="65762" y="855911"/>
                </a:lnTo>
                <a:lnTo>
                  <a:pt x="65867" y="866478"/>
                </a:lnTo>
                <a:lnTo>
                  <a:pt x="65997" y="877045"/>
                </a:lnTo>
                <a:lnTo>
                  <a:pt x="66143" y="887611"/>
                </a:lnTo>
                <a:lnTo>
                  <a:pt x="66298" y="898178"/>
                </a:lnTo>
                <a:lnTo>
                  <a:pt x="66452" y="908745"/>
                </a:lnTo>
                <a:lnTo>
                  <a:pt x="66596" y="919312"/>
                </a:lnTo>
                <a:lnTo>
                  <a:pt x="66720" y="929879"/>
                </a:lnTo>
                <a:lnTo>
                  <a:pt x="66818" y="940445"/>
                </a:lnTo>
                <a:lnTo>
                  <a:pt x="66882" y="951012"/>
                </a:lnTo>
                <a:lnTo>
                  <a:pt x="66909" y="961579"/>
                </a:lnTo>
                <a:lnTo>
                  <a:pt x="66897" y="972146"/>
                </a:lnTo>
                <a:lnTo>
                  <a:pt x="66849" y="982713"/>
                </a:lnTo>
                <a:lnTo>
                  <a:pt x="66770" y="993279"/>
                </a:lnTo>
                <a:lnTo>
                  <a:pt x="66666" y="1003846"/>
                </a:lnTo>
                <a:lnTo>
                  <a:pt x="66548" y="1014413"/>
                </a:lnTo>
                <a:lnTo>
                  <a:pt x="66426" y="1024980"/>
                </a:lnTo>
                <a:lnTo>
                  <a:pt x="66311" y="1035547"/>
                </a:lnTo>
                <a:lnTo>
                  <a:pt x="66217" y="1046113"/>
                </a:lnTo>
                <a:lnTo>
                  <a:pt x="66155" y="1056680"/>
                </a:lnTo>
                <a:lnTo>
                  <a:pt x="66137" y="1067247"/>
                </a:lnTo>
                <a:lnTo>
                  <a:pt x="66176" y="1077814"/>
                </a:lnTo>
                <a:lnTo>
                  <a:pt x="66284" y="1088381"/>
                </a:lnTo>
                <a:lnTo>
                  <a:pt x="66473" y="1098947"/>
                </a:lnTo>
                <a:lnTo>
                  <a:pt x="66754" y="1109514"/>
                </a:lnTo>
                <a:lnTo>
                  <a:pt x="67141" y="1120081"/>
                </a:lnTo>
                <a:lnTo>
                  <a:pt x="67642" y="1130648"/>
                </a:lnTo>
                <a:lnTo>
                  <a:pt x="68265" y="1141215"/>
                </a:lnTo>
                <a:lnTo>
                  <a:pt x="69013" y="1151781"/>
                </a:lnTo>
                <a:lnTo>
                  <a:pt x="69881" y="1162348"/>
                </a:lnTo>
                <a:lnTo>
                  <a:pt x="70857" y="1172915"/>
                </a:lnTo>
                <a:lnTo>
                  <a:pt x="71920" y="1183482"/>
                </a:lnTo>
                <a:lnTo>
                  <a:pt x="73035" y="1194049"/>
                </a:lnTo>
                <a:lnTo>
                  <a:pt x="74161" y="1204615"/>
                </a:lnTo>
                <a:lnTo>
                  <a:pt x="75248" y="1215182"/>
                </a:lnTo>
                <a:lnTo>
                  <a:pt x="76240" y="1225749"/>
                </a:lnTo>
                <a:lnTo>
                  <a:pt x="77082" y="1236316"/>
                </a:lnTo>
                <a:lnTo>
                  <a:pt x="77725" y="1246883"/>
                </a:lnTo>
                <a:lnTo>
                  <a:pt x="78128" y="1257449"/>
                </a:lnTo>
                <a:lnTo>
                  <a:pt x="78265" y="1268016"/>
                </a:lnTo>
                <a:lnTo>
                  <a:pt x="78265" y="1268016"/>
                </a:lnTo>
                <a:close/>
              </a:path>
            </a:pathLst>
          </a:custGeom>
          <a:solidFill>
            <a:srgbClr val="00878B">
              <a:alpha val="12000"/>
            </a:srgbClr>
          </a:solidFill>
          <a:ln w="6985">
            <a:solidFill>
              <a:srgbClr val="00878B">
                <a:alpha val="12000"/>
              </a:srgbClr>
            </a:solidFill>
            <a:prstDash val="solid"/>
          </a:ln>
        </p:spPr>
      </p:sp>
      <p:sp>
        <p:nvSpPr>
          <p:cNvPr id="2253" name="01_find_only_2252">
            <a:extLst>
              <a:ext uri="{FF2B5EF4-FFF2-40B4-BE49-F238E27FC236}">
                <a16:creationId xmlns:a16="http://schemas.microsoft.com/office/drawing/2014/main" id="{D2BD81B3-FC11-4D30-9351-EBD42A73DA94}"/>
              </a:ext>
            </a:extLst>
          </p:cNvPr>
          <p:cNvSpPr>
            <a:spLocks noGrp="1"/>
          </p:cNvSpPr>
          <p:nvPr/>
        </p:nvSpPr>
        <p:spPr>
          <a:xfrm>
            <a:off x="1500800" y="4919983"/>
            <a:ext cx="130000" cy="1268016"/>
          </a:xfrm>
          <a:custGeom>
            <a:avLst/>
            <a:gdLst/>
            <a:ahLst/>
            <a:cxnLst/>
            <a:rect l="0" t="0" r="0" b="0"/>
            <a:pathLst>
              <a:path w="130000" h="1268016">
                <a:moveTo>
                  <a:pt x="77755" y="1268016"/>
                </a:moveTo>
                <a:lnTo>
                  <a:pt x="52245" y="1268016"/>
                </a:lnTo>
                <a:lnTo>
                  <a:pt x="52377" y="1257449"/>
                </a:lnTo>
                <a:lnTo>
                  <a:pt x="52765" y="1246883"/>
                </a:lnTo>
                <a:lnTo>
                  <a:pt x="53383" y="1236316"/>
                </a:lnTo>
                <a:lnTo>
                  <a:pt x="54193" y="1225749"/>
                </a:lnTo>
                <a:lnTo>
                  <a:pt x="55147" y="1215182"/>
                </a:lnTo>
                <a:lnTo>
                  <a:pt x="56191" y="1204615"/>
                </a:lnTo>
                <a:lnTo>
                  <a:pt x="57274" y="1194049"/>
                </a:lnTo>
                <a:lnTo>
                  <a:pt x="58347" y="1183482"/>
                </a:lnTo>
                <a:lnTo>
                  <a:pt x="59368" y="1172915"/>
                </a:lnTo>
                <a:lnTo>
                  <a:pt x="60307" y="1162348"/>
                </a:lnTo>
                <a:lnTo>
                  <a:pt x="61142" y="1151781"/>
                </a:lnTo>
                <a:lnTo>
                  <a:pt x="61860" y="1141215"/>
                </a:lnTo>
                <a:lnTo>
                  <a:pt x="62460" y="1130648"/>
                </a:lnTo>
                <a:lnTo>
                  <a:pt x="62942" y="1120081"/>
                </a:lnTo>
                <a:lnTo>
                  <a:pt x="63313" y="1109514"/>
                </a:lnTo>
                <a:lnTo>
                  <a:pt x="63584" y="1098947"/>
                </a:lnTo>
                <a:lnTo>
                  <a:pt x="63766" y="1088381"/>
                </a:lnTo>
                <a:lnTo>
                  <a:pt x="63869" y="1077814"/>
                </a:lnTo>
                <a:lnTo>
                  <a:pt x="63907" y="1067247"/>
                </a:lnTo>
                <a:lnTo>
                  <a:pt x="63890" y="1056680"/>
                </a:lnTo>
                <a:lnTo>
                  <a:pt x="63830" y="1046113"/>
                </a:lnTo>
                <a:lnTo>
                  <a:pt x="63739" y="1035547"/>
                </a:lnTo>
                <a:lnTo>
                  <a:pt x="63629" y="1024980"/>
                </a:lnTo>
                <a:lnTo>
                  <a:pt x="63511" y="1014413"/>
                </a:lnTo>
                <a:lnTo>
                  <a:pt x="63398" y="1003846"/>
                </a:lnTo>
                <a:lnTo>
                  <a:pt x="63298" y="993279"/>
                </a:lnTo>
                <a:lnTo>
                  <a:pt x="63222" y="982713"/>
                </a:lnTo>
                <a:lnTo>
                  <a:pt x="63176" y="972146"/>
                </a:lnTo>
                <a:lnTo>
                  <a:pt x="63165" y="961579"/>
                </a:lnTo>
                <a:lnTo>
                  <a:pt x="63191" y="951012"/>
                </a:lnTo>
                <a:lnTo>
                  <a:pt x="63252" y="940445"/>
                </a:lnTo>
                <a:lnTo>
                  <a:pt x="63346" y="929879"/>
                </a:lnTo>
                <a:lnTo>
                  <a:pt x="63466" y="919312"/>
                </a:lnTo>
                <a:lnTo>
                  <a:pt x="63604" y="908745"/>
                </a:lnTo>
                <a:lnTo>
                  <a:pt x="63752" y="898178"/>
                </a:lnTo>
                <a:lnTo>
                  <a:pt x="63901" y="887611"/>
                </a:lnTo>
                <a:lnTo>
                  <a:pt x="64043" y="877045"/>
                </a:lnTo>
                <a:lnTo>
                  <a:pt x="64168" y="866478"/>
                </a:lnTo>
                <a:lnTo>
                  <a:pt x="64271" y="855911"/>
                </a:lnTo>
                <a:lnTo>
                  <a:pt x="64347" y="845344"/>
                </a:lnTo>
                <a:lnTo>
                  <a:pt x="64391" y="834777"/>
                </a:lnTo>
                <a:lnTo>
                  <a:pt x="64402" y="824211"/>
                </a:lnTo>
                <a:lnTo>
                  <a:pt x="64379" y="813644"/>
                </a:lnTo>
                <a:lnTo>
                  <a:pt x="64322" y="803077"/>
                </a:lnTo>
                <a:lnTo>
                  <a:pt x="64235" y="792510"/>
                </a:lnTo>
                <a:lnTo>
                  <a:pt x="64119" y="781943"/>
                </a:lnTo>
                <a:lnTo>
                  <a:pt x="63981" y="771377"/>
                </a:lnTo>
                <a:lnTo>
                  <a:pt x="63825" y="760810"/>
                </a:lnTo>
                <a:lnTo>
                  <a:pt x="63658" y="750243"/>
                </a:lnTo>
                <a:lnTo>
                  <a:pt x="63488" y="739676"/>
                </a:lnTo>
                <a:lnTo>
                  <a:pt x="63322" y="729109"/>
                </a:lnTo>
                <a:lnTo>
                  <a:pt x="63167" y="718543"/>
                </a:lnTo>
                <a:lnTo>
                  <a:pt x="63030" y="707976"/>
                </a:lnTo>
                <a:lnTo>
                  <a:pt x="62918" y="697409"/>
                </a:lnTo>
                <a:lnTo>
                  <a:pt x="62835" y="686842"/>
                </a:lnTo>
                <a:lnTo>
                  <a:pt x="62784" y="676275"/>
                </a:lnTo>
                <a:lnTo>
                  <a:pt x="62766" y="665708"/>
                </a:lnTo>
                <a:lnTo>
                  <a:pt x="62781" y="655142"/>
                </a:lnTo>
                <a:lnTo>
                  <a:pt x="62825" y="644575"/>
                </a:lnTo>
                <a:lnTo>
                  <a:pt x="62893" y="634008"/>
                </a:lnTo>
                <a:lnTo>
                  <a:pt x="62979" y="623441"/>
                </a:lnTo>
                <a:lnTo>
                  <a:pt x="63074" y="612874"/>
                </a:lnTo>
                <a:lnTo>
                  <a:pt x="63171" y="602308"/>
                </a:lnTo>
                <a:lnTo>
                  <a:pt x="63258" y="591741"/>
                </a:lnTo>
                <a:lnTo>
                  <a:pt x="63328" y="581174"/>
                </a:lnTo>
                <a:lnTo>
                  <a:pt x="63373" y="570607"/>
                </a:lnTo>
                <a:lnTo>
                  <a:pt x="63385" y="560040"/>
                </a:lnTo>
                <a:lnTo>
                  <a:pt x="63360" y="549474"/>
                </a:lnTo>
                <a:lnTo>
                  <a:pt x="63297" y="538907"/>
                </a:lnTo>
                <a:lnTo>
                  <a:pt x="63196" y="528340"/>
                </a:lnTo>
                <a:lnTo>
                  <a:pt x="63060" y="517773"/>
                </a:lnTo>
                <a:lnTo>
                  <a:pt x="62896" y="507206"/>
                </a:lnTo>
                <a:lnTo>
                  <a:pt x="62712" y="496640"/>
                </a:lnTo>
                <a:lnTo>
                  <a:pt x="62517" y="486073"/>
                </a:lnTo>
                <a:lnTo>
                  <a:pt x="62324" y="475506"/>
                </a:lnTo>
                <a:lnTo>
                  <a:pt x="62142" y="464939"/>
                </a:lnTo>
                <a:lnTo>
                  <a:pt x="61983" y="454372"/>
                </a:lnTo>
                <a:lnTo>
                  <a:pt x="61855" y="443806"/>
                </a:lnTo>
                <a:lnTo>
                  <a:pt x="61764" y="433239"/>
                </a:lnTo>
                <a:lnTo>
                  <a:pt x="61715" y="422672"/>
                </a:lnTo>
                <a:lnTo>
                  <a:pt x="61709" y="412105"/>
                </a:lnTo>
                <a:lnTo>
                  <a:pt x="61744" y="401538"/>
                </a:lnTo>
                <a:lnTo>
                  <a:pt x="61816" y="390972"/>
                </a:lnTo>
                <a:lnTo>
                  <a:pt x="61922" y="380405"/>
                </a:lnTo>
                <a:lnTo>
                  <a:pt x="62053" y="369838"/>
                </a:lnTo>
                <a:lnTo>
                  <a:pt x="62206" y="359271"/>
                </a:lnTo>
                <a:lnTo>
                  <a:pt x="62374" y="348704"/>
                </a:lnTo>
                <a:lnTo>
                  <a:pt x="62553" y="338138"/>
                </a:lnTo>
                <a:lnTo>
                  <a:pt x="62739" y="327571"/>
                </a:lnTo>
                <a:lnTo>
                  <a:pt x="62929" y="317004"/>
                </a:lnTo>
                <a:lnTo>
                  <a:pt x="63119" y="306437"/>
                </a:lnTo>
                <a:lnTo>
                  <a:pt x="63308" y="295870"/>
                </a:lnTo>
                <a:lnTo>
                  <a:pt x="63491" y="285304"/>
                </a:lnTo>
                <a:lnTo>
                  <a:pt x="63664" y="274737"/>
                </a:lnTo>
                <a:lnTo>
                  <a:pt x="63820" y="264170"/>
                </a:lnTo>
                <a:lnTo>
                  <a:pt x="63952" y="253603"/>
                </a:lnTo>
                <a:lnTo>
                  <a:pt x="64046" y="243036"/>
                </a:lnTo>
                <a:lnTo>
                  <a:pt x="64088" y="232470"/>
                </a:lnTo>
                <a:lnTo>
                  <a:pt x="64055" y="221903"/>
                </a:lnTo>
                <a:lnTo>
                  <a:pt x="63919" y="211336"/>
                </a:lnTo>
                <a:lnTo>
                  <a:pt x="63641" y="200769"/>
                </a:lnTo>
                <a:lnTo>
                  <a:pt x="63174" y="190202"/>
                </a:lnTo>
                <a:lnTo>
                  <a:pt x="62458" y="179636"/>
                </a:lnTo>
                <a:lnTo>
                  <a:pt x="61423" y="169069"/>
                </a:lnTo>
                <a:lnTo>
                  <a:pt x="59991" y="158502"/>
                </a:lnTo>
                <a:lnTo>
                  <a:pt x="58080" y="147935"/>
                </a:lnTo>
                <a:lnTo>
                  <a:pt x="55612" y="137368"/>
                </a:lnTo>
                <a:lnTo>
                  <a:pt x="52522" y="126802"/>
                </a:lnTo>
                <a:lnTo>
                  <a:pt x="48772" y="116235"/>
                </a:lnTo>
                <a:lnTo>
                  <a:pt x="44361" y="105668"/>
                </a:lnTo>
                <a:lnTo>
                  <a:pt x="39340" y="95101"/>
                </a:lnTo>
                <a:lnTo>
                  <a:pt x="33815" y="84534"/>
                </a:lnTo>
                <a:lnTo>
                  <a:pt x="27959" y="73968"/>
                </a:lnTo>
                <a:lnTo>
                  <a:pt x="22000" y="63401"/>
                </a:lnTo>
                <a:lnTo>
                  <a:pt x="16214" y="52834"/>
                </a:lnTo>
                <a:lnTo>
                  <a:pt x="10905" y="42267"/>
                </a:lnTo>
                <a:lnTo>
                  <a:pt x="6379" y="31700"/>
                </a:lnTo>
                <a:lnTo>
                  <a:pt x="2917" y="21134"/>
                </a:lnTo>
                <a:lnTo>
                  <a:pt x="742" y="10567"/>
                </a:lnTo>
                <a:lnTo>
                  <a:pt x="0" y="0"/>
                </a:lnTo>
                <a:lnTo>
                  <a:pt x="130000" y="0"/>
                </a:lnTo>
                <a:lnTo>
                  <a:pt x="130000" y="0"/>
                </a:lnTo>
                <a:lnTo>
                  <a:pt x="129258" y="10567"/>
                </a:lnTo>
                <a:lnTo>
                  <a:pt x="127083" y="21134"/>
                </a:lnTo>
                <a:lnTo>
                  <a:pt x="123621" y="31700"/>
                </a:lnTo>
                <a:lnTo>
                  <a:pt x="119095" y="42267"/>
                </a:lnTo>
                <a:lnTo>
                  <a:pt x="113786" y="52834"/>
                </a:lnTo>
                <a:lnTo>
                  <a:pt x="108000" y="63401"/>
                </a:lnTo>
                <a:lnTo>
                  <a:pt x="102041" y="73968"/>
                </a:lnTo>
                <a:lnTo>
                  <a:pt x="96185" y="84534"/>
                </a:lnTo>
                <a:lnTo>
                  <a:pt x="90660" y="95101"/>
                </a:lnTo>
                <a:lnTo>
                  <a:pt x="85639" y="105668"/>
                </a:lnTo>
                <a:lnTo>
                  <a:pt x="81228" y="116235"/>
                </a:lnTo>
                <a:lnTo>
                  <a:pt x="77478" y="126802"/>
                </a:lnTo>
                <a:lnTo>
                  <a:pt x="74388" y="137368"/>
                </a:lnTo>
                <a:lnTo>
                  <a:pt x="71920" y="147935"/>
                </a:lnTo>
                <a:lnTo>
                  <a:pt x="70009" y="158502"/>
                </a:lnTo>
                <a:lnTo>
                  <a:pt x="68577" y="169069"/>
                </a:lnTo>
                <a:lnTo>
                  <a:pt x="67542" y="179636"/>
                </a:lnTo>
                <a:lnTo>
                  <a:pt x="66826" y="190202"/>
                </a:lnTo>
                <a:lnTo>
                  <a:pt x="66359" y="200769"/>
                </a:lnTo>
                <a:lnTo>
                  <a:pt x="66081" y="211336"/>
                </a:lnTo>
                <a:lnTo>
                  <a:pt x="65945" y="221903"/>
                </a:lnTo>
                <a:lnTo>
                  <a:pt x="65912" y="232470"/>
                </a:lnTo>
                <a:lnTo>
                  <a:pt x="65954" y="243036"/>
                </a:lnTo>
                <a:lnTo>
                  <a:pt x="66048" y="253603"/>
                </a:lnTo>
                <a:lnTo>
                  <a:pt x="66180" y="264170"/>
                </a:lnTo>
                <a:lnTo>
                  <a:pt x="66336" y="274737"/>
                </a:lnTo>
                <a:lnTo>
                  <a:pt x="66509" y="285304"/>
                </a:lnTo>
                <a:lnTo>
                  <a:pt x="66692" y="295870"/>
                </a:lnTo>
                <a:lnTo>
                  <a:pt x="66881" y="306437"/>
                </a:lnTo>
                <a:lnTo>
                  <a:pt x="67071" y="317004"/>
                </a:lnTo>
                <a:lnTo>
                  <a:pt x="67261" y="327571"/>
                </a:lnTo>
                <a:lnTo>
                  <a:pt x="67447" y="338138"/>
                </a:lnTo>
                <a:lnTo>
                  <a:pt x="67626" y="348704"/>
                </a:lnTo>
                <a:lnTo>
                  <a:pt x="67794" y="359271"/>
                </a:lnTo>
                <a:lnTo>
                  <a:pt x="67947" y="369838"/>
                </a:lnTo>
                <a:lnTo>
                  <a:pt x="68078" y="380405"/>
                </a:lnTo>
                <a:lnTo>
                  <a:pt x="68184" y="390972"/>
                </a:lnTo>
                <a:lnTo>
                  <a:pt x="68256" y="401538"/>
                </a:lnTo>
                <a:lnTo>
                  <a:pt x="68291" y="412105"/>
                </a:lnTo>
                <a:lnTo>
                  <a:pt x="68285" y="422672"/>
                </a:lnTo>
                <a:lnTo>
                  <a:pt x="68236" y="433239"/>
                </a:lnTo>
                <a:lnTo>
                  <a:pt x="68145" y="443806"/>
                </a:lnTo>
                <a:lnTo>
                  <a:pt x="68017" y="454372"/>
                </a:lnTo>
                <a:lnTo>
                  <a:pt x="67858" y="464939"/>
                </a:lnTo>
                <a:lnTo>
                  <a:pt x="67676" y="475506"/>
                </a:lnTo>
                <a:lnTo>
                  <a:pt x="67483" y="486073"/>
                </a:lnTo>
                <a:lnTo>
                  <a:pt x="67288" y="496640"/>
                </a:lnTo>
                <a:lnTo>
                  <a:pt x="67104" y="507206"/>
                </a:lnTo>
                <a:lnTo>
                  <a:pt x="66940" y="517773"/>
                </a:lnTo>
                <a:lnTo>
                  <a:pt x="66804" y="528340"/>
                </a:lnTo>
                <a:lnTo>
                  <a:pt x="66703" y="538907"/>
                </a:lnTo>
                <a:lnTo>
                  <a:pt x="66640" y="549474"/>
                </a:lnTo>
                <a:lnTo>
                  <a:pt x="66615" y="560040"/>
                </a:lnTo>
                <a:lnTo>
                  <a:pt x="66627" y="570607"/>
                </a:lnTo>
                <a:lnTo>
                  <a:pt x="66672" y="581174"/>
                </a:lnTo>
                <a:lnTo>
                  <a:pt x="66742" y="591741"/>
                </a:lnTo>
                <a:lnTo>
                  <a:pt x="66829" y="602308"/>
                </a:lnTo>
                <a:lnTo>
                  <a:pt x="66926" y="612874"/>
                </a:lnTo>
                <a:lnTo>
                  <a:pt x="67021" y="623441"/>
                </a:lnTo>
                <a:lnTo>
                  <a:pt x="67107" y="634008"/>
                </a:lnTo>
                <a:lnTo>
                  <a:pt x="67175" y="644575"/>
                </a:lnTo>
                <a:lnTo>
                  <a:pt x="67219" y="655142"/>
                </a:lnTo>
                <a:lnTo>
                  <a:pt x="67234" y="665708"/>
                </a:lnTo>
                <a:lnTo>
                  <a:pt x="67216" y="676275"/>
                </a:lnTo>
                <a:lnTo>
                  <a:pt x="67165" y="686842"/>
                </a:lnTo>
                <a:lnTo>
                  <a:pt x="67082" y="697409"/>
                </a:lnTo>
                <a:lnTo>
                  <a:pt x="66970" y="707976"/>
                </a:lnTo>
                <a:lnTo>
                  <a:pt x="66833" y="718543"/>
                </a:lnTo>
                <a:lnTo>
                  <a:pt x="66678" y="729109"/>
                </a:lnTo>
                <a:lnTo>
                  <a:pt x="66512" y="739676"/>
                </a:lnTo>
                <a:lnTo>
                  <a:pt x="66342" y="750243"/>
                </a:lnTo>
                <a:lnTo>
                  <a:pt x="66175" y="760810"/>
                </a:lnTo>
                <a:lnTo>
                  <a:pt x="66019" y="771377"/>
                </a:lnTo>
                <a:lnTo>
                  <a:pt x="65881" y="781943"/>
                </a:lnTo>
                <a:lnTo>
                  <a:pt x="65765" y="792510"/>
                </a:lnTo>
                <a:lnTo>
                  <a:pt x="65678" y="803077"/>
                </a:lnTo>
                <a:lnTo>
                  <a:pt x="65621" y="813644"/>
                </a:lnTo>
                <a:lnTo>
                  <a:pt x="65598" y="824211"/>
                </a:lnTo>
                <a:lnTo>
                  <a:pt x="65609" y="834777"/>
                </a:lnTo>
                <a:lnTo>
                  <a:pt x="65653" y="845344"/>
                </a:lnTo>
                <a:lnTo>
                  <a:pt x="65729" y="855911"/>
                </a:lnTo>
                <a:lnTo>
                  <a:pt x="65832" y="866478"/>
                </a:lnTo>
                <a:lnTo>
                  <a:pt x="65957" y="877045"/>
                </a:lnTo>
                <a:lnTo>
                  <a:pt x="66099" y="887611"/>
                </a:lnTo>
                <a:lnTo>
                  <a:pt x="66248" y="898178"/>
                </a:lnTo>
                <a:lnTo>
                  <a:pt x="66396" y="908745"/>
                </a:lnTo>
                <a:lnTo>
                  <a:pt x="66534" y="919312"/>
                </a:lnTo>
                <a:lnTo>
                  <a:pt x="66654" y="929879"/>
                </a:lnTo>
                <a:lnTo>
                  <a:pt x="66748" y="940445"/>
                </a:lnTo>
                <a:lnTo>
                  <a:pt x="66809" y="951012"/>
                </a:lnTo>
                <a:lnTo>
                  <a:pt x="66835" y="961579"/>
                </a:lnTo>
                <a:lnTo>
                  <a:pt x="66824" y="972146"/>
                </a:lnTo>
                <a:lnTo>
                  <a:pt x="66778" y="982713"/>
                </a:lnTo>
                <a:lnTo>
                  <a:pt x="66702" y="993279"/>
                </a:lnTo>
                <a:lnTo>
                  <a:pt x="66602" y="1003846"/>
                </a:lnTo>
                <a:lnTo>
                  <a:pt x="66489" y="1014413"/>
                </a:lnTo>
                <a:lnTo>
                  <a:pt x="66371" y="1024980"/>
                </a:lnTo>
                <a:lnTo>
                  <a:pt x="66261" y="1035547"/>
                </a:lnTo>
                <a:lnTo>
                  <a:pt x="66170" y="1046113"/>
                </a:lnTo>
                <a:lnTo>
                  <a:pt x="66110" y="1056680"/>
                </a:lnTo>
                <a:lnTo>
                  <a:pt x="66093" y="1067247"/>
                </a:lnTo>
                <a:lnTo>
                  <a:pt x="66131" y="1077814"/>
                </a:lnTo>
                <a:lnTo>
                  <a:pt x="66234" y="1088381"/>
                </a:lnTo>
                <a:lnTo>
                  <a:pt x="66416" y="1098947"/>
                </a:lnTo>
                <a:lnTo>
                  <a:pt x="66687" y="1109514"/>
                </a:lnTo>
                <a:lnTo>
                  <a:pt x="67058" y="1120081"/>
                </a:lnTo>
                <a:lnTo>
                  <a:pt x="67540" y="1130648"/>
                </a:lnTo>
                <a:lnTo>
                  <a:pt x="68140" y="1141215"/>
                </a:lnTo>
                <a:lnTo>
                  <a:pt x="68858" y="1151781"/>
                </a:lnTo>
                <a:lnTo>
                  <a:pt x="69693" y="1162348"/>
                </a:lnTo>
                <a:lnTo>
                  <a:pt x="70632" y="1172915"/>
                </a:lnTo>
                <a:lnTo>
                  <a:pt x="71653" y="1183482"/>
                </a:lnTo>
                <a:lnTo>
                  <a:pt x="72726" y="1194049"/>
                </a:lnTo>
                <a:lnTo>
                  <a:pt x="73809" y="1204615"/>
                </a:lnTo>
                <a:lnTo>
                  <a:pt x="74853" y="1215182"/>
                </a:lnTo>
                <a:lnTo>
                  <a:pt x="75807" y="1225749"/>
                </a:lnTo>
                <a:lnTo>
                  <a:pt x="76617" y="1236316"/>
                </a:lnTo>
                <a:lnTo>
                  <a:pt x="77235" y="1246883"/>
                </a:lnTo>
                <a:lnTo>
                  <a:pt x="77623" y="1257449"/>
                </a:lnTo>
                <a:lnTo>
                  <a:pt x="77755" y="1268016"/>
                </a:lnTo>
                <a:lnTo>
                  <a:pt x="77755" y="1268016"/>
                </a:lnTo>
                <a:close/>
              </a:path>
            </a:pathLst>
          </a:custGeom>
          <a:solidFill>
            <a:srgbClr val="00878B">
              <a:alpha val="12000"/>
            </a:srgbClr>
          </a:solidFill>
          <a:ln w="6985">
            <a:solidFill>
              <a:srgbClr val="00878B">
                <a:alpha val="12000"/>
              </a:srgbClr>
            </a:solidFill>
            <a:prstDash val="solid"/>
          </a:ln>
        </p:spPr>
      </p:sp>
      <p:sp>
        <p:nvSpPr>
          <p:cNvPr id="2254" name="01_find_only_2253">
            <a:extLst>
              <a:ext uri="{FF2B5EF4-FFF2-40B4-BE49-F238E27FC236}">
                <a16:creationId xmlns:a16="http://schemas.microsoft.com/office/drawing/2014/main" id="{4279EAFD-61AF-464A-8AC7-5B1A3EF84F6C}"/>
              </a:ext>
            </a:extLst>
          </p:cNvPr>
          <p:cNvSpPr>
            <a:spLocks noGrp="1"/>
          </p:cNvSpPr>
          <p:nvPr/>
        </p:nvSpPr>
        <p:spPr>
          <a:xfrm>
            <a:off x="2000800" y="4919983"/>
            <a:ext cx="130000" cy="1268016"/>
          </a:xfrm>
          <a:custGeom>
            <a:avLst/>
            <a:gdLst/>
            <a:ahLst/>
            <a:cxnLst/>
            <a:rect l="0" t="0" r="0" b="0"/>
            <a:pathLst>
              <a:path w="130000" h="1268016">
                <a:moveTo>
                  <a:pt x="77755" y="1268016"/>
                </a:moveTo>
                <a:lnTo>
                  <a:pt x="52245" y="1268016"/>
                </a:lnTo>
                <a:lnTo>
                  <a:pt x="52377" y="1257449"/>
                </a:lnTo>
                <a:lnTo>
                  <a:pt x="52765" y="1246883"/>
                </a:lnTo>
                <a:lnTo>
                  <a:pt x="53383" y="1236316"/>
                </a:lnTo>
                <a:lnTo>
                  <a:pt x="54193" y="1225749"/>
                </a:lnTo>
                <a:lnTo>
                  <a:pt x="55147" y="1215182"/>
                </a:lnTo>
                <a:lnTo>
                  <a:pt x="56191" y="1204615"/>
                </a:lnTo>
                <a:lnTo>
                  <a:pt x="57274" y="1194049"/>
                </a:lnTo>
                <a:lnTo>
                  <a:pt x="58347" y="1183482"/>
                </a:lnTo>
                <a:lnTo>
                  <a:pt x="59368" y="1172915"/>
                </a:lnTo>
                <a:lnTo>
                  <a:pt x="60307" y="1162348"/>
                </a:lnTo>
                <a:lnTo>
                  <a:pt x="61142" y="1151781"/>
                </a:lnTo>
                <a:lnTo>
                  <a:pt x="61860" y="1141215"/>
                </a:lnTo>
                <a:lnTo>
                  <a:pt x="62460" y="1130648"/>
                </a:lnTo>
                <a:lnTo>
                  <a:pt x="62942" y="1120081"/>
                </a:lnTo>
                <a:lnTo>
                  <a:pt x="63313" y="1109514"/>
                </a:lnTo>
                <a:lnTo>
                  <a:pt x="63584" y="1098947"/>
                </a:lnTo>
                <a:lnTo>
                  <a:pt x="63766" y="1088381"/>
                </a:lnTo>
                <a:lnTo>
                  <a:pt x="63869" y="1077814"/>
                </a:lnTo>
                <a:lnTo>
                  <a:pt x="63907" y="1067247"/>
                </a:lnTo>
                <a:lnTo>
                  <a:pt x="63890" y="1056680"/>
                </a:lnTo>
                <a:lnTo>
                  <a:pt x="63830" y="1046113"/>
                </a:lnTo>
                <a:lnTo>
                  <a:pt x="63739" y="1035547"/>
                </a:lnTo>
                <a:lnTo>
                  <a:pt x="63629" y="1024980"/>
                </a:lnTo>
                <a:lnTo>
                  <a:pt x="63511" y="1014413"/>
                </a:lnTo>
                <a:lnTo>
                  <a:pt x="63398" y="1003846"/>
                </a:lnTo>
                <a:lnTo>
                  <a:pt x="63298" y="993279"/>
                </a:lnTo>
                <a:lnTo>
                  <a:pt x="63222" y="982713"/>
                </a:lnTo>
                <a:lnTo>
                  <a:pt x="63176" y="972146"/>
                </a:lnTo>
                <a:lnTo>
                  <a:pt x="63165" y="961579"/>
                </a:lnTo>
                <a:lnTo>
                  <a:pt x="63191" y="951012"/>
                </a:lnTo>
                <a:lnTo>
                  <a:pt x="63252" y="940445"/>
                </a:lnTo>
                <a:lnTo>
                  <a:pt x="63346" y="929879"/>
                </a:lnTo>
                <a:lnTo>
                  <a:pt x="63466" y="919312"/>
                </a:lnTo>
                <a:lnTo>
                  <a:pt x="63604" y="908745"/>
                </a:lnTo>
                <a:lnTo>
                  <a:pt x="63752" y="898178"/>
                </a:lnTo>
                <a:lnTo>
                  <a:pt x="63901" y="887611"/>
                </a:lnTo>
                <a:lnTo>
                  <a:pt x="64043" y="877045"/>
                </a:lnTo>
                <a:lnTo>
                  <a:pt x="64168" y="866478"/>
                </a:lnTo>
                <a:lnTo>
                  <a:pt x="64271" y="855911"/>
                </a:lnTo>
                <a:lnTo>
                  <a:pt x="64347" y="845344"/>
                </a:lnTo>
                <a:lnTo>
                  <a:pt x="64391" y="834777"/>
                </a:lnTo>
                <a:lnTo>
                  <a:pt x="64402" y="824211"/>
                </a:lnTo>
                <a:lnTo>
                  <a:pt x="64379" y="813644"/>
                </a:lnTo>
                <a:lnTo>
                  <a:pt x="64322" y="803077"/>
                </a:lnTo>
                <a:lnTo>
                  <a:pt x="64235" y="792510"/>
                </a:lnTo>
                <a:lnTo>
                  <a:pt x="64119" y="781943"/>
                </a:lnTo>
                <a:lnTo>
                  <a:pt x="63981" y="771377"/>
                </a:lnTo>
                <a:lnTo>
                  <a:pt x="63825" y="760810"/>
                </a:lnTo>
                <a:lnTo>
                  <a:pt x="63658" y="750243"/>
                </a:lnTo>
                <a:lnTo>
                  <a:pt x="63488" y="739676"/>
                </a:lnTo>
                <a:lnTo>
                  <a:pt x="63322" y="729109"/>
                </a:lnTo>
                <a:lnTo>
                  <a:pt x="63167" y="718543"/>
                </a:lnTo>
                <a:lnTo>
                  <a:pt x="63030" y="707976"/>
                </a:lnTo>
                <a:lnTo>
                  <a:pt x="62918" y="697409"/>
                </a:lnTo>
                <a:lnTo>
                  <a:pt x="62835" y="686842"/>
                </a:lnTo>
                <a:lnTo>
                  <a:pt x="62784" y="676275"/>
                </a:lnTo>
                <a:lnTo>
                  <a:pt x="62766" y="665708"/>
                </a:lnTo>
                <a:lnTo>
                  <a:pt x="62781" y="655142"/>
                </a:lnTo>
                <a:lnTo>
                  <a:pt x="62825" y="644575"/>
                </a:lnTo>
                <a:lnTo>
                  <a:pt x="62893" y="634008"/>
                </a:lnTo>
                <a:lnTo>
                  <a:pt x="62979" y="623441"/>
                </a:lnTo>
                <a:lnTo>
                  <a:pt x="63074" y="612874"/>
                </a:lnTo>
                <a:lnTo>
                  <a:pt x="63171" y="602308"/>
                </a:lnTo>
                <a:lnTo>
                  <a:pt x="63258" y="591741"/>
                </a:lnTo>
                <a:lnTo>
                  <a:pt x="63328" y="581174"/>
                </a:lnTo>
                <a:lnTo>
                  <a:pt x="63373" y="570607"/>
                </a:lnTo>
                <a:lnTo>
                  <a:pt x="63385" y="560040"/>
                </a:lnTo>
                <a:lnTo>
                  <a:pt x="63360" y="549474"/>
                </a:lnTo>
                <a:lnTo>
                  <a:pt x="63297" y="538907"/>
                </a:lnTo>
                <a:lnTo>
                  <a:pt x="63196" y="528340"/>
                </a:lnTo>
                <a:lnTo>
                  <a:pt x="63060" y="517773"/>
                </a:lnTo>
                <a:lnTo>
                  <a:pt x="62896" y="507206"/>
                </a:lnTo>
                <a:lnTo>
                  <a:pt x="62712" y="496640"/>
                </a:lnTo>
                <a:lnTo>
                  <a:pt x="62517" y="486073"/>
                </a:lnTo>
                <a:lnTo>
                  <a:pt x="62324" y="475506"/>
                </a:lnTo>
                <a:lnTo>
                  <a:pt x="62142" y="464939"/>
                </a:lnTo>
                <a:lnTo>
                  <a:pt x="61983" y="454372"/>
                </a:lnTo>
                <a:lnTo>
                  <a:pt x="61855" y="443806"/>
                </a:lnTo>
                <a:lnTo>
                  <a:pt x="61764" y="433239"/>
                </a:lnTo>
                <a:lnTo>
                  <a:pt x="61715" y="422672"/>
                </a:lnTo>
                <a:lnTo>
                  <a:pt x="61709" y="412105"/>
                </a:lnTo>
                <a:lnTo>
                  <a:pt x="61744" y="401538"/>
                </a:lnTo>
                <a:lnTo>
                  <a:pt x="61816" y="390972"/>
                </a:lnTo>
                <a:lnTo>
                  <a:pt x="61922" y="380405"/>
                </a:lnTo>
                <a:lnTo>
                  <a:pt x="62053" y="369838"/>
                </a:lnTo>
                <a:lnTo>
                  <a:pt x="62206" y="359271"/>
                </a:lnTo>
                <a:lnTo>
                  <a:pt x="62374" y="348704"/>
                </a:lnTo>
                <a:lnTo>
                  <a:pt x="62553" y="338138"/>
                </a:lnTo>
                <a:lnTo>
                  <a:pt x="62739" y="327571"/>
                </a:lnTo>
                <a:lnTo>
                  <a:pt x="62929" y="317004"/>
                </a:lnTo>
                <a:lnTo>
                  <a:pt x="63119" y="306437"/>
                </a:lnTo>
                <a:lnTo>
                  <a:pt x="63308" y="295870"/>
                </a:lnTo>
                <a:lnTo>
                  <a:pt x="63491" y="285304"/>
                </a:lnTo>
                <a:lnTo>
                  <a:pt x="63664" y="274737"/>
                </a:lnTo>
                <a:lnTo>
                  <a:pt x="63820" y="264170"/>
                </a:lnTo>
                <a:lnTo>
                  <a:pt x="63952" y="253603"/>
                </a:lnTo>
                <a:lnTo>
                  <a:pt x="64046" y="243036"/>
                </a:lnTo>
                <a:lnTo>
                  <a:pt x="64088" y="232470"/>
                </a:lnTo>
                <a:lnTo>
                  <a:pt x="64055" y="221903"/>
                </a:lnTo>
                <a:lnTo>
                  <a:pt x="63919" y="211336"/>
                </a:lnTo>
                <a:lnTo>
                  <a:pt x="63641" y="200769"/>
                </a:lnTo>
                <a:lnTo>
                  <a:pt x="63174" y="190202"/>
                </a:lnTo>
                <a:lnTo>
                  <a:pt x="62458" y="179636"/>
                </a:lnTo>
                <a:lnTo>
                  <a:pt x="61423" y="169069"/>
                </a:lnTo>
                <a:lnTo>
                  <a:pt x="59991" y="158502"/>
                </a:lnTo>
                <a:lnTo>
                  <a:pt x="58080" y="147935"/>
                </a:lnTo>
                <a:lnTo>
                  <a:pt x="55612" y="137368"/>
                </a:lnTo>
                <a:lnTo>
                  <a:pt x="52522" y="126802"/>
                </a:lnTo>
                <a:lnTo>
                  <a:pt x="48772" y="116235"/>
                </a:lnTo>
                <a:lnTo>
                  <a:pt x="44361" y="105668"/>
                </a:lnTo>
                <a:lnTo>
                  <a:pt x="39340" y="95101"/>
                </a:lnTo>
                <a:lnTo>
                  <a:pt x="33815" y="84534"/>
                </a:lnTo>
                <a:lnTo>
                  <a:pt x="27959" y="73968"/>
                </a:lnTo>
                <a:lnTo>
                  <a:pt x="22000" y="63401"/>
                </a:lnTo>
                <a:lnTo>
                  <a:pt x="16214" y="52834"/>
                </a:lnTo>
                <a:lnTo>
                  <a:pt x="10905" y="42267"/>
                </a:lnTo>
                <a:lnTo>
                  <a:pt x="6379" y="31700"/>
                </a:lnTo>
                <a:lnTo>
                  <a:pt x="2917" y="21134"/>
                </a:lnTo>
                <a:lnTo>
                  <a:pt x="742" y="10567"/>
                </a:lnTo>
                <a:lnTo>
                  <a:pt x="0" y="0"/>
                </a:lnTo>
                <a:lnTo>
                  <a:pt x="130000" y="0"/>
                </a:lnTo>
                <a:lnTo>
                  <a:pt x="130000" y="0"/>
                </a:lnTo>
                <a:lnTo>
                  <a:pt x="129258" y="10567"/>
                </a:lnTo>
                <a:lnTo>
                  <a:pt x="127083" y="21134"/>
                </a:lnTo>
                <a:lnTo>
                  <a:pt x="123621" y="31700"/>
                </a:lnTo>
                <a:lnTo>
                  <a:pt x="119095" y="42267"/>
                </a:lnTo>
                <a:lnTo>
                  <a:pt x="113786" y="52834"/>
                </a:lnTo>
                <a:lnTo>
                  <a:pt x="108000" y="63401"/>
                </a:lnTo>
                <a:lnTo>
                  <a:pt x="102041" y="73968"/>
                </a:lnTo>
                <a:lnTo>
                  <a:pt x="96185" y="84534"/>
                </a:lnTo>
                <a:lnTo>
                  <a:pt x="90660" y="95101"/>
                </a:lnTo>
                <a:lnTo>
                  <a:pt x="85639" y="105668"/>
                </a:lnTo>
                <a:lnTo>
                  <a:pt x="81228" y="116235"/>
                </a:lnTo>
                <a:lnTo>
                  <a:pt x="77478" y="126802"/>
                </a:lnTo>
                <a:lnTo>
                  <a:pt x="74388" y="137368"/>
                </a:lnTo>
                <a:lnTo>
                  <a:pt x="71920" y="147935"/>
                </a:lnTo>
                <a:lnTo>
                  <a:pt x="70009" y="158502"/>
                </a:lnTo>
                <a:lnTo>
                  <a:pt x="68577" y="169069"/>
                </a:lnTo>
                <a:lnTo>
                  <a:pt x="67542" y="179636"/>
                </a:lnTo>
                <a:lnTo>
                  <a:pt x="66826" y="190202"/>
                </a:lnTo>
                <a:lnTo>
                  <a:pt x="66359" y="200769"/>
                </a:lnTo>
                <a:lnTo>
                  <a:pt x="66081" y="211336"/>
                </a:lnTo>
                <a:lnTo>
                  <a:pt x="65945" y="221903"/>
                </a:lnTo>
                <a:lnTo>
                  <a:pt x="65912" y="232470"/>
                </a:lnTo>
                <a:lnTo>
                  <a:pt x="65954" y="243036"/>
                </a:lnTo>
                <a:lnTo>
                  <a:pt x="66048" y="253603"/>
                </a:lnTo>
                <a:lnTo>
                  <a:pt x="66180" y="264170"/>
                </a:lnTo>
                <a:lnTo>
                  <a:pt x="66336" y="274737"/>
                </a:lnTo>
                <a:lnTo>
                  <a:pt x="66509" y="285304"/>
                </a:lnTo>
                <a:lnTo>
                  <a:pt x="66692" y="295870"/>
                </a:lnTo>
                <a:lnTo>
                  <a:pt x="66881" y="306437"/>
                </a:lnTo>
                <a:lnTo>
                  <a:pt x="67071" y="317004"/>
                </a:lnTo>
                <a:lnTo>
                  <a:pt x="67261" y="327571"/>
                </a:lnTo>
                <a:lnTo>
                  <a:pt x="67447" y="338138"/>
                </a:lnTo>
                <a:lnTo>
                  <a:pt x="67626" y="348704"/>
                </a:lnTo>
                <a:lnTo>
                  <a:pt x="67794" y="359271"/>
                </a:lnTo>
                <a:lnTo>
                  <a:pt x="67947" y="369838"/>
                </a:lnTo>
                <a:lnTo>
                  <a:pt x="68078" y="380405"/>
                </a:lnTo>
                <a:lnTo>
                  <a:pt x="68184" y="390972"/>
                </a:lnTo>
                <a:lnTo>
                  <a:pt x="68256" y="401538"/>
                </a:lnTo>
                <a:lnTo>
                  <a:pt x="68291" y="412105"/>
                </a:lnTo>
                <a:lnTo>
                  <a:pt x="68285" y="422672"/>
                </a:lnTo>
                <a:lnTo>
                  <a:pt x="68236" y="433239"/>
                </a:lnTo>
                <a:lnTo>
                  <a:pt x="68145" y="443806"/>
                </a:lnTo>
                <a:lnTo>
                  <a:pt x="68017" y="454372"/>
                </a:lnTo>
                <a:lnTo>
                  <a:pt x="67858" y="464939"/>
                </a:lnTo>
                <a:lnTo>
                  <a:pt x="67676" y="475506"/>
                </a:lnTo>
                <a:lnTo>
                  <a:pt x="67483" y="486073"/>
                </a:lnTo>
                <a:lnTo>
                  <a:pt x="67288" y="496640"/>
                </a:lnTo>
                <a:lnTo>
                  <a:pt x="67104" y="507206"/>
                </a:lnTo>
                <a:lnTo>
                  <a:pt x="66940" y="517773"/>
                </a:lnTo>
                <a:lnTo>
                  <a:pt x="66804" y="528340"/>
                </a:lnTo>
                <a:lnTo>
                  <a:pt x="66703" y="538907"/>
                </a:lnTo>
                <a:lnTo>
                  <a:pt x="66640" y="549474"/>
                </a:lnTo>
                <a:lnTo>
                  <a:pt x="66615" y="560040"/>
                </a:lnTo>
                <a:lnTo>
                  <a:pt x="66627" y="570607"/>
                </a:lnTo>
                <a:lnTo>
                  <a:pt x="66672" y="581174"/>
                </a:lnTo>
                <a:lnTo>
                  <a:pt x="66742" y="591741"/>
                </a:lnTo>
                <a:lnTo>
                  <a:pt x="66829" y="602308"/>
                </a:lnTo>
                <a:lnTo>
                  <a:pt x="66926" y="612874"/>
                </a:lnTo>
                <a:lnTo>
                  <a:pt x="67021" y="623441"/>
                </a:lnTo>
                <a:lnTo>
                  <a:pt x="67107" y="634008"/>
                </a:lnTo>
                <a:lnTo>
                  <a:pt x="67175" y="644575"/>
                </a:lnTo>
                <a:lnTo>
                  <a:pt x="67219" y="655142"/>
                </a:lnTo>
                <a:lnTo>
                  <a:pt x="67234" y="665708"/>
                </a:lnTo>
                <a:lnTo>
                  <a:pt x="67216" y="676275"/>
                </a:lnTo>
                <a:lnTo>
                  <a:pt x="67165" y="686842"/>
                </a:lnTo>
                <a:lnTo>
                  <a:pt x="67082" y="697409"/>
                </a:lnTo>
                <a:lnTo>
                  <a:pt x="66970" y="707976"/>
                </a:lnTo>
                <a:lnTo>
                  <a:pt x="66833" y="718543"/>
                </a:lnTo>
                <a:lnTo>
                  <a:pt x="66678" y="729109"/>
                </a:lnTo>
                <a:lnTo>
                  <a:pt x="66512" y="739676"/>
                </a:lnTo>
                <a:lnTo>
                  <a:pt x="66342" y="750243"/>
                </a:lnTo>
                <a:lnTo>
                  <a:pt x="66175" y="760810"/>
                </a:lnTo>
                <a:lnTo>
                  <a:pt x="66019" y="771377"/>
                </a:lnTo>
                <a:lnTo>
                  <a:pt x="65881" y="781943"/>
                </a:lnTo>
                <a:lnTo>
                  <a:pt x="65765" y="792510"/>
                </a:lnTo>
                <a:lnTo>
                  <a:pt x="65678" y="803077"/>
                </a:lnTo>
                <a:lnTo>
                  <a:pt x="65621" y="813644"/>
                </a:lnTo>
                <a:lnTo>
                  <a:pt x="65598" y="824211"/>
                </a:lnTo>
                <a:lnTo>
                  <a:pt x="65609" y="834777"/>
                </a:lnTo>
                <a:lnTo>
                  <a:pt x="65653" y="845344"/>
                </a:lnTo>
                <a:lnTo>
                  <a:pt x="65729" y="855911"/>
                </a:lnTo>
                <a:lnTo>
                  <a:pt x="65832" y="866478"/>
                </a:lnTo>
                <a:lnTo>
                  <a:pt x="65957" y="877045"/>
                </a:lnTo>
                <a:lnTo>
                  <a:pt x="66099" y="887611"/>
                </a:lnTo>
                <a:lnTo>
                  <a:pt x="66248" y="898178"/>
                </a:lnTo>
                <a:lnTo>
                  <a:pt x="66396" y="908745"/>
                </a:lnTo>
                <a:lnTo>
                  <a:pt x="66534" y="919312"/>
                </a:lnTo>
                <a:lnTo>
                  <a:pt x="66654" y="929879"/>
                </a:lnTo>
                <a:lnTo>
                  <a:pt x="66748" y="940445"/>
                </a:lnTo>
                <a:lnTo>
                  <a:pt x="66809" y="951012"/>
                </a:lnTo>
                <a:lnTo>
                  <a:pt x="66835" y="961579"/>
                </a:lnTo>
                <a:lnTo>
                  <a:pt x="66824" y="972146"/>
                </a:lnTo>
                <a:lnTo>
                  <a:pt x="66778" y="982713"/>
                </a:lnTo>
                <a:lnTo>
                  <a:pt x="66702" y="993279"/>
                </a:lnTo>
                <a:lnTo>
                  <a:pt x="66602" y="1003846"/>
                </a:lnTo>
                <a:lnTo>
                  <a:pt x="66489" y="1014413"/>
                </a:lnTo>
                <a:lnTo>
                  <a:pt x="66371" y="1024980"/>
                </a:lnTo>
                <a:lnTo>
                  <a:pt x="66261" y="1035547"/>
                </a:lnTo>
                <a:lnTo>
                  <a:pt x="66170" y="1046113"/>
                </a:lnTo>
                <a:lnTo>
                  <a:pt x="66110" y="1056680"/>
                </a:lnTo>
                <a:lnTo>
                  <a:pt x="66093" y="1067247"/>
                </a:lnTo>
                <a:lnTo>
                  <a:pt x="66131" y="1077814"/>
                </a:lnTo>
                <a:lnTo>
                  <a:pt x="66234" y="1088381"/>
                </a:lnTo>
                <a:lnTo>
                  <a:pt x="66416" y="1098947"/>
                </a:lnTo>
                <a:lnTo>
                  <a:pt x="66687" y="1109514"/>
                </a:lnTo>
                <a:lnTo>
                  <a:pt x="67058" y="1120081"/>
                </a:lnTo>
                <a:lnTo>
                  <a:pt x="67540" y="1130648"/>
                </a:lnTo>
                <a:lnTo>
                  <a:pt x="68140" y="1141215"/>
                </a:lnTo>
                <a:lnTo>
                  <a:pt x="68858" y="1151781"/>
                </a:lnTo>
                <a:lnTo>
                  <a:pt x="69693" y="1162348"/>
                </a:lnTo>
                <a:lnTo>
                  <a:pt x="70632" y="1172915"/>
                </a:lnTo>
                <a:lnTo>
                  <a:pt x="71653" y="1183482"/>
                </a:lnTo>
                <a:lnTo>
                  <a:pt x="72726" y="1194049"/>
                </a:lnTo>
                <a:lnTo>
                  <a:pt x="73809" y="1204615"/>
                </a:lnTo>
                <a:lnTo>
                  <a:pt x="74853" y="1215182"/>
                </a:lnTo>
                <a:lnTo>
                  <a:pt x="75807" y="1225749"/>
                </a:lnTo>
                <a:lnTo>
                  <a:pt x="76617" y="1236316"/>
                </a:lnTo>
                <a:lnTo>
                  <a:pt x="77235" y="1246883"/>
                </a:lnTo>
                <a:lnTo>
                  <a:pt x="77623" y="1257449"/>
                </a:lnTo>
                <a:lnTo>
                  <a:pt x="77755" y="1268016"/>
                </a:lnTo>
                <a:lnTo>
                  <a:pt x="77755" y="1268016"/>
                </a:lnTo>
                <a:close/>
              </a:path>
            </a:pathLst>
          </a:custGeom>
          <a:solidFill>
            <a:srgbClr val="00878B">
              <a:alpha val="12000"/>
            </a:srgbClr>
          </a:solidFill>
          <a:ln w="6985">
            <a:solidFill>
              <a:srgbClr val="00878B">
                <a:alpha val="12000"/>
              </a:srgbClr>
            </a:solidFill>
            <a:prstDash val="solid"/>
          </a:ln>
        </p:spPr>
      </p:sp>
      <p:sp>
        <p:nvSpPr>
          <p:cNvPr id="2255" name="01_find_only_2254">
            <a:extLst>
              <a:ext uri="{FF2B5EF4-FFF2-40B4-BE49-F238E27FC236}">
                <a16:creationId xmlns:a16="http://schemas.microsoft.com/office/drawing/2014/main" id="{8BE4C9C9-FDE6-4665-9847-5B40AFB8E362}"/>
              </a:ext>
            </a:extLst>
          </p:cNvPr>
          <p:cNvSpPr>
            <a:spLocks noGrp="1"/>
          </p:cNvSpPr>
          <p:nvPr/>
        </p:nvSpPr>
        <p:spPr>
          <a:xfrm>
            <a:off x="5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56" name="text_2255">
            <a:extLst>
              <a:ext uri="{FF2B5EF4-FFF2-40B4-BE49-F238E27FC236}">
                <a16:creationId xmlns:a16="http://schemas.microsoft.com/office/drawing/2014/main" id="{192006A4-8FA6-4829-A63E-43B3DCD445D4}"/>
              </a:ext>
            </a:extLst>
          </p:cNvPr>
          <p:cNvSpPr>
            <a:spLocks noGrp="1"/>
          </p:cNvSpPr>
          <p:nvPr/>
        </p:nvSpPr>
        <p:spPr>
          <a:xfrm>
            <a:off x="540027" y="63207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257" name="01_find_only_2256">
            <a:extLst>
              <a:ext uri="{FF2B5EF4-FFF2-40B4-BE49-F238E27FC236}">
                <a16:creationId xmlns:a16="http://schemas.microsoft.com/office/drawing/2014/main" id="{58AEF848-6858-47F3-B770-7A627895AF42}"/>
              </a:ext>
            </a:extLst>
          </p:cNvPr>
          <p:cNvSpPr>
            <a:spLocks noGrp="1"/>
          </p:cNvSpPr>
          <p:nvPr/>
        </p:nvSpPr>
        <p:spPr>
          <a:xfrm>
            <a:off x="81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58" name="text_2257">
            <a:extLst>
              <a:ext uri="{FF2B5EF4-FFF2-40B4-BE49-F238E27FC236}">
                <a16:creationId xmlns:a16="http://schemas.microsoft.com/office/drawing/2014/main" id="{EC2F75FE-61BE-4EAA-9CF5-1AE163970970}"/>
              </a:ext>
            </a:extLst>
          </p:cNvPr>
          <p:cNvSpPr>
            <a:spLocks noGrp="1"/>
          </p:cNvSpPr>
          <p:nvPr/>
        </p:nvSpPr>
        <p:spPr>
          <a:xfrm>
            <a:off x="764253" y="63207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259" name="01_find_only_2258">
            <a:extLst>
              <a:ext uri="{FF2B5EF4-FFF2-40B4-BE49-F238E27FC236}">
                <a16:creationId xmlns:a16="http://schemas.microsoft.com/office/drawing/2014/main" id="{7D11E0CB-C6E6-47A2-AEC5-324202B7C3C4}"/>
              </a:ext>
            </a:extLst>
          </p:cNvPr>
          <p:cNvSpPr>
            <a:spLocks noGrp="1"/>
          </p:cNvSpPr>
          <p:nvPr/>
        </p:nvSpPr>
        <p:spPr>
          <a:xfrm>
            <a:off x="10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60" name="text_2259">
            <a:extLst>
              <a:ext uri="{FF2B5EF4-FFF2-40B4-BE49-F238E27FC236}">
                <a16:creationId xmlns:a16="http://schemas.microsoft.com/office/drawing/2014/main" id="{4247EFCD-B34D-4F01-B655-4070FD626D1D}"/>
              </a:ext>
            </a:extLst>
          </p:cNvPr>
          <p:cNvSpPr>
            <a:spLocks noGrp="1"/>
          </p:cNvSpPr>
          <p:nvPr/>
        </p:nvSpPr>
        <p:spPr>
          <a:xfrm>
            <a:off x="9884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261" name="01_find_only_2260">
            <a:extLst>
              <a:ext uri="{FF2B5EF4-FFF2-40B4-BE49-F238E27FC236}">
                <a16:creationId xmlns:a16="http://schemas.microsoft.com/office/drawing/2014/main" id="{4FE49BCA-91A1-48C1-80DC-D45FC0FB494B}"/>
              </a:ext>
            </a:extLst>
          </p:cNvPr>
          <p:cNvSpPr>
            <a:spLocks noGrp="1"/>
          </p:cNvSpPr>
          <p:nvPr/>
        </p:nvSpPr>
        <p:spPr>
          <a:xfrm>
            <a:off x="15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62" name="text_2261">
            <a:extLst>
              <a:ext uri="{FF2B5EF4-FFF2-40B4-BE49-F238E27FC236}">
                <a16:creationId xmlns:a16="http://schemas.microsoft.com/office/drawing/2014/main" id="{40ED3084-7D2E-4586-9044-E5D237A44323}"/>
              </a:ext>
            </a:extLst>
          </p:cNvPr>
          <p:cNvSpPr>
            <a:spLocks noGrp="1"/>
          </p:cNvSpPr>
          <p:nvPr/>
        </p:nvSpPr>
        <p:spPr>
          <a:xfrm>
            <a:off x="14884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2263" name="01_find_only_2262">
            <a:extLst>
              <a:ext uri="{FF2B5EF4-FFF2-40B4-BE49-F238E27FC236}">
                <a16:creationId xmlns:a16="http://schemas.microsoft.com/office/drawing/2014/main" id="{E59A1C2B-186B-4FB9-A2C9-21C40D02D2E9}"/>
              </a:ext>
            </a:extLst>
          </p:cNvPr>
          <p:cNvSpPr>
            <a:spLocks noGrp="1"/>
          </p:cNvSpPr>
          <p:nvPr/>
        </p:nvSpPr>
        <p:spPr>
          <a:xfrm>
            <a:off x="20658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264" name="text_2263">
            <a:extLst>
              <a:ext uri="{FF2B5EF4-FFF2-40B4-BE49-F238E27FC236}">
                <a16:creationId xmlns:a16="http://schemas.microsoft.com/office/drawing/2014/main" id="{66C5BC07-99F3-4959-9153-43B73C3118A9}"/>
              </a:ext>
            </a:extLst>
          </p:cNvPr>
          <p:cNvSpPr>
            <a:spLocks noGrp="1"/>
          </p:cNvSpPr>
          <p:nvPr/>
        </p:nvSpPr>
        <p:spPr>
          <a:xfrm>
            <a:off x="19884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2265" name="text_2264">
            <a:extLst>
              <a:ext uri="{FF2B5EF4-FFF2-40B4-BE49-F238E27FC236}">
                <a16:creationId xmlns:a16="http://schemas.microsoft.com/office/drawing/2014/main" id="{EFCB5AC3-F440-4748-BCFF-61738CB04084}"/>
              </a:ext>
            </a:extLst>
          </p:cNvPr>
          <p:cNvSpPr>
            <a:spLocks noGrp="1"/>
          </p:cNvSpPr>
          <p:nvPr/>
        </p:nvSpPr>
        <p:spPr>
          <a:xfrm>
            <a:off x="752010" y="6457278"/>
            <a:ext cx="1230281"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Relative candidate count (%)</a:t>
            </a:r>
          </a:p>
        </p:txBody>
      </p:sp>
      <p:sp>
        <p:nvSpPr>
          <p:cNvPr id="2266" name="01_find_only_2265">
            <a:extLst>
              <a:ext uri="{FF2B5EF4-FFF2-40B4-BE49-F238E27FC236}">
                <a16:creationId xmlns:a16="http://schemas.microsoft.com/office/drawing/2014/main" id="{ED440102-003C-4254-93A9-B678FA43FAD2}"/>
              </a:ext>
            </a:extLst>
          </p:cNvPr>
          <p:cNvSpPr>
            <a:spLocks noGrp="1"/>
          </p:cNvSpPr>
          <p:nvPr/>
        </p:nvSpPr>
        <p:spPr>
          <a:xfrm>
            <a:off x="550800" y="618799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267" name="01_find_only_2266">
            <a:extLst>
              <a:ext uri="{FF2B5EF4-FFF2-40B4-BE49-F238E27FC236}">
                <a16:creationId xmlns:a16="http://schemas.microsoft.com/office/drawing/2014/main" id="{850F6FF1-679D-43F4-BB19-3B9554695B2F}"/>
              </a:ext>
            </a:extLst>
          </p:cNvPr>
          <p:cNvSpPr>
            <a:spLocks noGrp="1"/>
          </p:cNvSpPr>
          <p:nvPr/>
        </p:nvSpPr>
        <p:spPr>
          <a:xfrm>
            <a:off x="512700" y="618799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268" name="text_2267">
            <a:extLst>
              <a:ext uri="{FF2B5EF4-FFF2-40B4-BE49-F238E27FC236}">
                <a16:creationId xmlns:a16="http://schemas.microsoft.com/office/drawing/2014/main" id="{966F90F6-9B35-4276-ACA4-E3F462582776}"/>
              </a:ext>
            </a:extLst>
          </p:cNvPr>
          <p:cNvSpPr>
            <a:spLocks noGrp="1"/>
          </p:cNvSpPr>
          <p:nvPr/>
        </p:nvSpPr>
        <p:spPr>
          <a:xfrm>
            <a:off x="423053" y="6147938"/>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269" name="01_find_only_2268">
            <a:extLst>
              <a:ext uri="{FF2B5EF4-FFF2-40B4-BE49-F238E27FC236}">
                <a16:creationId xmlns:a16="http://schemas.microsoft.com/office/drawing/2014/main" id="{AE73C22F-0D24-4156-878C-907751D1DD1D}"/>
              </a:ext>
            </a:extLst>
          </p:cNvPr>
          <p:cNvSpPr>
            <a:spLocks noGrp="1"/>
          </p:cNvSpPr>
          <p:nvPr/>
        </p:nvSpPr>
        <p:spPr>
          <a:xfrm>
            <a:off x="550800" y="555399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270" name="01_find_only_2269">
            <a:extLst>
              <a:ext uri="{FF2B5EF4-FFF2-40B4-BE49-F238E27FC236}">
                <a16:creationId xmlns:a16="http://schemas.microsoft.com/office/drawing/2014/main" id="{575DEC79-C614-436D-9310-DEFCD67F6C53}"/>
              </a:ext>
            </a:extLst>
          </p:cNvPr>
          <p:cNvSpPr>
            <a:spLocks noGrp="1"/>
          </p:cNvSpPr>
          <p:nvPr/>
        </p:nvSpPr>
        <p:spPr>
          <a:xfrm>
            <a:off x="512700" y="555399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271" name="text_2270">
            <a:extLst>
              <a:ext uri="{FF2B5EF4-FFF2-40B4-BE49-F238E27FC236}">
                <a16:creationId xmlns:a16="http://schemas.microsoft.com/office/drawing/2014/main" id="{AD0D92A7-F51B-4D0B-B453-2ABC73F092C8}"/>
              </a:ext>
            </a:extLst>
          </p:cNvPr>
          <p:cNvSpPr>
            <a:spLocks noGrp="1"/>
          </p:cNvSpPr>
          <p:nvPr/>
        </p:nvSpPr>
        <p:spPr>
          <a:xfrm>
            <a:off x="371506" y="551393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272" name="01_find_only_2271">
            <a:extLst>
              <a:ext uri="{FF2B5EF4-FFF2-40B4-BE49-F238E27FC236}">
                <a16:creationId xmlns:a16="http://schemas.microsoft.com/office/drawing/2014/main" id="{64C7072E-C5A7-4CDD-8D61-8C86C5A1F225}"/>
              </a:ext>
            </a:extLst>
          </p:cNvPr>
          <p:cNvSpPr>
            <a:spLocks noGrp="1"/>
          </p:cNvSpPr>
          <p:nvPr/>
        </p:nvSpPr>
        <p:spPr>
          <a:xfrm>
            <a:off x="550800" y="4919983"/>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273" name="01_find_only_2272">
            <a:extLst>
              <a:ext uri="{FF2B5EF4-FFF2-40B4-BE49-F238E27FC236}">
                <a16:creationId xmlns:a16="http://schemas.microsoft.com/office/drawing/2014/main" id="{FC687A11-D4A7-4B3D-96B3-80B0DF1F5C9C}"/>
              </a:ext>
            </a:extLst>
          </p:cNvPr>
          <p:cNvSpPr>
            <a:spLocks noGrp="1"/>
          </p:cNvSpPr>
          <p:nvPr/>
        </p:nvSpPr>
        <p:spPr>
          <a:xfrm>
            <a:off x="512700" y="491998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274" name="text_2273">
            <a:extLst>
              <a:ext uri="{FF2B5EF4-FFF2-40B4-BE49-F238E27FC236}">
                <a16:creationId xmlns:a16="http://schemas.microsoft.com/office/drawing/2014/main" id="{635B791B-CC38-41F1-A35D-FA26B9C3AD65}"/>
              </a:ext>
            </a:extLst>
          </p:cNvPr>
          <p:cNvSpPr>
            <a:spLocks noGrp="1"/>
          </p:cNvSpPr>
          <p:nvPr/>
        </p:nvSpPr>
        <p:spPr>
          <a:xfrm>
            <a:off x="319960" y="4879922"/>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275" name="text_2274">
            <a:extLst>
              <a:ext uri="{FF2B5EF4-FFF2-40B4-BE49-F238E27FC236}">
                <a16:creationId xmlns:a16="http://schemas.microsoft.com/office/drawing/2014/main" id="{9963C3AA-06DB-4E4E-B678-49B5E5AA1DF4}"/>
              </a:ext>
            </a:extLst>
          </p:cNvPr>
          <p:cNvSpPr>
            <a:spLocks noGrp="1"/>
          </p:cNvSpPr>
          <p:nvPr/>
        </p:nvSpPr>
        <p:spPr>
          <a:xfrm rot="-5400000">
            <a:off x="-294134" y="5490491"/>
            <a:ext cx="1062939"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Detected instances (%)</a:t>
            </a:r>
          </a:p>
        </p:txBody>
      </p:sp>
      <p:sp>
        <p:nvSpPr>
          <p:cNvPr id="2276" name="01_find_only_2275">
            <a:extLst>
              <a:ext uri="{FF2B5EF4-FFF2-40B4-BE49-F238E27FC236}">
                <a16:creationId xmlns:a16="http://schemas.microsoft.com/office/drawing/2014/main" id="{36B0ED0E-2AF5-4E0F-B465-89EB6D32D017}"/>
              </a:ext>
            </a:extLst>
          </p:cNvPr>
          <p:cNvSpPr>
            <a:spLocks noGrp="1"/>
          </p:cNvSpPr>
          <p:nvPr/>
        </p:nvSpPr>
        <p:spPr>
          <a:xfrm>
            <a:off x="836034" y="5539792"/>
            <a:ext cx="28398" cy="28398"/>
          </a:xfrm>
          <a:prstGeom prst="ellipse">
            <a:avLst/>
          </a:prstGeom>
          <a:solidFill>
            <a:srgbClr val="7F8C97">
              <a:alpha val="48000"/>
            </a:srgbClr>
          </a:solidFill>
          <a:ln w="0">
            <a:noFill/>
            <a:prstDash val="solid"/>
          </a:ln>
        </p:spPr>
      </p:sp>
      <p:sp>
        <p:nvSpPr>
          <p:cNvPr id="2277" name="01_find_only_2276">
            <a:extLst>
              <a:ext uri="{FF2B5EF4-FFF2-40B4-BE49-F238E27FC236}">
                <a16:creationId xmlns:a16="http://schemas.microsoft.com/office/drawing/2014/main" id="{D5D90042-2EAA-4E03-ACAC-38FC83D8DA4F}"/>
              </a:ext>
            </a:extLst>
          </p:cNvPr>
          <p:cNvSpPr>
            <a:spLocks noGrp="1"/>
          </p:cNvSpPr>
          <p:nvPr/>
        </p:nvSpPr>
        <p:spPr>
          <a:xfrm>
            <a:off x="828403" y="6173800"/>
            <a:ext cx="28398" cy="28398"/>
          </a:xfrm>
          <a:prstGeom prst="ellipse">
            <a:avLst/>
          </a:prstGeom>
          <a:solidFill>
            <a:srgbClr val="7F8C97">
              <a:alpha val="48000"/>
            </a:srgbClr>
          </a:solidFill>
          <a:ln w="0">
            <a:noFill/>
            <a:prstDash val="solid"/>
          </a:ln>
        </p:spPr>
      </p:sp>
      <p:sp>
        <p:nvSpPr>
          <p:cNvPr id="2278" name="01_find_only_2277">
            <a:extLst>
              <a:ext uri="{FF2B5EF4-FFF2-40B4-BE49-F238E27FC236}">
                <a16:creationId xmlns:a16="http://schemas.microsoft.com/office/drawing/2014/main" id="{833E3378-E167-49FA-9FC5-03BEC14C84AD}"/>
              </a:ext>
            </a:extLst>
          </p:cNvPr>
          <p:cNvSpPr>
            <a:spLocks noGrp="1"/>
          </p:cNvSpPr>
          <p:nvPr/>
        </p:nvSpPr>
        <p:spPr>
          <a:xfrm>
            <a:off x="790537" y="6173800"/>
            <a:ext cx="28398" cy="28398"/>
          </a:xfrm>
          <a:prstGeom prst="ellipse">
            <a:avLst/>
          </a:prstGeom>
          <a:solidFill>
            <a:srgbClr val="7F8C97">
              <a:alpha val="48000"/>
            </a:srgbClr>
          </a:solidFill>
          <a:ln w="0">
            <a:noFill/>
            <a:prstDash val="solid"/>
          </a:ln>
        </p:spPr>
      </p:sp>
      <p:sp>
        <p:nvSpPr>
          <p:cNvPr id="2279" name="01_find_only_2278">
            <a:extLst>
              <a:ext uri="{FF2B5EF4-FFF2-40B4-BE49-F238E27FC236}">
                <a16:creationId xmlns:a16="http://schemas.microsoft.com/office/drawing/2014/main" id="{F7E89559-FBDB-4FC6-A483-241315E6A1BF}"/>
              </a:ext>
            </a:extLst>
          </p:cNvPr>
          <p:cNvSpPr>
            <a:spLocks noGrp="1"/>
          </p:cNvSpPr>
          <p:nvPr/>
        </p:nvSpPr>
        <p:spPr>
          <a:xfrm>
            <a:off x="842806" y="5539792"/>
            <a:ext cx="28398" cy="28398"/>
          </a:xfrm>
          <a:prstGeom prst="ellipse">
            <a:avLst/>
          </a:prstGeom>
          <a:solidFill>
            <a:srgbClr val="7F8C97">
              <a:alpha val="48000"/>
            </a:srgbClr>
          </a:solidFill>
          <a:ln w="0">
            <a:noFill/>
            <a:prstDash val="solid"/>
          </a:ln>
        </p:spPr>
      </p:sp>
      <p:sp>
        <p:nvSpPr>
          <p:cNvPr id="2280" name="01_find_only_2279">
            <a:extLst>
              <a:ext uri="{FF2B5EF4-FFF2-40B4-BE49-F238E27FC236}">
                <a16:creationId xmlns:a16="http://schemas.microsoft.com/office/drawing/2014/main" id="{C5A6773A-C3A0-4DB2-99F2-2EF4D80EE521}"/>
              </a:ext>
            </a:extLst>
          </p:cNvPr>
          <p:cNvSpPr>
            <a:spLocks noGrp="1"/>
          </p:cNvSpPr>
          <p:nvPr/>
        </p:nvSpPr>
        <p:spPr>
          <a:xfrm>
            <a:off x="821440" y="5630365"/>
            <a:ext cx="28398" cy="28398"/>
          </a:xfrm>
          <a:prstGeom prst="ellipse">
            <a:avLst/>
          </a:prstGeom>
          <a:solidFill>
            <a:srgbClr val="7F8C97">
              <a:alpha val="48000"/>
            </a:srgbClr>
          </a:solidFill>
          <a:ln w="0">
            <a:noFill/>
            <a:prstDash val="solid"/>
          </a:ln>
        </p:spPr>
      </p:sp>
      <p:sp>
        <p:nvSpPr>
          <p:cNvPr id="2281" name="01_find_only_2280">
            <a:extLst>
              <a:ext uri="{FF2B5EF4-FFF2-40B4-BE49-F238E27FC236}">
                <a16:creationId xmlns:a16="http://schemas.microsoft.com/office/drawing/2014/main" id="{32369D40-5D04-4D8E-8BBA-9156954B0C25}"/>
              </a:ext>
            </a:extLst>
          </p:cNvPr>
          <p:cNvSpPr>
            <a:spLocks noGrp="1"/>
          </p:cNvSpPr>
          <p:nvPr/>
        </p:nvSpPr>
        <p:spPr>
          <a:xfrm>
            <a:off x="758298" y="5597429"/>
            <a:ext cx="28398" cy="28398"/>
          </a:xfrm>
          <a:prstGeom prst="ellipse">
            <a:avLst/>
          </a:prstGeom>
          <a:solidFill>
            <a:srgbClr val="7F8C97">
              <a:alpha val="48000"/>
            </a:srgbClr>
          </a:solidFill>
          <a:ln w="0">
            <a:noFill/>
            <a:prstDash val="solid"/>
          </a:ln>
        </p:spPr>
      </p:sp>
      <p:sp>
        <p:nvSpPr>
          <p:cNvPr id="2282" name="01_find_only_2281">
            <a:extLst>
              <a:ext uri="{FF2B5EF4-FFF2-40B4-BE49-F238E27FC236}">
                <a16:creationId xmlns:a16="http://schemas.microsoft.com/office/drawing/2014/main" id="{74A40CEF-33CD-42BA-B762-4A19CA679131}"/>
              </a:ext>
            </a:extLst>
          </p:cNvPr>
          <p:cNvSpPr>
            <a:spLocks noGrp="1"/>
          </p:cNvSpPr>
          <p:nvPr/>
        </p:nvSpPr>
        <p:spPr>
          <a:xfrm>
            <a:off x="778614" y="6173800"/>
            <a:ext cx="28398" cy="28398"/>
          </a:xfrm>
          <a:prstGeom prst="ellipse">
            <a:avLst/>
          </a:prstGeom>
          <a:solidFill>
            <a:srgbClr val="7F8C97">
              <a:alpha val="48000"/>
            </a:srgbClr>
          </a:solidFill>
          <a:ln w="0">
            <a:noFill/>
            <a:prstDash val="solid"/>
          </a:ln>
        </p:spPr>
      </p:sp>
      <p:sp>
        <p:nvSpPr>
          <p:cNvPr id="2283" name="01_find_only_2282">
            <a:extLst>
              <a:ext uri="{FF2B5EF4-FFF2-40B4-BE49-F238E27FC236}">
                <a16:creationId xmlns:a16="http://schemas.microsoft.com/office/drawing/2014/main" id="{3C3F57E3-0825-4235-94DF-65E56589F057}"/>
              </a:ext>
            </a:extLst>
          </p:cNvPr>
          <p:cNvSpPr>
            <a:spLocks noGrp="1"/>
          </p:cNvSpPr>
          <p:nvPr/>
        </p:nvSpPr>
        <p:spPr>
          <a:xfrm>
            <a:off x="758107" y="5856796"/>
            <a:ext cx="28398" cy="28398"/>
          </a:xfrm>
          <a:prstGeom prst="ellipse">
            <a:avLst/>
          </a:prstGeom>
          <a:solidFill>
            <a:srgbClr val="7F8C97">
              <a:alpha val="48000"/>
            </a:srgbClr>
          </a:solidFill>
          <a:ln w="0">
            <a:noFill/>
            <a:prstDash val="solid"/>
          </a:ln>
        </p:spPr>
      </p:sp>
      <p:sp>
        <p:nvSpPr>
          <p:cNvPr id="2284" name="01_find_only_2283">
            <a:extLst>
              <a:ext uri="{FF2B5EF4-FFF2-40B4-BE49-F238E27FC236}">
                <a16:creationId xmlns:a16="http://schemas.microsoft.com/office/drawing/2014/main" id="{C0D04EA4-F3E1-40DA-9038-519ACBF82FCD}"/>
              </a:ext>
            </a:extLst>
          </p:cNvPr>
          <p:cNvSpPr>
            <a:spLocks noGrp="1"/>
          </p:cNvSpPr>
          <p:nvPr/>
        </p:nvSpPr>
        <p:spPr>
          <a:xfrm>
            <a:off x="811998" y="5539792"/>
            <a:ext cx="28398" cy="28398"/>
          </a:xfrm>
          <a:prstGeom prst="ellipse">
            <a:avLst/>
          </a:prstGeom>
          <a:solidFill>
            <a:srgbClr val="7F8C97">
              <a:alpha val="48000"/>
            </a:srgbClr>
          </a:solidFill>
          <a:ln w="0">
            <a:noFill/>
            <a:prstDash val="solid"/>
          </a:ln>
        </p:spPr>
      </p:sp>
      <p:sp>
        <p:nvSpPr>
          <p:cNvPr id="2285" name="01_find_only_2284">
            <a:extLst>
              <a:ext uri="{FF2B5EF4-FFF2-40B4-BE49-F238E27FC236}">
                <a16:creationId xmlns:a16="http://schemas.microsoft.com/office/drawing/2014/main" id="{86869FF1-45F8-43A8-8D04-539B79123C5C}"/>
              </a:ext>
            </a:extLst>
          </p:cNvPr>
          <p:cNvSpPr>
            <a:spLocks noGrp="1"/>
          </p:cNvSpPr>
          <p:nvPr/>
        </p:nvSpPr>
        <p:spPr>
          <a:xfrm>
            <a:off x="799598" y="5539792"/>
            <a:ext cx="28398" cy="28398"/>
          </a:xfrm>
          <a:prstGeom prst="ellipse">
            <a:avLst/>
          </a:prstGeom>
          <a:solidFill>
            <a:srgbClr val="7F8C97">
              <a:alpha val="48000"/>
            </a:srgbClr>
          </a:solidFill>
          <a:ln w="0">
            <a:noFill/>
            <a:prstDash val="solid"/>
          </a:ln>
        </p:spPr>
      </p:sp>
      <p:sp>
        <p:nvSpPr>
          <p:cNvPr id="2286" name="01_find_only_2285">
            <a:extLst>
              <a:ext uri="{FF2B5EF4-FFF2-40B4-BE49-F238E27FC236}">
                <a16:creationId xmlns:a16="http://schemas.microsoft.com/office/drawing/2014/main" id="{B5216765-3808-4D87-BF5C-C73ED2985C27}"/>
              </a:ext>
            </a:extLst>
          </p:cNvPr>
          <p:cNvSpPr>
            <a:spLocks noGrp="1"/>
          </p:cNvSpPr>
          <p:nvPr/>
        </p:nvSpPr>
        <p:spPr>
          <a:xfrm>
            <a:off x="789488" y="6173800"/>
            <a:ext cx="28398" cy="28398"/>
          </a:xfrm>
          <a:prstGeom prst="ellipse">
            <a:avLst/>
          </a:prstGeom>
          <a:solidFill>
            <a:srgbClr val="7F8C97">
              <a:alpha val="48000"/>
            </a:srgbClr>
          </a:solidFill>
          <a:ln w="0">
            <a:noFill/>
            <a:prstDash val="solid"/>
          </a:ln>
        </p:spPr>
      </p:sp>
      <p:sp>
        <p:nvSpPr>
          <p:cNvPr id="2287" name="01_find_only_2286">
            <a:extLst>
              <a:ext uri="{FF2B5EF4-FFF2-40B4-BE49-F238E27FC236}">
                <a16:creationId xmlns:a16="http://schemas.microsoft.com/office/drawing/2014/main" id="{DFF21F7C-3382-4B5B-93ED-99BC3A6AF0E2}"/>
              </a:ext>
            </a:extLst>
          </p:cNvPr>
          <p:cNvSpPr>
            <a:spLocks noGrp="1"/>
          </p:cNvSpPr>
          <p:nvPr/>
        </p:nvSpPr>
        <p:spPr>
          <a:xfrm>
            <a:off x="780045" y="6139529"/>
            <a:ext cx="28398" cy="28398"/>
          </a:xfrm>
          <a:prstGeom prst="ellipse">
            <a:avLst/>
          </a:prstGeom>
          <a:solidFill>
            <a:srgbClr val="7F8C97">
              <a:alpha val="48000"/>
            </a:srgbClr>
          </a:solidFill>
          <a:ln w="0">
            <a:noFill/>
            <a:prstDash val="solid"/>
          </a:ln>
        </p:spPr>
      </p:sp>
      <p:sp>
        <p:nvSpPr>
          <p:cNvPr id="2288" name="01_find_only_2287">
            <a:extLst>
              <a:ext uri="{FF2B5EF4-FFF2-40B4-BE49-F238E27FC236}">
                <a16:creationId xmlns:a16="http://schemas.microsoft.com/office/drawing/2014/main" id="{3EF16177-E25F-4FD9-8B8E-43F21AB6307E}"/>
              </a:ext>
            </a:extLst>
          </p:cNvPr>
          <p:cNvSpPr>
            <a:spLocks noGrp="1"/>
          </p:cNvSpPr>
          <p:nvPr/>
        </p:nvSpPr>
        <p:spPr>
          <a:xfrm>
            <a:off x="790918" y="6173800"/>
            <a:ext cx="28398" cy="28398"/>
          </a:xfrm>
          <a:prstGeom prst="ellipse">
            <a:avLst/>
          </a:prstGeom>
          <a:solidFill>
            <a:srgbClr val="7F8C97">
              <a:alpha val="48000"/>
            </a:srgbClr>
          </a:solidFill>
          <a:ln w="0">
            <a:noFill/>
            <a:prstDash val="solid"/>
          </a:ln>
        </p:spPr>
      </p:sp>
      <p:sp>
        <p:nvSpPr>
          <p:cNvPr id="2289" name="01_find_only_2288">
            <a:extLst>
              <a:ext uri="{FF2B5EF4-FFF2-40B4-BE49-F238E27FC236}">
                <a16:creationId xmlns:a16="http://schemas.microsoft.com/office/drawing/2014/main" id="{4E6E8677-1FA4-4860-9534-A6B613B9DD4C}"/>
              </a:ext>
            </a:extLst>
          </p:cNvPr>
          <p:cNvSpPr>
            <a:spLocks noGrp="1"/>
          </p:cNvSpPr>
          <p:nvPr/>
        </p:nvSpPr>
        <p:spPr>
          <a:xfrm>
            <a:off x="847384" y="5539792"/>
            <a:ext cx="28398" cy="28398"/>
          </a:xfrm>
          <a:prstGeom prst="ellipse">
            <a:avLst/>
          </a:prstGeom>
          <a:solidFill>
            <a:srgbClr val="7F8C97">
              <a:alpha val="48000"/>
            </a:srgbClr>
          </a:solidFill>
          <a:ln w="0">
            <a:noFill/>
            <a:prstDash val="solid"/>
          </a:ln>
        </p:spPr>
      </p:sp>
      <p:sp>
        <p:nvSpPr>
          <p:cNvPr id="2290" name="01_find_only_2289">
            <a:extLst>
              <a:ext uri="{FF2B5EF4-FFF2-40B4-BE49-F238E27FC236}">
                <a16:creationId xmlns:a16="http://schemas.microsoft.com/office/drawing/2014/main" id="{433CD87E-495B-445D-93C4-9E4BF61642CB}"/>
              </a:ext>
            </a:extLst>
          </p:cNvPr>
          <p:cNvSpPr>
            <a:spLocks noGrp="1"/>
          </p:cNvSpPr>
          <p:nvPr/>
        </p:nvSpPr>
        <p:spPr>
          <a:xfrm>
            <a:off x="817530" y="5751128"/>
            <a:ext cx="28398" cy="28398"/>
          </a:xfrm>
          <a:prstGeom prst="ellipse">
            <a:avLst/>
          </a:prstGeom>
          <a:solidFill>
            <a:srgbClr val="7F8C97">
              <a:alpha val="48000"/>
            </a:srgbClr>
          </a:solidFill>
          <a:ln w="0">
            <a:noFill/>
            <a:prstDash val="solid"/>
          </a:ln>
        </p:spPr>
      </p:sp>
      <p:sp>
        <p:nvSpPr>
          <p:cNvPr id="2291" name="01_find_only_2290">
            <a:extLst>
              <a:ext uri="{FF2B5EF4-FFF2-40B4-BE49-F238E27FC236}">
                <a16:creationId xmlns:a16="http://schemas.microsoft.com/office/drawing/2014/main" id="{042F3819-C946-4FE1-B940-4A9BD05227BD}"/>
              </a:ext>
            </a:extLst>
          </p:cNvPr>
          <p:cNvSpPr>
            <a:spLocks noGrp="1"/>
          </p:cNvSpPr>
          <p:nvPr/>
        </p:nvSpPr>
        <p:spPr>
          <a:xfrm>
            <a:off x="824016" y="5892019"/>
            <a:ext cx="28398" cy="28398"/>
          </a:xfrm>
          <a:prstGeom prst="ellipse">
            <a:avLst/>
          </a:prstGeom>
          <a:solidFill>
            <a:srgbClr val="7F8C97">
              <a:alpha val="48000"/>
            </a:srgbClr>
          </a:solidFill>
          <a:ln w="0">
            <a:noFill/>
            <a:prstDash val="solid"/>
          </a:ln>
        </p:spPr>
      </p:sp>
      <p:sp>
        <p:nvSpPr>
          <p:cNvPr id="2292" name="01_find_only_2291">
            <a:extLst>
              <a:ext uri="{FF2B5EF4-FFF2-40B4-BE49-F238E27FC236}">
                <a16:creationId xmlns:a16="http://schemas.microsoft.com/office/drawing/2014/main" id="{F77C2227-298D-4A29-B5C9-723A9EB38467}"/>
              </a:ext>
            </a:extLst>
          </p:cNvPr>
          <p:cNvSpPr>
            <a:spLocks noGrp="1"/>
          </p:cNvSpPr>
          <p:nvPr/>
        </p:nvSpPr>
        <p:spPr>
          <a:xfrm>
            <a:off x="782143" y="5680683"/>
            <a:ext cx="28398" cy="28398"/>
          </a:xfrm>
          <a:prstGeom prst="ellipse">
            <a:avLst/>
          </a:prstGeom>
          <a:solidFill>
            <a:srgbClr val="7F8C97">
              <a:alpha val="48000"/>
            </a:srgbClr>
          </a:solidFill>
          <a:ln w="0">
            <a:noFill/>
            <a:prstDash val="solid"/>
          </a:ln>
        </p:spPr>
      </p:sp>
      <p:sp>
        <p:nvSpPr>
          <p:cNvPr id="2293" name="01_find_only_2292">
            <a:extLst>
              <a:ext uri="{FF2B5EF4-FFF2-40B4-BE49-F238E27FC236}">
                <a16:creationId xmlns:a16="http://schemas.microsoft.com/office/drawing/2014/main" id="{B1DDD82F-2E71-41B1-87F2-24997C0F277A}"/>
              </a:ext>
            </a:extLst>
          </p:cNvPr>
          <p:cNvSpPr>
            <a:spLocks noGrp="1"/>
          </p:cNvSpPr>
          <p:nvPr/>
        </p:nvSpPr>
        <p:spPr>
          <a:xfrm>
            <a:off x="842043" y="5751128"/>
            <a:ext cx="28398" cy="28398"/>
          </a:xfrm>
          <a:prstGeom prst="ellipse">
            <a:avLst/>
          </a:prstGeom>
          <a:solidFill>
            <a:srgbClr val="7F8C97">
              <a:alpha val="48000"/>
            </a:srgbClr>
          </a:solidFill>
          <a:ln w="0">
            <a:noFill/>
            <a:prstDash val="solid"/>
          </a:ln>
        </p:spPr>
      </p:sp>
      <p:sp>
        <p:nvSpPr>
          <p:cNvPr id="2294" name="01_find_only_2293">
            <a:extLst>
              <a:ext uri="{FF2B5EF4-FFF2-40B4-BE49-F238E27FC236}">
                <a16:creationId xmlns:a16="http://schemas.microsoft.com/office/drawing/2014/main" id="{E38BF030-DFE8-43A5-8A03-4A787BDFB64A}"/>
              </a:ext>
            </a:extLst>
          </p:cNvPr>
          <p:cNvSpPr>
            <a:spLocks noGrp="1"/>
          </p:cNvSpPr>
          <p:nvPr/>
        </p:nvSpPr>
        <p:spPr>
          <a:xfrm>
            <a:off x="824206" y="5597429"/>
            <a:ext cx="28398" cy="28398"/>
          </a:xfrm>
          <a:prstGeom prst="ellipse">
            <a:avLst/>
          </a:prstGeom>
          <a:solidFill>
            <a:srgbClr val="7F8C97">
              <a:alpha val="48000"/>
            </a:srgbClr>
          </a:solidFill>
          <a:ln w="0">
            <a:noFill/>
            <a:prstDash val="solid"/>
          </a:ln>
        </p:spPr>
      </p:sp>
      <p:sp>
        <p:nvSpPr>
          <p:cNvPr id="2295" name="01_find_only_2294">
            <a:extLst>
              <a:ext uri="{FF2B5EF4-FFF2-40B4-BE49-F238E27FC236}">
                <a16:creationId xmlns:a16="http://schemas.microsoft.com/office/drawing/2014/main" id="{765E2857-A5DA-45FE-B631-860C95C71E08}"/>
              </a:ext>
            </a:extLst>
          </p:cNvPr>
          <p:cNvSpPr>
            <a:spLocks noGrp="1"/>
          </p:cNvSpPr>
          <p:nvPr/>
        </p:nvSpPr>
        <p:spPr>
          <a:xfrm>
            <a:off x="769744" y="6173800"/>
            <a:ext cx="28398" cy="28398"/>
          </a:xfrm>
          <a:prstGeom prst="ellipse">
            <a:avLst/>
          </a:prstGeom>
          <a:solidFill>
            <a:srgbClr val="7F8C97">
              <a:alpha val="48000"/>
            </a:srgbClr>
          </a:solidFill>
          <a:ln w="0">
            <a:noFill/>
            <a:prstDash val="solid"/>
          </a:ln>
        </p:spPr>
      </p:sp>
      <p:sp>
        <p:nvSpPr>
          <p:cNvPr id="2296" name="01_find_only_2295">
            <a:extLst>
              <a:ext uri="{FF2B5EF4-FFF2-40B4-BE49-F238E27FC236}">
                <a16:creationId xmlns:a16="http://schemas.microsoft.com/office/drawing/2014/main" id="{65C2618F-3EB3-4F60-8F47-EAA028EFE084}"/>
              </a:ext>
            </a:extLst>
          </p:cNvPr>
          <p:cNvSpPr>
            <a:spLocks noGrp="1"/>
          </p:cNvSpPr>
          <p:nvPr/>
        </p:nvSpPr>
        <p:spPr>
          <a:xfrm>
            <a:off x="774608" y="5666594"/>
            <a:ext cx="28398" cy="28398"/>
          </a:xfrm>
          <a:prstGeom prst="ellipse">
            <a:avLst/>
          </a:prstGeom>
          <a:solidFill>
            <a:srgbClr val="7F8C97">
              <a:alpha val="48000"/>
            </a:srgbClr>
          </a:solidFill>
          <a:ln w="0">
            <a:noFill/>
            <a:prstDash val="solid"/>
          </a:ln>
        </p:spPr>
      </p:sp>
      <p:sp>
        <p:nvSpPr>
          <p:cNvPr id="2297" name="01_find_only_2296">
            <a:extLst>
              <a:ext uri="{FF2B5EF4-FFF2-40B4-BE49-F238E27FC236}">
                <a16:creationId xmlns:a16="http://schemas.microsoft.com/office/drawing/2014/main" id="{C574B8B9-3446-4720-A471-5FB98CCC78D2}"/>
              </a:ext>
            </a:extLst>
          </p:cNvPr>
          <p:cNvSpPr>
            <a:spLocks noGrp="1"/>
          </p:cNvSpPr>
          <p:nvPr/>
        </p:nvSpPr>
        <p:spPr>
          <a:xfrm>
            <a:off x="782048" y="5539792"/>
            <a:ext cx="28398" cy="28398"/>
          </a:xfrm>
          <a:prstGeom prst="ellipse">
            <a:avLst/>
          </a:prstGeom>
          <a:solidFill>
            <a:srgbClr val="7F8C97">
              <a:alpha val="48000"/>
            </a:srgbClr>
          </a:solidFill>
          <a:ln w="0">
            <a:noFill/>
            <a:prstDash val="solid"/>
          </a:ln>
        </p:spPr>
      </p:sp>
      <p:sp>
        <p:nvSpPr>
          <p:cNvPr id="2298" name="01_find_only_2297">
            <a:extLst>
              <a:ext uri="{FF2B5EF4-FFF2-40B4-BE49-F238E27FC236}">
                <a16:creationId xmlns:a16="http://schemas.microsoft.com/office/drawing/2014/main" id="{3CD8C2AB-F1DE-4F26-851A-DE2EF4B5CE36}"/>
              </a:ext>
            </a:extLst>
          </p:cNvPr>
          <p:cNvSpPr>
            <a:spLocks noGrp="1"/>
          </p:cNvSpPr>
          <p:nvPr/>
        </p:nvSpPr>
        <p:spPr>
          <a:xfrm>
            <a:off x="841280" y="5539792"/>
            <a:ext cx="28398" cy="28398"/>
          </a:xfrm>
          <a:prstGeom prst="ellipse">
            <a:avLst/>
          </a:prstGeom>
          <a:solidFill>
            <a:srgbClr val="7F8C97">
              <a:alpha val="48000"/>
            </a:srgbClr>
          </a:solidFill>
          <a:ln w="0">
            <a:noFill/>
            <a:prstDash val="solid"/>
          </a:ln>
        </p:spPr>
      </p:sp>
      <p:sp>
        <p:nvSpPr>
          <p:cNvPr id="2299" name="01_find_only_2298">
            <a:extLst>
              <a:ext uri="{FF2B5EF4-FFF2-40B4-BE49-F238E27FC236}">
                <a16:creationId xmlns:a16="http://schemas.microsoft.com/office/drawing/2014/main" id="{9AB0A178-902B-47B9-AD4F-991B8BE1007B}"/>
              </a:ext>
            </a:extLst>
          </p:cNvPr>
          <p:cNvSpPr>
            <a:spLocks noGrp="1"/>
          </p:cNvSpPr>
          <p:nvPr/>
        </p:nvSpPr>
        <p:spPr>
          <a:xfrm>
            <a:off x="783574" y="5539792"/>
            <a:ext cx="28398" cy="28398"/>
          </a:xfrm>
          <a:prstGeom prst="ellipse">
            <a:avLst/>
          </a:prstGeom>
          <a:solidFill>
            <a:srgbClr val="7F8C97">
              <a:alpha val="48000"/>
            </a:srgbClr>
          </a:solidFill>
          <a:ln w="0">
            <a:noFill/>
            <a:prstDash val="solid"/>
          </a:ln>
        </p:spPr>
      </p:sp>
      <p:sp>
        <p:nvSpPr>
          <p:cNvPr id="2300" name="01_find_only_2299">
            <a:extLst>
              <a:ext uri="{FF2B5EF4-FFF2-40B4-BE49-F238E27FC236}">
                <a16:creationId xmlns:a16="http://schemas.microsoft.com/office/drawing/2014/main" id="{B0A06036-8311-4291-8E25-47DB33719994}"/>
              </a:ext>
            </a:extLst>
          </p:cNvPr>
          <p:cNvSpPr>
            <a:spLocks noGrp="1"/>
          </p:cNvSpPr>
          <p:nvPr/>
        </p:nvSpPr>
        <p:spPr>
          <a:xfrm>
            <a:off x="835938" y="5751128"/>
            <a:ext cx="28398" cy="28398"/>
          </a:xfrm>
          <a:prstGeom prst="ellipse">
            <a:avLst/>
          </a:prstGeom>
          <a:solidFill>
            <a:srgbClr val="7F8C97">
              <a:alpha val="48000"/>
            </a:srgbClr>
          </a:solidFill>
          <a:ln w="0">
            <a:noFill/>
            <a:prstDash val="solid"/>
          </a:ln>
        </p:spPr>
      </p:sp>
      <p:sp>
        <p:nvSpPr>
          <p:cNvPr id="2301" name="01_find_only_2300">
            <a:extLst>
              <a:ext uri="{FF2B5EF4-FFF2-40B4-BE49-F238E27FC236}">
                <a16:creationId xmlns:a16="http://schemas.microsoft.com/office/drawing/2014/main" id="{451E70C2-3B73-4F0A-A81D-826F0F0CA575}"/>
              </a:ext>
            </a:extLst>
          </p:cNvPr>
          <p:cNvSpPr>
            <a:spLocks noGrp="1"/>
          </p:cNvSpPr>
          <p:nvPr/>
        </p:nvSpPr>
        <p:spPr>
          <a:xfrm>
            <a:off x="836701" y="5539792"/>
            <a:ext cx="28398" cy="28398"/>
          </a:xfrm>
          <a:prstGeom prst="ellipse">
            <a:avLst/>
          </a:prstGeom>
          <a:solidFill>
            <a:srgbClr val="7F8C97">
              <a:alpha val="48000"/>
            </a:srgbClr>
          </a:solidFill>
          <a:ln w="0">
            <a:noFill/>
            <a:prstDash val="solid"/>
          </a:ln>
        </p:spPr>
      </p:sp>
      <p:sp>
        <p:nvSpPr>
          <p:cNvPr id="2302" name="01_find_only_2301">
            <a:extLst>
              <a:ext uri="{FF2B5EF4-FFF2-40B4-BE49-F238E27FC236}">
                <a16:creationId xmlns:a16="http://schemas.microsoft.com/office/drawing/2014/main" id="{4DC21C5B-F966-4F6C-96D2-2924E86510D5}"/>
              </a:ext>
            </a:extLst>
          </p:cNvPr>
          <p:cNvSpPr>
            <a:spLocks noGrp="1"/>
          </p:cNvSpPr>
          <p:nvPr/>
        </p:nvSpPr>
        <p:spPr>
          <a:xfrm>
            <a:off x="839181" y="5539792"/>
            <a:ext cx="28398" cy="28398"/>
          </a:xfrm>
          <a:prstGeom prst="ellipse">
            <a:avLst/>
          </a:prstGeom>
          <a:solidFill>
            <a:srgbClr val="7F8C97">
              <a:alpha val="48000"/>
            </a:srgbClr>
          </a:solidFill>
          <a:ln w="0">
            <a:noFill/>
            <a:prstDash val="solid"/>
          </a:ln>
        </p:spPr>
      </p:sp>
      <p:sp>
        <p:nvSpPr>
          <p:cNvPr id="2303" name="01_find_only_2302">
            <a:extLst>
              <a:ext uri="{FF2B5EF4-FFF2-40B4-BE49-F238E27FC236}">
                <a16:creationId xmlns:a16="http://schemas.microsoft.com/office/drawing/2014/main" id="{60537DB0-082B-4E6E-BFBE-D8D2C53B06B1}"/>
              </a:ext>
            </a:extLst>
          </p:cNvPr>
          <p:cNvSpPr>
            <a:spLocks noGrp="1"/>
          </p:cNvSpPr>
          <p:nvPr/>
        </p:nvSpPr>
        <p:spPr>
          <a:xfrm>
            <a:off x="784337" y="6173800"/>
            <a:ext cx="28398" cy="28398"/>
          </a:xfrm>
          <a:prstGeom prst="ellipse">
            <a:avLst/>
          </a:prstGeom>
          <a:solidFill>
            <a:srgbClr val="7F8C97">
              <a:alpha val="48000"/>
            </a:srgbClr>
          </a:solidFill>
          <a:ln w="0">
            <a:noFill/>
            <a:prstDash val="solid"/>
          </a:ln>
        </p:spPr>
      </p:sp>
      <p:sp>
        <p:nvSpPr>
          <p:cNvPr id="2304" name="01_find_only_2303">
            <a:extLst>
              <a:ext uri="{FF2B5EF4-FFF2-40B4-BE49-F238E27FC236}">
                <a16:creationId xmlns:a16="http://schemas.microsoft.com/office/drawing/2014/main" id="{9732218D-59F1-47D3-91D8-0B25AECB5D8F}"/>
              </a:ext>
            </a:extLst>
          </p:cNvPr>
          <p:cNvSpPr>
            <a:spLocks noGrp="1"/>
          </p:cNvSpPr>
          <p:nvPr/>
        </p:nvSpPr>
        <p:spPr>
          <a:xfrm>
            <a:off x="769934" y="5539792"/>
            <a:ext cx="28398" cy="28398"/>
          </a:xfrm>
          <a:prstGeom prst="ellipse">
            <a:avLst/>
          </a:prstGeom>
          <a:solidFill>
            <a:srgbClr val="7F8C97">
              <a:alpha val="48000"/>
            </a:srgbClr>
          </a:solidFill>
          <a:ln w="0">
            <a:noFill/>
            <a:prstDash val="solid"/>
          </a:ln>
        </p:spPr>
      </p:sp>
      <p:sp>
        <p:nvSpPr>
          <p:cNvPr id="2305" name="01_find_only_2304">
            <a:extLst>
              <a:ext uri="{FF2B5EF4-FFF2-40B4-BE49-F238E27FC236}">
                <a16:creationId xmlns:a16="http://schemas.microsoft.com/office/drawing/2014/main" id="{79803190-8621-49FE-B986-CC4814835CB9}"/>
              </a:ext>
            </a:extLst>
          </p:cNvPr>
          <p:cNvSpPr>
            <a:spLocks noGrp="1"/>
          </p:cNvSpPr>
          <p:nvPr/>
        </p:nvSpPr>
        <p:spPr>
          <a:xfrm>
            <a:off x="825446" y="6173800"/>
            <a:ext cx="28398" cy="28398"/>
          </a:xfrm>
          <a:prstGeom prst="ellipse">
            <a:avLst/>
          </a:prstGeom>
          <a:solidFill>
            <a:srgbClr val="7F8C97">
              <a:alpha val="48000"/>
            </a:srgbClr>
          </a:solidFill>
          <a:ln w="0">
            <a:noFill/>
            <a:prstDash val="solid"/>
          </a:ln>
        </p:spPr>
      </p:sp>
      <p:sp>
        <p:nvSpPr>
          <p:cNvPr id="2306" name="01_find_only_2305">
            <a:extLst>
              <a:ext uri="{FF2B5EF4-FFF2-40B4-BE49-F238E27FC236}">
                <a16:creationId xmlns:a16="http://schemas.microsoft.com/office/drawing/2014/main" id="{FD232149-2F34-4DC7-ADBE-96C8F089B22B}"/>
              </a:ext>
            </a:extLst>
          </p:cNvPr>
          <p:cNvSpPr>
            <a:spLocks noGrp="1"/>
          </p:cNvSpPr>
          <p:nvPr/>
        </p:nvSpPr>
        <p:spPr>
          <a:xfrm>
            <a:off x="765451" y="6173800"/>
            <a:ext cx="28398" cy="28398"/>
          </a:xfrm>
          <a:prstGeom prst="ellipse">
            <a:avLst/>
          </a:prstGeom>
          <a:solidFill>
            <a:srgbClr val="7F8C97">
              <a:alpha val="48000"/>
            </a:srgbClr>
          </a:solidFill>
          <a:ln w="0">
            <a:noFill/>
            <a:prstDash val="solid"/>
          </a:ln>
        </p:spPr>
      </p:sp>
      <p:sp>
        <p:nvSpPr>
          <p:cNvPr id="2307" name="01_find_only_2306">
            <a:extLst>
              <a:ext uri="{FF2B5EF4-FFF2-40B4-BE49-F238E27FC236}">
                <a16:creationId xmlns:a16="http://schemas.microsoft.com/office/drawing/2014/main" id="{6EA32C09-D56B-4C4B-A630-2CCA4C17F22D}"/>
              </a:ext>
            </a:extLst>
          </p:cNvPr>
          <p:cNvSpPr>
            <a:spLocks noGrp="1"/>
          </p:cNvSpPr>
          <p:nvPr/>
        </p:nvSpPr>
        <p:spPr>
          <a:xfrm>
            <a:off x="827831" y="5666594"/>
            <a:ext cx="28398" cy="28398"/>
          </a:xfrm>
          <a:prstGeom prst="ellipse">
            <a:avLst/>
          </a:prstGeom>
          <a:solidFill>
            <a:srgbClr val="7F8C97">
              <a:alpha val="48000"/>
            </a:srgbClr>
          </a:solidFill>
          <a:ln w="0">
            <a:noFill/>
            <a:prstDash val="solid"/>
          </a:ln>
        </p:spPr>
      </p:sp>
      <p:sp>
        <p:nvSpPr>
          <p:cNvPr id="2308" name="01_find_only_2307">
            <a:extLst>
              <a:ext uri="{FF2B5EF4-FFF2-40B4-BE49-F238E27FC236}">
                <a16:creationId xmlns:a16="http://schemas.microsoft.com/office/drawing/2014/main" id="{04C45D10-6DBD-428B-B556-DE9B22B4B799}"/>
              </a:ext>
            </a:extLst>
          </p:cNvPr>
          <p:cNvSpPr>
            <a:spLocks noGrp="1"/>
          </p:cNvSpPr>
          <p:nvPr/>
        </p:nvSpPr>
        <p:spPr>
          <a:xfrm>
            <a:off x="766310" y="5539792"/>
            <a:ext cx="28398" cy="28398"/>
          </a:xfrm>
          <a:prstGeom prst="ellipse">
            <a:avLst/>
          </a:prstGeom>
          <a:solidFill>
            <a:srgbClr val="7F8C97">
              <a:alpha val="48000"/>
            </a:srgbClr>
          </a:solidFill>
          <a:ln w="0">
            <a:noFill/>
            <a:prstDash val="solid"/>
          </a:ln>
        </p:spPr>
      </p:sp>
      <p:sp>
        <p:nvSpPr>
          <p:cNvPr id="2309" name="01_find_only_2308">
            <a:extLst>
              <a:ext uri="{FF2B5EF4-FFF2-40B4-BE49-F238E27FC236}">
                <a16:creationId xmlns:a16="http://schemas.microsoft.com/office/drawing/2014/main" id="{15CB7867-1EB8-417C-B351-7D8C1FD1AE64}"/>
              </a:ext>
            </a:extLst>
          </p:cNvPr>
          <p:cNvSpPr>
            <a:spLocks noGrp="1"/>
          </p:cNvSpPr>
          <p:nvPr/>
        </p:nvSpPr>
        <p:spPr>
          <a:xfrm>
            <a:off x="846144" y="6173800"/>
            <a:ext cx="28398" cy="28398"/>
          </a:xfrm>
          <a:prstGeom prst="ellipse">
            <a:avLst/>
          </a:prstGeom>
          <a:solidFill>
            <a:srgbClr val="7F8C97">
              <a:alpha val="48000"/>
            </a:srgbClr>
          </a:solidFill>
          <a:ln w="0">
            <a:noFill/>
            <a:prstDash val="solid"/>
          </a:ln>
        </p:spPr>
      </p:sp>
      <p:sp>
        <p:nvSpPr>
          <p:cNvPr id="2310" name="01_find_only_2309">
            <a:extLst>
              <a:ext uri="{FF2B5EF4-FFF2-40B4-BE49-F238E27FC236}">
                <a16:creationId xmlns:a16="http://schemas.microsoft.com/office/drawing/2014/main" id="{F4FE5C76-7C7D-4528-852D-2D9D89B381C4}"/>
              </a:ext>
            </a:extLst>
          </p:cNvPr>
          <p:cNvSpPr>
            <a:spLocks noGrp="1"/>
          </p:cNvSpPr>
          <p:nvPr/>
        </p:nvSpPr>
        <p:spPr>
          <a:xfrm>
            <a:off x="831551" y="6173800"/>
            <a:ext cx="28398" cy="28398"/>
          </a:xfrm>
          <a:prstGeom prst="ellipse">
            <a:avLst/>
          </a:prstGeom>
          <a:solidFill>
            <a:srgbClr val="7F8C97">
              <a:alpha val="48000"/>
            </a:srgbClr>
          </a:solidFill>
          <a:ln w="0">
            <a:noFill/>
            <a:prstDash val="solid"/>
          </a:ln>
        </p:spPr>
      </p:sp>
      <p:sp>
        <p:nvSpPr>
          <p:cNvPr id="2311" name="01_find_only_2310">
            <a:extLst>
              <a:ext uri="{FF2B5EF4-FFF2-40B4-BE49-F238E27FC236}">
                <a16:creationId xmlns:a16="http://schemas.microsoft.com/office/drawing/2014/main" id="{DB4E3D49-18DC-4B64-B136-5086773CB6A4}"/>
              </a:ext>
            </a:extLst>
          </p:cNvPr>
          <p:cNvSpPr>
            <a:spLocks noGrp="1"/>
          </p:cNvSpPr>
          <p:nvPr/>
        </p:nvSpPr>
        <p:spPr>
          <a:xfrm>
            <a:off x="797023" y="6173800"/>
            <a:ext cx="28398" cy="28398"/>
          </a:xfrm>
          <a:prstGeom prst="ellipse">
            <a:avLst/>
          </a:prstGeom>
          <a:solidFill>
            <a:srgbClr val="7F8C97">
              <a:alpha val="48000"/>
            </a:srgbClr>
          </a:solidFill>
          <a:ln w="0">
            <a:noFill/>
            <a:prstDash val="solid"/>
          </a:ln>
        </p:spPr>
      </p:sp>
      <p:sp>
        <p:nvSpPr>
          <p:cNvPr id="2312" name="01_find_only_2311">
            <a:extLst>
              <a:ext uri="{FF2B5EF4-FFF2-40B4-BE49-F238E27FC236}">
                <a16:creationId xmlns:a16="http://schemas.microsoft.com/office/drawing/2014/main" id="{C7EA1E97-5FA9-4AA9-92BC-1CDED65087D7}"/>
              </a:ext>
            </a:extLst>
          </p:cNvPr>
          <p:cNvSpPr>
            <a:spLocks noGrp="1"/>
          </p:cNvSpPr>
          <p:nvPr/>
        </p:nvSpPr>
        <p:spPr>
          <a:xfrm>
            <a:off x="780903" y="6173800"/>
            <a:ext cx="28398" cy="28398"/>
          </a:xfrm>
          <a:prstGeom prst="ellipse">
            <a:avLst/>
          </a:prstGeom>
          <a:solidFill>
            <a:srgbClr val="7F8C97">
              <a:alpha val="48000"/>
            </a:srgbClr>
          </a:solidFill>
          <a:ln w="0">
            <a:noFill/>
            <a:prstDash val="solid"/>
          </a:ln>
        </p:spPr>
      </p:sp>
      <p:sp>
        <p:nvSpPr>
          <p:cNvPr id="2313" name="01_find_only_2312">
            <a:extLst>
              <a:ext uri="{FF2B5EF4-FFF2-40B4-BE49-F238E27FC236}">
                <a16:creationId xmlns:a16="http://schemas.microsoft.com/office/drawing/2014/main" id="{C8207DF9-40A6-4C28-AEBF-2FDE6C5FD5F9}"/>
              </a:ext>
            </a:extLst>
          </p:cNvPr>
          <p:cNvSpPr>
            <a:spLocks noGrp="1"/>
          </p:cNvSpPr>
          <p:nvPr/>
        </p:nvSpPr>
        <p:spPr>
          <a:xfrm>
            <a:off x="848815" y="5751128"/>
            <a:ext cx="28398" cy="28398"/>
          </a:xfrm>
          <a:prstGeom prst="ellipse">
            <a:avLst/>
          </a:prstGeom>
          <a:solidFill>
            <a:srgbClr val="7F8C97">
              <a:alpha val="48000"/>
            </a:srgbClr>
          </a:solidFill>
          <a:ln w="0">
            <a:noFill/>
            <a:prstDash val="solid"/>
          </a:ln>
        </p:spPr>
      </p:sp>
      <p:sp>
        <p:nvSpPr>
          <p:cNvPr id="2314" name="01_find_only_2313">
            <a:extLst>
              <a:ext uri="{FF2B5EF4-FFF2-40B4-BE49-F238E27FC236}">
                <a16:creationId xmlns:a16="http://schemas.microsoft.com/office/drawing/2014/main" id="{9DD8BDC2-83B4-467F-A3A7-8407D3A68564}"/>
              </a:ext>
            </a:extLst>
          </p:cNvPr>
          <p:cNvSpPr>
            <a:spLocks noGrp="1"/>
          </p:cNvSpPr>
          <p:nvPr/>
        </p:nvSpPr>
        <p:spPr>
          <a:xfrm>
            <a:off x="814191" y="6173800"/>
            <a:ext cx="28398" cy="28398"/>
          </a:xfrm>
          <a:prstGeom prst="ellipse">
            <a:avLst/>
          </a:prstGeom>
          <a:solidFill>
            <a:srgbClr val="7F8C97">
              <a:alpha val="48000"/>
            </a:srgbClr>
          </a:solidFill>
          <a:ln w="0">
            <a:noFill/>
            <a:prstDash val="solid"/>
          </a:ln>
        </p:spPr>
      </p:sp>
      <p:sp>
        <p:nvSpPr>
          <p:cNvPr id="2315" name="01_find_only_2314">
            <a:extLst>
              <a:ext uri="{FF2B5EF4-FFF2-40B4-BE49-F238E27FC236}">
                <a16:creationId xmlns:a16="http://schemas.microsoft.com/office/drawing/2014/main" id="{0F6A81BF-8BFC-4BEE-912D-DF45B8CD4DE9}"/>
              </a:ext>
            </a:extLst>
          </p:cNvPr>
          <p:cNvSpPr>
            <a:spLocks noGrp="1"/>
          </p:cNvSpPr>
          <p:nvPr/>
        </p:nvSpPr>
        <p:spPr>
          <a:xfrm>
            <a:off x="835938" y="6173800"/>
            <a:ext cx="28398" cy="28398"/>
          </a:xfrm>
          <a:prstGeom prst="ellipse">
            <a:avLst/>
          </a:prstGeom>
          <a:solidFill>
            <a:srgbClr val="7F8C97">
              <a:alpha val="48000"/>
            </a:srgbClr>
          </a:solidFill>
          <a:ln w="0">
            <a:noFill/>
            <a:prstDash val="solid"/>
          </a:ln>
        </p:spPr>
      </p:sp>
      <p:sp>
        <p:nvSpPr>
          <p:cNvPr id="2316" name="01_find_only_2315">
            <a:extLst>
              <a:ext uri="{FF2B5EF4-FFF2-40B4-BE49-F238E27FC236}">
                <a16:creationId xmlns:a16="http://schemas.microsoft.com/office/drawing/2014/main" id="{1AD3B0EA-81EC-46B7-B1D8-FDE72491AF25}"/>
              </a:ext>
            </a:extLst>
          </p:cNvPr>
          <p:cNvSpPr>
            <a:spLocks noGrp="1"/>
          </p:cNvSpPr>
          <p:nvPr/>
        </p:nvSpPr>
        <p:spPr>
          <a:xfrm>
            <a:off x="769076" y="5666594"/>
            <a:ext cx="28398" cy="28398"/>
          </a:xfrm>
          <a:prstGeom prst="ellipse">
            <a:avLst/>
          </a:prstGeom>
          <a:solidFill>
            <a:srgbClr val="7F8C97">
              <a:alpha val="48000"/>
            </a:srgbClr>
          </a:solidFill>
          <a:ln w="0">
            <a:noFill/>
            <a:prstDash val="solid"/>
          </a:ln>
        </p:spPr>
      </p:sp>
      <p:sp>
        <p:nvSpPr>
          <p:cNvPr id="2317" name="01_find_only_2316">
            <a:extLst>
              <a:ext uri="{FF2B5EF4-FFF2-40B4-BE49-F238E27FC236}">
                <a16:creationId xmlns:a16="http://schemas.microsoft.com/office/drawing/2014/main" id="{06493367-08DD-414C-83D5-0355F65CAB90}"/>
              </a:ext>
            </a:extLst>
          </p:cNvPr>
          <p:cNvSpPr>
            <a:spLocks noGrp="1"/>
          </p:cNvSpPr>
          <p:nvPr/>
        </p:nvSpPr>
        <p:spPr>
          <a:xfrm>
            <a:off x="830025" y="6173800"/>
            <a:ext cx="28398" cy="28398"/>
          </a:xfrm>
          <a:prstGeom prst="ellipse">
            <a:avLst/>
          </a:prstGeom>
          <a:solidFill>
            <a:srgbClr val="7F8C97">
              <a:alpha val="48000"/>
            </a:srgbClr>
          </a:solidFill>
          <a:ln w="0">
            <a:noFill/>
            <a:prstDash val="solid"/>
          </a:ln>
        </p:spPr>
      </p:sp>
      <p:sp>
        <p:nvSpPr>
          <p:cNvPr id="2318" name="01_find_only_2317">
            <a:extLst>
              <a:ext uri="{FF2B5EF4-FFF2-40B4-BE49-F238E27FC236}">
                <a16:creationId xmlns:a16="http://schemas.microsoft.com/office/drawing/2014/main" id="{6AE508F1-1C0E-4EFE-BE0C-E01B636E231A}"/>
              </a:ext>
            </a:extLst>
          </p:cNvPr>
          <p:cNvSpPr>
            <a:spLocks noGrp="1"/>
          </p:cNvSpPr>
          <p:nvPr/>
        </p:nvSpPr>
        <p:spPr>
          <a:xfrm>
            <a:off x="816194" y="5539792"/>
            <a:ext cx="28398" cy="28398"/>
          </a:xfrm>
          <a:prstGeom prst="ellipse">
            <a:avLst/>
          </a:prstGeom>
          <a:solidFill>
            <a:srgbClr val="7F8C97">
              <a:alpha val="48000"/>
            </a:srgbClr>
          </a:solidFill>
          <a:ln w="0">
            <a:noFill/>
            <a:prstDash val="solid"/>
          </a:ln>
        </p:spPr>
      </p:sp>
      <p:sp>
        <p:nvSpPr>
          <p:cNvPr id="2319" name="01_find_only_2318">
            <a:extLst>
              <a:ext uri="{FF2B5EF4-FFF2-40B4-BE49-F238E27FC236}">
                <a16:creationId xmlns:a16="http://schemas.microsoft.com/office/drawing/2014/main" id="{C52843C6-5838-4B85-A42C-CB097C036612}"/>
              </a:ext>
            </a:extLst>
          </p:cNvPr>
          <p:cNvSpPr>
            <a:spLocks noGrp="1"/>
          </p:cNvSpPr>
          <p:nvPr/>
        </p:nvSpPr>
        <p:spPr>
          <a:xfrm>
            <a:off x="755627" y="5539792"/>
            <a:ext cx="28398" cy="28398"/>
          </a:xfrm>
          <a:prstGeom prst="ellipse">
            <a:avLst/>
          </a:prstGeom>
          <a:solidFill>
            <a:srgbClr val="7F8C97">
              <a:alpha val="48000"/>
            </a:srgbClr>
          </a:solidFill>
          <a:ln w="0">
            <a:noFill/>
            <a:prstDash val="solid"/>
          </a:ln>
        </p:spPr>
      </p:sp>
      <p:sp>
        <p:nvSpPr>
          <p:cNvPr id="2320" name="01_find_only_2319">
            <a:extLst>
              <a:ext uri="{FF2B5EF4-FFF2-40B4-BE49-F238E27FC236}">
                <a16:creationId xmlns:a16="http://schemas.microsoft.com/office/drawing/2014/main" id="{C07588BB-E760-4570-BFFD-73E5F0D076B5}"/>
              </a:ext>
            </a:extLst>
          </p:cNvPr>
          <p:cNvSpPr>
            <a:spLocks noGrp="1"/>
          </p:cNvSpPr>
          <p:nvPr/>
        </p:nvSpPr>
        <p:spPr>
          <a:xfrm>
            <a:off x="794924" y="6173800"/>
            <a:ext cx="28398" cy="28398"/>
          </a:xfrm>
          <a:prstGeom prst="ellipse">
            <a:avLst/>
          </a:prstGeom>
          <a:solidFill>
            <a:srgbClr val="7F8C97">
              <a:alpha val="48000"/>
            </a:srgbClr>
          </a:solidFill>
          <a:ln w="0">
            <a:noFill/>
            <a:prstDash val="solid"/>
          </a:ln>
        </p:spPr>
      </p:sp>
      <p:sp>
        <p:nvSpPr>
          <p:cNvPr id="2321" name="01_find_only_2320">
            <a:extLst>
              <a:ext uri="{FF2B5EF4-FFF2-40B4-BE49-F238E27FC236}">
                <a16:creationId xmlns:a16="http://schemas.microsoft.com/office/drawing/2014/main" id="{802E39AC-8753-468E-8F66-A7536C38E70C}"/>
              </a:ext>
            </a:extLst>
          </p:cNvPr>
          <p:cNvSpPr>
            <a:spLocks noGrp="1"/>
          </p:cNvSpPr>
          <p:nvPr/>
        </p:nvSpPr>
        <p:spPr>
          <a:xfrm>
            <a:off x="783097" y="6173800"/>
            <a:ext cx="28398" cy="28398"/>
          </a:xfrm>
          <a:prstGeom prst="ellipse">
            <a:avLst/>
          </a:prstGeom>
          <a:solidFill>
            <a:srgbClr val="7F8C97">
              <a:alpha val="48000"/>
            </a:srgbClr>
          </a:solidFill>
          <a:ln w="0">
            <a:noFill/>
            <a:prstDash val="solid"/>
          </a:ln>
        </p:spPr>
      </p:sp>
      <p:sp>
        <p:nvSpPr>
          <p:cNvPr id="2322" name="01_find_only_2321">
            <a:extLst>
              <a:ext uri="{FF2B5EF4-FFF2-40B4-BE49-F238E27FC236}">
                <a16:creationId xmlns:a16="http://schemas.microsoft.com/office/drawing/2014/main" id="{F7318FC5-1BC3-4C58-A32B-A1124C17A331}"/>
              </a:ext>
            </a:extLst>
          </p:cNvPr>
          <p:cNvSpPr>
            <a:spLocks noGrp="1"/>
          </p:cNvSpPr>
          <p:nvPr/>
        </p:nvSpPr>
        <p:spPr>
          <a:xfrm>
            <a:off x="804462" y="5539792"/>
            <a:ext cx="28398" cy="28398"/>
          </a:xfrm>
          <a:prstGeom prst="ellipse">
            <a:avLst/>
          </a:prstGeom>
          <a:solidFill>
            <a:srgbClr val="7F8C97">
              <a:alpha val="48000"/>
            </a:srgbClr>
          </a:solidFill>
          <a:ln w="0">
            <a:noFill/>
            <a:prstDash val="solid"/>
          </a:ln>
        </p:spPr>
      </p:sp>
      <p:sp>
        <p:nvSpPr>
          <p:cNvPr id="2323" name="01_find_only_2322">
            <a:extLst>
              <a:ext uri="{FF2B5EF4-FFF2-40B4-BE49-F238E27FC236}">
                <a16:creationId xmlns:a16="http://schemas.microsoft.com/office/drawing/2014/main" id="{F7F8FE8B-63AD-4429-B20E-1AD5D191A2D4}"/>
              </a:ext>
            </a:extLst>
          </p:cNvPr>
          <p:cNvSpPr>
            <a:spLocks noGrp="1"/>
          </p:cNvSpPr>
          <p:nvPr/>
        </p:nvSpPr>
        <p:spPr>
          <a:xfrm>
            <a:off x="792444" y="6068132"/>
            <a:ext cx="28398" cy="28398"/>
          </a:xfrm>
          <a:prstGeom prst="ellipse">
            <a:avLst/>
          </a:prstGeom>
          <a:solidFill>
            <a:srgbClr val="7F8C97">
              <a:alpha val="48000"/>
            </a:srgbClr>
          </a:solidFill>
          <a:ln w="0">
            <a:noFill/>
            <a:prstDash val="solid"/>
          </a:ln>
        </p:spPr>
      </p:sp>
      <p:sp>
        <p:nvSpPr>
          <p:cNvPr id="2324" name="01_find_only_2323">
            <a:extLst>
              <a:ext uri="{FF2B5EF4-FFF2-40B4-BE49-F238E27FC236}">
                <a16:creationId xmlns:a16="http://schemas.microsoft.com/office/drawing/2014/main" id="{B7AB583A-0186-4674-B90B-46E73EA15448}"/>
              </a:ext>
            </a:extLst>
          </p:cNvPr>
          <p:cNvSpPr>
            <a:spLocks noGrp="1"/>
          </p:cNvSpPr>
          <p:nvPr/>
        </p:nvSpPr>
        <p:spPr>
          <a:xfrm>
            <a:off x="833649" y="5856796"/>
            <a:ext cx="28398" cy="28398"/>
          </a:xfrm>
          <a:prstGeom prst="ellipse">
            <a:avLst/>
          </a:prstGeom>
          <a:solidFill>
            <a:srgbClr val="7F8C97">
              <a:alpha val="48000"/>
            </a:srgbClr>
          </a:solidFill>
          <a:ln w="0">
            <a:noFill/>
            <a:prstDash val="solid"/>
          </a:ln>
        </p:spPr>
      </p:sp>
      <p:sp>
        <p:nvSpPr>
          <p:cNvPr id="2325" name="01_find_only_2324">
            <a:extLst>
              <a:ext uri="{FF2B5EF4-FFF2-40B4-BE49-F238E27FC236}">
                <a16:creationId xmlns:a16="http://schemas.microsoft.com/office/drawing/2014/main" id="{86102633-1D8C-49BE-861A-37F7F292134B}"/>
              </a:ext>
            </a:extLst>
          </p:cNvPr>
          <p:cNvSpPr>
            <a:spLocks noGrp="1"/>
          </p:cNvSpPr>
          <p:nvPr/>
        </p:nvSpPr>
        <p:spPr>
          <a:xfrm>
            <a:off x="766119" y="5539792"/>
            <a:ext cx="28398" cy="28398"/>
          </a:xfrm>
          <a:prstGeom prst="ellipse">
            <a:avLst/>
          </a:prstGeom>
          <a:solidFill>
            <a:srgbClr val="7F8C97">
              <a:alpha val="48000"/>
            </a:srgbClr>
          </a:solidFill>
          <a:ln w="0">
            <a:noFill/>
            <a:prstDash val="solid"/>
          </a:ln>
        </p:spPr>
      </p:sp>
      <p:sp>
        <p:nvSpPr>
          <p:cNvPr id="2326" name="01_find_only_2325">
            <a:extLst>
              <a:ext uri="{FF2B5EF4-FFF2-40B4-BE49-F238E27FC236}">
                <a16:creationId xmlns:a16="http://schemas.microsoft.com/office/drawing/2014/main" id="{956F4703-8D3B-4412-9582-4EE583E21E5C}"/>
              </a:ext>
            </a:extLst>
          </p:cNvPr>
          <p:cNvSpPr>
            <a:spLocks noGrp="1"/>
          </p:cNvSpPr>
          <p:nvPr/>
        </p:nvSpPr>
        <p:spPr>
          <a:xfrm>
            <a:off x="770507" y="6173800"/>
            <a:ext cx="28398" cy="28398"/>
          </a:xfrm>
          <a:prstGeom prst="ellipse">
            <a:avLst/>
          </a:prstGeom>
          <a:solidFill>
            <a:srgbClr val="7F8C97">
              <a:alpha val="48000"/>
            </a:srgbClr>
          </a:solidFill>
          <a:ln w="0">
            <a:noFill/>
            <a:prstDash val="solid"/>
          </a:ln>
        </p:spPr>
      </p:sp>
      <p:sp>
        <p:nvSpPr>
          <p:cNvPr id="2327" name="01_find_only_2326">
            <a:extLst>
              <a:ext uri="{FF2B5EF4-FFF2-40B4-BE49-F238E27FC236}">
                <a16:creationId xmlns:a16="http://schemas.microsoft.com/office/drawing/2014/main" id="{A936E8E7-3332-4BC8-9C49-FD1409455C1D}"/>
              </a:ext>
            </a:extLst>
          </p:cNvPr>
          <p:cNvSpPr>
            <a:spLocks noGrp="1"/>
          </p:cNvSpPr>
          <p:nvPr/>
        </p:nvSpPr>
        <p:spPr>
          <a:xfrm>
            <a:off x="810185" y="5539792"/>
            <a:ext cx="28398" cy="28398"/>
          </a:xfrm>
          <a:prstGeom prst="ellipse">
            <a:avLst/>
          </a:prstGeom>
          <a:solidFill>
            <a:srgbClr val="7F8C97">
              <a:alpha val="48000"/>
            </a:srgbClr>
          </a:solidFill>
          <a:ln w="0">
            <a:noFill/>
            <a:prstDash val="solid"/>
          </a:ln>
        </p:spPr>
      </p:sp>
      <p:sp>
        <p:nvSpPr>
          <p:cNvPr id="2328" name="01_find_only_2327">
            <a:extLst>
              <a:ext uri="{FF2B5EF4-FFF2-40B4-BE49-F238E27FC236}">
                <a16:creationId xmlns:a16="http://schemas.microsoft.com/office/drawing/2014/main" id="{8010E6A7-9F09-4537-BDB1-2E5ED0505356}"/>
              </a:ext>
            </a:extLst>
          </p:cNvPr>
          <p:cNvSpPr>
            <a:spLocks noGrp="1"/>
          </p:cNvSpPr>
          <p:nvPr/>
        </p:nvSpPr>
        <p:spPr>
          <a:xfrm>
            <a:off x="809327" y="5539792"/>
            <a:ext cx="28398" cy="28398"/>
          </a:xfrm>
          <a:prstGeom prst="ellipse">
            <a:avLst/>
          </a:prstGeom>
          <a:solidFill>
            <a:srgbClr val="7F8C97">
              <a:alpha val="48000"/>
            </a:srgbClr>
          </a:solidFill>
          <a:ln w="0">
            <a:noFill/>
            <a:prstDash val="solid"/>
          </a:ln>
        </p:spPr>
      </p:sp>
      <p:sp>
        <p:nvSpPr>
          <p:cNvPr id="2329" name="01_find_only_2328">
            <a:extLst>
              <a:ext uri="{FF2B5EF4-FFF2-40B4-BE49-F238E27FC236}">
                <a16:creationId xmlns:a16="http://schemas.microsoft.com/office/drawing/2014/main" id="{CC4EB549-0165-4C94-8A5B-FC2D4A845C3A}"/>
              </a:ext>
            </a:extLst>
          </p:cNvPr>
          <p:cNvSpPr>
            <a:spLocks noGrp="1"/>
          </p:cNvSpPr>
          <p:nvPr/>
        </p:nvSpPr>
        <p:spPr>
          <a:xfrm>
            <a:off x="840326" y="6173800"/>
            <a:ext cx="28398" cy="28398"/>
          </a:xfrm>
          <a:prstGeom prst="ellipse">
            <a:avLst/>
          </a:prstGeom>
          <a:solidFill>
            <a:srgbClr val="7F8C97">
              <a:alpha val="48000"/>
            </a:srgbClr>
          </a:solidFill>
          <a:ln w="0">
            <a:noFill/>
            <a:prstDash val="solid"/>
          </a:ln>
        </p:spPr>
      </p:sp>
      <p:sp>
        <p:nvSpPr>
          <p:cNvPr id="2330" name="01_find_only_2329">
            <a:extLst>
              <a:ext uri="{FF2B5EF4-FFF2-40B4-BE49-F238E27FC236}">
                <a16:creationId xmlns:a16="http://schemas.microsoft.com/office/drawing/2014/main" id="{4E6C945A-560C-4D4B-8AC7-DA596C9FB2A9}"/>
              </a:ext>
            </a:extLst>
          </p:cNvPr>
          <p:cNvSpPr>
            <a:spLocks noGrp="1"/>
          </p:cNvSpPr>
          <p:nvPr/>
        </p:nvSpPr>
        <p:spPr>
          <a:xfrm>
            <a:off x="825923" y="5856796"/>
            <a:ext cx="28398" cy="28398"/>
          </a:xfrm>
          <a:prstGeom prst="ellipse">
            <a:avLst/>
          </a:prstGeom>
          <a:solidFill>
            <a:srgbClr val="7F8C97">
              <a:alpha val="48000"/>
            </a:srgbClr>
          </a:solidFill>
          <a:ln w="0">
            <a:noFill/>
            <a:prstDash val="solid"/>
          </a:ln>
        </p:spPr>
      </p:sp>
      <p:sp>
        <p:nvSpPr>
          <p:cNvPr id="2331" name="01_find_only_2330">
            <a:extLst>
              <a:ext uri="{FF2B5EF4-FFF2-40B4-BE49-F238E27FC236}">
                <a16:creationId xmlns:a16="http://schemas.microsoft.com/office/drawing/2014/main" id="{AFB5870F-1327-46C5-B58D-84A713478B84}"/>
              </a:ext>
            </a:extLst>
          </p:cNvPr>
          <p:cNvSpPr>
            <a:spLocks noGrp="1"/>
          </p:cNvSpPr>
          <p:nvPr/>
        </p:nvSpPr>
        <p:spPr>
          <a:xfrm>
            <a:off x="780903" y="6173800"/>
            <a:ext cx="28398" cy="28398"/>
          </a:xfrm>
          <a:prstGeom prst="ellipse">
            <a:avLst/>
          </a:prstGeom>
          <a:solidFill>
            <a:srgbClr val="7F8C97">
              <a:alpha val="48000"/>
            </a:srgbClr>
          </a:solidFill>
          <a:ln w="0">
            <a:noFill/>
            <a:prstDash val="solid"/>
          </a:ln>
        </p:spPr>
      </p:sp>
      <p:sp>
        <p:nvSpPr>
          <p:cNvPr id="2332" name="01_find_only_2331">
            <a:extLst>
              <a:ext uri="{FF2B5EF4-FFF2-40B4-BE49-F238E27FC236}">
                <a16:creationId xmlns:a16="http://schemas.microsoft.com/office/drawing/2014/main" id="{4F7B8462-1BED-45A1-BC52-CF0AC555E694}"/>
              </a:ext>
            </a:extLst>
          </p:cNvPr>
          <p:cNvSpPr>
            <a:spLocks noGrp="1"/>
          </p:cNvSpPr>
          <p:nvPr/>
        </p:nvSpPr>
        <p:spPr>
          <a:xfrm>
            <a:off x="827831" y="5539792"/>
            <a:ext cx="28398" cy="28398"/>
          </a:xfrm>
          <a:prstGeom prst="ellipse">
            <a:avLst/>
          </a:prstGeom>
          <a:solidFill>
            <a:srgbClr val="7F8C97">
              <a:alpha val="48000"/>
            </a:srgbClr>
          </a:solidFill>
          <a:ln w="0">
            <a:noFill/>
            <a:prstDash val="solid"/>
          </a:ln>
        </p:spPr>
      </p:sp>
      <p:sp>
        <p:nvSpPr>
          <p:cNvPr id="2333" name="01_find_only_2332">
            <a:extLst>
              <a:ext uri="{FF2B5EF4-FFF2-40B4-BE49-F238E27FC236}">
                <a16:creationId xmlns:a16="http://schemas.microsoft.com/office/drawing/2014/main" id="{BB14F7EE-5B7B-4E0E-8BBA-08C3B1ABADB9}"/>
              </a:ext>
            </a:extLst>
          </p:cNvPr>
          <p:cNvSpPr>
            <a:spLocks noGrp="1"/>
          </p:cNvSpPr>
          <p:nvPr/>
        </p:nvSpPr>
        <p:spPr>
          <a:xfrm>
            <a:off x="820105" y="5751128"/>
            <a:ext cx="28398" cy="28398"/>
          </a:xfrm>
          <a:prstGeom prst="ellipse">
            <a:avLst/>
          </a:prstGeom>
          <a:solidFill>
            <a:srgbClr val="7F8C97">
              <a:alpha val="48000"/>
            </a:srgbClr>
          </a:solidFill>
          <a:ln w="0">
            <a:noFill/>
            <a:prstDash val="solid"/>
          </a:ln>
        </p:spPr>
      </p:sp>
      <p:sp>
        <p:nvSpPr>
          <p:cNvPr id="2334" name="01_find_only_2333">
            <a:extLst>
              <a:ext uri="{FF2B5EF4-FFF2-40B4-BE49-F238E27FC236}">
                <a16:creationId xmlns:a16="http://schemas.microsoft.com/office/drawing/2014/main" id="{3FF01AAB-B8CD-4920-9C4B-52E38DE6F3F3}"/>
              </a:ext>
            </a:extLst>
          </p:cNvPr>
          <p:cNvSpPr>
            <a:spLocks noGrp="1"/>
          </p:cNvSpPr>
          <p:nvPr/>
        </p:nvSpPr>
        <p:spPr>
          <a:xfrm>
            <a:off x="824206" y="6173800"/>
            <a:ext cx="28398" cy="28398"/>
          </a:xfrm>
          <a:prstGeom prst="ellipse">
            <a:avLst/>
          </a:prstGeom>
          <a:solidFill>
            <a:srgbClr val="7F8C97">
              <a:alpha val="48000"/>
            </a:srgbClr>
          </a:solidFill>
          <a:ln w="0">
            <a:noFill/>
            <a:prstDash val="solid"/>
          </a:ln>
        </p:spPr>
      </p:sp>
      <p:sp>
        <p:nvSpPr>
          <p:cNvPr id="2335" name="01_find_only_2334">
            <a:extLst>
              <a:ext uri="{FF2B5EF4-FFF2-40B4-BE49-F238E27FC236}">
                <a16:creationId xmlns:a16="http://schemas.microsoft.com/office/drawing/2014/main" id="{603693B3-2528-494C-B780-C574054264A9}"/>
              </a:ext>
            </a:extLst>
          </p:cNvPr>
          <p:cNvSpPr>
            <a:spLocks noGrp="1"/>
          </p:cNvSpPr>
          <p:nvPr/>
        </p:nvSpPr>
        <p:spPr>
          <a:xfrm>
            <a:off x="833077" y="5539792"/>
            <a:ext cx="28398" cy="28398"/>
          </a:xfrm>
          <a:prstGeom prst="ellipse">
            <a:avLst/>
          </a:prstGeom>
          <a:solidFill>
            <a:srgbClr val="7F8C97">
              <a:alpha val="48000"/>
            </a:srgbClr>
          </a:solidFill>
          <a:ln w="0">
            <a:noFill/>
            <a:prstDash val="solid"/>
          </a:ln>
        </p:spPr>
      </p:sp>
      <p:sp>
        <p:nvSpPr>
          <p:cNvPr id="2336" name="01_find_only_2335">
            <a:extLst>
              <a:ext uri="{FF2B5EF4-FFF2-40B4-BE49-F238E27FC236}">
                <a16:creationId xmlns:a16="http://schemas.microsoft.com/office/drawing/2014/main" id="{CAFBA10C-5FCF-4FB0-99D3-B84A59419EEA}"/>
              </a:ext>
            </a:extLst>
          </p:cNvPr>
          <p:cNvSpPr>
            <a:spLocks noGrp="1"/>
          </p:cNvSpPr>
          <p:nvPr/>
        </p:nvSpPr>
        <p:spPr>
          <a:xfrm>
            <a:off x="772510" y="5539792"/>
            <a:ext cx="28398" cy="28398"/>
          </a:xfrm>
          <a:prstGeom prst="ellipse">
            <a:avLst/>
          </a:prstGeom>
          <a:solidFill>
            <a:srgbClr val="7F8C97">
              <a:alpha val="48000"/>
            </a:srgbClr>
          </a:solidFill>
          <a:ln w="0">
            <a:noFill/>
            <a:prstDash val="solid"/>
          </a:ln>
        </p:spPr>
      </p:sp>
      <p:sp>
        <p:nvSpPr>
          <p:cNvPr id="2337" name="01_find_only_2336">
            <a:extLst>
              <a:ext uri="{FF2B5EF4-FFF2-40B4-BE49-F238E27FC236}">
                <a16:creationId xmlns:a16="http://schemas.microsoft.com/office/drawing/2014/main" id="{C27130AE-DB26-4A45-A4DE-FAED962EC80B}"/>
              </a:ext>
            </a:extLst>
          </p:cNvPr>
          <p:cNvSpPr>
            <a:spLocks noGrp="1"/>
          </p:cNvSpPr>
          <p:nvPr/>
        </p:nvSpPr>
        <p:spPr>
          <a:xfrm>
            <a:off x="765356" y="5539792"/>
            <a:ext cx="28398" cy="28398"/>
          </a:xfrm>
          <a:prstGeom prst="ellipse">
            <a:avLst/>
          </a:prstGeom>
          <a:solidFill>
            <a:srgbClr val="7F8C97">
              <a:alpha val="48000"/>
            </a:srgbClr>
          </a:solidFill>
          <a:ln w="0">
            <a:noFill/>
            <a:prstDash val="solid"/>
          </a:ln>
        </p:spPr>
      </p:sp>
      <p:sp>
        <p:nvSpPr>
          <p:cNvPr id="2338" name="01_find_only_2337">
            <a:extLst>
              <a:ext uri="{FF2B5EF4-FFF2-40B4-BE49-F238E27FC236}">
                <a16:creationId xmlns:a16="http://schemas.microsoft.com/office/drawing/2014/main" id="{AA9DFDDB-37DB-447F-B0F5-D4B1F67027EA}"/>
              </a:ext>
            </a:extLst>
          </p:cNvPr>
          <p:cNvSpPr>
            <a:spLocks noGrp="1"/>
          </p:cNvSpPr>
          <p:nvPr/>
        </p:nvSpPr>
        <p:spPr>
          <a:xfrm>
            <a:off x="820296" y="5539792"/>
            <a:ext cx="28398" cy="28398"/>
          </a:xfrm>
          <a:prstGeom prst="ellipse">
            <a:avLst/>
          </a:prstGeom>
          <a:solidFill>
            <a:srgbClr val="7F8C97">
              <a:alpha val="48000"/>
            </a:srgbClr>
          </a:solidFill>
          <a:ln w="0">
            <a:noFill/>
            <a:prstDash val="solid"/>
          </a:ln>
        </p:spPr>
      </p:sp>
      <p:sp>
        <p:nvSpPr>
          <p:cNvPr id="2339" name="01_find_only_2338">
            <a:extLst>
              <a:ext uri="{FF2B5EF4-FFF2-40B4-BE49-F238E27FC236}">
                <a16:creationId xmlns:a16="http://schemas.microsoft.com/office/drawing/2014/main" id="{68831AC0-6538-44D4-9AA6-DC0BC0BA0FEB}"/>
              </a:ext>
            </a:extLst>
          </p:cNvPr>
          <p:cNvSpPr>
            <a:spLocks noGrp="1"/>
          </p:cNvSpPr>
          <p:nvPr/>
        </p:nvSpPr>
        <p:spPr>
          <a:xfrm>
            <a:off x="844904" y="5539792"/>
            <a:ext cx="28398" cy="28398"/>
          </a:xfrm>
          <a:prstGeom prst="ellipse">
            <a:avLst/>
          </a:prstGeom>
          <a:solidFill>
            <a:srgbClr val="7F8C97">
              <a:alpha val="48000"/>
            </a:srgbClr>
          </a:solidFill>
          <a:ln w="0">
            <a:noFill/>
            <a:prstDash val="solid"/>
          </a:ln>
        </p:spPr>
      </p:sp>
      <p:sp>
        <p:nvSpPr>
          <p:cNvPr id="2340" name="01_find_only_2339">
            <a:extLst>
              <a:ext uri="{FF2B5EF4-FFF2-40B4-BE49-F238E27FC236}">
                <a16:creationId xmlns:a16="http://schemas.microsoft.com/office/drawing/2014/main" id="{6FAE8302-4632-4884-9A28-AAB379006400}"/>
              </a:ext>
            </a:extLst>
          </p:cNvPr>
          <p:cNvSpPr>
            <a:spLocks noGrp="1"/>
          </p:cNvSpPr>
          <p:nvPr/>
        </p:nvSpPr>
        <p:spPr>
          <a:xfrm>
            <a:off x="849006" y="5539792"/>
            <a:ext cx="28398" cy="28398"/>
          </a:xfrm>
          <a:prstGeom prst="ellipse">
            <a:avLst/>
          </a:prstGeom>
          <a:solidFill>
            <a:srgbClr val="7F8C97">
              <a:alpha val="48000"/>
            </a:srgbClr>
          </a:solidFill>
          <a:ln w="0">
            <a:noFill/>
            <a:prstDash val="solid"/>
          </a:ln>
        </p:spPr>
      </p:sp>
      <p:sp>
        <p:nvSpPr>
          <p:cNvPr id="2341" name="01_find_only_2340">
            <a:extLst>
              <a:ext uri="{FF2B5EF4-FFF2-40B4-BE49-F238E27FC236}">
                <a16:creationId xmlns:a16="http://schemas.microsoft.com/office/drawing/2014/main" id="{861EACD1-7765-4485-9D14-3E96C08106C9}"/>
              </a:ext>
            </a:extLst>
          </p:cNvPr>
          <p:cNvSpPr>
            <a:spLocks noGrp="1"/>
          </p:cNvSpPr>
          <p:nvPr/>
        </p:nvSpPr>
        <p:spPr>
          <a:xfrm>
            <a:off x="790060" y="5539792"/>
            <a:ext cx="28398" cy="28398"/>
          </a:xfrm>
          <a:prstGeom prst="ellipse">
            <a:avLst/>
          </a:prstGeom>
          <a:solidFill>
            <a:srgbClr val="7F8C97">
              <a:alpha val="48000"/>
            </a:srgbClr>
          </a:solidFill>
          <a:ln w="0">
            <a:noFill/>
            <a:prstDash val="solid"/>
          </a:ln>
        </p:spPr>
      </p:sp>
      <p:sp>
        <p:nvSpPr>
          <p:cNvPr id="2342" name="01_find_only_2341">
            <a:extLst>
              <a:ext uri="{FF2B5EF4-FFF2-40B4-BE49-F238E27FC236}">
                <a16:creationId xmlns:a16="http://schemas.microsoft.com/office/drawing/2014/main" id="{D61AFE7A-BA15-408E-B446-0F3728360384}"/>
              </a:ext>
            </a:extLst>
          </p:cNvPr>
          <p:cNvSpPr>
            <a:spLocks noGrp="1"/>
          </p:cNvSpPr>
          <p:nvPr/>
        </p:nvSpPr>
        <p:spPr>
          <a:xfrm>
            <a:off x="825065" y="6173800"/>
            <a:ext cx="28398" cy="28398"/>
          </a:xfrm>
          <a:prstGeom prst="ellipse">
            <a:avLst/>
          </a:prstGeom>
          <a:solidFill>
            <a:srgbClr val="7F8C97">
              <a:alpha val="48000"/>
            </a:srgbClr>
          </a:solidFill>
          <a:ln w="0">
            <a:noFill/>
            <a:prstDash val="solid"/>
          </a:ln>
        </p:spPr>
      </p:sp>
      <p:sp>
        <p:nvSpPr>
          <p:cNvPr id="2343" name="01_find_only_2342">
            <a:extLst>
              <a:ext uri="{FF2B5EF4-FFF2-40B4-BE49-F238E27FC236}">
                <a16:creationId xmlns:a16="http://schemas.microsoft.com/office/drawing/2014/main" id="{D13394CF-610D-43ED-839D-D5C3F958B9EF}"/>
              </a:ext>
            </a:extLst>
          </p:cNvPr>
          <p:cNvSpPr>
            <a:spLocks noGrp="1"/>
          </p:cNvSpPr>
          <p:nvPr/>
        </p:nvSpPr>
        <p:spPr>
          <a:xfrm>
            <a:off x="832314" y="6173800"/>
            <a:ext cx="28398" cy="28398"/>
          </a:xfrm>
          <a:prstGeom prst="ellipse">
            <a:avLst/>
          </a:prstGeom>
          <a:solidFill>
            <a:srgbClr val="7F8C97">
              <a:alpha val="48000"/>
            </a:srgbClr>
          </a:solidFill>
          <a:ln w="0">
            <a:noFill/>
            <a:prstDash val="solid"/>
          </a:ln>
        </p:spPr>
      </p:sp>
      <p:sp>
        <p:nvSpPr>
          <p:cNvPr id="2344" name="01_find_only_2343">
            <a:extLst>
              <a:ext uri="{FF2B5EF4-FFF2-40B4-BE49-F238E27FC236}">
                <a16:creationId xmlns:a16="http://schemas.microsoft.com/office/drawing/2014/main" id="{616DD3D9-A14D-421D-98FE-101BC017B0A8}"/>
              </a:ext>
            </a:extLst>
          </p:cNvPr>
          <p:cNvSpPr>
            <a:spLocks noGrp="1"/>
          </p:cNvSpPr>
          <p:nvPr/>
        </p:nvSpPr>
        <p:spPr>
          <a:xfrm>
            <a:off x="843855" y="6173800"/>
            <a:ext cx="28398" cy="28398"/>
          </a:xfrm>
          <a:prstGeom prst="ellipse">
            <a:avLst/>
          </a:prstGeom>
          <a:solidFill>
            <a:srgbClr val="7F8C97">
              <a:alpha val="48000"/>
            </a:srgbClr>
          </a:solidFill>
          <a:ln w="0">
            <a:noFill/>
            <a:prstDash val="solid"/>
          </a:ln>
        </p:spPr>
      </p:sp>
      <p:sp>
        <p:nvSpPr>
          <p:cNvPr id="2345" name="01_find_only_2344">
            <a:extLst>
              <a:ext uri="{FF2B5EF4-FFF2-40B4-BE49-F238E27FC236}">
                <a16:creationId xmlns:a16="http://schemas.microsoft.com/office/drawing/2014/main" id="{54FD1766-3315-4852-BF22-03223E9D5A3E}"/>
              </a:ext>
            </a:extLst>
          </p:cNvPr>
          <p:cNvSpPr>
            <a:spLocks noGrp="1"/>
          </p:cNvSpPr>
          <p:nvPr/>
        </p:nvSpPr>
        <p:spPr>
          <a:xfrm>
            <a:off x="833745" y="6173800"/>
            <a:ext cx="28398" cy="28398"/>
          </a:xfrm>
          <a:prstGeom prst="ellipse">
            <a:avLst/>
          </a:prstGeom>
          <a:solidFill>
            <a:srgbClr val="7F8C97">
              <a:alpha val="48000"/>
            </a:srgbClr>
          </a:solidFill>
          <a:ln w="0">
            <a:noFill/>
            <a:prstDash val="solid"/>
          </a:ln>
        </p:spPr>
      </p:sp>
      <p:sp>
        <p:nvSpPr>
          <p:cNvPr id="2346" name="01_find_only_2345">
            <a:extLst>
              <a:ext uri="{FF2B5EF4-FFF2-40B4-BE49-F238E27FC236}">
                <a16:creationId xmlns:a16="http://schemas.microsoft.com/office/drawing/2014/main" id="{8B1E0B0C-E1F2-4FAE-B812-DE5E9615191A}"/>
              </a:ext>
            </a:extLst>
          </p:cNvPr>
          <p:cNvSpPr>
            <a:spLocks noGrp="1"/>
          </p:cNvSpPr>
          <p:nvPr/>
        </p:nvSpPr>
        <p:spPr>
          <a:xfrm>
            <a:off x="819342" y="6173800"/>
            <a:ext cx="28398" cy="28398"/>
          </a:xfrm>
          <a:prstGeom prst="ellipse">
            <a:avLst/>
          </a:prstGeom>
          <a:solidFill>
            <a:srgbClr val="7F8C97">
              <a:alpha val="48000"/>
            </a:srgbClr>
          </a:solidFill>
          <a:ln w="0">
            <a:noFill/>
            <a:prstDash val="solid"/>
          </a:ln>
        </p:spPr>
      </p:sp>
      <p:sp>
        <p:nvSpPr>
          <p:cNvPr id="2347" name="01_find_only_2346">
            <a:extLst>
              <a:ext uri="{FF2B5EF4-FFF2-40B4-BE49-F238E27FC236}">
                <a16:creationId xmlns:a16="http://schemas.microsoft.com/office/drawing/2014/main" id="{06CCE941-0A37-4A86-8923-D47EEB59033D}"/>
              </a:ext>
            </a:extLst>
          </p:cNvPr>
          <p:cNvSpPr>
            <a:spLocks noGrp="1"/>
          </p:cNvSpPr>
          <p:nvPr/>
        </p:nvSpPr>
        <p:spPr>
          <a:xfrm>
            <a:off x="760873" y="5539792"/>
            <a:ext cx="28398" cy="28398"/>
          </a:xfrm>
          <a:prstGeom prst="ellipse">
            <a:avLst/>
          </a:prstGeom>
          <a:solidFill>
            <a:srgbClr val="7F8C97">
              <a:alpha val="48000"/>
            </a:srgbClr>
          </a:solidFill>
          <a:ln w="0">
            <a:noFill/>
            <a:prstDash val="solid"/>
          </a:ln>
        </p:spPr>
      </p:sp>
      <p:sp>
        <p:nvSpPr>
          <p:cNvPr id="2348" name="01_find_only_2347">
            <a:extLst>
              <a:ext uri="{FF2B5EF4-FFF2-40B4-BE49-F238E27FC236}">
                <a16:creationId xmlns:a16="http://schemas.microsoft.com/office/drawing/2014/main" id="{48CA8D04-9CAA-4B9D-A8C8-9D6894E3C8E2}"/>
              </a:ext>
            </a:extLst>
          </p:cNvPr>
          <p:cNvSpPr>
            <a:spLocks noGrp="1"/>
          </p:cNvSpPr>
          <p:nvPr/>
        </p:nvSpPr>
        <p:spPr>
          <a:xfrm>
            <a:off x="770125" y="5539792"/>
            <a:ext cx="28398" cy="28398"/>
          </a:xfrm>
          <a:prstGeom prst="ellipse">
            <a:avLst/>
          </a:prstGeom>
          <a:solidFill>
            <a:srgbClr val="7F8C97">
              <a:alpha val="48000"/>
            </a:srgbClr>
          </a:solidFill>
          <a:ln w="0">
            <a:noFill/>
            <a:prstDash val="solid"/>
          </a:ln>
        </p:spPr>
      </p:sp>
      <p:sp>
        <p:nvSpPr>
          <p:cNvPr id="2349" name="01_find_only_2348">
            <a:extLst>
              <a:ext uri="{FF2B5EF4-FFF2-40B4-BE49-F238E27FC236}">
                <a16:creationId xmlns:a16="http://schemas.microsoft.com/office/drawing/2014/main" id="{2144EDAE-B3E0-45EA-AEE7-555B47089B15}"/>
              </a:ext>
            </a:extLst>
          </p:cNvPr>
          <p:cNvSpPr>
            <a:spLocks noGrp="1"/>
          </p:cNvSpPr>
          <p:nvPr/>
        </p:nvSpPr>
        <p:spPr>
          <a:xfrm>
            <a:off x="810662" y="5539792"/>
            <a:ext cx="28398" cy="28398"/>
          </a:xfrm>
          <a:prstGeom prst="ellipse">
            <a:avLst/>
          </a:prstGeom>
          <a:solidFill>
            <a:srgbClr val="7F8C97">
              <a:alpha val="48000"/>
            </a:srgbClr>
          </a:solidFill>
          <a:ln w="0">
            <a:noFill/>
            <a:prstDash val="solid"/>
          </a:ln>
        </p:spPr>
      </p:sp>
      <p:sp>
        <p:nvSpPr>
          <p:cNvPr id="2350" name="01_find_only_2349">
            <a:extLst>
              <a:ext uri="{FF2B5EF4-FFF2-40B4-BE49-F238E27FC236}">
                <a16:creationId xmlns:a16="http://schemas.microsoft.com/office/drawing/2014/main" id="{E00BC831-F550-4EAA-9542-1A6003CD04BA}"/>
              </a:ext>
            </a:extLst>
          </p:cNvPr>
          <p:cNvSpPr>
            <a:spLocks noGrp="1"/>
          </p:cNvSpPr>
          <p:nvPr/>
        </p:nvSpPr>
        <p:spPr>
          <a:xfrm>
            <a:off x="774131" y="6173800"/>
            <a:ext cx="28398" cy="28398"/>
          </a:xfrm>
          <a:prstGeom prst="ellipse">
            <a:avLst/>
          </a:prstGeom>
          <a:solidFill>
            <a:srgbClr val="7F8C97">
              <a:alpha val="48000"/>
            </a:srgbClr>
          </a:solidFill>
          <a:ln w="0">
            <a:noFill/>
            <a:prstDash val="solid"/>
          </a:ln>
        </p:spPr>
      </p:sp>
      <p:sp>
        <p:nvSpPr>
          <p:cNvPr id="2351" name="01_find_only_2350">
            <a:extLst>
              <a:ext uri="{FF2B5EF4-FFF2-40B4-BE49-F238E27FC236}">
                <a16:creationId xmlns:a16="http://schemas.microsoft.com/office/drawing/2014/main" id="{579999EE-6C7C-46D0-8BEB-2DDC75E70641}"/>
              </a:ext>
            </a:extLst>
          </p:cNvPr>
          <p:cNvSpPr>
            <a:spLocks noGrp="1"/>
          </p:cNvSpPr>
          <p:nvPr/>
        </p:nvSpPr>
        <p:spPr>
          <a:xfrm>
            <a:off x="791395" y="6173800"/>
            <a:ext cx="28398" cy="28398"/>
          </a:xfrm>
          <a:prstGeom prst="ellipse">
            <a:avLst/>
          </a:prstGeom>
          <a:solidFill>
            <a:srgbClr val="7F8C97">
              <a:alpha val="48000"/>
            </a:srgbClr>
          </a:solidFill>
          <a:ln w="0">
            <a:noFill/>
            <a:prstDash val="solid"/>
          </a:ln>
        </p:spPr>
      </p:sp>
      <p:sp>
        <p:nvSpPr>
          <p:cNvPr id="2352" name="01_find_only_2351">
            <a:extLst>
              <a:ext uri="{FF2B5EF4-FFF2-40B4-BE49-F238E27FC236}">
                <a16:creationId xmlns:a16="http://schemas.microsoft.com/office/drawing/2014/main" id="{FAF8CCAE-35EC-4F41-BF14-665CAF3394DC}"/>
              </a:ext>
            </a:extLst>
          </p:cNvPr>
          <p:cNvSpPr>
            <a:spLocks noGrp="1"/>
          </p:cNvSpPr>
          <p:nvPr/>
        </p:nvSpPr>
        <p:spPr>
          <a:xfrm>
            <a:off x="757630" y="6173800"/>
            <a:ext cx="28398" cy="28398"/>
          </a:xfrm>
          <a:prstGeom prst="ellipse">
            <a:avLst/>
          </a:prstGeom>
          <a:solidFill>
            <a:srgbClr val="7F8C97">
              <a:alpha val="48000"/>
            </a:srgbClr>
          </a:solidFill>
          <a:ln w="0">
            <a:noFill/>
            <a:prstDash val="solid"/>
          </a:ln>
        </p:spPr>
      </p:sp>
      <p:sp>
        <p:nvSpPr>
          <p:cNvPr id="2353" name="01_find_only_2352">
            <a:extLst>
              <a:ext uri="{FF2B5EF4-FFF2-40B4-BE49-F238E27FC236}">
                <a16:creationId xmlns:a16="http://schemas.microsoft.com/office/drawing/2014/main" id="{625CB45B-805D-4925-8209-DED56A5B7C6A}"/>
              </a:ext>
            </a:extLst>
          </p:cNvPr>
          <p:cNvSpPr>
            <a:spLocks noGrp="1"/>
          </p:cNvSpPr>
          <p:nvPr/>
        </p:nvSpPr>
        <p:spPr>
          <a:xfrm>
            <a:off x="1086034" y="4905784"/>
            <a:ext cx="28398" cy="28398"/>
          </a:xfrm>
          <a:prstGeom prst="ellipse">
            <a:avLst/>
          </a:prstGeom>
          <a:solidFill>
            <a:srgbClr val="7F8C97">
              <a:alpha val="48000"/>
            </a:srgbClr>
          </a:solidFill>
          <a:ln w="0">
            <a:noFill/>
            <a:prstDash val="solid"/>
          </a:ln>
        </p:spPr>
      </p:sp>
      <p:sp>
        <p:nvSpPr>
          <p:cNvPr id="2354" name="01_find_only_2353">
            <a:extLst>
              <a:ext uri="{FF2B5EF4-FFF2-40B4-BE49-F238E27FC236}">
                <a16:creationId xmlns:a16="http://schemas.microsoft.com/office/drawing/2014/main" id="{27FA4F77-15DA-4C44-80D4-C728899F3DF2}"/>
              </a:ext>
            </a:extLst>
          </p:cNvPr>
          <p:cNvSpPr>
            <a:spLocks noGrp="1"/>
          </p:cNvSpPr>
          <p:nvPr/>
        </p:nvSpPr>
        <p:spPr>
          <a:xfrm>
            <a:off x="1078403" y="4905784"/>
            <a:ext cx="28398" cy="28398"/>
          </a:xfrm>
          <a:prstGeom prst="ellipse">
            <a:avLst/>
          </a:prstGeom>
          <a:solidFill>
            <a:srgbClr val="7F8C97">
              <a:alpha val="48000"/>
            </a:srgbClr>
          </a:solidFill>
          <a:ln w="0">
            <a:noFill/>
            <a:prstDash val="solid"/>
          </a:ln>
        </p:spPr>
      </p:sp>
      <p:sp>
        <p:nvSpPr>
          <p:cNvPr id="2355" name="01_find_only_2354">
            <a:extLst>
              <a:ext uri="{FF2B5EF4-FFF2-40B4-BE49-F238E27FC236}">
                <a16:creationId xmlns:a16="http://schemas.microsoft.com/office/drawing/2014/main" id="{9E587B87-C292-4F78-8528-D2F0FAAB3D1C}"/>
              </a:ext>
            </a:extLst>
          </p:cNvPr>
          <p:cNvSpPr>
            <a:spLocks noGrp="1"/>
          </p:cNvSpPr>
          <p:nvPr/>
        </p:nvSpPr>
        <p:spPr>
          <a:xfrm>
            <a:off x="1040537" y="4905784"/>
            <a:ext cx="28398" cy="28398"/>
          </a:xfrm>
          <a:prstGeom prst="ellipse">
            <a:avLst/>
          </a:prstGeom>
          <a:solidFill>
            <a:srgbClr val="7F8C97">
              <a:alpha val="48000"/>
            </a:srgbClr>
          </a:solidFill>
          <a:ln w="0">
            <a:noFill/>
            <a:prstDash val="solid"/>
          </a:ln>
        </p:spPr>
      </p:sp>
      <p:sp>
        <p:nvSpPr>
          <p:cNvPr id="2356" name="01_find_only_2355">
            <a:extLst>
              <a:ext uri="{FF2B5EF4-FFF2-40B4-BE49-F238E27FC236}">
                <a16:creationId xmlns:a16="http://schemas.microsoft.com/office/drawing/2014/main" id="{DA17819D-9613-4874-A7F6-02D440EC3D89}"/>
              </a:ext>
            </a:extLst>
          </p:cNvPr>
          <p:cNvSpPr>
            <a:spLocks noGrp="1"/>
          </p:cNvSpPr>
          <p:nvPr/>
        </p:nvSpPr>
        <p:spPr>
          <a:xfrm>
            <a:off x="1092806" y="4905784"/>
            <a:ext cx="28398" cy="28398"/>
          </a:xfrm>
          <a:prstGeom prst="ellipse">
            <a:avLst/>
          </a:prstGeom>
          <a:solidFill>
            <a:srgbClr val="7F8C97">
              <a:alpha val="48000"/>
            </a:srgbClr>
          </a:solidFill>
          <a:ln w="0">
            <a:noFill/>
            <a:prstDash val="solid"/>
          </a:ln>
        </p:spPr>
      </p:sp>
      <p:sp>
        <p:nvSpPr>
          <p:cNvPr id="2357" name="01_find_only_2356">
            <a:extLst>
              <a:ext uri="{FF2B5EF4-FFF2-40B4-BE49-F238E27FC236}">
                <a16:creationId xmlns:a16="http://schemas.microsoft.com/office/drawing/2014/main" id="{32EFAEAC-330A-407C-A8FC-6162C0C9E3CE}"/>
              </a:ext>
            </a:extLst>
          </p:cNvPr>
          <p:cNvSpPr>
            <a:spLocks noGrp="1"/>
          </p:cNvSpPr>
          <p:nvPr/>
        </p:nvSpPr>
        <p:spPr>
          <a:xfrm>
            <a:off x="1071440" y="4905784"/>
            <a:ext cx="28398" cy="28398"/>
          </a:xfrm>
          <a:prstGeom prst="ellipse">
            <a:avLst/>
          </a:prstGeom>
          <a:solidFill>
            <a:srgbClr val="7F8C97">
              <a:alpha val="48000"/>
            </a:srgbClr>
          </a:solidFill>
          <a:ln w="0">
            <a:noFill/>
            <a:prstDash val="solid"/>
          </a:ln>
        </p:spPr>
      </p:sp>
      <p:sp>
        <p:nvSpPr>
          <p:cNvPr id="2358" name="01_find_only_2357">
            <a:extLst>
              <a:ext uri="{FF2B5EF4-FFF2-40B4-BE49-F238E27FC236}">
                <a16:creationId xmlns:a16="http://schemas.microsoft.com/office/drawing/2014/main" id="{B9D2C745-B256-4B36-B536-9C6E49F08650}"/>
              </a:ext>
            </a:extLst>
          </p:cNvPr>
          <p:cNvSpPr>
            <a:spLocks noGrp="1"/>
          </p:cNvSpPr>
          <p:nvPr/>
        </p:nvSpPr>
        <p:spPr>
          <a:xfrm>
            <a:off x="1008298" y="4905784"/>
            <a:ext cx="28398" cy="28398"/>
          </a:xfrm>
          <a:prstGeom prst="ellipse">
            <a:avLst/>
          </a:prstGeom>
          <a:solidFill>
            <a:srgbClr val="7F8C97">
              <a:alpha val="48000"/>
            </a:srgbClr>
          </a:solidFill>
          <a:ln w="0">
            <a:noFill/>
            <a:prstDash val="solid"/>
          </a:ln>
        </p:spPr>
      </p:sp>
      <p:sp>
        <p:nvSpPr>
          <p:cNvPr id="2359" name="01_find_only_2358">
            <a:extLst>
              <a:ext uri="{FF2B5EF4-FFF2-40B4-BE49-F238E27FC236}">
                <a16:creationId xmlns:a16="http://schemas.microsoft.com/office/drawing/2014/main" id="{E0EE4ED7-B473-4171-9FD4-F6F74DBB515E}"/>
              </a:ext>
            </a:extLst>
          </p:cNvPr>
          <p:cNvSpPr>
            <a:spLocks noGrp="1"/>
          </p:cNvSpPr>
          <p:nvPr/>
        </p:nvSpPr>
        <p:spPr>
          <a:xfrm>
            <a:off x="1028614" y="5539792"/>
            <a:ext cx="28398" cy="28398"/>
          </a:xfrm>
          <a:prstGeom prst="ellipse">
            <a:avLst/>
          </a:prstGeom>
          <a:solidFill>
            <a:srgbClr val="7F8C97">
              <a:alpha val="48000"/>
            </a:srgbClr>
          </a:solidFill>
          <a:ln w="0">
            <a:noFill/>
            <a:prstDash val="solid"/>
          </a:ln>
        </p:spPr>
      </p:sp>
      <p:sp>
        <p:nvSpPr>
          <p:cNvPr id="2360" name="01_find_only_2359">
            <a:extLst>
              <a:ext uri="{FF2B5EF4-FFF2-40B4-BE49-F238E27FC236}">
                <a16:creationId xmlns:a16="http://schemas.microsoft.com/office/drawing/2014/main" id="{332EF420-9E1A-4387-A675-E0D72B9AFD59}"/>
              </a:ext>
            </a:extLst>
          </p:cNvPr>
          <p:cNvSpPr>
            <a:spLocks noGrp="1"/>
          </p:cNvSpPr>
          <p:nvPr/>
        </p:nvSpPr>
        <p:spPr>
          <a:xfrm>
            <a:off x="1008107" y="5856796"/>
            <a:ext cx="28398" cy="28398"/>
          </a:xfrm>
          <a:prstGeom prst="ellipse">
            <a:avLst/>
          </a:prstGeom>
          <a:solidFill>
            <a:srgbClr val="7F8C97">
              <a:alpha val="48000"/>
            </a:srgbClr>
          </a:solidFill>
          <a:ln w="0">
            <a:noFill/>
            <a:prstDash val="solid"/>
          </a:ln>
        </p:spPr>
      </p:sp>
      <p:sp>
        <p:nvSpPr>
          <p:cNvPr id="2361" name="01_find_only_2360">
            <a:extLst>
              <a:ext uri="{FF2B5EF4-FFF2-40B4-BE49-F238E27FC236}">
                <a16:creationId xmlns:a16="http://schemas.microsoft.com/office/drawing/2014/main" id="{F2A9EABE-8E43-40EB-83BA-7648B0F04678}"/>
              </a:ext>
            </a:extLst>
          </p:cNvPr>
          <p:cNvSpPr>
            <a:spLocks noGrp="1"/>
          </p:cNvSpPr>
          <p:nvPr/>
        </p:nvSpPr>
        <p:spPr>
          <a:xfrm>
            <a:off x="1061998" y="4905784"/>
            <a:ext cx="28398" cy="28398"/>
          </a:xfrm>
          <a:prstGeom prst="ellipse">
            <a:avLst/>
          </a:prstGeom>
          <a:solidFill>
            <a:srgbClr val="7F8C97">
              <a:alpha val="48000"/>
            </a:srgbClr>
          </a:solidFill>
          <a:ln w="0">
            <a:noFill/>
            <a:prstDash val="solid"/>
          </a:ln>
        </p:spPr>
      </p:sp>
      <p:sp>
        <p:nvSpPr>
          <p:cNvPr id="2362" name="01_find_only_2361">
            <a:extLst>
              <a:ext uri="{FF2B5EF4-FFF2-40B4-BE49-F238E27FC236}">
                <a16:creationId xmlns:a16="http://schemas.microsoft.com/office/drawing/2014/main" id="{359FE9BF-7321-4269-8632-DCF0E4379CDB}"/>
              </a:ext>
            </a:extLst>
          </p:cNvPr>
          <p:cNvSpPr>
            <a:spLocks noGrp="1"/>
          </p:cNvSpPr>
          <p:nvPr/>
        </p:nvSpPr>
        <p:spPr>
          <a:xfrm>
            <a:off x="1049598" y="4905784"/>
            <a:ext cx="28398" cy="28398"/>
          </a:xfrm>
          <a:prstGeom prst="ellipse">
            <a:avLst/>
          </a:prstGeom>
          <a:solidFill>
            <a:srgbClr val="7F8C97">
              <a:alpha val="48000"/>
            </a:srgbClr>
          </a:solidFill>
          <a:ln w="0">
            <a:noFill/>
            <a:prstDash val="solid"/>
          </a:ln>
        </p:spPr>
      </p:sp>
      <p:sp>
        <p:nvSpPr>
          <p:cNvPr id="2363" name="01_find_only_2362">
            <a:extLst>
              <a:ext uri="{FF2B5EF4-FFF2-40B4-BE49-F238E27FC236}">
                <a16:creationId xmlns:a16="http://schemas.microsoft.com/office/drawing/2014/main" id="{7D87A4EA-2697-4597-9ECD-79657011457C}"/>
              </a:ext>
            </a:extLst>
          </p:cNvPr>
          <p:cNvSpPr>
            <a:spLocks noGrp="1"/>
          </p:cNvSpPr>
          <p:nvPr/>
        </p:nvSpPr>
        <p:spPr>
          <a:xfrm>
            <a:off x="1039488" y="4905784"/>
            <a:ext cx="28398" cy="28398"/>
          </a:xfrm>
          <a:prstGeom prst="ellipse">
            <a:avLst/>
          </a:prstGeom>
          <a:solidFill>
            <a:srgbClr val="7F8C97">
              <a:alpha val="48000"/>
            </a:srgbClr>
          </a:solidFill>
          <a:ln w="0">
            <a:noFill/>
            <a:prstDash val="solid"/>
          </a:ln>
        </p:spPr>
      </p:sp>
      <p:sp>
        <p:nvSpPr>
          <p:cNvPr id="2364" name="01_find_only_2363">
            <a:extLst>
              <a:ext uri="{FF2B5EF4-FFF2-40B4-BE49-F238E27FC236}">
                <a16:creationId xmlns:a16="http://schemas.microsoft.com/office/drawing/2014/main" id="{0A83B355-C8F5-4EBA-BAA1-CFF6BAA2F766}"/>
              </a:ext>
            </a:extLst>
          </p:cNvPr>
          <p:cNvSpPr>
            <a:spLocks noGrp="1"/>
          </p:cNvSpPr>
          <p:nvPr/>
        </p:nvSpPr>
        <p:spPr>
          <a:xfrm>
            <a:off x="1030045" y="6139529"/>
            <a:ext cx="28398" cy="28398"/>
          </a:xfrm>
          <a:prstGeom prst="ellipse">
            <a:avLst/>
          </a:prstGeom>
          <a:solidFill>
            <a:srgbClr val="7F8C97">
              <a:alpha val="48000"/>
            </a:srgbClr>
          </a:solidFill>
          <a:ln w="0">
            <a:noFill/>
            <a:prstDash val="solid"/>
          </a:ln>
        </p:spPr>
      </p:sp>
      <p:sp>
        <p:nvSpPr>
          <p:cNvPr id="2365" name="01_find_only_2364">
            <a:extLst>
              <a:ext uri="{FF2B5EF4-FFF2-40B4-BE49-F238E27FC236}">
                <a16:creationId xmlns:a16="http://schemas.microsoft.com/office/drawing/2014/main" id="{B4EED4A2-3E3A-46AC-97A4-C467999D5CAE}"/>
              </a:ext>
            </a:extLst>
          </p:cNvPr>
          <p:cNvSpPr>
            <a:spLocks noGrp="1"/>
          </p:cNvSpPr>
          <p:nvPr/>
        </p:nvSpPr>
        <p:spPr>
          <a:xfrm>
            <a:off x="1040918" y="4905784"/>
            <a:ext cx="28398" cy="28398"/>
          </a:xfrm>
          <a:prstGeom prst="ellipse">
            <a:avLst/>
          </a:prstGeom>
          <a:solidFill>
            <a:srgbClr val="7F8C97">
              <a:alpha val="48000"/>
            </a:srgbClr>
          </a:solidFill>
          <a:ln w="0">
            <a:noFill/>
            <a:prstDash val="solid"/>
          </a:ln>
        </p:spPr>
      </p:sp>
      <p:sp>
        <p:nvSpPr>
          <p:cNvPr id="2366" name="01_find_only_2365">
            <a:extLst>
              <a:ext uri="{FF2B5EF4-FFF2-40B4-BE49-F238E27FC236}">
                <a16:creationId xmlns:a16="http://schemas.microsoft.com/office/drawing/2014/main" id="{35395C14-E8CD-4A3F-B1F4-909E2F54B788}"/>
              </a:ext>
            </a:extLst>
          </p:cNvPr>
          <p:cNvSpPr>
            <a:spLocks noGrp="1"/>
          </p:cNvSpPr>
          <p:nvPr/>
        </p:nvSpPr>
        <p:spPr>
          <a:xfrm>
            <a:off x="1097384" y="5222788"/>
            <a:ext cx="28398" cy="28398"/>
          </a:xfrm>
          <a:prstGeom prst="ellipse">
            <a:avLst/>
          </a:prstGeom>
          <a:solidFill>
            <a:srgbClr val="7F8C97">
              <a:alpha val="48000"/>
            </a:srgbClr>
          </a:solidFill>
          <a:ln w="0">
            <a:noFill/>
            <a:prstDash val="solid"/>
          </a:ln>
        </p:spPr>
      </p:sp>
      <p:sp>
        <p:nvSpPr>
          <p:cNvPr id="2367" name="01_find_only_2366">
            <a:extLst>
              <a:ext uri="{FF2B5EF4-FFF2-40B4-BE49-F238E27FC236}">
                <a16:creationId xmlns:a16="http://schemas.microsoft.com/office/drawing/2014/main" id="{8096AB9B-7287-4418-887F-0F367E373D38}"/>
              </a:ext>
            </a:extLst>
          </p:cNvPr>
          <p:cNvSpPr>
            <a:spLocks noGrp="1"/>
          </p:cNvSpPr>
          <p:nvPr/>
        </p:nvSpPr>
        <p:spPr>
          <a:xfrm>
            <a:off x="1067530" y="4905784"/>
            <a:ext cx="28398" cy="28398"/>
          </a:xfrm>
          <a:prstGeom prst="ellipse">
            <a:avLst/>
          </a:prstGeom>
          <a:solidFill>
            <a:srgbClr val="7F8C97">
              <a:alpha val="48000"/>
            </a:srgbClr>
          </a:solidFill>
          <a:ln w="0">
            <a:noFill/>
            <a:prstDash val="solid"/>
          </a:ln>
        </p:spPr>
      </p:sp>
      <p:sp>
        <p:nvSpPr>
          <p:cNvPr id="2368" name="01_find_only_2367">
            <a:extLst>
              <a:ext uri="{FF2B5EF4-FFF2-40B4-BE49-F238E27FC236}">
                <a16:creationId xmlns:a16="http://schemas.microsoft.com/office/drawing/2014/main" id="{2B213E4F-B25A-470D-8A11-A356544994C6}"/>
              </a:ext>
            </a:extLst>
          </p:cNvPr>
          <p:cNvSpPr>
            <a:spLocks noGrp="1"/>
          </p:cNvSpPr>
          <p:nvPr/>
        </p:nvSpPr>
        <p:spPr>
          <a:xfrm>
            <a:off x="1074016" y="5892019"/>
            <a:ext cx="28398" cy="28398"/>
          </a:xfrm>
          <a:prstGeom prst="ellipse">
            <a:avLst/>
          </a:prstGeom>
          <a:solidFill>
            <a:srgbClr val="7F8C97">
              <a:alpha val="48000"/>
            </a:srgbClr>
          </a:solidFill>
          <a:ln w="0">
            <a:noFill/>
            <a:prstDash val="solid"/>
          </a:ln>
        </p:spPr>
      </p:sp>
      <p:sp>
        <p:nvSpPr>
          <p:cNvPr id="2369" name="01_find_only_2368">
            <a:extLst>
              <a:ext uri="{FF2B5EF4-FFF2-40B4-BE49-F238E27FC236}">
                <a16:creationId xmlns:a16="http://schemas.microsoft.com/office/drawing/2014/main" id="{C7F13E9A-B95D-46C1-AAFC-53C70A78684C}"/>
              </a:ext>
            </a:extLst>
          </p:cNvPr>
          <p:cNvSpPr>
            <a:spLocks noGrp="1"/>
          </p:cNvSpPr>
          <p:nvPr/>
        </p:nvSpPr>
        <p:spPr>
          <a:xfrm>
            <a:off x="1032143" y="5610237"/>
            <a:ext cx="28398" cy="28398"/>
          </a:xfrm>
          <a:prstGeom prst="ellipse">
            <a:avLst/>
          </a:prstGeom>
          <a:solidFill>
            <a:srgbClr val="7F8C97">
              <a:alpha val="48000"/>
            </a:srgbClr>
          </a:solidFill>
          <a:ln w="0">
            <a:noFill/>
            <a:prstDash val="solid"/>
          </a:ln>
        </p:spPr>
      </p:sp>
      <p:sp>
        <p:nvSpPr>
          <p:cNvPr id="2370" name="01_find_only_2369">
            <a:extLst>
              <a:ext uri="{FF2B5EF4-FFF2-40B4-BE49-F238E27FC236}">
                <a16:creationId xmlns:a16="http://schemas.microsoft.com/office/drawing/2014/main" id="{87CA848D-B94D-4F4F-A97A-63BC67B9B88F}"/>
              </a:ext>
            </a:extLst>
          </p:cNvPr>
          <p:cNvSpPr>
            <a:spLocks noGrp="1"/>
          </p:cNvSpPr>
          <p:nvPr/>
        </p:nvSpPr>
        <p:spPr>
          <a:xfrm>
            <a:off x="1092043" y="5328456"/>
            <a:ext cx="28398" cy="28398"/>
          </a:xfrm>
          <a:prstGeom prst="ellipse">
            <a:avLst/>
          </a:prstGeom>
          <a:solidFill>
            <a:srgbClr val="7F8C97">
              <a:alpha val="48000"/>
            </a:srgbClr>
          </a:solidFill>
          <a:ln w="0">
            <a:noFill/>
            <a:prstDash val="solid"/>
          </a:ln>
        </p:spPr>
      </p:sp>
      <p:sp>
        <p:nvSpPr>
          <p:cNvPr id="2371" name="01_find_only_2370">
            <a:extLst>
              <a:ext uri="{FF2B5EF4-FFF2-40B4-BE49-F238E27FC236}">
                <a16:creationId xmlns:a16="http://schemas.microsoft.com/office/drawing/2014/main" id="{0893B36E-4BE3-4571-91CD-F57FE5DA2D6A}"/>
              </a:ext>
            </a:extLst>
          </p:cNvPr>
          <p:cNvSpPr>
            <a:spLocks noGrp="1"/>
          </p:cNvSpPr>
          <p:nvPr/>
        </p:nvSpPr>
        <p:spPr>
          <a:xfrm>
            <a:off x="1074206" y="4905784"/>
            <a:ext cx="28398" cy="28398"/>
          </a:xfrm>
          <a:prstGeom prst="ellipse">
            <a:avLst/>
          </a:prstGeom>
          <a:solidFill>
            <a:srgbClr val="7F8C97">
              <a:alpha val="48000"/>
            </a:srgbClr>
          </a:solidFill>
          <a:ln w="0">
            <a:noFill/>
            <a:prstDash val="solid"/>
          </a:ln>
        </p:spPr>
      </p:sp>
      <p:sp>
        <p:nvSpPr>
          <p:cNvPr id="2372" name="01_find_only_2371">
            <a:extLst>
              <a:ext uri="{FF2B5EF4-FFF2-40B4-BE49-F238E27FC236}">
                <a16:creationId xmlns:a16="http://schemas.microsoft.com/office/drawing/2014/main" id="{A2300B4F-758E-45B1-904A-497338370135}"/>
              </a:ext>
            </a:extLst>
          </p:cNvPr>
          <p:cNvSpPr>
            <a:spLocks noGrp="1"/>
          </p:cNvSpPr>
          <p:nvPr/>
        </p:nvSpPr>
        <p:spPr>
          <a:xfrm>
            <a:off x="1019744" y="6173800"/>
            <a:ext cx="28398" cy="28398"/>
          </a:xfrm>
          <a:prstGeom prst="ellipse">
            <a:avLst/>
          </a:prstGeom>
          <a:solidFill>
            <a:srgbClr val="7F8C97">
              <a:alpha val="48000"/>
            </a:srgbClr>
          </a:solidFill>
          <a:ln w="0">
            <a:noFill/>
            <a:prstDash val="solid"/>
          </a:ln>
        </p:spPr>
      </p:sp>
      <p:sp>
        <p:nvSpPr>
          <p:cNvPr id="2373" name="01_find_only_2372">
            <a:extLst>
              <a:ext uri="{FF2B5EF4-FFF2-40B4-BE49-F238E27FC236}">
                <a16:creationId xmlns:a16="http://schemas.microsoft.com/office/drawing/2014/main" id="{D0A4C536-E5C7-49DB-AE18-1F4A8D87B7DD}"/>
              </a:ext>
            </a:extLst>
          </p:cNvPr>
          <p:cNvSpPr>
            <a:spLocks noGrp="1"/>
          </p:cNvSpPr>
          <p:nvPr/>
        </p:nvSpPr>
        <p:spPr>
          <a:xfrm>
            <a:off x="1024608" y="4905784"/>
            <a:ext cx="28398" cy="28398"/>
          </a:xfrm>
          <a:prstGeom prst="ellipse">
            <a:avLst/>
          </a:prstGeom>
          <a:solidFill>
            <a:srgbClr val="7F8C97">
              <a:alpha val="48000"/>
            </a:srgbClr>
          </a:solidFill>
          <a:ln w="0">
            <a:noFill/>
            <a:prstDash val="solid"/>
          </a:ln>
        </p:spPr>
      </p:sp>
      <p:sp>
        <p:nvSpPr>
          <p:cNvPr id="2374" name="01_find_only_2373">
            <a:extLst>
              <a:ext uri="{FF2B5EF4-FFF2-40B4-BE49-F238E27FC236}">
                <a16:creationId xmlns:a16="http://schemas.microsoft.com/office/drawing/2014/main" id="{D4D5AB62-4132-4F0C-8083-1165AAADA132}"/>
              </a:ext>
            </a:extLst>
          </p:cNvPr>
          <p:cNvSpPr>
            <a:spLocks noGrp="1"/>
          </p:cNvSpPr>
          <p:nvPr/>
        </p:nvSpPr>
        <p:spPr>
          <a:xfrm>
            <a:off x="1032048" y="5328456"/>
            <a:ext cx="28398" cy="28398"/>
          </a:xfrm>
          <a:prstGeom prst="ellipse">
            <a:avLst/>
          </a:prstGeom>
          <a:solidFill>
            <a:srgbClr val="7F8C97">
              <a:alpha val="48000"/>
            </a:srgbClr>
          </a:solidFill>
          <a:ln w="0">
            <a:noFill/>
            <a:prstDash val="solid"/>
          </a:ln>
        </p:spPr>
      </p:sp>
      <p:sp>
        <p:nvSpPr>
          <p:cNvPr id="2375" name="01_find_only_2374">
            <a:extLst>
              <a:ext uri="{FF2B5EF4-FFF2-40B4-BE49-F238E27FC236}">
                <a16:creationId xmlns:a16="http://schemas.microsoft.com/office/drawing/2014/main" id="{794F92F0-FD90-44FF-A5CF-BF702E696000}"/>
              </a:ext>
            </a:extLst>
          </p:cNvPr>
          <p:cNvSpPr>
            <a:spLocks noGrp="1"/>
          </p:cNvSpPr>
          <p:nvPr/>
        </p:nvSpPr>
        <p:spPr>
          <a:xfrm>
            <a:off x="1091280" y="4905784"/>
            <a:ext cx="28398" cy="28398"/>
          </a:xfrm>
          <a:prstGeom prst="ellipse">
            <a:avLst/>
          </a:prstGeom>
          <a:solidFill>
            <a:srgbClr val="7F8C97">
              <a:alpha val="48000"/>
            </a:srgbClr>
          </a:solidFill>
          <a:ln w="0">
            <a:noFill/>
            <a:prstDash val="solid"/>
          </a:ln>
        </p:spPr>
      </p:sp>
      <p:sp>
        <p:nvSpPr>
          <p:cNvPr id="2376" name="01_find_only_2375">
            <a:extLst>
              <a:ext uri="{FF2B5EF4-FFF2-40B4-BE49-F238E27FC236}">
                <a16:creationId xmlns:a16="http://schemas.microsoft.com/office/drawing/2014/main" id="{94536AEC-B065-40FE-9AEE-B683909FAB14}"/>
              </a:ext>
            </a:extLst>
          </p:cNvPr>
          <p:cNvSpPr>
            <a:spLocks noGrp="1"/>
          </p:cNvSpPr>
          <p:nvPr/>
        </p:nvSpPr>
        <p:spPr>
          <a:xfrm>
            <a:off x="1033574" y="4905784"/>
            <a:ext cx="28398" cy="28398"/>
          </a:xfrm>
          <a:prstGeom prst="ellipse">
            <a:avLst/>
          </a:prstGeom>
          <a:solidFill>
            <a:srgbClr val="7F8C97">
              <a:alpha val="48000"/>
            </a:srgbClr>
          </a:solidFill>
          <a:ln w="0">
            <a:noFill/>
            <a:prstDash val="solid"/>
          </a:ln>
        </p:spPr>
      </p:sp>
      <p:sp>
        <p:nvSpPr>
          <p:cNvPr id="2377" name="01_find_only_2376">
            <a:extLst>
              <a:ext uri="{FF2B5EF4-FFF2-40B4-BE49-F238E27FC236}">
                <a16:creationId xmlns:a16="http://schemas.microsoft.com/office/drawing/2014/main" id="{28934541-1E70-4342-A093-1E85BAB743A4}"/>
              </a:ext>
            </a:extLst>
          </p:cNvPr>
          <p:cNvSpPr>
            <a:spLocks noGrp="1"/>
          </p:cNvSpPr>
          <p:nvPr/>
        </p:nvSpPr>
        <p:spPr>
          <a:xfrm>
            <a:off x="1085938" y="5610237"/>
            <a:ext cx="28398" cy="28398"/>
          </a:xfrm>
          <a:prstGeom prst="ellipse">
            <a:avLst/>
          </a:prstGeom>
          <a:solidFill>
            <a:srgbClr val="7F8C97">
              <a:alpha val="48000"/>
            </a:srgbClr>
          </a:solidFill>
          <a:ln w="0">
            <a:noFill/>
            <a:prstDash val="solid"/>
          </a:ln>
        </p:spPr>
      </p:sp>
      <p:sp>
        <p:nvSpPr>
          <p:cNvPr id="2378" name="01_find_only_2377">
            <a:extLst>
              <a:ext uri="{FF2B5EF4-FFF2-40B4-BE49-F238E27FC236}">
                <a16:creationId xmlns:a16="http://schemas.microsoft.com/office/drawing/2014/main" id="{4F27C57D-73A0-4913-9D8E-40643ABED5BC}"/>
              </a:ext>
            </a:extLst>
          </p:cNvPr>
          <p:cNvSpPr>
            <a:spLocks noGrp="1"/>
          </p:cNvSpPr>
          <p:nvPr/>
        </p:nvSpPr>
        <p:spPr>
          <a:xfrm>
            <a:off x="1086701" y="4905784"/>
            <a:ext cx="28398" cy="28398"/>
          </a:xfrm>
          <a:prstGeom prst="ellipse">
            <a:avLst/>
          </a:prstGeom>
          <a:solidFill>
            <a:srgbClr val="7F8C97">
              <a:alpha val="48000"/>
            </a:srgbClr>
          </a:solidFill>
          <a:ln w="0">
            <a:noFill/>
            <a:prstDash val="solid"/>
          </a:ln>
        </p:spPr>
      </p:sp>
      <p:sp>
        <p:nvSpPr>
          <p:cNvPr id="2379" name="01_find_only_2378">
            <a:extLst>
              <a:ext uri="{FF2B5EF4-FFF2-40B4-BE49-F238E27FC236}">
                <a16:creationId xmlns:a16="http://schemas.microsoft.com/office/drawing/2014/main" id="{BBC5DE03-B7C5-474A-9B4D-2CF61C145E03}"/>
              </a:ext>
            </a:extLst>
          </p:cNvPr>
          <p:cNvSpPr>
            <a:spLocks noGrp="1"/>
          </p:cNvSpPr>
          <p:nvPr/>
        </p:nvSpPr>
        <p:spPr>
          <a:xfrm>
            <a:off x="1089181" y="5539792"/>
            <a:ext cx="28398" cy="28398"/>
          </a:xfrm>
          <a:prstGeom prst="ellipse">
            <a:avLst/>
          </a:prstGeom>
          <a:solidFill>
            <a:srgbClr val="7F8C97">
              <a:alpha val="48000"/>
            </a:srgbClr>
          </a:solidFill>
          <a:ln w="0">
            <a:noFill/>
            <a:prstDash val="solid"/>
          </a:ln>
        </p:spPr>
      </p:sp>
      <p:sp>
        <p:nvSpPr>
          <p:cNvPr id="2380" name="01_find_only_2379">
            <a:extLst>
              <a:ext uri="{FF2B5EF4-FFF2-40B4-BE49-F238E27FC236}">
                <a16:creationId xmlns:a16="http://schemas.microsoft.com/office/drawing/2014/main" id="{4C961A8C-E9EC-435C-BD90-408959BEDE8F}"/>
              </a:ext>
            </a:extLst>
          </p:cNvPr>
          <p:cNvSpPr>
            <a:spLocks noGrp="1"/>
          </p:cNvSpPr>
          <p:nvPr/>
        </p:nvSpPr>
        <p:spPr>
          <a:xfrm>
            <a:off x="1034337" y="6173800"/>
            <a:ext cx="28398" cy="28398"/>
          </a:xfrm>
          <a:prstGeom prst="ellipse">
            <a:avLst/>
          </a:prstGeom>
          <a:solidFill>
            <a:srgbClr val="7F8C97">
              <a:alpha val="48000"/>
            </a:srgbClr>
          </a:solidFill>
          <a:ln w="0">
            <a:noFill/>
            <a:prstDash val="solid"/>
          </a:ln>
        </p:spPr>
      </p:sp>
      <p:sp>
        <p:nvSpPr>
          <p:cNvPr id="2381" name="01_find_only_2380">
            <a:extLst>
              <a:ext uri="{FF2B5EF4-FFF2-40B4-BE49-F238E27FC236}">
                <a16:creationId xmlns:a16="http://schemas.microsoft.com/office/drawing/2014/main" id="{D4CA0AF7-E70F-422D-937D-4F83A0994EB4}"/>
              </a:ext>
            </a:extLst>
          </p:cNvPr>
          <p:cNvSpPr>
            <a:spLocks noGrp="1"/>
          </p:cNvSpPr>
          <p:nvPr/>
        </p:nvSpPr>
        <p:spPr>
          <a:xfrm>
            <a:off x="1019934" y="4905784"/>
            <a:ext cx="28398" cy="28398"/>
          </a:xfrm>
          <a:prstGeom prst="ellipse">
            <a:avLst/>
          </a:prstGeom>
          <a:solidFill>
            <a:srgbClr val="7F8C97">
              <a:alpha val="48000"/>
            </a:srgbClr>
          </a:solidFill>
          <a:ln w="0">
            <a:noFill/>
            <a:prstDash val="solid"/>
          </a:ln>
        </p:spPr>
      </p:sp>
      <p:sp>
        <p:nvSpPr>
          <p:cNvPr id="2382" name="01_find_only_2381">
            <a:extLst>
              <a:ext uri="{FF2B5EF4-FFF2-40B4-BE49-F238E27FC236}">
                <a16:creationId xmlns:a16="http://schemas.microsoft.com/office/drawing/2014/main" id="{BC8797DE-C2EC-4FDA-95DF-A4D3DA7F11C2}"/>
              </a:ext>
            </a:extLst>
          </p:cNvPr>
          <p:cNvSpPr>
            <a:spLocks noGrp="1"/>
          </p:cNvSpPr>
          <p:nvPr/>
        </p:nvSpPr>
        <p:spPr>
          <a:xfrm>
            <a:off x="1075446" y="4905784"/>
            <a:ext cx="28398" cy="28398"/>
          </a:xfrm>
          <a:prstGeom prst="ellipse">
            <a:avLst/>
          </a:prstGeom>
          <a:solidFill>
            <a:srgbClr val="7F8C97">
              <a:alpha val="48000"/>
            </a:srgbClr>
          </a:solidFill>
          <a:ln w="0">
            <a:noFill/>
            <a:prstDash val="solid"/>
          </a:ln>
        </p:spPr>
      </p:sp>
      <p:sp>
        <p:nvSpPr>
          <p:cNvPr id="2383" name="01_find_only_2382">
            <a:extLst>
              <a:ext uri="{FF2B5EF4-FFF2-40B4-BE49-F238E27FC236}">
                <a16:creationId xmlns:a16="http://schemas.microsoft.com/office/drawing/2014/main" id="{696D94BD-7053-428B-89BF-34CC06476A57}"/>
              </a:ext>
            </a:extLst>
          </p:cNvPr>
          <p:cNvSpPr>
            <a:spLocks noGrp="1"/>
          </p:cNvSpPr>
          <p:nvPr/>
        </p:nvSpPr>
        <p:spPr>
          <a:xfrm>
            <a:off x="1015451" y="4905784"/>
            <a:ext cx="28398" cy="28398"/>
          </a:xfrm>
          <a:prstGeom prst="ellipse">
            <a:avLst/>
          </a:prstGeom>
          <a:solidFill>
            <a:srgbClr val="7F8C97">
              <a:alpha val="48000"/>
            </a:srgbClr>
          </a:solidFill>
          <a:ln w="0">
            <a:noFill/>
            <a:prstDash val="solid"/>
          </a:ln>
        </p:spPr>
      </p:sp>
      <p:sp>
        <p:nvSpPr>
          <p:cNvPr id="2384" name="01_find_only_2383">
            <a:extLst>
              <a:ext uri="{FF2B5EF4-FFF2-40B4-BE49-F238E27FC236}">
                <a16:creationId xmlns:a16="http://schemas.microsoft.com/office/drawing/2014/main" id="{FBBBB511-6CC9-4EC0-8632-E14AA0E4FD7A}"/>
              </a:ext>
            </a:extLst>
          </p:cNvPr>
          <p:cNvSpPr>
            <a:spLocks noGrp="1"/>
          </p:cNvSpPr>
          <p:nvPr/>
        </p:nvSpPr>
        <p:spPr>
          <a:xfrm>
            <a:off x="1077831" y="4905784"/>
            <a:ext cx="28398" cy="28398"/>
          </a:xfrm>
          <a:prstGeom prst="ellipse">
            <a:avLst/>
          </a:prstGeom>
          <a:solidFill>
            <a:srgbClr val="7F8C97">
              <a:alpha val="48000"/>
            </a:srgbClr>
          </a:solidFill>
          <a:ln w="0">
            <a:noFill/>
            <a:prstDash val="solid"/>
          </a:ln>
        </p:spPr>
      </p:sp>
      <p:sp>
        <p:nvSpPr>
          <p:cNvPr id="2385" name="01_find_only_2384">
            <a:extLst>
              <a:ext uri="{FF2B5EF4-FFF2-40B4-BE49-F238E27FC236}">
                <a16:creationId xmlns:a16="http://schemas.microsoft.com/office/drawing/2014/main" id="{52AD6801-608C-4DA2-BB67-C4FFBBCB26F4}"/>
              </a:ext>
            </a:extLst>
          </p:cNvPr>
          <p:cNvSpPr>
            <a:spLocks noGrp="1"/>
          </p:cNvSpPr>
          <p:nvPr/>
        </p:nvSpPr>
        <p:spPr>
          <a:xfrm>
            <a:off x="1016310" y="4905784"/>
            <a:ext cx="28398" cy="28398"/>
          </a:xfrm>
          <a:prstGeom prst="ellipse">
            <a:avLst/>
          </a:prstGeom>
          <a:solidFill>
            <a:srgbClr val="7F8C97">
              <a:alpha val="48000"/>
            </a:srgbClr>
          </a:solidFill>
          <a:ln w="0">
            <a:noFill/>
            <a:prstDash val="solid"/>
          </a:ln>
        </p:spPr>
      </p:sp>
      <p:sp>
        <p:nvSpPr>
          <p:cNvPr id="2386" name="01_find_only_2385">
            <a:extLst>
              <a:ext uri="{FF2B5EF4-FFF2-40B4-BE49-F238E27FC236}">
                <a16:creationId xmlns:a16="http://schemas.microsoft.com/office/drawing/2014/main" id="{96C33F0F-1C0F-4DFF-A87A-1652C056D8DC}"/>
              </a:ext>
            </a:extLst>
          </p:cNvPr>
          <p:cNvSpPr>
            <a:spLocks noGrp="1"/>
          </p:cNvSpPr>
          <p:nvPr/>
        </p:nvSpPr>
        <p:spPr>
          <a:xfrm>
            <a:off x="1096144" y="4905784"/>
            <a:ext cx="28398" cy="28398"/>
          </a:xfrm>
          <a:prstGeom prst="ellipse">
            <a:avLst/>
          </a:prstGeom>
          <a:solidFill>
            <a:srgbClr val="7F8C97">
              <a:alpha val="48000"/>
            </a:srgbClr>
          </a:solidFill>
          <a:ln w="0">
            <a:noFill/>
            <a:prstDash val="solid"/>
          </a:ln>
        </p:spPr>
      </p:sp>
      <p:sp>
        <p:nvSpPr>
          <p:cNvPr id="2387" name="01_find_only_2386">
            <a:extLst>
              <a:ext uri="{FF2B5EF4-FFF2-40B4-BE49-F238E27FC236}">
                <a16:creationId xmlns:a16="http://schemas.microsoft.com/office/drawing/2014/main" id="{55D552E2-2DCD-46BA-A8B7-3EF9C1252295}"/>
              </a:ext>
            </a:extLst>
          </p:cNvPr>
          <p:cNvSpPr>
            <a:spLocks noGrp="1"/>
          </p:cNvSpPr>
          <p:nvPr/>
        </p:nvSpPr>
        <p:spPr>
          <a:xfrm>
            <a:off x="1081551" y="4905784"/>
            <a:ext cx="28398" cy="28398"/>
          </a:xfrm>
          <a:prstGeom prst="ellipse">
            <a:avLst/>
          </a:prstGeom>
          <a:solidFill>
            <a:srgbClr val="7F8C97">
              <a:alpha val="48000"/>
            </a:srgbClr>
          </a:solidFill>
          <a:ln w="0">
            <a:noFill/>
            <a:prstDash val="solid"/>
          </a:ln>
        </p:spPr>
      </p:sp>
      <p:sp>
        <p:nvSpPr>
          <p:cNvPr id="2388" name="01_find_only_2387">
            <a:extLst>
              <a:ext uri="{FF2B5EF4-FFF2-40B4-BE49-F238E27FC236}">
                <a16:creationId xmlns:a16="http://schemas.microsoft.com/office/drawing/2014/main" id="{78677C9B-9D24-4625-A031-22BC58B5443C}"/>
              </a:ext>
            </a:extLst>
          </p:cNvPr>
          <p:cNvSpPr>
            <a:spLocks noGrp="1"/>
          </p:cNvSpPr>
          <p:nvPr/>
        </p:nvSpPr>
        <p:spPr>
          <a:xfrm>
            <a:off x="1047023" y="4905784"/>
            <a:ext cx="28398" cy="28398"/>
          </a:xfrm>
          <a:prstGeom prst="ellipse">
            <a:avLst/>
          </a:prstGeom>
          <a:solidFill>
            <a:srgbClr val="7F8C97">
              <a:alpha val="48000"/>
            </a:srgbClr>
          </a:solidFill>
          <a:ln w="0">
            <a:noFill/>
            <a:prstDash val="solid"/>
          </a:ln>
        </p:spPr>
      </p:sp>
      <p:sp>
        <p:nvSpPr>
          <p:cNvPr id="2389" name="01_find_only_2388">
            <a:extLst>
              <a:ext uri="{FF2B5EF4-FFF2-40B4-BE49-F238E27FC236}">
                <a16:creationId xmlns:a16="http://schemas.microsoft.com/office/drawing/2014/main" id="{0E40B49C-FF10-401B-9195-8A7DE057CC5B}"/>
              </a:ext>
            </a:extLst>
          </p:cNvPr>
          <p:cNvSpPr>
            <a:spLocks noGrp="1"/>
          </p:cNvSpPr>
          <p:nvPr/>
        </p:nvSpPr>
        <p:spPr>
          <a:xfrm>
            <a:off x="1030903" y="4905784"/>
            <a:ext cx="28398" cy="28398"/>
          </a:xfrm>
          <a:prstGeom prst="ellipse">
            <a:avLst/>
          </a:prstGeom>
          <a:solidFill>
            <a:srgbClr val="7F8C97">
              <a:alpha val="48000"/>
            </a:srgbClr>
          </a:solidFill>
          <a:ln w="0">
            <a:noFill/>
            <a:prstDash val="solid"/>
          </a:ln>
        </p:spPr>
      </p:sp>
      <p:sp>
        <p:nvSpPr>
          <p:cNvPr id="2390" name="01_find_only_2389">
            <a:extLst>
              <a:ext uri="{FF2B5EF4-FFF2-40B4-BE49-F238E27FC236}">
                <a16:creationId xmlns:a16="http://schemas.microsoft.com/office/drawing/2014/main" id="{88D39B56-29D9-4CBC-82B5-DA07BB8FF309}"/>
              </a:ext>
            </a:extLst>
          </p:cNvPr>
          <p:cNvSpPr>
            <a:spLocks noGrp="1"/>
          </p:cNvSpPr>
          <p:nvPr/>
        </p:nvSpPr>
        <p:spPr>
          <a:xfrm>
            <a:off x="1098815" y="5328456"/>
            <a:ext cx="28398" cy="28398"/>
          </a:xfrm>
          <a:prstGeom prst="ellipse">
            <a:avLst/>
          </a:prstGeom>
          <a:solidFill>
            <a:srgbClr val="7F8C97">
              <a:alpha val="48000"/>
            </a:srgbClr>
          </a:solidFill>
          <a:ln w="0">
            <a:noFill/>
            <a:prstDash val="solid"/>
          </a:ln>
        </p:spPr>
      </p:sp>
      <p:sp>
        <p:nvSpPr>
          <p:cNvPr id="2391" name="01_find_only_2390">
            <a:extLst>
              <a:ext uri="{FF2B5EF4-FFF2-40B4-BE49-F238E27FC236}">
                <a16:creationId xmlns:a16="http://schemas.microsoft.com/office/drawing/2014/main" id="{4BFE443F-0EB8-46A3-BAF0-3B804E1CCE9C}"/>
              </a:ext>
            </a:extLst>
          </p:cNvPr>
          <p:cNvSpPr>
            <a:spLocks noGrp="1"/>
          </p:cNvSpPr>
          <p:nvPr/>
        </p:nvSpPr>
        <p:spPr>
          <a:xfrm>
            <a:off x="1064191" y="6173800"/>
            <a:ext cx="28398" cy="28398"/>
          </a:xfrm>
          <a:prstGeom prst="ellipse">
            <a:avLst/>
          </a:prstGeom>
          <a:solidFill>
            <a:srgbClr val="7F8C97">
              <a:alpha val="48000"/>
            </a:srgbClr>
          </a:solidFill>
          <a:ln w="0">
            <a:noFill/>
            <a:prstDash val="solid"/>
          </a:ln>
        </p:spPr>
      </p:sp>
      <p:sp>
        <p:nvSpPr>
          <p:cNvPr id="2392" name="01_find_only_2391">
            <a:extLst>
              <a:ext uri="{FF2B5EF4-FFF2-40B4-BE49-F238E27FC236}">
                <a16:creationId xmlns:a16="http://schemas.microsoft.com/office/drawing/2014/main" id="{A001805D-F752-4A9B-8C42-3D5CFF15959F}"/>
              </a:ext>
            </a:extLst>
          </p:cNvPr>
          <p:cNvSpPr>
            <a:spLocks noGrp="1"/>
          </p:cNvSpPr>
          <p:nvPr/>
        </p:nvSpPr>
        <p:spPr>
          <a:xfrm>
            <a:off x="1085938" y="6173800"/>
            <a:ext cx="28398" cy="28398"/>
          </a:xfrm>
          <a:prstGeom prst="ellipse">
            <a:avLst/>
          </a:prstGeom>
          <a:solidFill>
            <a:srgbClr val="7F8C97">
              <a:alpha val="48000"/>
            </a:srgbClr>
          </a:solidFill>
          <a:ln w="0">
            <a:noFill/>
            <a:prstDash val="solid"/>
          </a:ln>
        </p:spPr>
      </p:sp>
      <p:sp>
        <p:nvSpPr>
          <p:cNvPr id="2393" name="01_find_only_2392">
            <a:extLst>
              <a:ext uri="{FF2B5EF4-FFF2-40B4-BE49-F238E27FC236}">
                <a16:creationId xmlns:a16="http://schemas.microsoft.com/office/drawing/2014/main" id="{70FEB152-12A2-4598-A6D7-BE537C0CD36A}"/>
              </a:ext>
            </a:extLst>
          </p:cNvPr>
          <p:cNvSpPr>
            <a:spLocks noGrp="1"/>
          </p:cNvSpPr>
          <p:nvPr/>
        </p:nvSpPr>
        <p:spPr>
          <a:xfrm>
            <a:off x="1019076" y="4905784"/>
            <a:ext cx="28398" cy="28398"/>
          </a:xfrm>
          <a:prstGeom prst="ellipse">
            <a:avLst/>
          </a:prstGeom>
          <a:solidFill>
            <a:srgbClr val="7F8C97">
              <a:alpha val="48000"/>
            </a:srgbClr>
          </a:solidFill>
          <a:ln w="0">
            <a:noFill/>
            <a:prstDash val="solid"/>
          </a:ln>
        </p:spPr>
      </p:sp>
      <p:sp>
        <p:nvSpPr>
          <p:cNvPr id="2394" name="01_find_only_2393">
            <a:extLst>
              <a:ext uri="{FF2B5EF4-FFF2-40B4-BE49-F238E27FC236}">
                <a16:creationId xmlns:a16="http://schemas.microsoft.com/office/drawing/2014/main" id="{C34AF2B9-7E6E-4D4A-843D-9E5FF20A0D83}"/>
              </a:ext>
            </a:extLst>
          </p:cNvPr>
          <p:cNvSpPr>
            <a:spLocks noGrp="1"/>
          </p:cNvSpPr>
          <p:nvPr/>
        </p:nvSpPr>
        <p:spPr>
          <a:xfrm>
            <a:off x="1080025" y="6173800"/>
            <a:ext cx="28398" cy="28398"/>
          </a:xfrm>
          <a:prstGeom prst="ellipse">
            <a:avLst/>
          </a:prstGeom>
          <a:solidFill>
            <a:srgbClr val="7F8C97">
              <a:alpha val="48000"/>
            </a:srgbClr>
          </a:solidFill>
          <a:ln w="0">
            <a:noFill/>
            <a:prstDash val="solid"/>
          </a:ln>
        </p:spPr>
      </p:sp>
      <p:sp>
        <p:nvSpPr>
          <p:cNvPr id="2395" name="01_find_only_2394">
            <a:extLst>
              <a:ext uri="{FF2B5EF4-FFF2-40B4-BE49-F238E27FC236}">
                <a16:creationId xmlns:a16="http://schemas.microsoft.com/office/drawing/2014/main" id="{C416E427-C1F0-44A9-8727-714ECA820A06}"/>
              </a:ext>
            </a:extLst>
          </p:cNvPr>
          <p:cNvSpPr>
            <a:spLocks noGrp="1"/>
          </p:cNvSpPr>
          <p:nvPr/>
        </p:nvSpPr>
        <p:spPr>
          <a:xfrm>
            <a:off x="1066194" y="4905784"/>
            <a:ext cx="28398" cy="28398"/>
          </a:xfrm>
          <a:prstGeom prst="ellipse">
            <a:avLst/>
          </a:prstGeom>
          <a:solidFill>
            <a:srgbClr val="7F8C97">
              <a:alpha val="48000"/>
            </a:srgbClr>
          </a:solidFill>
          <a:ln w="0">
            <a:noFill/>
            <a:prstDash val="solid"/>
          </a:ln>
        </p:spPr>
      </p:sp>
      <p:sp>
        <p:nvSpPr>
          <p:cNvPr id="2396" name="01_find_only_2395">
            <a:extLst>
              <a:ext uri="{FF2B5EF4-FFF2-40B4-BE49-F238E27FC236}">
                <a16:creationId xmlns:a16="http://schemas.microsoft.com/office/drawing/2014/main" id="{B2681D00-424E-46B1-A5FB-4D45BEF02F1D}"/>
              </a:ext>
            </a:extLst>
          </p:cNvPr>
          <p:cNvSpPr>
            <a:spLocks noGrp="1"/>
          </p:cNvSpPr>
          <p:nvPr/>
        </p:nvSpPr>
        <p:spPr>
          <a:xfrm>
            <a:off x="1005627" y="4905784"/>
            <a:ext cx="28398" cy="28398"/>
          </a:xfrm>
          <a:prstGeom prst="ellipse">
            <a:avLst/>
          </a:prstGeom>
          <a:solidFill>
            <a:srgbClr val="7F8C97">
              <a:alpha val="48000"/>
            </a:srgbClr>
          </a:solidFill>
          <a:ln w="0">
            <a:noFill/>
            <a:prstDash val="solid"/>
          </a:ln>
        </p:spPr>
      </p:sp>
      <p:sp>
        <p:nvSpPr>
          <p:cNvPr id="2397" name="01_find_only_2396">
            <a:extLst>
              <a:ext uri="{FF2B5EF4-FFF2-40B4-BE49-F238E27FC236}">
                <a16:creationId xmlns:a16="http://schemas.microsoft.com/office/drawing/2014/main" id="{E97BAA98-BF23-4BAF-8E45-E9F3F5FF1493}"/>
              </a:ext>
            </a:extLst>
          </p:cNvPr>
          <p:cNvSpPr>
            <a:spLocks noGrp="1"/>
          </p:cNvSpPr>
          <p:nvPr/>
        </p:nvSpPr>
        <p:spPr>
          <a:xfrm>
            <a:off x="1044924" y="6173800"/>
            <a:ext cx="28398" cy="28398"/>
          </a:xfrm>
          <a:prstGeom prst="ellipse">
            <a:avLst/>
          </a:prstGeom>
          <a:solidFill>
            <a:srgbClr val="7F8C97">
              <a:alpha val="48000"/>
            </a:srgbClr>
          </a:solidFill>
          <a:ln w="0">
            <a:noFill/>
            <a:prstDash val="solid"/>
          </a:ln>
        </p:spPr>
      </p:sp>
      <p:sp>
        <p:nvSpPr>
          <p:cNvPr id="2398" name="01_find_only_2397">
            <a:extLst>
              <a:ext uri="{FF2B5EF4-FFF2-40B4-BE49-F238E27FC236}">
                <a16:creationId xmlns:a16="http://schemas.microsoft.com/office/drawing/2014/main" id="{305432D2-0004-4E74-901E-8C27EFD9DFE3}"/>
              </a:ext>
            </a:extLst>
          </p:cNvPr>
          <p:cNvSpPr>
            <a:spLocks noGrp="1"/>
          </p:cNvSpPr>
          <p:nvPr/>
        </p:nvSpPr>
        <p:spPr>
          <a:xfrm>
            <a:off x="1033097" y="6173800"/>
            <a:ext cx="28398" cy="28398"/>
          </a:xfrm>
          <a:prstGeom prst="ellipse">
            <a:avLst/>
          </a:prstGeom>
          <a:solidFill>
            <a:srgbClr val="7F8C97">
              <a:alpha val="48000"/>
            </a:srgbClr>
          </a:solidFill>
          <a:ln w="0">
            <a:noFill/>
            <a:prstDash val="solid"/>
          </a:ln>
        </p:spPr>
      </p:sp>
      <p:sp>
        <p:nvSpPr>
          <p:cNvPr id="2399" name="01_find_only_2398">
            <a:extLst>
              <a:ext uri="{FF2B5EF4-FFF2-40B4-BE49-F238E27FC236}">
                <a16:creationId xmlns:a16="http://schemas.microsoft.com/office/drawing/2014/main" id="{3CD9F658-5C17-41F7-8F5F-EF296C125DBB}"/>
              </a:ext>
            </a:extLst>
          </p:cNvPr>
          <p:cNvSpPr>
            <a:spLocks noGrp="1"/>
          </p:cNvSpPr>
          <p:nvPr/>
        </p:nvSpPr>
        <p:spPr>
          <a:xfrm>
            <a:off x="1054462" y="4905784"/>
            <a:ext cx="28398" cy="28398"/>
          </a:xfrm>
          <a:prstGeom prst="ellipse">
            <a:avLst/>
          </a:prstGeom>
          <a:solidFill>
            <a:srgbClr val="7F8C97">
              <a:alpha val="48000"/>
            </a:srgbClr>
          </a:solidFill>
          <a:ln w="0">
            <a:noFill/>
            <a:prstDash val="solid"/>
          </a:ln>
        </p:spPr>
      </p:sp>
      <p:sp>
        <p:nvSpPr>
          <p:cNvPr id="2400" name="01_find_only_2399">
            <a:extLst>
              <a:ext uri="{FF2B5EF4-FFF2-40B4-BE49-F238E27FC236}">
                <a16:creationId xmlns:a16="http://schemas.microsoft.com/office/drawing/2014/main" id="{CB6F2E8D-77B8-4463-8C0D-409D82F72B0C}"/>
              </a:ext>
            </a:extLst>
          </p:cNvPr>
          <p:cNvSpPr>
            <a:spLocks noGrp="1"/>
          </p:cNvSpPr>
          <p:nvPr/>
        </p:nvSpPr>
        <p:spPr>
          <a:xfrm>
            <a:off x="1042444" y="6068132"/>
            <a:ext cx="28398" cy="28398"/>
          </a:xfrm>
          <a:prstGeom prst="ellipse">
            <a:avLst/>
          </a:prstGeom>
          <a:solidFill>
            <a:srgbClr val="7F8C97">
              <a:alpha val="48000"/>
            </a:srgbClr>
          </a:solidFill>
          <a:ln w="0">
            <a:noFill/>
            <a:prstDash val="solid"/>
          </a:ln>
        </p:spPr>
      </p:sp>
      <p:sp>
        <p:nvSpPr>
          <p:cNvPr id="2401" name="01_find_only_2400">
            <a:extLst>
              <a:ext uri="{FF2B5EF4-FFF2-40B4-BE49-F238E27FC236}">
                <a16:creationId xmlns:a16="http://schemas.microsoft.com/office/drawing/2014/main" id="{D4F0C657-4C79-4103-9BB4-9D731CD030E2}"/>
              </a:ext>
            </a:extLst>
          </p:cNvPr>
          <p:cNvSpPr>
            <a:spLocks noGrp="1"/>
          </p:cNvSpPr>
          <p:nvPr/>
        </p:nvSpPr>
        <p:spPr>
          <a:xfrm>
            <a:off x="1083649" y="5856796"/>
            <a:ext cx="28398" cy="28398"/>
          </a:xfrm>
          <a:prstGeom prst="ellipse">
            <a:avLst/>
          </a:prstGeom>
          <a:solidFill>
            <a:srgbClr val="7F8C97">
              <a:alpha val="48000"/>
            </a:srgbClr>
          </a:solidFill>
          <a:ln w="0">
            <a:noFill/>
            <a:prstDash val="solid"/>
          </a:ln>
        </p:spPr>
      </p:sp>
      <p:sp>
        <p:nvSpPr>
          <p:cNvPr id="2402" name="01_find_only_2401">
            <a:extLst>
              <a:ext uri="{FF2B5EF4-FFF2-40B4-BE49-F238E27FC236}">
                <a16:creationId xmlns:a16="http://schemas.microsoft.com/office/drawing/2014/main" id="{52E3A62B-99BE-4475-82A1-4C10FFF5EFEA}"/>
              </a:ext>
            </a:extLst>
          </p:cNvPr>
          <p:cNvSpPr>
            <a:spLocks noGrp="1"/>
          </p:cNvSpPr>
          <p:nvPr/>
        </p:nvSpPr>
        <p:spPr>
          <a:xfrm>
            <a:off x="1016119" y="4905784"/>
            <a:ext cx="28398" cy="28398"/>
          </a:xfrm>
          <a:prstGeom prst="ellipse">
            <a:avLst/>
          </a:prstGeom>
          <a:solidFill>
            <a:srgbClr val="7F8C97">
              <a:alpha val="48000"/>
            </a:srgbClr>
          </a:solidFill>
          <a:ln w="0">
            <a:noFill/>
            <a:prstDash val="solid"/>
          </a:ln>
        </p:spPr>
      </p:sp>
      <p:sp>
        <p:nvSpPr>
          <p:cNvPr id="2403" name="01_find_only_2402">
            <a:extLst>
              <a:ext uri="{FF2B5EF4-FFF2-40B4-BE49-F238E27FC236}">
                <a16:creationId xmlns:a16="http://schemas.microsoft.com/office/drawing/2014/main" id="{754BE7D2-70DC-43DF-A989-91CD30C1FDB7}"/>
              </a:ext>
            </a:extLst>
          </p:cNvPr>
          <p:cNvSpPr>
            <a:spLocks noGrp="1"/>
          </p:cNvSpPr>
          <p:nvPr/>
        </p:nvSpPr>
        <p:spPr>
          <a:xfrm>
            <a:off x="1020507" y="4905784"/>
            <a:ext cx="28398" cy="28398"/>
          </a:xfrm>
          <a:prstGeom prst="ellipse">
            <a:avLst/>
          </a:prstGeom>
          <a:solidFill>
            <a:srgbClr val="7F8C97">
              <a:alpha val="48000"/>
            </a:srgbClr>
          </a:solidFill>
          <a:ln w="0">
            <a:noFill/>
            <a:prstDash val="solid"/>
          </a:ln>
        </p:spPr>
      </p:sp>
      <p:sp>
        <p:nvSpPr>
          <p:cNvPr id="2404" name="01_find_only_2403">
            <a:extLst>
              <a:ext uri="{FF2B5EF4-FFF2-40B4-BE49-F238E27FC236}">
                <a16:creationId xmlns:a16="http://schemas.microsoft.com/office/drawing/2014/main" id="{56C077E3-DB75-4F06-BCE3-1811A6D827CC}"/>
              </a:ext>
            </a:extLst>
          </p:cNvPr>
          <p:cNvSpPr>
            <a:spLocks noGrp="1"/>
          </p:cNvSpPr>
          <p:nvPr/>
        </p:nvSpPr>
        <p:spPr>
          <a:xfrm>
            <a:off x="1060185" y="4905784"/>
            <a:ext cx="28398" cy="28398"/>
          </a:xfrm>
          <a:prstGeom prst="ellipse">
            <a:avLst/>
          </a:prstGeom>
          <a:solidFill>
            <a:srgbClr val="7F8C97">
              <a:alpha val="48000"/>
            </a:srgbClr>
          </a:solidFill>
          <a:ln w="0">
            <a:noFill/>
            <a:prstDash val="solid"/>
          </a:ln>
        </p:spPr>
      </p:sp>
      <p:sp>
        <p:nvSpPr>
          <p:cNvPr id="2405" name="01_find_only_2404">
            <a:extLst>
              <a:ext uri="{FF2B5EF4-FFF2-40B4-BE49-F238E27FC236}">
                <a16:creationId xmlns:a16="http://schemas.microsoft.com/office/drawing/2014/main" id="{F243D837-74A3-4102-BBA6-5D3660B8A86E}"/>
              </a:ext>
            </a:extLst>
          </p:cNvPr>
          <p:cNvSpPr>
            <a:spLocks noGrp="1"/>
          </p:cNvSpPr>
          <p:nvPr/>
        </p:nvSpPr>
        <p:spPr>
          <a:xfrm>
            <a:off x="1059327" y="4905784"/>
            <a:ext cx="28398" cy="28398"/>
          </a:xfrm>
          <a:prstGeom prst="ellipse">
            <a:avLst/>
          </a:prstGeom>
          <a:solidFill>
            <a:srgbClr val="7F8C97">
              <a:alpha val="48000"/>
            </a:srgbClr>
          </a:solidFill>
          <a:ln w="0">
            <a:noFill/>
            <a:prstDash val="solid"/>
          </a:ln>
        </p:spPr>
      </p:sp>
      <p:sp>
        <p:nvSpPr>
          <p:cNvPr id="2406" name="01_find_only_2405">
            <a:extLst>
              <a:ext uri="{FF2B5EF4-FFF2-40B4-BE49-F238E27FC236}">
                <a16:creationId xmlns:a16="http://schemas.microsoft.com/office/drawing/2014/main" id="{82FF3FA5-D37D-43D8-99C6-BE81A8A5B4E7}"/>
              </a:ext>
            </a:extLst>
          </p:cNvPr>
          <p:cNvSpPr>
            <a:spLocks noGrp="1"/>
          </p:cNvSpPr>
          <p:nvPr/>
        </p:nvSpPr>
        <p:spPr>
          <a:xfrm>
            <a:off x="1090326" y="4905784"/>
            <a:ext cx="28398" cy="28398"/>
          </a:xfrm>
          <a:prstGeom prst="ellipse">
            <a:avLst/>
          </a:prstGeom>
          <a:solidFill>
            <a:srgbClr val="7F8C97">
              <a:alpha val="48000"/>
            </a:srgbClr>
          </a:solidFill>
          <a:ln w="0">
            <a:noFill/>
            <a:prstDash val="solid"/>
          </a:ln>
        </p:spPr>
      </p:sp>
      <p:sp>
        <p:nvSpPr>
          <p:cNvPr id="2407" name="01_find_only_2406">
            <a:extLst>
              <a:ext uri="{FF2B5EF4-FFF2-40B4-BE49-F238E27FC236}">
                <a16:creationId xmlns:a16="http://schemas.microsoft.com/office/drawing/2014/main" id="{3DB13858-3A5C-4D8C-B47B-3BDC172FF86D}"/>
              </a:ext>
            </a:extLst>
          </p:cNvPr>
          <p:cNvSpPr>
            <a:spLocks noGrp="1"/>
          </p:cNvSpPr>
          <p:nvPr/>
        </p:nvSpPr>
        <p:spPr>
          <a:xfrm>
            <a:off x="1075923" y="5222788"/>
            <a:ext cx="28398" cy="28398"/>
          </a:xfrm>
          <a:prstGeom prst="ellipse">
            <a:avLst/>
          </a:prstGeom>
          <a:solidFill>
            <a:srgbClr val="7F8C97">
              <a:alpha val="48000"/>
            </a:srgbClr>
          </a:solidFill>
          <a:ln w="0">
            <a:noFill/>
            <a:prstDash val="solid"/>
          </a:ln>
        </p:spPr>
      </p:sp>
      <p:sp>
        <p:nvSpPr>
          <p:cNvPr id="2408" name="01_find_only_2407">
            <a:extLst>
              <a:ext uri="{FF2B5EF4-FFF2-40B4-BE49-F238E27FC236}">
                <a16:creationId xmlns:a16="http://schemas.microsoft.com/office/drawing/2014/main" id="{3B49AC76-9F7E-4D65-BC52-5142478C9898}"/>
              </a:ext>
            </a:extLst>
          </p:cNvPr>
          <p:cNvSpPr>
            <a:spLocks noGrp="1"/>
          </p:cNvSpPr>
          <p:nvPr/>
        </p:nvSpPr>
        <p:spPr>
          <a:xfrm>
            <a:off x="1030903" y="6173800"/>
            <a:ext cx="28398" cy="28398"/>
          </a:xfrm>
          <a:prstGeom prst="ellipse">
            <a:avLst/>
          </a:prstGeom>
          <a:solidFill>
            <a:srgbClr val="7F8C97">
              <a:alpha val="48000"/>
            </a:srgbClr>
          </a:solidFill>
          <a:ln w="0">
            <a:noFill/>
            <a:prstDash val="solid"/>
          </a:ln>
        </p:spPr>
      </p:sp>
      <p:sp>
        <p:nvSpPr>
          <p:cNvPr id="2409" name="01_find_only_2408">
            <a:extLst>
              <a:ext uri="{FF2B5EF4-FFF2-40B4-BE49-F238E27FC236}">
                <a16:creationId xmlns:a16="http://schemas.microsoft.com/office/drawing/2014/main" id="{5F7EB041-A94B-4BB2-9CE2-303089162CC2}"/>
              </a:ext>
            </a:extLst>
          </p:cNvPr>
          <p:cNvSpPr>
            <a:spLocks noGrp="1"/>
          </p:cNvSpPr>
          <p:nvPr/>
        </p:nvSpPr>
        <p:spPr>
          <a:xfrm>
            <a:off x="1077831" y="5539792"/>
            <a:ext cx="28398" cy="28398"/>
          </a:xfrm>
          <a:prstGeom prst="ellipse">
            <a:avLst/>
          </a:prstGeom>
          <a:solidFill>
            <a:srgbClr val="7F8C97">
              <a:alpha val="48000"/>
            </a:srgbClr>
          </a:solidFill>
          <a:ln w="0">
            <a:noFill/>
            <a:prstDash val="solid"/>
          </a:ln>
        </p:spPr>
      </p:sp>
      <p:sp>
        <p:nvSpPr>
          <p:cNvPr id="2410" name="01_find_only_2409">
            <a:extLst>
              <a:ext uri="{FF2B5EF4-FFF2-40B4-BE49-F238E27FC236}">
                <a16:creationId xmlns:a16="http://schemas.microsoft.com/office/drawing/2014/main" id="{5A71831D-7E26-4ECF-983E-216B33FF49B5}"/>
              </a:ext>
            </a:extLst>
          </p:cNvPr>
          <p:cNvSpPr>
            <a:spLocks noGrp="1"/>
          </p:cNvSpPr>
          <p:nvPr/>
        </p:nvSpPr>
        <p:spPr>
          <a:xfrm>
            <a:off x="1070105" y="4905784"/>
            <a:ext cx="28398" cy="28398"/>
          </a:xfrm>
          <a:prstGeom prst="ellipse">
            <a:avLst/>
          </a:prstGeom>
          <a:solidFill>
            <a:srgbClr val="7F8C97">
              <a:alpha val="48000"/>
            </a:srgbClr>
          </a:solidFill>
          <a:ln w="0">
            <a:noFill/>
            <a:prstDash val="solid"/>
          </a:ln>
        </p:spPr>
      </p:sp>
      <p:sp>
        <p:nvSpPr>
          <p:cNvPr id="2411" name="01_find_only_2410">
            <a:extLst>
              <a:ext uri="{FF2B5EF4-FFF2-40B4-BE49-F238E27FC236}">
                <a16:creationId xmlns:a16="http://schemas.microsoft.com/office/drawing/2014/main" id="{6C90F29A-BD4E-44DA-AB18-86665D733ACA}"/>
              </a:ext>
            </a:extLst>
          </p:cNvPr>
          <p:cNvSpPr>
            <a:spLocks noGrp="1"/>
          </p:cNvSpPr>
          <p:nvPr/>
        </p:nvSpPr>
        <p:spPr>
          <a:xfrm>
            <a:off x="1074206" y="4905784"/>
            <a:ext cx="28398" cy="28398"/>
          </a:xfrm>
          <a:prstGeom prst="ellipse">
            <a:avLst/>
          </a:prstGeom>
          <a:solidFill>
            <a:srgbClr val="7F8C97">
              <a:alpha val="48000"/>
            </a:srgbClr>
          </a:solidFill>
          <a:ln w="0">
            <a:noFill/>
            <a:prstDash val="solid"/>
          </a:ln>
        </p:spPr>
      </p:sp>
      <p:sp>
        <p:nvSpPr>
          <p:cNvPr id="2412" name="01_find_only_2411">
            <a:extLst>
              <a:ext uri="{FF2B5EF4-FFF2-40B4-BE49-F238E27FC236}">
                <a16:creationId xmlns:a16="http://schemas.microsoft.com/office/drawing/2014/main" id="{C5E19C15-F530-4336-937A-DB78FF9FC566}"/>
              </a:ext>
            </a:extLst>
          </p:cNvPr>
          <p:cNvSpPr>
            <a:spLocks noGrp="1"/>
          </p:cNvSpPr>
          <p:nvPr/>
        </p:nvSpPr>
        <p:spPr>
          <a:xfrm>
            <a:off x="1083077" y="5398901"/>
            <a:ext cx="28398" cy="28398"/>
          </a:xfrm>
          <a:prstGeom prst="ellipse">
            <a:avLst/>
          </a:prstGeom>
          <a:solidFill>
            <a:srgbClr val="7F8C97">
              <a:alpha val="48000"/>
            </a:srgbClr>
          </a:solidFill>
          <a:ln w="0">
            <a:noFill/>
            <a:prstDash val="solid"/>
          </a:ln>
        </p:spPr>
      </p:sp>
      <p:sp>
        <p:nvSpPr>
          <p:cNvPr id="2413" name="01_find_only_2412">
            <a:extLst>
              <a:ext uri="{FF2B5EF4-FFF2-40B4-BE49-F238E27FC236}">
                <a16:creationId xmlns:a16="http://schemas.microsoft.com/office/drawing/2014/main" id="{C1FB19C9-CBBB-4BD6-A670-BAD3982802DE}"/>
              </a:ext>
            </a:extLst>
          </p:cNvPr>
          <p:cNvSpPr>
            <a:spLocks noGrp="1"/>
          </p:cNvSpPr>
          <p:nvPr/>
        </p:nvSpPr>
        <p:spPr>
          <a:xfrm>
            <a:off x="1022510" y="4905784"/>
            <a:ext cx="28398" cy="28398"/>
          </a:xfrm>
          <a:prstGeom prst="ellipse">
            <a:avLst/>
          </a:prstGeom>
          <a:solidFill>
            <a:srgbClr val="7F8C97">
              <a:alpha val="48000"/>
            </a:srgbClr>
          </a:solidFill>
          <a:ln w="0">
            <a:noFill/>
            <a:prstDash val="solid"/>
          </a:ln>
        </p:spPr>
      </p:sp>
      <p:sp>
        <p:nvSpPr>
          <p:cNvPr id="2414" name="01_find_only_2413">
            <a:extLst>
              <a:ext uri="{FF2B5EF4-FFF2-40B4-BE49-F238E27FC236}">
                <a16:creationId xmlns:a16="http://schemas.microsoft.com/office/drawing/2014/main" id="{C6E1DBE1-32EE-4EC1-B409-4E113405154D}"/>
              </a:ext>
            </a:extLst>
          </p:cNvPr>
          <p:cNvSpPr>
            <a:spLocks noGrp="1"/>
          </p:cNvSpPr>
          <p:nvPr/>
        </p:nvSpPr>
        <p:spPr>
          <a:xfrm>
            <a:off x="1015356" y="4905784"/>
            <a:ext cx="28398" cy="28398"/>
          </a:xfrm>
          <a:prstGeom prst="ellipse">
            <a:avLst/>
          </a:prstGeom>
          <a:solidFill>
            <a:srgbClr val="7F8C97">
              <a:alpha val="48000"/>
            </a:srgbClr>
          </a:solidFill>
          <a:ln w="0">
            <a:noFill/>
            <a:prstDash val="solid"/>
          </a:ln>
        </p:spPr>
      </p:sp>
      <p:sp>
        <p:nvSpPr>
          <p:cNvPr id="2415" name="01_find_only_2414">
            <a:extLst>
              <a:ext uri="{FF2B5EF4-FFF2-40B4-BE49-F238E27FC236}">
                <a16:creationId xmlns:a16="http://schemas.microsoft.com/office/drawing/2014/main" id="{F2C7C3B0-0DA1-4B77-94A4-DEF6752DBC0D}"/>
              </a:ext>
            </a:extLst>
          </p:cNvPr>
          <p:cNvSpPr>
            <a:spLocks noGrp="1"/>
          </p:cNvSpPr>
          <p:nvPr/>
        </p:nvSpPr>
        <p:spPr>
          <a:xfrm>
            <a:off x="1070296" y="5222788"/>
            <a:ext cx="28398" cy="28398"/>
          </a:xfrm>
          <a:prstGeom prst="ellipse">
            <a:avLst/>
          </a:prstGeom>
          <a:solidFill>
            <a:srgbClr val="7F8C97">
              <a:alpha val="48000"/>
            </a:srgbClr>
          </a:solidFill>
          <a:ln w="0">
            <a:noFill/>
            <a:prstDash val="solid"/>
          </a:ln>
        </p:spPr>
      </p:sp>
      <p:sp>
        <p:nvSpPr>
          <p:cNvPr id="2416" name="01_find_only_2415">
            <a:extLst>
              <a:ext uri="{FF2B5EF4-FFF2-40B4-BE49-F238E27FC236}">
                <a16:creationId xmlns:a16="http://schemas.microsoft.com/office/drawing/2014/main" id="{77E3EDF3-FF89-4163-BABF-D1D5CE0018CA}"/>
              </a:ext>
            </a:extLst>
          </p:cNvPr>
          <p:cNvSpPr>
            <a:spLocks noGrp="1"/>
          </p:cNvSpPr>
          <p:nvPr/>
        </p:nvSpPr>
        <p:spPr>
          <a:xfrm>
            <a:off x="1094904" y="4905784"/>
            <a:ext cx="28398" cy="28398"/>
          </a:xfrm>
          <a:prstGeom prst="ellipse">
            <a:avLst/>
          </a:prstGeom>
          <a:solidFill>
            <a:srgbClr val="7F8C97">
              <a:alpha val="48000"/>
            </a:srgbClr>
          </a:solidFill>
          <a:ln w="0">
            <a:noFill/>
            <a:prstDash val="solid"/>
          </a:ln>
        </p:spPr>
      </p:sp>
      <p:sp>
        <p:nvSpPr>
          <p:cNvPr id="2417" name="01_find_only_2416">
            <a:extLst>
              <a:ext uri="{FF2B5EF4-FFF2-40B4-BE49-F238E27FC236}">
                <a16:creationId xmlns:a16="http://schemas.microsoft.com/office/drawing/2014/main" id="{DAC6E799-0C8E-4F51-9AC7-C77D1181F2A9}"/>
              </a:ext>
            </a:extLst>
          </p:cNvPr>
          <p:cNvSpPr>
            <a:spLocks noGrp="1"/>
          </p:cNvSpPr>
          <p:nvPr/>
        </p:nvSpPr>
        <p:spPr>
          <a:xfrm>
            <a:off x="1099006" y="4905784"/>
            <a:ext cx="28398" cy="28398"/>
          </a:xfrm>
          <a:prstGeom prst="ellipse">
            <a:avLst/>
          </a:prstGeom>
          <a:solidFill>
            <a:srgbClr val="7F8C97">
              <a:alpha val="48000"/>
            </a:srgbClr>
          </a:solidFill>
          <a:ln w="0">
            <a:noFill/>
            <a:prstDash val="solid"/>
          </a:ln>
        </p:spPr>
      </p:sp>
      <p:sp>
        <p:nvSpPr>
          <p:cNvPr id="2418" name="01_find_only_2417">
            <a:extLst>
              <a:ext uri="{FF2B5EF4-FFF2-40B4-BE49-F238E27FC236}">
                <a16:creationId xmlns:a16="http://schemas.microsoft.com/office/drawing/2014/main" id="{AA7EBA20-806E-41AC-A15B-2D324063ACB7}"/>
              </a:ext>
            </a:extLst>
          </p:cNvPr>
          <p:cNvSpPr>
            <a:spLocks noGrp="1"/>
          </p:cNvSpPr>
          <p:nvPr/>
        </p:nvSpPr>
        <p:spPr>
          <a:xfrm>
            <a:off x="1040060" y="4905784"/>
            <a:ext cx="28398" cy="28398"/>
          </a:xfrm>
          <a:prstGeom prst="ellipse">
            <a:avLst/>
          </a:prstGeom>
          <a:solidFill>
            <a:srgbClr val="7F8C97">
              <a:alpha val="48000"/>
            </a:srgbClr>
          </a:solidFill>
          <a:ln w="0">
            <a:noFill/>
            <a:prstDash val="solid"/>
          </a:ln>
        </p:spPr>
      </p:sp>
      <p:sp>
        <p:nvSpPr>
          <p:cNvPr id="2419" name="01_find_only_2418">
            <a:extLst>
              <a:ext uri="{FF2B5EF4-FFF2-40B4-BE49-F238E27FC236}">
                <a16:creationId xmlns:a16="http://schemas.microsoft.com/office/drawing/2014/main" id="{1281FB89-58FF-4D2C-A7AA-01BE8940D20D}"/>
              </a:ext>
            </a:extLst>
          </p:cNvPr>
          <p:cNvSpPr>
            <a:spLocks noGrp="1"/>
          </p:cNvSpPr>
          <p:nvPr/>
        </p:nvSpPr>
        <p:spPr>
          <a:xfrm>
            <a:off x="1075065" y="5328456"/>
            <a:ext cx="28398" cy="28398"/>
          </a:xfrm>
          <a:prstGeom prst="ellipse">
            <a:avLst/>
          </a:prstGeom>
          <a:solidFill>
            <a:srgbClr val="7F8C97">
              <a:alpha val="48000"/>
            </a:srgbClr>
          </a:solidFill>
          <a:ln w="0">
            <a:noFill/>
            <a:prstDash val="solid"/>
          </a:ln>
        </p:spPr>
      </p:sp>
      <p:sp>
        <p:nvSpPr>
          <p:cNvPr id="2420" name="01_find_only_2419">
            <a:extLst>
              <a:ext uri="{FF2B5EF4-FFF2-40B4-BE49-F238E27FC236}">
                <a16:creationId xmlns:a16="http://schemas.microsoft.com/office/drawing/2014/main" id="{F511DF3C-CEDF-4FE3-8D1D-B38249013C05}"/>
              </a:ext>
            </a:extLst>
          </p:cNvPr>
          <p:cNvSpPr>
            <a:spLocks noGrp="1"/>
          </p:cNvSpPr>
          <p:nvPr/>
        </p:nvSpPr>
        <p:spPr>
          <a:xfrm>
            <a:off x="1082314" y="4905784"/>
            <a:ext cx="28398" cy="28398"/>
          </a:xfrm>
          <a:prstGeom prst="ellipse">
            <a:avLst/>
          </a:prstGeom>
          <a:solidFill>
            <a:srgbClr val="7F8C97">
              <a:alpha val="48000"/>
            </a:srgbClr>
          </a:solidFill>
          <a:ln w="0">
            <a:noFill/>
            <a:prstDash val="solid"/>
          </a:ln>
        </p:spPr>
      </p:sp>
      <p:sp>
        <p:nvSpPr>
          <p:cNvPr id="2421" name="01_find_only_2420">
            <a:extLst>
              <a:ext uri="{FF2B5EF4-FFF2-40B4-BE49-F238E27FC236}">
                <a16:creationId xmlns:a16="http://schemas.microsoft.com/office/drawing/2014/main" id="{8BB37A57-D83D-42FF-8F7E-6641E13B994E}"/>
              </a:ext>
            </a:extLst>
          </p:cNvPr>
          <p:cNvSpPr>
            <a:spLocks noGrp="1"/>
          </p:cNvSpPr>
          <p:nvPr/>
        </p:nvSpPr>
        <p:spPr>
          <a:xfrm>
            <a:off x="1093855" y="4905784"/>
            <a:ext cx="28398" cy="28398"/>
          </a:xfrm>
          <a:prstGeom prst="ellipse">
            <a:avLst/>
          </a:prstGeom>
          <a:solidFill>
            <a:srgbClr val="7F8C97">
              <a:alpha val="48000"/>
            </a:srgbClr>
          </a:solidFill>
          <a:ln w="0">
            <a:noFill/>
            <a:prstDash val="solid"/>
          </a:ln>
        </p:spPr>
      </p:sp>
      <p:sp>
        <p:nvSpPr>
          <p:cNvPr id="2422" name="01_find_only_2421">
            <a:extLst>
              <a:ext uri="{FF2B5EF4-FFF2-40B4-BE49-F238E27FC236}">
                <a16:creationId xmlns:a16="http://schemas.microsoft.com/office/drawing/2014/main" id="{4B4488E2-DAD3-4631-8D40-BC48F24DE54F}"/>
              </a:ext>
            </a:extLst>
          </p:cNvPr>
          <p:cNvSpPr>
            <a:spLocks noGrp="1"/>
          </p:cNvSpPr>
          <p:nvPr/>
        </p:nvSpPr>
        <p:spPr>
          <a:xfrm>
            <a:off x="1083745" y="4905784"/>
            <a:ext cx="28398" cy="28398"/>
          </a:xfrm>
          <a:prstGeom prst="ellipse">
            <a:avLst/>
          </a:prstGeom>
          <a:solidFill>
            <a:srgbClr val="7F8C97">
              <a:alpha val="48000"/>
            </a:srgbClr>
          </a:solidFill>
          <a:ln w="0">
            <a:noFill/>
            <a:prstDash val="solid"/>
          </a:ln>
        </p:spPr>
      </p:sp>
      <p:sp>
        <p:nvSpPr>
          <p:cNvPr id="2423" name="01_find_only_2422">
            <a:extLst>
              <a:ext uri="{FF2B5EF4-FFF2-40B4-BE49-F238E27FC236}">
                <a16:creationId xmlns:a16="http://schemas.microsoft.com/office/drawing/2014/main" id="{A065DC52-DB5C-4A5C-9BF2-3128D17DA81A}"/>
              </a:ext>
            </a:extLst>
          </p:cNvPr>
          <p:cNvSpPr>
            <a:spLocks noGrp="1"/>
          </p:cNvSpPr>
          <p:nvPr/>
        </p:nvSpPr>
        <p:spPr>
          <a:xfrm>
            <a:off x="1069342" y="4905784"/>
            <a:ext cx="28398" cy="28398"/>
          </a:xfrm>
          <a:prstGeom prst="ellipse">
            <a:avLst/>
          </a:prstGeom>
          <a:solidFill>
            <a:srgbClr val="7F8C97">
              <a:alpha val="48000"/>
            </a:srgbClr>
          </a:solidFill>
          <a:ln w="0">
            <a:noFill/>
            <a:prstDash val="solid"/>
          </a:ln>
        </p:spPr>
      </p:sp>
      <p:sp>
        <p:nvSpPr>
          <p:cNvPr id="2424" name="01_find_only_2423">
            <a:extLst>
              <a:ext uri="{FF2B5EF4-FFF2-40B4-BE49-F238E27FC236}">
                <a16:creationId xmlns:a16="http://schemas.microsoft.com/office/drawing/2014/main" id="{081F3064-16C0-41F4-849A-32140AE9A4F6}"/>
              </a:ext>
            </a:extLst>
          </p:cNvPr>
          <p:cNvSpPr>
            <a:spLocks noGrp="1"/>
          </p:cNvSpPr>
          <p:nvPr/>
        </p:nvSpPr>
        <p:spPr>
          <a:xfrm>
            <a:off x="1010873" y="4905784"/>
            <a:ext cx="28398" cy="28398"/>
          </a:xfrm>
          <a:prstGeom prst="ellipse">
            <a:avLst/>
          </a:prstGeom>
          <a:solidFill>
            <a:srgbClr val="7F8C97">
              <a:alpha val="48000"/>
            </a:srgbClr>
          </a:solidFill>
          <a:ln w="0">
            <a:noFill/>
            <a:prstDash val="solid"/>
          </a:ln>
        </p:spPr>
      </p:sp>
      <p:sp>
        <p:nvSpPr>
          <p:cNvPr id="2425" name="01_find_only_2424">
            <a:extLst>
              <a:ext uri="{FF2B5EF4-FFF2-40B4-BE49-F238E27FC236}">
                <a16:creationId xmlns:a16="http://schemas.microsoft.com/office/drawing/2014/main" id="{228E4136-0B12-43D1-97B9-46D1B3B336EF}"/>
              </a:ext>
            </a:extLst>
          </p:cNvPr>
          <p:cNvSpPr>
            <a:spLocks noGrp="1"/>
          </p:cNvSpPr>
          <p:nvPr/>
        </p:nvSpPr>
        <p:spPr>
          <a:xfrm>
            <a:off x="1020125" y="4905784"/>
            <a:ext cx="28398" cy="28398"/>
          </a:xfrm>
          <a:prstGeom prst="ellipse">
            <a:avLst/>
          </a:prstGeom>
          <a:solidFill>
            <a:srgbClr val="7F8C97">
              <a:alpha val="48000"/>
            </a:srgbClr>
          </a:solidFill>
          <a:ln w="0">
            <a:noFill/>
            <a:prstDash val="solid"/>
          </a:ln>
        </p:spPr>
      </p:sp>
      <p:sp>
        <p:nvSpPr>
          <p:cNvPr id="2426" name="01_find_only_2425">
            <a:extLst>
              <a:ext uri="{FF2B5EF4-FFF2-40B4-BE49-F238E27FC236}">
                <a16:creationId xmlns:a16="http://schemas.microsoft.com/office/drawing/2014/main" id="{9C59CE7F-572C-419E-8AFF-16F48283DFB4}"/>
              </a:ext>
            </a:extLst>
          </p:cNvPr>
          <p:cNvSpPr>
            <a:spLocks noGrp="1"/>
          </p:cNvSpPr>
          <p:nvPr/>
        </p:nvSpPr>
        <p:spPr>
          <a:xfrm>
            <a:off x="1060662" y="4905784"/>
            <a:ext cx="28398" cy="28398"/>
          </a:xfrm>
          <a:prstGeom prst="ellipse">
            <a:avLst/>
          </a:prstGeom>
          <a:solidFill>
            <a:srgbClr val="7F8C97">
              <a:alpha val="48000"/>
            </a:srgbClr>
          </a:solidFill>
          <a:ln w="0">
            <a:noFill/>
            <a:prstDash val="solid"/>
          </a:ln>
        </p:spPr>
      </p:sp>
      <p:sp>
        <p:nvSpPr>
          <p:cNvPr id="2427" name="01_find_only_2426">
            <a:extLst>
              <a:ext uri="{FF2B5EF4-FFF2-40B4-BE49-F238E27FC236}">
                <a16:creationId xmlns:a16="http://schemas.microsoft.com/office/drawing/2014/main" id="{BA2D0736-6ED7-4DA3-854E-439A1DB2379B}"/>
              </a:ext>
            </a:extLst>
          </p:cNvPr>
          <p:cNvSpPr>
            <a:spLocks noGrp="1"/>
          </p:cNvSpPr>
          <p:nvPr/>
        </p:nvSpPr>
        <p:spPr>
          <a:xfrm>
            <a:off x="1024131" y="4905784"/>
            <a:ext cx="28398" cy="28398"/>
          </a:xfrm>
          <a:prstGeom prst="ellipse">
            <a:avLst/>
          </a:prstGeom>
          <a:solidFill>
            <a:srgbClr val="7F8C97">
              <a:alpha val="48000"/>
            </a:srgbClr>
          </a:solidFill>
          <a:ln w="0">
            <a:noFill/>
            <a:prstDash val="solid"/>
          </a:ln>
        </p:spPr>
      </p:sp>
      <p:sp>
        <p:nvSpPr>
          <p:cNvPr id="2428" name="01_find_only_2427">
            <a:extLst>
              <a:ext uri="{FF2B5EF4-FFF2-40B4-BE49-F238E27FC236}">
                <a16:creationId xmlns:a16="http://schemas.microsoft.com/office/drawing/2014/main" id="{23F0160D-A117-47C9-A7DF-4F0D5C1CB41C}"/>
              </a:ext>
            </a:extLst>
          </p:cNvPr>
          <p:cNvSpPr>
            <a:spLocks noGrp="1"/>
          </p:cNvSpPr>
          <p:nvPr/>
        </p:nvSpPr>
        <p:spPr>
          <a:xfrm>
            <a:off x="1041395" y="4905784"/>
            <a:ext cx="28398" cy="28398"/>
          </a:xfrm>
          <a:prstGeom prst="ellipse">
            <a:avLst/>
          </a:prstGeom>
          <a:solidFill>
            <a:srgbClr val="7F8C97">
              <a:alpha val="48000"/>
            </a:srgbClr>
          </a:solidFill>
          <a:ln w="0">
            <a:noFill/>
            <a:prstDash val="solid"/>
          </a:ln>
        </p:spPr>
      </p:sp>
      <p:sp>
        <p:nvSpPr>
          <p:cNvPr id="2429" name="01_find_only_2428">
            <a:extLst>
              <a:ext uri="{FF2B5EF4-FFF2-40B4-BE49-F238E27FC236}">
                <a16:creationId xmlns:a16="http://schemas.microsoft.com/office/drawing/2014/main" id="{DE59A153-DEF6-46B1-8B53-906864787703}"/>
              </a:ext>
            </a:extLst>
          </p:cNvPr>
          <p:cNvSpPr>
            <a:spLocks noGrp="1"/>
          </p:cNvSpPr>
          <p:nvPr/>
        </p:nvSpPr>
        <p:spPr>
          <a:xfrm>
            <a:off x="1007630" y="6173800"/>
            <a:ext cx="28398" cy="28398"/>
          </a:xfrm>
          <a:prstGeom prst="ellipse">
            <a:avLst/>
          </a:prstGeom>
          <a:solidFill>
            <a:srgbClr val="7F8C97">
              <a:alpha val="48000"/>
            </a:srgbClr>
          </a:solidFill>
          <a:ln w="0">
            <a:noFill/>
            <a:prstDash val="solid"/>
          </a:ln>
        </p:spPr>
      </p:sp>
      <p:sp>
        <p:nvSpPr>
          <p:cNvPr id="2430" name="01_find_only_2429">
            <a:extLst>
              <a:ext uri="{FF2B5EF4-FFF2-40B4-BE49-F238E27FC236}">
                <a16:creationId xmlns:a16="http://schemas.microsoft.com/office/drawing/2014/main" id="{6F400BDA-8271-44C3-9422-92C8642E8C31}"/>
              </a:ext>
            </a:extLst>
          </p:cNvPr>
          <p:cNvSpPr>
            <a:spLocks noGrp="1"/>
          </p:cNvSpPr>
          <p:nvPr/>
        </p:nvSpPr>
        <p:spPr>
          <a:xfrm>
            <a:off x="1586034" y="4905784"/>
            <a:ext cx="28398" cy="28398"/>
          </a:xfrm>
          <a:prstGeom prst="ellipse">
            <a:avLst/>
          </a:prstGeom>
          <a:solidFill>
            <a:srgbClr val="7F8C97">
              <a:alpha val="48000"/>
            </a:srgbClr>
          </a:solidFill>
          <a:ln w="0">
            <a:noFill/>
            <a:prstDash val="solid"/>
          </a:ln>
        </p:spPr>
      </p:sp>
      <p:sp>
        <p:nvSpPr>
          <p:cNvPr id="2431" name="01_find_only_2430">
            <a:extLst>
              <a:ext uri="{FF2B5EF4-FFF2-40B4-BE49-F238E27FC236}">
                <a16:creationId xmlns:a16="http://schemas.microsoft.com/office/drawing/2014/main" id="{8E7E94CE-A421-4C88-94D6-04FEF93D812F}"/>
              </a:ext>
            </a:extLst>
          </p:cNvPr>
          <p:cNvSpPr>
            <a:spLocks noGrp="1"/>
          </p:cNvSpPr>
          <p:nvPr/>
        </p:nvSpPr>
        <p:spPr>
          <a:xfrm>
            <a:off x="1578403" y="4905784"/>
            <a:ext cx="28398" cy="28398"/>
          </a:xfrm>
          <a:prstGeom prst="ellipse">
            <a:avLst/>
          </a:prstGeom>
          <a:solidFill>
            <a:srgbClr val="7F8C97">
              <a:alpha val="48000"/>
            </a:srgbClr>
          </a:solidFill>
          <a:ln w="0">
            <a:noFill/>
            <a:prstDash val="solid"/>
          </a:ln>
        </p:spPr>
      </p:sp>
      <p:sp>
        <p:nvSpPr>
          <p:cNvPr id="2432" name="01_find_only_2431">
            <a:extLst>
              <a:ext uri="{FF2B5EF4-FFF2-40B4-BE49-F238E27FC236}">
                <a16:creationId xmlns:a16="http://schemas.microsoft.com/office/drawing/2014/main" id="{84228D74-90C2-4B08-B303-9249EC25098F}"/>
              </a:ext>
            </a:extLst>
          </p:cNvPr>
          <p:cNvSpPr>
            <a:spLocks noGrp="1"/>
          </p:cNvSpPr>
          <p:nvPr/>
        </p:nvSpPr>
        <p:spPr>
          <a:xfrm>
            <a:off x="1540537" y="4905784"/>
            <a:ext cx="28398" cy="28398"/>
          </a:xfrm>
          <a:prstGeom prst="ellipse">
            <a:avLst/>
          </a:prstGeom>
          <a:solidFill>
            <a:srgbClr val="7F8C97">
              <a:alpha val="48000"/>
            </a:srgbClr>
          </a:solidFill>
          <a:ln w="0">
            <a:noFill/>
            <a:prstDash val="solid"/>
          </a:ln>
        </p:spPr>
      </p:sp>
      <p:sp>
        <p:nvSpPr>
          <p:cNvPr id="2433" name="01_find_only_2432">
            <a:extLst>
              <a:ext uri="{FF2B5EF4-FFF2-40B4-BE49-F238E27FC236}">
                <a16:creationId xmlns:a16="http://schemas.microsoft.com/office/drawing/2014/main" id="{FB2B8831-6532-47FF-8774-7C433F530D5D}"/>
              </a:ext>
            </a:extLst>
          </p:cNvPr>
          <p:cNvSpPr>
            <a:spLocks noGrp="1"/>
          </p:cNvSpPr>
          <p:nvPr/>
        </p:nvSpPr>
        <p:spPr>
          <a:xfrm>
            <a:off x="1592806" y="4905784"/>
            <a:ext cx="28398" cy="28398"/>
          </a:xfrm>
          <a:prstGeom prst="ellipse">
            <a:avLst/>
          </a:prstGeom>
          <a:solidFill>
            <a:srgbClr val="7F8C97">
              <a:alpha val="48000"/>
            </a:srgbClr>
          </a:solidFill>
          <a:ln w="0">
            <a:noFill/>
            <a:prstDash val="solid"/>
          </a:ln>
        </p:spPr>
      </p:sp>
      <p:sp>
        <p:nvSpPr>
          <p:cNvPr id="2434" name="01_find_only_2433">
            <a:extLst>
              <a:ext uri="{FF2B5EF4-FFF2-40B4-BE49-F238E27FC236}">
                <a16:creationId xmlns:a16="http://schemas.microsoft.com/office/drawing/2014/main" id="{6FF1EDAA-A0CC-4F1E-9071-3B12FB41F3E1}"/>
              </a:ext>
            </a:extLst>
          </p:cNvPr>
          <p:cNvSpPr>
            <a:spLocks noGrp="1"/>
          </p:cNvSpPr>
          <p:nvPr/>
        </p:nvSpPr>
        <p:spPr>
          <a:xfrm>
            <a:off x="1571440" y="4905784"/>
            <a:ext cx="28398" cy="28398"/>
          </a:xfrm>
          <a:prstGeom prst="ellipse">
            <a:avLst/>
          </a:prstGeom>
          <a:solidFill>
            <a:srgbClr val="7F8C97">
              <a:alpha val="48000"/>
            </a:srgbClr>
          </a:solidFill>
          <a:ln w="0">
            <a:noFill/>
            <a:prstDash val="solid"/>
          </a:ln>
        </p:spPr>
      </p:sp>
      <p:sp>
        <p:nvSpPr>
          <p:cNvPr id="2435" name="01_find_only_2434">
            <a:extLst>
              <a:ext uri="{FF2B5EF4-FFF2-40B4-BE49-F238E27FC236}">
                <a16:creationId xmlns:a16="http://schemas.microsoft.com/office/drawing/2014/main" id="{8EC6A89E-B78B-4F0C-8F36-1CC74A8B98F1}"/>
              </a:ext>
            </a:extLst>
          </p:cNvPr>
          <p:cNvSpPr>
            <a:spLocks noGrp="1"/>
          </p:cNvSpPr>
          <p:nvPr/>
        </p:nvSpPr>
        <p:spPr>
          <a:xfrm>
            <a:off x="1508298" y="4905784"/>
            <a:ext cx="28398" cy="28398"/>
          </a:xfrm>
          <a:prstGeom prst="ellipse">
            <a:avLst/>
          </a:prstGeom>
          <a:solidFill>
            <a:srgbClr val="7F8C97">
              <a:alpha val="48000"/>
            </a:srgbClr>
          </a:solidFill>
          <a:ln w="0">
            <a:noFill/>
            <a:prstDash val="solid"/>
          </a:ln>
        </p:spPr>
      </p:sp>
      <p:sp>
        <p:nvSpPr>
          <p:cNvPr id="2436" name="01_find_only_2435">
            <a:extLst>
              <a:ext uri="{FF2B5EF4-FFF2-40B4-BE49-F238E27FC236}">
                <a16:creationId xmlns:a16="http://schemas.microsoft.com/office/drawing/2014/main" id="{AB226A73-3858-46D1-9979-72D99C9EA03A}"/>
              </a:ext>
            </a:extLst>
          </p:cNvPr>
          <p:cNvSpPr>
            <a:spLocks noGrp="1"/>
          </p:cNvSpPr>
          <p:nvPr/>
        </p:nvSpPr>
        <p:spPr>
          <a:xfrm>
            <a:off x="1528614" y="4905784"/>
            <a:ext cx="28398" cy="28398"/>
          </a:xfrm>
          <a:prstGeom prst="ellipse">
            <a:avLst/>
          </a:prstGeom>
          <a:solidFill>
            <a:srgbClr val="7F8C97">
              <a:alpha val="48000"/>
            </a:srgbClr>
          </a:solidFill>
          <a:ln w="0">
            <a:noFill/>
            <a:prstDash val="solid"/>
          </a:ln>
        </p:spPr>
      </p:sp>
      <p:sp>
        <p:nvSpPr>
          <p:cNvPr id="2437" name="01_find_only_2436">
            <a:extLst>
              <a:ext uri="{FF2B5EF4-FFF2-40B4-BE49-F238E27FC236}">
                <a16:creationId xmlns:a16="http://schemas.microsoft.com/office/drawing/2014/main" id="{61067DF5-2E19-4C8C-B3D1-46362F740E11}"/>
              </a:ext>
            </a:extLst>
          </p:cNvPr>
          <p:cNvSpPr>
            <a:spLocks noGrp="1"/>
          </p:cNvSpPr>
          <p:nvPr/>
        </p:nvSpPr>
        <p:spPr>
          <a:xfrm>
            <a:off x="1508107" y="5856796"/>
            <a:ext cx="28398" cy="28398"/>
          </a:xfrm>
          <a:prstGeom prst="ellipse">
            <a:avLst/>
          </a:prstGeom>
          <a:solidFill>
            <a:srgbClr val="7F8C97">
              <a:alpha val="48000"/>
            </a:srgbClr>
          </a:solidFill>
          <a:ln w="0">
            <a:noFill/>
            <a:prstDash val="solid"/>
          </a:ln>
        </p:spPr>
      </p:sp>
      <p:sp>
        <p:nvSpPr>
          <p:cNvPr id="2438" name="01_find_only_2437">
            <a:extLst>
              <a:ext uri="{FF2B5EF4-FFF2-40B4-BE49-F238E27FC236}">
                <a16:creationId xmlns:a16="http://schemas.microsoft.com/office/drawing/2014/main" id="{38C221C7-5E85-4B1E-8685-86190A6A92AD}"/>
              </a:ext>
            </a:extLst>
          </p:cNvPr>
          <p:cNvSpPr>
            <a:spLocks noGrp="1"/>
          </p:cNvSpPr>
          <p:nvPr/>
        </p:nvSpPr>
        <p:spPr>
          <a:xfrm>
            <a:off x="1561998" y="4905784"/>
            <a:ext cx="28398" cy="28398"/>
          </a:xfrm>
          <a:prstGeom prst="ellipse">
            <a:avLst/>
          </a:prstGeom>
          <a:solidFill>
            <a:srgbClr val="7F8C97">
              <a:alpha val="48000"/>
            </a:srgbClr>
          </a:solidFill>
          <a:ln w="0">
            <a:noFill/>
            <a:prstDash val="solid"/>
          </a:ln>
        </p:spPr>
      </p:sp>
      <p:sp>
        <p:nvSpPr>
          <p:cNvPr id="2439" name="01_find_only_2438">
            <a:extLst>
              <a:ext uri="{FF2B5EF4-FFF2-40B4-BE49-F238E27FC236}">
                <a16:creationId xmlns:a16="http://schemas.microsoft.com/office/drawing/2014/main" id="{A652A064-EA29-4374-B2D0-F35C076E2374}"/>
              </a:ext>
            </a:extLst>
          </p:cNvPr>
          <p:cNvSpPr>
            <a:spLocks noGrp="1"/>
          </p:cNvSpPr>
          <p:nvPr/>
        </p:nvSpPr>
        <p:spPr>
          <a:xfrm>
            <a:off x="1549598" y="4905784"/>
            <a:ext cx="28398" cy="28398"/>
          </a:xfrm>
          <a:prstGeom prst="ellipse">
            <a:avLst/>
          </a:prstGeom>
          <a:solidFill>
            <a:srgbClr val="7F8C97">
              <a:alpha val="48000"/>
            </a:srgbClr>
          </a:solidFill>
          <a:ln w="0">
            <a:noFill/>
            <a:prstDash val="solid"/>
          </a:ln>
        </p:spPr>
      </p:sp>
      <p:sp>
        <p:nvSpPr>
          <p:cNvPr id="2440" name="01_find_only_2439">
            <a:extLst>
              <a:ext uri="{FF2B5EF4-FFF2-40B4-BE49-F238E27FC236}">
                <a16:creationId xmlns:a16="http://schemas.microsoft.com/office/drawing/2014/main" id="{DC01CAED-F1C6-4FB1-9006-A49E56982185}"/>
              </a:ext>
            </a:extLst>
          </p:cNvPr>
          <p:cNvSpPr>
            <a:spLocks noGrp="1"/>
          </p:cNvSpPr>
          <p:nvPr/>
        </p:nvSpPr>
        <p:spPr>
          <a:xfrm>
            <a:off x="1539488" y="4905784"/>
            <a:ext cx="28398" cy="28398"/>
          </a:xfrm>
          <a:prstGeom prst="ellipse">
            <a:avLst/>
          </a:prstGeom>
          <a:solidFill>
            <a:srgbClr val="7F8C97">
              <a:alpha val="48000"/>
            </a:srgbClr>
          </a:solidFill>
          <a:ln w="0">
            <a:noFill/>
            <a:prstDash val="solid"/>
          </a:ln>
        </p:spPr>
      </p:sp>
      <p:sp>
        <p:nvSpPr>
          <p:cNvPr id="2441" name="01_find_only_2440">
            <a:extLst>
              <a:ext uri="{FF2B5EF4-FFF2-40B4-BE49-F238E27FC236}">
                <a16:creationId xmlns:a16="http://schemas.microsoft.com/office/drawing/2014/main" id="{C5A0F8D9-7D9B-496F-8106-4EDD96AECB12}"/>
              </a:ext>
            </a:extLst>
          </p:cNvPr>
          <p:cNvSpPr>
            <a:spLocks noGrp="1"/>
          </p:cNvSpPr>
          <p:nvPr/>
        </p:nvSpPr>
        <p:spPr>
          <a:xfrm>
            <a:off x="1530045" y="6139529"/>
            <a:ext cx="28398" cy="28398"/>
          </a:xfrm>
          <a:prstGeom prst="ellipse">
            <a:avLst/>
          </a:prstGeom>
          <a:solidFill>
            <a:srgbClr val="7F8C97">
              <a:alpha val="48000"/>
            </a:srgbClr>
          </a:solidFill>
          <a:ln w="0">
            <a:noFill/>
            <a:prstDash val="solid"/>
          </a:ln>
        </p:spPr>
      </p:sp>
      <p:sp>
        <p:nvSpPr>
          <p:cNvPr id="2442" name="01_find_only_2441">
            <a:extLst>
              <a:ext uri="{FF2B5EF4-FFF2-40B4-BE49-F238E27FC236}">
                <a16:creationId xmlns:a16="http://schemas.microsoft.com/office/drawing/2014/main" id="{B7A691DD-36DD-4DD2-A02A-BADCA7B9AA01}"/>
              </a:ext>
            </a:extLst>
          </p:cNvPr>
          <p:cNvSpPr>
            <a:spLocks noGrp="1"/>
          </p:cNvSpPr>
          <p:nvPr/>
        </p:nvSpPr>
        <p:spPr>
          <a:xfrm>
            <a:off x="1540918" y="4905784"/>
            <a:ext cx="28398" cy="28398"/>
          </a:xfrm>
          <a:prstGeom prst="ellipse">
            <a:avLst/>
          </a:prstGeom>
          <a:solidFill>
            <a:srgbClr val="7F8C97">
              <a:alpha val="48000"/>
            </a:srgbClr>
          </a:solidFill>
          <a:ln w="0">
            <a:noFill/>
            <a:prstDash val="solid"/>
          </a:ln>
        </p:spPr>
      </p:sp>
      <p:sp>
        <p:nvSpPr>
          <p:cNvPr id="2443" name="01_find_only_2442">
            <a:extLst>
              <a:ext uri="{FF2B5EF4-FFF2-40B4-BE49-F238E27FC236}">
                <a16:creationId xmlns:a16="http://schemas.microsoft.com/office/drawing/2014/main" id="{AD32B84A-CAD7-4D8E-9A71-52BEBF177673}"/>
              </a:ext>
            </a:extLst>
          </p:cNvPr>
          <p:cNvSpPr>
            <a:spLocks noGrp="1"/>
          </p:cNvSpPr>
          <p:nvPr/>
        </p:nvSpPr>
        <p:spPr>
          <a:xfrm>
            <a:off x="1597384" y="5222788"/>
            <a:ext cx="28398" cy="28398"/>
          </a:xfrm>
          <a:prstGeom prst="ellipse">
            <a:avLst/>
          </a:prstGeom>
          <a:solidFill>
            <a:srgbClr val="7F8C97">
              <a:alpha val="48000"/>
            </a:srgbClr>
          </a:solidFill>
          <a:ln w="0">
            <a:noFill/>
            <a:prstDash val="solid"/>
          </a:ln>
        </p:spPr>
      </p:sp>
      <p:sp>
        <p:nvSpPr>
          <p:cNvPr id="2444" name="01_find_only_2443">
            <a:extLst>
              <a:ext uri="{FF2B5EF4-FFF2-40B4-BE49-F238E27FC236}">
                <a16:creationId xmlns:a16="http://schemas.microsoft.com/office/drawing/2014/main" id="{AA8C66BE-0552-47DD-B150-608349C12183}"/>
              </a:ext>
            </a:extLst>
          </p:cNvPr>
          <p:cNvSpPr>
            <a:spLocks noGrp="1"/>
          </p:cNvSpPr>
          <p:nvPr/>
        </p:nvSpPr>
        <p:spPr>
          <a:xfrm>
            <a:off x="1567530" y="4905784"/>
            <a:ext cx="28398" cy="28398"/>
          </a:xfrm>
          <a:prstGeom prst="ellipse">
            <a:avLst/>
          </a:prstGeom>
          <a:solidFill>
            <a:srgbClr val="7F8C97">
              <a:alpha val="48000"/>
            </a:srgbClr>
          </a:solidFill>
          <a:ln w="0">
            <a:noFill/>
            <a:prstDash val="solid"/>
          </a:ln>
        </p:spPr>
      </p:sp>
      <p:sp>
        <p:nvSpPr>
          <p:cNvPr id="2445" name="01_find_only_2444">
            <a:extLst>
              <a:ext uri="{FF2B5EF4-FFF2-40B4-BE49-F238E27FC236}">
                <a16:creationId xmlns:a16="http://schemas.microsoft.com/office/drawing/2014/main" id="{BF47E607-1DBC-4F54-8D6E-2C2458CF9C43}"/>
              </a:ext>
            </a:extLst>
          </p:cNvPr>
          <p:cNvSpPr>
            <a:spLocks noGrp="1"/>
          </p:cNvSpPr>
          <p:nvPr/>
        </p:nvSpPr>
        <p:spPr>
          <a:xfrm>
            <a:off x="1574016" y="5892019"/>
            <a:ext cx="28398" cy="28398"/>
          </a:xfrm>
          <a:prstGeom prst="ellipse">
            <a:avLst/>
          </a:prstGeom>
          <a:solidFill>
            <a:srgbClr val="7F8C97">
              <a:alpha val="48000"/>
            </a:srgbClr>
          </a:solidFill>
          <a:ln w="0">
            <a:noFill/>
            <a:prstDash val="solid"/>
          </a:ln>
        </p:spPr>
      </p:sp>
      <p:sp>
        <p:nvSpPr>
          <p:cNvPr id="2446" name="01_find_only_2445">
            <a:extLst>
              <a:ext uri="{FF2B5EF4-FFF2-40B4-BE49-F238E27FC236}">
                <a16:creationId xmlns:a16="http://schemas.microsoft.com/office/drawing/2014/main" id="{D00E585E-3CA5-46A7-A2B3-B444DFB433D5}"/>
              </a:ext>
            </a:extLst>
          </p:cNvPr>
          <p:cNvSpPr>
            <a:spLocks noGrp="1"/>
          </p:cNvSpPr>
          <p:nvPr/>
        </p:nvSpPr>
        <p:spPr>
          <a:xfrm>
            <a:off x="1532143" y="5610237"/>
            <a:ext cx="28398" cy="28398"/>
          </a:xfrm>
          <a:prstGeom prst="ellipse">
            <a:avLst/>
          </a:prstGeom>
          <a:solidFill>
            <a:srgbClr val="7F8C97">
              <a:alpha val="48000"/>
            </a:srgbClr>
          </a:solidFill>
          <a:ln w="0">
            <a:noFill/>
            <a:prstDash val="solid"/>
          </a:ln>
        </p:spPr>
      </p:sp>
      <p:sp>
        <p:nvSpPr>
          <p:cNvPr id="2447" name="01_find_only_2446">
            <a:extLst>
              <a:ext uri="{FF2B5EF4-FFF2-40B4-BE49-F238E27FC236}">
                <a16:creationId xmlns:a16="http://schemas.microsoft.com/office/drawing/2014/main" id="{1B9DE225-D591-49B5-A312-41CE0CC72B51}"/>
              </a:ext>
            </a:extLst>
          </p:cNvPr>
          <p:cNvSpPr>
            <a:spLocks noGrp="1"/>
          </p:cNvSpPr>
          <p:nvPr/>
        </p:nvSpPr>
        <p:spPr>
          <a:xfrm>
            <a:off x="1592043" y="5328456"/>
            <a:ext cx="28398" cy="28398"/>
          </a:xfrm>
          <a:prstGeom prst="ellipse">
            <a:avLst/>
          </a:prstGeom>
          <a:solidFill>
            <a:srgbClr val="7F8C97">
              <a:alpha val="48000"/>
            </a:srgbClr>
          </a:solidFill>
          <a:ln w="0">
            <a:noFill/>
            <a:prstDash val="solid"/>
          </a:ln>
        </p:spPr>
      </p:sp>
      <p:sp>
        <p:nvSpPr>
          <p:cNvPr id="2448" name="01_find_only_2447">
            <a:extLst>
              <a:ext uri="{FF2B5EF4-FFF2-40B4-BE49-F238E27FC236}">
                <a16:creationId xmlns:a16="http://schemas.microsoft.com/office/drawing/2014/main" id="{55ACE39B-0609-497C-8C7D-8D2D9C804D9F}"/>
              </a:ext>
            </a:extLst>
          </p:cNvPr>
          <p:cNvSpPr>
            <a:spLocks noGrp="1"/>
          </p:cNvSpPr>
          <p:nvPr/>
        </p:nvSpPr>
        <p:spPr>
          <a:xfrm>
            <a:off x="1574206" y="4905784"/>
            <a:ext cx="28398" cy="28398"/>
          </a:xfrm>
          <a:prstGeom prst="ellipse">
            <a:avLst/>
          </a:prstGeom>
          <a:solidFill>
            <a:srgbClr val="7F8C97">
              <a:alpha val="48000"/>
            </a:srgbClr>
          </a:solidFill>
          <a:ln w="0">
            <a:noFill/>
            <a:prstDash val="solid"/>
          </a:ln>
        </p:spPr>
      </p:sp>
      <p:sp>
        <p:nvSpPr>
          <p:cNvPr id="2449" name="01_find_only_2448">
            <a:extLst>
              <a:ext uri="{FF2B5EF4-FFF2-40B4-BE49-F238E27FC236}">
                <a16:creationId xmlns:a16="http://schemas.microsoft.com/office/drawing/2014/main" id="{E3A6A4CC-44EA-420D-A2AD-B43D51E1205D}"/>
              </a:ext>
            </a:extLst>
          </p:cNvPr>
          <p:cNvSpPr>
            <a:spLocks noGrp="1"/>
          </p:cNvSpPr>
          <p:nvPr/>
        </p:nvSpPr>
        <p:spPr>
          <a:xfrm>
            <a:off x="1519744" y="6173800"/>
            <a:ext cx="28398" cy="28398"/>
          </a:xfrm>
          <a:prstGeom prst="ellipse">
            <a:avLst/>
          </a:prstGeom>
          <a:solidFill>
            <a:srgbClr val="7F8C97">
              <a:alpha val="48000"/>
            </a:srgbClr>
          </a:solidFill>
          <a:ln w="0">
            <a:noFill/>
            <a:prstDash val="solid"/>
          </a:ln>
        </p:spPr>
      </p:sp>
      <p:sp>
        <p:nvSpPr>
          <p:cNvPr id="2450" name="01_find_only_2449">
            <a:extLst>
              <a:ext uri="{FF2B5EF4-FFF2-40B4-BE49-F238E27FC236}">
                <a16:creationId xmlns:a16="http://schemas.microsoft.com/office/drawing/2014/main" id="{0567D2B3-7EEC-49AB-9FC0-C00C92184D0F}"/>
              </a:ext>
            </a:extLst>
          </p:cNvPr>
          <p:cNvSpPr>
            <a:spLocks noGrp="1"/>
          </p:cNvSpPr>
          <p:nvPr/>
        </p:nvSpPr>
        <p:spPr>
          <a:xfrm>
            <a:off x="1524608" y="4905784"/>
            <a:ext cx="28398" cy="28398"/>
          </a:xfrm>
          <a:prstGeom prst="ellipse">
            <a:avLst/>
          </a:prstGeom>
          <a:solidFill>
            <a:srgbClr val="7F8C97">
              <a:alpha val="48000"/>
            </a:srgbClr>
          </a:solidFill>
          <a:ln w="0">
            <a:noFill/>
            <a:prstDash val="solid"/>
          </a:ln>
        </p:spPr>
      </p:sp>
      <p:sp>
        <p:nvSpPr>
          <p:cNvPr id="2451" name="01_find_only_2450">
            <a:extLst>
              <a:ext uri="{FF2B5EF4-FFF2-40B4-BE49-F238E27FC236}">
                <a16:creationId xmlns:a16="http://schemas.microsoft.com/office/drawing/2014/main" id="{5EDCEB22-37B1-49DE-A46F-32EA6C408FF2}"/>
              </a:ext>
            </a:extLst>
          </p:cNvPr>
          <p:cNvSpPr>
            <a:spLocks noGrp="1"/>
          </p:cNvSpPr>
          <p:nvPr/>
        </p:nvSpPr>
        <p:spPr>
          <a:xfrm>
            <a:off x="1532048" y="5328456"/>
            <a:ext cx="28398" cy="28398"/>
          </a:xfrm>
          <a:prstGeom prst="ellipse">
            <a:avLst/>
          </a:prstGeom>
          <a:solidFill>
            <a:srgbClr val="7F8C97">
              <a:alpha val="48000"/>
            </a:srgbClr>
          </a:solidFill>
          <a:ln w="0">
            <a:noFill/>
            <a:prstDash val="solid"/>
          </a:ln>
        </p:spPr>
      </p:sp>
      <p:sp>
        <p:nvSpPr>
          <p:cNvPr id="2452" name="01_find_only_2451">
            <a:extLst>
              <a:ext uri="{FF2B5EF4-FFF2-40B4-BE49-F238E27FC236}">
                <a16:creationId xmlns:a16="http://schemas.microsoft.com/office/drawing/2014/main" id="{A1524F6A-7A46-4E07-9C26-47F515D7351B}"/>
              </a:ext>
            </a:extLst>
          </p:cNvPr>
          <p:cNvSpPr>
            <a:spLocks noGrp="1"/>
          </p:cNvSpPr>
          <p:nvPr/>
        </p:nvSpPr>
        <p:spPr>
          <a:xfrm>
            <a:off x="1591280" y="4905784"/>
            <a:ext cx="28398" cy="28398"/>
          </a:xfrm>
          <a:prstGeom prst="ellipse">
            <a:avLst/>
          </a:prstGeom>
          <a:solidFill>
            <a:srgbClr val="7F8C97">
              <a:alpha val="48000"/>
            </a:srgbClr>
          </a:solidFill>
          <a:ln w="0">
            <a:noFill/>
            <a:prstDash val="solid"/>
          </a:ln>
        </p:spPr>
      </p:sp>
      <p:sp>
        <p:nvSpPr>
          <p:cNvPr id="2453" name="01_find_only_2452">
            <a:extLst>
              <a:ext uri="{FF2B5EF4-FFF2-40B4-BE49-F238E27FC236}">
                <a16:creationId xmlns:a16="http://schemas.microsoft.com/office/drawing/2014/main" id="{A7FF1193-D2DE-44A7-8725-C6C5C26A0228}"/>
              </a:ext>
            </a:extLst>
          </p:cNvPr>
          <p:cNvSpPr>
            <a:spLocks noGrp="1"/>
          </p:cNvSpPr>
          <p:nvPr/>
        </p:nvSpPr>
        <p:spPr>
          <a:xfrm>
            <a:off x="1533574" y="4905784"/>
            <a:ext cx="28398" cy="28398"/>
          </a:xfrm>
          <a:prstGeom prst="ellipse">
            <a:avLst/>
          </a:prstGeom>
          <a:solidFill>
            <a:srgbClr val="7F8C97">
              <a:alpha val="48000"/>
            </a:srgbClr>
          </a:solidFill>
          <a:ln w="0">
            <a:noFill/>
            <a:prstDash val="solid"/>
          </a:ln>
        </p:spPr>
      </p:sp>
      <p:sp>
        <p:nvSpPr>
          <p:cNvPr id="2454" name="01_find_only_2453">
            <a:extLst>
              <a:ext uri="{FF2B5EF4-FFF2-40B4-BE49-F238E27FC236}">
                <a16:creationId xmlns:a16="http://schemas.microsoft.com/office/drawing/2014/main" id="{BF52E78A-3BC9-40C5-9409-FB85C8B79C33}"/>
              </a:ext>
            </a:extLst>
          </p:cNvPr>
          <p:cNvSpPr>
            <a:spLocks noGrp="1"/>
          </p:cNvSpPr>
          <p:nvPr/>
        </p:nvSpPr>
        <p:spPr>
          <a:xfrm>
            <a:off x="1585938" y="5610237"/>
            <a:ext cx="28398" cy="28398"/>
          </a:xfrm>
          <a:prstGeom prst="ellipse">
            <a:avLst/>
          </a:prstGeom>
          <a:solidFill>
            <a:srgbClr val="7F8C97">
              <a:alpha val="48000"/>
            </a:srgbClr>
          </a:solidFill>
          <a:ln w="0">
            <a:noFill/>
            <a:prstDash val="solid"/>
          </a:ln>
        </p:spPr>
      </p:sp>
      <p:sp>
        <p:nvSpPr>
          <p:cNvPr id="2455" name="01_find_only_2454">
            <a:extLst>
              <a:ext uri="{FF2B5EF4-FFF2-40B4-BE49-F238E27FC236}">
                <a16:creationId xmlns:a16="http://schemas.microsoft.com/office/drawing/2014/main" id="{D99A9425-D1BF-4F8B-B923-FB6EBC86B179}"/>
              </a:ext>
            </a:extLst>
          </p:cNvPr>
          <p:cNvSpPr>
            <a:spLocks noGrp="1"/>
          </p:cNvSpPr>
          <p:nvPr/>
        </p:nvSpPr>
        <p:spPr>
          <a:xfrm>
            <a:off x="1586701" y="4905784"/>
            <a:ext cx="28398" cy="28398"/>
          </a:xfrm>
          <a:prstGeom prst="ellipse">
            <a:avLst/>
          </a:prstGeom>
          <a:solidFill>
            <a:srgbClr val="7F8C97">
              <a:alpha val="48000"/>
            </a:srgbClr>
          </a:solidFill>
          <a:ln w="0">
            <a:noFill/>
            <a:prstDash val="solid"/>
          </a:ln>
        </p:spPr>
      </p:sp>
      <p:sp>
        <p:nvSpPr>
          <p:cNvPr id="2456" name="01_find_only_2455">
            <a:extLst>
              <a:ext uri="{FF2B5EF4-FFF2-40B4-BE49-F238E27FC236}">
                <a16:creationId xmlns:a16="http://schemas.microsoft.com/office/drawing/2014/main" id="{A119BF64-3238-4C8F-A97A-929BDAAC2CF2}"/>
              </a:ext>
            </a:extLst>
          </p:cNvPr>
          <p:cNvSpPr>
            <a:spLocks noGrp="1"/>
          </p:cNvSpPr>
          <p:nvPr/>
        </p:nvSpPr>
        <p:spPr>
          <a:xfrm>
            <a:off x="1589181" y="5539792"/>
            <a:ext cx="28398" cy="28398"/>
          </a:xfrm>
          <a:prstGeom prst="ellipse">
            <a:avLst/>
          </a:prstGeom>
          <a:solidFill>
            <a:srgbClr val="7F8C97">
              <a:alpha val="48000"/>
            </a:srgbClr>
          </a:solidFill>
          <a:ln w="0">
            <a:noFill/>
            <a:prstDash val="solid"/>
          </a:ln>
        </p:spPr>
      </p:sp>
      <p:sp>
        <p:nvSpPr>
          <p:cNvPr id="2457" name="01_find_only_2456">
            <a:extLst>
              <a:ext uri="{FF2B5EF4-FFF2-40B4-BE49-F238E27FC236}">
                <a16:creationId xmlns:a16="http://schemas.microsoft.com/office/drawing/2014/main" id="{7607BC99-78A1-4166-B340-5540B5989A5D}"/>
              </a:ext>
            </a:extLst>
          </p:cNvPr>
          <p:cNvSpPr>
            <a:spLocks noGrp="1"/>
          </p:cNvSpPr>
          <p:nvPr/>
        </p:nvSpPr>
        <p:spPr>
          <a:xfrm>
            <a:off x="1534337" y="6173800"/>
            <a:ext cx="28398" cy="28398"/>
          </a:xfrm>
          <a:prstGeom prst="ellipse">
            <a:avLst/>
          </a:prstGeom>
          <a:solidFill>
            <a:srgbClr val="7F8C97">
              <a:alpha val="48000"/>
            </a:srgbClr>
          </a:solidFill>
          <a:ln w="0">
            <a:noFill/>
            <a:prstDash val="solid"/>
          </a:ln>
        </p:spPr>
      </p:sp>
      <p:sp>
        <p:nvSpPr>
          <p:cNvPr id="2458" name="01_find_only_2457">
            <a:extLst>
              <a:ext uri="{FF2B5EF4-FFF2-40B4-BE49-F238E27FC236}">
                <a16:creationId xmlns:a16="http://schemas.microsoft.com/office/drawing/2014/main" id="{0648B5A7-8383-4F26-B613-C7457106850A}"/>
              </a:ext>
            </a:extLst>
          </p:cNvPr>
          <p:cNvSpPr>
            <a:spLocks noGrp="1"/>
          </p:cNvSpPr>
          <p:nvPr/>
        </p:nvSpPr>
        <p:spPr>
          <a:xfrm>
            <a:off x="1519934" y="4905784"/>
            <a:ext cx="28398" cy="28398"/>
          </a:xfrm>
          <a:prstGeom prst="ellipse">
            <a:avLst/>
          </a:prstGeom>
          <a:solidFill>
            <a:srgbClr val="7F8C97">
              <a:alpha val="48000"/>
            </a:srgbClr>
          </a:solidFill>
          <a:ln w="0">
            <a:noFill/>
            <a:prstDash val="solid"/>
          </a:ln>
        </p:spPr>
      </p:sp>
      <p:sp>
        <p:nvSpPr>
          <p:cNvPr id="2459" name="01_find_only_2458">
            <a:extLst>
              <a:ext uri="{FF2B5EF4-FFF2-40B4-BE49-F238E27FC236}">
                <a16:creationId xmlns:a16="http://schemas.microsoft.com/office/drawing/2014/main" id="{4F3E4321-7C82-4E24-9724-4FB136C83C05}"/>
              </a:ext>
            </a:extLst>
          </p:cNvPr>
          <p:cNvSpPr>
            <a:spLocks noGrp="1"/>
          </p:cNvSpPr>
          <p:nvPr/>
        </p:nvSpPr>
        <p:spPr>
          <a:xfrm>
            <a:off x="1575446" y="4905784"/>
            <a:ext cx="28398" cy="28398"/>
          </a:xfrm>
          <a:prstGeom prst="ellipse">
            <a:avLst/>
          </a:prstGeom>
          <a:solidFill>
            <a:srgbClr val="7F8C97">
              <a:alpha val="48000"/>
            </a:srgbClr>
          </a:solidFill>
          <a:ln w="0">
            <a:noFill/>
            <a:prstDash val="solid"/>
          </a:ln>
        </p:spPr>
      </p:sp>
      <p:sp>
        <p:nvSpPr>
          <p:cNvPr id="2460" name="01_find_only_2459">
            <a:extLst>
              <a:ext uri="{FF2B5EF4-FFF2-40B4-BE49-F238E27FC236}">
                <a16:creationId xmlns:a16="http://schemas.microsoft.com/office/drawing/2014/main" id="{BC2B186D-3622-4927-9074-A7449B35EE7C}"/>
              </a:ext>
            </a:extLst>
          </p:cNvPr>
          <p:cNvSpPr>
            <a:spLocks noGrp="1"/>
          </p:cNvSpPr>
          <p:nvPr/>
        </p:nvSpPr>
        <p:spPr>
          <a:xfrm>
            <a:off x="1515451" y="4905784"/>
            <a:ext cx="28398" cy="28398"/>
          </a:xfrm>
          <a:prstGeom prst="ellipse">
            <a:avLst/>
          </a:prstGeom>
          <a:solidFill>
            <a:srgbClr val="7F8C97">
              <a:alpha val="48000"/>
            </a:srgbClr>
          </a:solidFill>
          <a:ln w="0">
            <a:noFill/>
            <a:prstDash val="solid"/>
          </a:ln>
        </p:spPr>
      </p:sp>
      <p:sp>
        <p:nvSpPr>
          <p:cNvPr id="2461" name="01_find_only_2460">
            <a:extLst>
              <a:ext uri="{FF2B5EF4-FFF2-40B4-BE49-F238E27FC236}">
                <a16:creationId xmlns:a16="http://schemas.microsoft.com/office/drawing/2014/main" id="{20817DED-04A8-4941-AB1F-8BF27C248426}"/>
              </a:ext>
            </a:extLst>
          </p:cNvPr>
          <p:cNvSpPr>
            <a:spLocks noGrp="1"/>
          </p:cNvSpPr>
          <p:nvPr/>
        </p:nvSpPr>
        <p:spPr>
          <a:xfrm>
            <a:off x="1577831" y="4905784"/>
            <a:ext cx="28398" cy="28398"/>
          </a:xfrm>
          <a:prstGeom prst="ellipse">
            <a:avLst/>
          </a:prstGeom>
          <a:solidFill>
            <a:srgbClr val="7F8C97">
              <a:alpha val="48000"/>
            </a:srgbClr>
          </a:solidFill>
          <a:ln w="0">
            <a:noFill/>
            <a:prstDash val="solid"/>
          </a:ln>
        </p:spPr>
      </p:sp>
      <p:sp>
        <p:nvSpPr>
          <p:cNvPr id="2462" name="01_find_only_2461">
            <a:extLst>
              <a:ext uri="{FF2B5EF4-FFF2-40B4-BE49-F238E27FC236}">
                <a16:creationId xmlns:a16="http://schemas.microsoft.com/office/drawing/2014/main" id="{EB49F25A-64CB-40FF-851D-51C0A406E82B}"/>
              </a:ext>
            </a:extLst>
          </p:cNvPr>
          <p:cNvSpPr>
            <a:spLocks noGrp="1"/>
          </p:cNvSpPr>
          <p:nvPr/>
        </p:nvSpPr>
        <p:spPr>
          <a:xfrm>
            <a:off x="1516310" y="4905784"/>
            <a:ext cx="28398" cy="28398"/>
          </a:xfrm>
          <a:prstGeom prst="ellipse">
            <a:avLst/>
          </a:prstGeom>
          <a:solidFill>
            <a:srgbClr val="7F8C97">
              <a:alpha val="48000"/>
            </a:srgbClr>
          </a:solidFill>
          <a:ln w="0">
            <a:noFill/>
            <a:prstDash val="solid"/>
          </a:ln>
        </p:spPr>
      </p:sp>
      <p:sp>
        <p:nvSpPr>
          <p:cNvPr id="2463" name="01_find_only_2462">
            <a:extLst>
              <a:ext uri="{FF2B5EF4-FFF2-40B4-BE49-F238E27FC236}">
                <a16:creationId xmlns:a16="http://schemas.microsoft.com/office/drawing/2014/main" id="{DEF02F11-43A2-4BB4-9BEF-568BCCB4703F}"/>
              </a:ext>
            </a:extLst>
          </p:cNvPr>
          <p:cNvSpPr>
            <a:spLocks noGrp="1"/>
          </p:cNvSpPr>
          <p:nvPr/>
        </p:nvSpPr>
        <p:spPr>
          <a:xfrm>
            <a:off x="1596144" y="4905784"/>
            <a:ext cx="28398" cy="28398"/>
          </a:xfrm>
          <a:prstGeom prst="ellipse">
            <a:avLst/>
          </a:prstGeom>
          <a:solidFill>
            <a:srgbClr val="7F8C97">
              <a:alpha val="48000"/>
            </a:srgbClr>
          </a:solidFill>
          <a:ln w="0">
            <a:noFill/>
            <a:prstDash val="solid"/>
          </a:ln>
        </p:spPr>
      </p:sp>
      <p:sp>
        <p:nvSpPr>
          <p:cNvPr id="2464" name="01_find_only_2463">
            <a:extLst>
              <a:ext uri="{FF2B5EF4-FFF2-40B4-BE49-F238E27FC236}">
                <a16:creationId xmlns:a16="http://schemas.microsoft.com/office/drawing/2014/main" id="{17E4C815-0C66-428E-9A17-F5173D88FCFB}"/>
              </a:ext>
            </a:extLst>
          </p:cNvPr>
          <p:cNvSpPr>
            <a:spLocks noGrp="1"/>
          </p:cNvSpPr>
          <p:nvPr/>
        </p:nvSpPr>
        <p:spPr>
          <a:xfrm>
            <a:off x="1581551" y="4905784"/>
            <a:ext cx="28398" cy="28398"/>
          </a:xfrm>
          <a:prstGeom prst="ellipse">
            <a:avLst/>
          </a:prstGeom>
          <a:solidFill>
            <a:srgbClr val="7F8C97">
              <a:alpha val="48000"/>
            </a:srgbClr>
          </a:solidFill>
          <a:ln w="0">
            <a:noFill/>
            <a:prstDash val="solid"/>
          </a:ln>
        </p:spPr>
      </p:sp>
      <p:sp>
        <p:nvSpPr>
          <p:cNvPr id="2465" name="01_find_only_2464">
            <a:extLst>
              <a:ext uri="{FF2B5EF4-FFF2-40B4-BE49-F238E27FC236}">
                <a16:creationId xmlns:a16="http://schemas.microsoft.com/office/drawing/2014/main" id="{4259ACD6-9DD2-4726-B0E6-5BC4BE07EED5}"/>
              </a:ext>
            </a:extLst>
          </p:cNvPr>
          <p:cNvSpPr>
            <a:spLocks noGrp="1"/>
          </p:cNvSpPr>
          <p:nvPr/>
        </p:nvSpPr>
        <p:spPr>
          <a:xfrm>
            <a:off x="1547023" y="4905784"/>
            <a:ext cx="28398" cy="28398"/>
          </a:xfrm>
          <a:prstGeom prst="ellipse">
            <a:avLst/>
          </a:prstGeom>
          <a:solidFill>
            <a:srgbClr val="7F8C97">
              <a:alpha val="48000"/>
            </a:srgbClr>
          </a:solidFill>
          <a:ln w="0">
            <a:noFill/>
            <a:prstDash val="solid"/>
          </a:ln>
        </p:spPr>
      </p:sp>
      <p:sp>
        <p:nvSpPr>
          <p:cNvPr id="2466" name="01_find_only_2465">
            <a:extLst>
              <a:ext uri="{FF2B5EF4-FFF2-40B4-BE49-F238E27FC236}">
                <a16:creationId xmlns:a16="http://schemas.microsoft.com/office/drawing/2014/main" id="{F06BF39E-2F87-4DD1-BD90-11D76C3892C1}"/>
              </a:ext>
            </a:extLst>
          </p:cNvPr>
          <p:cNvSpPr>
            <a:spLocks noGrp="1"/>
          </p:cNvSpPr>
          <p:nvPr/>
        </p:nvSpPr>
        <p:spPr>
          <a:xfrm>
            <a:off x="1530903" y="4905784"/>
            <a:ext cx="28398" cy="28398"/>
          </a:xfrm>
          <a:prstGeom prst="ellipse">
            <a:avLst/>
          </a:prstGeom>
          <a:solidFill>
            <a:srgbClr val="7F8C97">
              <a:alpha val="48000"/>
            </a:srgbClr>
          </a:solidFill>
          <a:ln w="0">
            <a:noFill/>
            <a:prstDash val="solid"/>
          </a:ln>
        </p:spPr>
      </p:sp>
      <p:sp>
        <p:nvSpPr>
          <p:cNvPr id="2467" name="01_find_only_2466">
            <a:extLst>
              <a:ext uri="{FF2B5EF4-FFF2-40B4-BE49-F238E27FC236}">
                <a16:creationId xmlns:a16="http://schemas.microsoft.com/office/drawing/2014/main" id="{3EA473A0-CDA0-40B0-B48A-7FA583EBE390}"/>
              </a:ext>
            </a:extLst>
          </p:cNvPr>
          <p:cNvSpPr>
            <a:spLocks noGrp="1"/>
          </p:cNvSpPr>
          <p:nvPr/>
        </p:nvSpPr>
        <p:spPr>
          <a:xfrm>
            <a:off x="1598815" y="5328456"/>
            <a:ext cx="28398" cy="28398"/>
          </a:xfrm>
          <a:prstGeom prst="ellipse">
            <a:avLst/>
          </a:prstGeom>
          <a:solidFill>
            <a:srgbClr val="7F8C97">
              <a:alpha val="48000"/>
            </a:srgbClr>
          </a:solidFill>
          <a:ln w="0">
            <a:noFill/>
            <a:prstDash val="solid"/>
          </a:ln>
        </p:spPr>
      </p:sp>
      <p:sp>
        <p:nvSpPr>
          <p:cNvPr id="2468" name="01_find_only_2467">
            <a:extLst>
              <a:ext uri="{FF2B5EF4-FFF2-40B4-BE49-F238E27FC236}">
                <a16:creationId xmlns:a16="http://schemas.microsoft.com/office/drawing/2014/main" id="{143D08ED-565D-44FC-A167-22664C2EE1A0}"/>
              </a:ext>
            </a:extLst>
          </p:cNvPr>
          <p:cNvSpPr>
            <a:spLocks noGrp="1"/>
          </p:cNvSpPr>
          <p:nvPr/>
        </p:nvSpPr>
        <p:spPr>
          <a:xfrm>
            <a:off x="1564191" y="6173800"/>
            <a:ext cx="28398" cy="28398"/>
          </a:xfrm>
          <a:prstGeom prst="ellipse">
            <a:avLst/>
          </a:prstGeom>
          <a:solidFill>
            <a:srgbClr val="7F8C97">
              <a:alpha val="48000"/>
            </a:srgbClr>
          </a:solidFill>
          <a:ln w="0">
            <a:noFill/>
            <a:prstDash val="solid"/>
          </a:ln>
        </p:spPr>
      </p:sp>
      <p:sp>
        <p:nvSpPr>
          <p:cNvPr id="2469" name="01_find_only_2468">
            <a:extLst>
              <a:ext uri="{FF2B5EF4-FFF2-40B4-BE49-F238E27FC236}">
                <a16:creationId xmlns:a16="http://schemas.microsoft.com/office/drawing/2014/main" id="{528EE2E2-78EC-41E3-B0F8-8202A337AAB0}"/>
              </a:ext>
            </a:extLst>
          </p:cNvPr>
          <p:cNvSpPr>
            <a:spLocks noGrp="1"/>
          </p:cNvSpPr>
          <p:nvPr/>
        </p:nvSpPr>
        <p:spPr>
          <a:xfrm>
            <a:off x="1585938" y="6173800"/>
            <a:ext cx="28398" cy="28398"/>
          </a:xfrm>
          <a:prstGeom prst="ellipse">
            <a:avLst/>
          </a:prstGeom>
          <a:solidFill>
            <a:srgbClr val="7F8C97">
              <a:alpha val="48000"/>
            </a:srgbClr>
          </a:solidFill>
          <a:ln w="0">
            <a:noFill/>
            <a:prstDash val="solid"/>
          </a:ln>
        </p:spPr>
      </p:sp>
      <p:sp>
        <p:nvSpPr>
          <p:cNvPr id="2470" name="01_find_only_2469">
            <a:extLst>
              <a:ext uri="{FF2B5EF4-FFF2-40B4-BE49-F238E27FC236}">
                <a16:creationId xmlns:a16="http://schemas.microsoft.com/office/drawing/2014/main" id="{97098E5E-F26E-452C-BE9E-AD37AFE1DD69}"/>
              </a:ext>
            </a:extLst>
          </p:cNvPr>
          <p:cNvSpPr>
            <a:spLocks noGrp="1"/>
          </p:cNvSpPr>
          <p:nvPr/>
        </p:nvSpPr>
        <p:spPr>
          <a:xfrm>
            <a:off x="1519076" y="4905784"/>
            <a:ext cx="28398" cy="28398"/>
          </a:xfrm>
          <a:prstGeom prst="ellipse">
            <a:avLst/>
          </a:prstGeom>
          <a:solidFill>
            <a:srgbClr val="7F8C97">
              <a:alpha val="48000"/>
            </a:srgbClr>
          </a:solidFill>
          <a:ln w="0">
            <a:noFill/>
            <a:prstDash val="solid"/>
          </a:ln>
        </p:spPr>
      </p:sp>
      <p:sp>
        <p:nvSpPr>
          <p:cNvPr id="2471" name="01_find_only_2470">
            <a:extLst>
              <a:ext uri="{FF2B5EF4-FFF2-40B4-BE49-F238E27FC236}">
                <a16:creationId xmlns:a16="http://schemas.microsoft.com/office/drawing/2014/main" id="{F07F875D-2C2D-4102-97C4-2696474973CA}"/>
              </a:ext>
            </a:extLst>
          </p:cNvPr>
          <p:cNvSpPr>
            <a:spLocks noGrp="1"/>
          </p:cNvSpPr>
          <p:nvPr/>
        </p:nvSpPr>
        <p:spPr>
          <a:xfrm>
            <a:off x="1580025" y="6173800"/>
            <a:ext cx="28398" cy="28398"/>
          </a:xfrm>
          <a:prstGeom prst="ellipse">
            <a:avLst/>
          </a:prstGeom>
          <a:solidFill>
            <a:srgbClr val="7F8C97">
              <a:alpha val="48000"/>
            </a:srgbClr>
          </a:solidFill>
          <a:ln w="0">
            <a:noFill/>
            <a:prstDash val="solid"/>
          </a:ln>
        </p:spPr>
      </p:sp>
      <p:sp>
        <p:nvSpPr>
          <p:cNvPr id="2472" name="01_find_only_2471">
            <a:extLst>
              <a:ext uri="{FF2B5EF4-FFF2-40B4-BE49-F238E27FC236}">
                <a16:creationId xmlns:a16="http://schemas.microsoft.com/office/drawing/2014/main" id="{208C886A-93F9-4F3A-910A-AA76C9754656}"/>
              </a:ext>
            </a:extLst>
          </p:cNvPr>
          <p:cNvSpPr>
            <a:spLocks noGrp="1"/>
          </p:cNvSpPr>
          <p:nvPr/>
        </p:nvSpPr>
        <p:spPr>
          <a:xfrm>
            <a:off x="1566194" y="4905784"/>
            <a:ext cx="28398" cy="28398"/>
          </a:xfrm>
          <a:prstGeom prst="ellipse">
            <a:avLst/>
          </a:prstGeom>
          <a:solidFill>
            <a:srgbClr val="7F8C97">
              <a:alpha val="48000"/>
            </a:srgbClr>
          </a:solidFill>
          <a:ln w="0">
            <a:noFill/>
            <a:prstDash val="solid"/>
          </a:ln>
        </p:spPr>
      </p:sp>
      <p:sp>
        <p:nvSpPr>
          <p:cNvPr id="2473" name="01_find_only_2472">
            <a:extLst>
              <a:ext uri="{FF2B5EF4-FFF2-40B4-BE49-F238E27FC236}">
                <a16:creationId xmlns:a16="http://schemas.microsoft.com/office/drawing/2014/main" id="{542EAB9C-1E09-461F-B5B6-D7265FCAB85A}"/>
              </a:ext>
            </a:extLst>
          </p:cNvPr>
          <p:cNvSpPr>
            <a:spLocks noGrp="1"/>
          </p:cNvSpPr>
          <p:nvPr/>
        </p:nvSpPr>
        <p:spPr>
          <a:xfrm>
            <a:off x="1505627" y="4905784"/>
            <a:ext cx="28398" cy="28398"/>
          </a:xfrm>
          <a:prstGeom prst="ellipse">
            <a:avLst/>
          </a:prstGeom>
          <a:solidFill>
            <a:srgbClr val="7F8C97">
              <a:alpha val="48000"/>
            </a:srgbClr>
          </a:solidFill>
          <a:ln w="0">
            <a:noFill/>
            <a:prstDash val="solid"/>
          </a:ln>
        </p:spPr>
      </p:sp>
      <p:sp>
        <p:nvSpPr>
          <p:cNvPr id="2474" name="01_find_only_2473">
            <a:extLst>
              <a:ext uri="{FF2B5EF4-FFF2-40B4-BE49-F238E27FC236}">
                <a16:creationId xmlns:a16="http://schemas.microsoft.com/office/drawing/2014/main" id="{7CB8F0CA-A10B-4C3F-AED9-4080BC50156A}"/>
              </a:ext>
            </a:extLst>
          </p:cNvPr>
          <p:cNvSpPr>
            <a:spLocks noGrp="1"/>
          </p:cNvSpPr>
          <p:nvPr/>
        </p:nvSpPr>
        <p:spPr>
          <a:xfrm>
            <a:off x="1544924" y="6173800"/>
            <a:ext cx="28398" cy="28398"/>
          </a:xfrm>
          <a:prstGeom prst="ellipse">
            <a:avLst/>
          </a:prstGeom>
          <a:solidFill>
            <a:srgbClr val="7F8C97">
              <a:alpha val="48000"/>
            </a:srgbClr>
          </a:solidFill>
          <a:ln w="0">
            <a:noFill/>
            <a:prstDash val="solid"/>
          </a:ln>
        </p:spPr>
      </p:sp>
      <p:sp>
        <p:nvSpPr>
          <p:cNvPr id="2475" name="01_find_only_2474">
            <a:extLst>
              <a:ext uri="{FF2B5EF4-FFF2-40B4-BE49-F238E27FC236}">
                <a16:creationId xmlns:a16="http://schemas.microsoft.com/office/drawing/2014/main" id="{333A45BA-7E15-4740-BD15-CBE5D8B2DDFA}"/>
              </a:ext>
            </a:extLst>
          </p:cNvPr>
          <p:cNvSpPr>
            <a:spLocks noGrp="1"/>
          </p:cNvSpPr>
          <p:nvPr/>
        </p:nvSpPr>
        <p:spPr>
          <a:xfrm>
            <a:off x="1533097" y="6173800"/>
            <a:ext cx="28398" cy="28398"/>
          </a:xfrm>
          <a:prstGeom prst="ellipse">
            <a:avLst/>
          </a:prstGeom>
          <a:solidFill>
            <a:srgbClr val="7F8C97">
              <a:alpha val="48000"/>
            </a:srgbClr>
          </a:solidFill>
          <a:ln w="0">
            <a:noFill/>
            <a:prstDash val="solid"/>
          </a:ln>
        </p:spPr>
      </p:sp>
      <p:sp>
        <p:nvSpPr>
          <p:cNvPr id="2476" name="01_find_only_2475">
            <a:extLst>
              <a:ext uri="{FF2B5EF4-FFF2-40B4-BE49-F238E27FC236}">
                <a16:creationId xmlns:a16="http://schemas.microsoft.com/office/drawing/2014/main" id="{7AC1E2B2-F9BF-4FEB-9398-CD7E7B6C8F4D}"/>
              </a:ext>
            </a:extLst>
          </p:cNvPr>
          <p:cNvSpPr>
            <a:spLocks noGrp="1"/>
          </p:cNvSpPr>
          <p:nvPr/>
        </p:nvSpPr>
        <p:spPr>
          <a:xfrm>
            <a:off x="1554462" y="4905784"/>
            <a:ext cx="28398" cy="28398"/>
          </a:xfrm>
          <a:prstGeom prst="ellipse">
            <a:avLst/>
          </a:prstGeom>
          <a:solidFill>
            <a:srgbClr val="7F8C97">
              <a:alpha val="48000"/>
            </a:srgbClr>
          </a:solidFill>
          <a:ln w="0">
            <a:noFill/>
            <a:prstDash val="solid"/>
          </a:ln>
        </p:spPr>
      </p:sp>
      <p:sp>
        <p:nvSpPr>
          <p:cNvPr id="2477" name="01_find_only_2476">
            <a:extLst>
              <a:ext uri="{FF2B5EF4-FFF2-40B4-BE49-F238E27FC236}">
                <a16:creationId xmlns:a16="http://schemas.microsoft.com/office/drawing/2014/main" id="{576B3F6F-20EB-410D-B8E9-9F77457CA7C3}"/>
              </a:ext>
            </a:extLst>
          </p:cNvPr>
          <p:cNvSpPr>
            <a:spLocks noGrp="1"/>
          </p:cNvSpPr>
          <p:nvPr/>
        </p:nvSpPr>
        <p:spPr>
          <a:xfrm>
            <a:off x="1542444" y="6068132"/>
            <a:ext cx="28398" cy="28398"/>
          </a:xfrm>
          <a:prstGeom prst="ellipse">
            <a:avLst/>
          </a:prstGeom>
          <a:solidFill>
            <a:srgbClr val="7F8C97">
              <a:alpha val="48000"/>
            </a:srgbClr>
          </a:solidFill>
          <a:ln w="0">
            <a:noFill/>
            <a:prstDash val="solid"/>
          </a:ln>
        </p:spPr>
      </p:sp>
      <p:sp>
        <p:nvSpPr>
          <p:cNvPr id="2478" name="01_find_only_2477">
            <a:extLst>
              <a:ext uri="{FF2B5EF4-FFF2-40B4-BE49-F238E27FC236}">
                <a16:creationId xmlns:a16="http://schemas.microsoft.com/office/drawing/2014/main" id="{25CF135F-87CD-4EFE-B153-708BB3D562FD}"/>
              </a:ext>
            </a:extLst>
          </p:cNvPr>
          <p:cNvSpPr>
            <a:spLocks noGrp="1"/>
          </p:cNvSpPr>
          <p:nvPr/>
        </p:nvSpPr>
        <p:spPr>
          <a:xfrm>
            <a:off x="1583649" y="5856796"/>
            <a:ext cx="28398" cy="28398"/>
          </a:xfrm>
          <a:prstGeom prst="ellipse">
            <a:avLst/>
          </a:prstGeom>
          <a:solidFill>
            <a:srgbClr val="7F8C97">
              <a:alpha val="48000"/>
            </a:srgbClr>
          </a:solidFill>
          <a:ln w="0">
            <a:noFill/>
            <a:prstDash val="solid"/>
          </a:ln>
        </p:spPr>
      </p:sp>
      <p:sp>
        <p:nvSpPr>
          <p:cNvPr id="2479" name="01_find_only_2478">
            <a:extLst>
              <a:ext uri="{FF2B5EF4-FFF2-40B4-BE49-F238E27FC236}">
                <a16:creationId xmlns:a16="http://schemas.microsoft.com/office/drawing/2014/main" id="{3EF46D83-B7DF-4727-9368-B70AEA782131}"/>
              </a:ext>
            </a:extLst>
          </p:cNvPr>
          <p:cNvSpPr>
            <a:spLocks noGrp="1"/>
          </p:cNvSpPr>
          <p:nvPr/>
        </p:nvSpPr>
        <p:spPr>
          <a:xfrm>
            <a:off x="1516119" y="4905784"/>
            <a:ext cx="28398" cy="28398"/>
          </a:xfrm>
          <a:prstGeom prst="ellipse">
            <a:avLst/>
          </a:prstGeom>
          <a:solidFill>
            <a:srgbClr val="7F8C97">
              <a:alpha val="48000"/>
            </a:srgbClr>
          </a:solidFill>
          <a:ln w="0">
            <a:noFill/>
            <a:prstDash val="solid"/>
          </a:ln>
        </p:spPr>
      </p:sp>
      <p:sp>
        <p:nvSpPr>
          <p:cNvPr id="2480" name="01_find_only_2479">
            <a:extLst>
              <a:ext uri="{FF2B5EF4-FFF2-40B4-BE49-F238E27FC236}">
                <a16:creationId xmlns:a16="http://schemas.microsoft.com/office/drawing/2014/main" id="{610803EC-1FA0-449C-B0F6-7C42D9838BCD}"/>
              </a:ext>
            </a:extLst>
          </p:cNvPr>
          <p:cNvSpPr>
            <a:spLocks noGrp="1"/>
          </p:cNvSpPr>
          <p:nvPr/>
        </p:nvSpPr>
        <p:spPr>
          <a:xfrm>
            <a:off x="1520507" y="4905784"/>
            <a:ext cx="28398" cy="28398"/>
          </a:xfrm>
          <a:prstGeom prst="ellipse">
            <a:avLst/>
          </a:prstGeom>
          <a:solidFill>
            <a:srgbClr val="7F8C97">
              <a:alpha val="48000"/>
            </a:srgbClr>
          </a:solidFill>
          <a:ln w="0">
            <a:noFill/>
            <a:prstDash val="solid"/>
          </a:ln>
        </p:spPr>
      </p:sp>
      <p:sp>
        <p:nvSpPr>
          <p:cNvPr id="2481" name="01_find_only_2480">
            <a:extLst>
              <a:ext uri="{FF2B5EF4-FFF2-40B4-BE49-F238E27FC236}">
                <a16:creationId xmlns:a16="http://schemas.microsoft.com/office/drawing/2014/main" id="{688689BB-FFCE-43FC-8959-C06BC4E6DD56}"/>
              </a:ext>
            </a:extLst>
          </p:cNvPr>
          <p:cNvSpPr>
            <a:spLocks noGrp="1"/>
          </p:cNvSpPr>
          <p:nvPr/>
        </p:nvSpPr>
        <p:spPr>
          <a:xfrm>
            <a:off x="1560185" y="4905784"/>
            <a:ext cx="28398" cy="28398"/>
          </a:xfrm>
          <a:prstGeom prst="ellipse">
            <a:avLst/>
          </a:prstGeom>
          <a:solidFill>
            <a:srgbClr val="7F8C97">
              <a:alpha val="48000"/>
            </a:srgbClr>
          </a:solidFill>
          <a:ln w="0">
            <a:noFill/>
            <a:prstDash val="solid"/>
          </a:ln>
        </p:spPr>
      </p:sp>
      <p:sp>
        <p:nvSpPr>
          <p:cNvPr id="2482" name="01_find_only_2481">
            <a:extLst>
              <a:ext uri="{FF2B5EF4-FFF2-40B4-BE49-F238E27FC236}">
                <a16:creationId xmlns:a16="http://schemas.microsoft.com/office/drawing/2014/main" id="{A1B6223A-437B-498C-913D-1A733F200C2C}"/>
              </a:ext>
            </a:extLst>
          </p:cNvPr>
          <p:cNvSpPr>
            <a:spLocks noGrp="1"/>
          </p:cNvSpPr>
          <p:nvPr/>
        </p:nvSpPr>
        <p:spPr>
          <a:xfrm>
            <a:off x="1559327" y="4905784"/>
            <a:ext cx="28398" cy="28398"/>
          </a:xfrm>
          <a:prstGeom prst="ellipse">
            <a:avLst/>
          </a:prstGeom>
          <a:solidFill>
            <a:srgbClr val="7F8C97">
              <a:alpha val="48000"/>
            </a:srgbClr>
          </a:solidFill>
          <a:ln w="0">
            <a:noFill/>
            <a:prstDash val="solid"/>
          </a:ln>
        </p:spPr>
      </p:sp>
      <p:sp>
        <p:nvSpPr>
          <p:cNvPr id="2483" name="01_find_only_2482">
            <a:extLst>
              <a:ext uri="{FF2B5EF4-FFF2-40B4-BE49-F238E27FC236}">
                <a16:creationId xmlns:a16="http://schemas.microsoft.com/office/drawing/2014/main" id="{78D31E49-A5C9-4895-9043-C061AAFC8680}"/>
              </a:ext>
            </a:extLst>
          </p:cNvPr>
          <p:cNvSpPr>
            <a:spLocks noGrp="1"/>
          </p:cNvSpPr>
          <p:nvPr/>
        </p:nvSpPr>
        <p:spPr>
          <a:xfrm>
            <a:off x="1590326" y="4905784"/>
            <a:ext cx="28398" cy="28398"/>
          </a:xfrm>
          <a:prstGeom prst="ellipse">
            <a:avLst/>
          </a:prstGeom>
          <a:solidFill>
            <a:srgbClr val="7F8C97">
              <a:alpha val="48000"/>
            </a:srgbClr>
          </a:solidFill>
          <a:ln w="0">
            <a:noFill/>
            <a:prstDash val="solid"/>
          </a:ln>
        </p:spPr>
      </p:sp>
      <p:sp>
        <p:nvSpPr>
          <p:cNvPr id="2484" name="01_find_only_2483">
            <a:extLst>
              <a:ext uri="{FF2B5EF4-FFF2-40B4-BE49-F238E27FC236}">
                <a16:creationId xmlns:a16="http://schemas.microsoft.com/office/drawing/2014/main" id="{CDFD2BFF-4702-4742-B032-FE151BEF5D16}"/>
              </a:ext>
            </a:extLst>
          </p:cNvPr>
          <p:cNvSpPr>
            <a:spLocks noGrp="1"/>
          </p:cNvSpPr>
          <p:nvPr/>
        </p:nvSpPr>
        <p:spPr>
          <a:xfrm>
            <a:off x="1575923" y="4905784"/>
            <a:ext cx="28398" cy="28398"/>
          </a:xfrm>
          <a:prstGeom prst="ellipse">
            <a:avLst/>
          </a:prstGeom>
          <a:solidFill>
            <a:srgbClr val="7F8C97">
              <a:alpha val="48000"/>
            </a:srgbClr>
          </a:solidFill>
          <a:ln w="0">
            <a:noFill/>
            <a:prstDash val="solid"/>
          </a:ln>
        </p:spPr>
      </p:sp>
      <p:sp>
        <p:nvSpPr>
          <p:cNvPr id="2485" name="01_find_only_2484">
            <a:extLst>
              <a:ext uri="{FF2B5EF4-FFF2-40B4-BE49-F238E27FC236}">
                <a16:creationId xmlns:a16="http://schemas.microsoft.com/office/drawing/2014/main" id="{2C3DAEAC-B45E-4B62-9253-2FAA97876A5F}"/>
              </a:ext>
            </a:extLst>
          </p:cNvPr>
          <p:cNvSpPr>
            <a:spLocks noGrp="1"/>
          </p:cNvSpPr>
          <p:nvPr/>
        </p:nvSpPr>
        <p:spPr>
          <a:xfrm>
            <a:off x="1530903" y="6173800"/>
            <a:ext cx="28398" cy="28398"/>
          </a:xfrm>
          <a:prstGeom prst="ellipse">
            <a:avLst/>
          </a:prstGeom>
          <a:solidFill>
            <a:srgbClr val="7F8C97">
              <a:alpha val="48000"/>
            </a:srgbClr>
          </a:solidFill>
          <a:ln w="0">
            <a:noFill/>
            <a:prstDash val="solid"/>
          </a:ln>
        </p:spPr>
      </p:sp>
      <p:sp>
        <p:nvSpPr>
          <p:cNvPr id="2486" name="01_find_only_2485">
            <a:extLst>
              <a:ext uri="{FF2B5EF4-FFF2-40B4-BE49-F238E27FC236}">
                <a16:creationId xmlns:a16="http://schemas.microsoft.com/office/drawing/2014/main" id="{83AD5492-2B46-49E8-986C-34E20699077A}"/>
              </a:ext>
            </a:extLst>
          </p:cNvPr>
          <p:cNvSpPr>
            <a:spLocks noGrp="1"/>
          </p:cNvSpPr>
          <p:nvPr/>
        </p:nvSpPr>
        <p:spPr>
          <a:xfrm>
            <a:off x="1577831" y="5539792"/>
            <a:ext cx="28398" cy="28398"/>
          </a:xfrm>
          <a:prstGeom prst="ellipse">
            <a:avLst/>
          </a:prstGeom>
          <a:solidFill>
            <a:srgbClr val="7F8C97">
              <a:alpha val="48000"/>
            </a:srgbClr>
          </a:solidFill>
          <a:ln w="0">
            <a:noFill/>
            <a:prstDash val="solid"/>
          </a:ln>
        </p:spPr>
      </p:sp>
      <p:sp>
        <p:nvSpPr>
          <p:cNvPr id="2487" name="01_find_only_2486">
            <a:extLst>
              <a:ext uri="{FF2B5EF4-FFF2-40B4-BE49-F238E27FC236}">
                <a16:creationId xmlns:a16="http://schemas.microsoft.com/office/drawing/2014/main" id="{3CA31AAE-3EB8-4F5D-855C-05CF49F8D196}"/>
              </a:ext>
            </a:extLst>
          </p:cNvPr>
          <p:cNvSpPr>
            <a:spLocks noGrp="1"/>
          </p:cNvSpPr>
          <p:nvPr/>
        </p:nvSpPr>
        <p:spPr>
          <a:xfrm>
            <a:off x="1570105" y="4905784"/>
            <a:ext cx="28398" cy="28398"/>
          </a:xfrm>
          <a:prstGeom prst="ellipse">
            <a:avLst/>
          </a:prstGeom>
          <a:solidFill>
            <a:srgbClr val="7F8C97">
              <a:alpha val="48000"/>
            </a:srgbClr>
          </a:solidFill>
          <a:ln w="0">
            <a:noFill/>
            <a:prstDash val="solid"/>
          </a:ln>
        </p:spPr>
      </p:sp>
      <p:sp>
        <p:nvSpPr>
          <p:cNvPr id="2488" name="01_find_only_2487">
            <a:extLst>
              <a:ext uri="{FF2B5EF4-FFF2-40B4-BE49-F238E27FC236}">
                <a16:creationId xmlns:a16="http://schemas.microsoft.com/office/drawing/2014/main" id="{FA99E25F-9B26-404F-A545-CA526A87645B}"/>
              </a:ext>
            </a:extLst>
          </p:cNvPr>
          <p:cNvSpPr>
            <a:spLocks noGrp="1"/>
          </p:cNvSpPr>
          <p:nvPr/>
        </p:nvSpPr>
        <p:spPr>
          <a:xfrm>
            <a:off x="1574206" y="4905784"/>
            <a:ext cx="28398" cy="28398"/>
          </a:xfrm>
          <a:prstGeom prst="ellipse">
            <a:avLst/>
          </a:prstGeom>
          <a:solidFill>
            <a:srgbClr val="7F8C97">
              <a:alpha val="48000"/>
            </a:srgbClr>
          </a:solidFill>
          <a:ln w="0">
            <a:noFill/>
            <a:prstDash val="solid"/>
          </a:ln>
        </p:spPr>
      </p:sp>
      <p:sp>
        <p:nvSpPr>
          <p:cNvPr id="2489" name="01_find_only_2488">
            <a:extLst>
              <a:ext uri="{FF2B5EF4-FFF2-40B4-BE49-F238E27FC236}">
                <a16:creationId xmlns:a16="http://schemas.microsoft.com/office/drawing/2014/main" id="{AF88F9CC-C205-439C-9D1D-B098C8E5BFA8}"/>
              </a:ext>
            </a:extLst>
          </p:cNvPr>
          <p:cNvSpPr>
            <a:spLocks noGrp="1"/>
          </p:cNvSpPr>
          <p:nvPr/>
        </p:nvSpPr>
        <p:spPr>
          <a:xfrm>
            <a:off x="1583077" y="5398901"/>
            <a:ext cx="28398" cy="28398"/>
          </a:xfrm>
          <a:prstGeom prst="ellipse">
            <a:avLst/>
          </a:prstGeom>
          <a:solidFill>
            <a:srgbClr val="7F8C97">
              <a:alpha val="48000"/>
            </a:srgbClr>
          </a:solidFill>
          <a:ln w="0">
            <a:noFill/>
            <a:prstDash val="solid"/>
          </a:ln>
        </p:spPr>
      </p:sp>
      <p:sp>
        <p:nvSpPr>
          <p:cNvPr id="2490" name="01_find_only_2489">
            <a:extLst>
              <a:ext uri="{FF2B5EF4-FFF2-40B4-BE49-F238E27FC236}">
                <a16:creationId xmlns:a16="http://schemas.microsoft.com/office/drawing/2014/main" id="{0FC76FBE-823B-419B-A9C9-D432DB9B8466}"/>
              </a:ext>
            </a:extLst>
          </p:cNvPr>
          <p:cNvSpPr>
            <a:spLocks noGrp="1"/>
          </p:cNvSpPr>
          <p:nvPr/>
        </p:nvSpPr>
        <p:spPr>
          <a:xfrm>
            <a:off x="1522510" y="4905784"/>
            <a:ext cx="28398" cy="28398"/>
          </a:xfrm>
          <a:prstGeom prst="ellipse">
            <a:avLst/>
          </a:prstGeom>
          <a:solidFill>
            <a:srgbClr val="7F8C97">
              <a:alpha val="48000"/>
            </a:srgbClr>
          </a:solidFill>
          <a:ln w="0">
            <a:noFill/>
            <a:prstDash val="solid"/>
          </a:ln>
        </p:spPr>
      </p:sp>
      <p:sp>
        <p:nvSpPr>
          <p:cNvPr id="2491" name="01_find_only_2490">
            <a:extLst>
              <a:ext uri="{FF2B5EF4-FFF2-40B4-BE49-F238E27FC236}">
                <a16:creationId xmlns:a16="http://schemas.microsoft.com/office/drawing/2014/main" id="{6B9BA943-4FD2-4DF1-A857-641CF134717A}"/>
              </a:ext>
            </a:extLst>
          </p:cNvPr>
          <p:cNvSpPr>
            <a:spLocks noGrp="1"/>
          </p:cNvSpPr>
          <p:nvPr/>
        </p:nvSpPr>
        <p:spPr>
          <a:xfrm>
            <a:off x="1515356" y="4905784"/>
            <a:ext cx="28398" cy="28398"/>
          </a:xfrm>
          <a:prstGeom prst="ellipse">
            <a:avLst/>
          </a:prstGeom>
          <a:solidFill>
            <a:srgbClr val="7F8C97">
              <a:alpha val="48000"/>
            </a:srgbClr>
          </a:solidFill>
          <a:ln w="0">
            <a:noFill/>
            <a:prstDash val="solid"/>
          </a:ln>
        </p:spPr>
      </p:sp>
      <p:sp>
        <p:nvSpPr>
          <p:cNvPr id="2492" name="01_find_only_2491">
            <a:extLst>
              <a:ext uri="{FF2B5EF4-FFF2-40B4-BE49-F238E27FC236}">
                <a16:creationId xmlns:a16="http://schemas.microsoft.com/office/drawing/2014/main" id="{AF659EB3-340C-46EB-ADB0-49EFFF93B03F}"/>
              </a:ext>
            </a:extLst>
          </p:cNvPr>
          <p:cNvSpPr>
            <a:spLocks noGrp="1"/>
          </p:cNvSpPr>
          <p:nvPr/>
        </p:nvSpPr>
        <p:spPr>
          <a:xfrm>
            <a:off x="1570296" y="5222788"/>
            <a:ext cx="28398" cy="28398"/>
          </a:xfrm>
          <a:prstGeom prst="ellipse">
            <a:avLst/>
          </a:prstGeom>
          <a:solidFill>
            <a:srgbClr val="7F8C97">
              <a:alpha val="48000"/>
            </a:srgbClr>
          </a:solidFill>
          <a:ln w="0">
            <a:noFill/>
            <a:prstDash val="solid"/>
          </a:ln>
        </p:spPr>
      </p:sp>
      <p:sp>
        <p:nvSpPr>
          <p:cNvPr id="2493" name="01_find_only_2492">
            <a:extLst>
              <a:ext uri="{FF2B5EF4-FFF2-40B4-BE49-F238E27FC236}">
                <a16:creationId xmlns:a16="http://schemas.microsoft.com/office/drawing/2014/main" id="{92DD750B-BC3D-4580-A6C5-2C01CF719AAE}"/>
              </a:ext>
            </a:extLst>
          </p:cNvPr>
          <p:cNvSpPr>
            <a:spLocks noGrp="1"/>
          </p:cNvSpPr>
          <p:nvPr/>
        </p:nvSpPr>
        <p:spPr>
          <a:xfrm>
            <a:off x="1594904" y="4905784"/>
            <a:ext cx="28398" cy="28398"/>
          </a:xfrm>
          <a:prstGeom prst="ellipse">
            <a:avLst/>
          </a:prstGeom>
          <a:solidFill>
            <a:srgbClr val="7F8C97">
              <a:alpha val="48000"/>
            </a:srgbClr>
          </a:solidFill>
          <a:ln w="0">
            <a:noFill/>
            <a:prstDash val="solid"/>
          </a:ln>
        </p:spPr>
      </p:sp>
      <p:sp>
        <p:nvSpPr>
          <p:cNvPr id="2494" name="01_find_only_2493">
            <a:extLst>
              <a:ext uri="{FF2B5EF4-FFF2-40B4-BE49-F238E27FC236}">
                <a16:creationId xmlns:a16="http://schemas.microsoft.com/office/drawing/2014/main" id="{E20C4617-5C46-44D5-8F5C-C62EC8431C52}"/>
              </a:ext>
            </a:extLst>
          </p:cNvPr>
          <p:cNvSpPr>
            <a:spLocks noGrp="1"/>
          </p:cNvSpPr>
          <p:nvPr/>
        </p:nvSpPr>
        <p:spPr>
          <a:xfrm>
            <a:off x="1599006" y="4905784"/>
            <a:ext cx="28398" cy="28398"/>
          </a:xfrm>
          <a:prstGeom prst="ellipse">
            <a:avLst/>
          </a:prstGeom>
          <a:solidFill>
            <a:srgbClr val="7F8C97">
              <a:alpha val="48000"/>
            </a:srgbClr>
          </a:solidFill>
          <a:ln w="0">
            <a:noFill/>
            <a:prstDash val="solid"/>
          </a:ln>
        </p:spPr>
      </p:sp>
      <p:sp>
        <p:nvSpPr>
          <p:cNvPr id="2495" name="01_find_only_2494">
            <a:extLst>
              <a:ext uri="{FF2B5EF4-FFF2-40B4-BE49-F238E27FC236}">
                <a16:creationId xmlns:a16="http://schemas.microsoft.com/office/drawing/2014/main" id="{41DBF814-A47A-460C-96FD-B68341900159}"/>
              </a:ext>
            </a:extLst>
          </p:cNvPr>
          <p:cNvSpPr>
            <a:spLocks noGrp="1"/>
          </p:cNvSpPr>
          <p:nvPr/>
        </p:nvSpPr>
        <p:spPr>
          <a:xfrm>
            <a:off x="1540060" y="4905784"/>
            <a:ext cx="28398" cy="28398"/>
          </a:xfrm>
          <a:prstGeom prst="ellipse">
            <a:avLst/>
          </a:prstGeom>
          <a:solidFill>
            <a:srgbClr val="7F8C97">
              <a:alpha val="48000"/>
            </a:srgbClr>
          </a:solidFill>
          <a:ln w="0">
            <a:noFill/>
            <a:prstDash val="solid"/>
          </a:ln>
        </p:spPr>
      </p:sp>
      <p:sp>
        <p:nvSpPr>
          <p:cNvPr id="2496" name="01_find_only_2495">
            <a:extLst>
              <a:ext uri="{FF2B5EF4-FFF2-40B4-BE49-F238E27FC236}">
                <a16:creationId xmlns:a16="http://schemas.microsoft.com/office/drawing/2014/main" id="{617AAD90-B7F4-4747-AF1D-F0B34A552C97}"/>
              </a:ext>
            </a:extLst>
          </p:cNvPr>
          <p:cNvSpPr>
            <a:spLocks noGrp="1"/>
          </p:cNvSpPr>
          <p:nvPr/>
        </p:nvSpPr>
        <p:spPr>
          <a:xfrm>
            <a:off x="1575065" y="5328456"/>
            <a:ext cx="28398" cy="28398"/>
          </a:xfrm>
          <a:prstGeom prst="ellipse">
            <a:avLst/>
          </a:prstGeom>
          <a:solidFill>
            <a:srgbClr val="7F8C97">
              <a:alpha val="48000"/>
            </a:srgbClr>
          </a:solidFill>
          <a:ln w="0">
            <a:noFill/>
            <a:prstDash val="solid"/>
          </a:ln>
        </p:spPr>
      </p:sp>
      <p:sp>
        <p:nvSpPr>
          <p:cNvPr id="2497" name="01_find_only_2496">
            <a:extLst>
              <a:ext uri="{FF2B5EF4-FFF2-40B4-BE49-F238E27FC236}">
                <a16:creationId xmlns:a16="http://schemas.microsoft.com/office/drawing/2014/main" id="{7C4A9728-6C01-4380-A397-B1283507F74E}"/>
              </a:ext>
            </a:extLst>
          </p:cNvPr>
          <p:cNvSpPr>
            <a:spLocks noGrp="1"/>
          </p:cNvSpPr>
          <p:nvPr/>
        </p:nvSpPr>
        <p:spPr>
          <a:xfrm>
            <a:off x="1582314" y="4905784"/>
            <a:ext cx="28398" cy="28398"/>
          </a:xfrm>
          <a:prstGeom prst="ellipse">
            <a:avLst/>
          </a:prstGeom>
          <a:solidFill>
            <a:srgbClr val="7F8C97">
              <a:alpha val="48000"/>
            </a:srgbClr>
          </a:solidFill>
          <a:ln w="0">
            <a:noFill/>
            <a:prstDash val="solid"/>
          </a:ln>
        </p:spPr>
      </p:sp>
      <p:sp>
        <p:nvSpPr>
          <p:cNvPr id="2498" name="01_find_only_2497">
            <a:extLst>
              <a:ext uri="{FF2B5EF4-FFF2-40B4-BE49-F238E27FC236}">
                <a16:creationId xmlns:a16="http://schemas.microsoft.com/office/drawing/2014/main" id="{B01690E4-BCCB-4133-9E0E-D56AC6205EE6}"/>
              </a:ext>
            </a:extLst>
          </p:cNvPr>
          <p:cNvSpPr>
            <a:spLocks noGrp="1"/>
          </p:cNvSpPr>
          <p:nvPr/>
        </p:nvSpPr>
        <p:spPr>
          <a:xfrm>
            <a:off x="1593855" y="4905784"/>
            <a:ext cx="28398" cy="28398"/>
          </a:xfrm>
          <a:prstGeom prst="ellipse">
            <a:avLst/>
          </a:prstGeom>
          <a:solidFill>
            <a:srgbClr val="7F8C97">
              <a:alpha val="48000"/>
            </a:srgbClr>
          </a:solidFill>
          <a:ln w="0">
            <a:noFill/>
            <a:prstDash val="solid"/>
          </a:ln>
        </p:spPr>
      </p:sp>
      <p:sp>
        <p:nvSpPr>
          <p:cNvPr id="2499" name="01_find_only_2498">
            <a:extLst>
              <a:ext uri="{FF2B5EF4-FFF2-40B4-BE49-F238E27FC236}">
                <a16:creationId xmlns:a16="http://schemas.microsoft.com/office/drawing/2014/main" id="{4E41D1F3-D54F-40AD-BC17-37407F11B122}"/>
              </a:ext>
            </a:extLst>
          </p:cNvPr>
          <p:cNvSpPr>
            <a:spLocks noGrp="1"/>
          </p:cNvSpPr>
          <p:nvPr/>
        </p:nvSpPr>
        <p:spPr>
          <a:xfrm>
            <a:off x="1583745" y="4905784"/>
            <a:ext cx="28398" cy="28398"/>
          </a:xfrm>
          <a:prstGeom prst="ellipse">
            <a:avLst/>
          </a:prstGeom>
          <a:solidFill>
            <a:srgbClr val="7F8C97">
              <a:alpha val="48000"/>
            </a:srgbClr>
          </a:solidFill>
          <a:ln w="0">
            <a:noFill/>
            <a:prstDash val="solid"/>
          </a:ln>
        </p:spPr>
      </p:sp>
      <p:sp>
        <p:nvSpPr>
          <p:cNvPr id="2500" name="01_find_only_2499">
            <a:extLst>
              <a:ext uri="{FF2B5EF4-FFF2-40B4-BE49-F238E27FC236}">
                <a16:creationId xmlns:a16="http://schemas.microsoft.com/office/drawing/2014/main" id="{280F8A52-6539-4494-8A22-5901CADA0AF3}"/>
              </a:ext>
            </a:extLst>
          </p:cNvPr>
          <p:cNvSpPr>
            <a:spLocks noGrp="1"/>
          </p:cNvSpPr>
          <p:nvPr/>
        </p:nvSpPr>
        <p:spPr>
          <a:xfrm>
            <a:off x="1569342" y="4905784"/>
            <a:ext cx="28398" cy="28398"/>
          </a:xfrm>
          <a:prstGeom prst="ellipse">
            <a:avLst/>
          </a:prstGeom>
          <a:solidFill>
            <a:srgbClr val="7F8C97">
              <a:alpha val="48000"/>
            </a:srgbClr>
          </a:solidFill>
          <a:ln w="0">
            <a:noFill/>
            <a:prstDash val="solid"/>
          </a:ln>
        </p:spPr>
      </p:sp>
      <p:sp>
        <p:nvSpPr>
          <p:cNvPr id="2501" name="01_find_only_2500">
            <a:extLst>
              <a:ext uri="{FF2B5EF4-FFF2-40B4-BE49-F238E27FC236}">
                <a16:creationId xmlns:a16="http://schemas.microsoft.com/office/drawing/2014/main" id="{0BC30358-EA80-417A-AF35-B09EAC09E311}"/>
              </a:ext>
            </a:extLst>
          </p:cNvPr>
          <p:cNvSpPr>
            <a:spLocks noGrp="1"/>
          </p:cNvSpPr>
          <p:nvPr/>
        </p:nvSpPr>
        <p:spPr>
          <a:xfrm>
            <a:off x="1510873" y="4905784"/>
            <a:ext cx="28398" cy="28398"/>
          </a:xfrm>
          <a:prstGeom prst="ellipse">
            <a:avLst/>
          </a:prstGeom>
          <a:solidFill>
            <a:srgbClr val="7F8C97">
              <a:alpha val="48000"/>
            </a:srgbClr>
          </a:solidFill>
          <a:ln w="0">
            <a:noFill/>
            <a:prstDash val="solid"/>
          </a:ln>
        </p:spPr>
      </p:sp>
      <p:sp>
        <p:nvSpPr>
          <p:cNvPr id="2502" name="01_find_only_2501">
            <a:extLst>
              <a:ext uri="{FF2B5EF4-FFF2-40B4-BE49-F238E27FC236}">
                <a16:creationId xmlns:a16="http://schemas.microsoft.com/office/drawing/2014/main" id="{825C2A49-FBFC-4F30-9E08-BE4DD0269923}"/>
              </a:ext>
            </a:extLst>
          </p:cNvPr>
          <p:cNvSpPr>
            <a:spLocks noGrp="1"/>
          </p:cNvSpPr>
          <p:nvPr/>
        </p:nvSpPr>
        <p:spPr>
          <a:xfrm>
            <a:off x="1520125" y="4905784"/>
            <a:ext cx="28398" cy="28398"/>
          </a:xfrm>
          <a:prstGeom prst="ellipse">
            <a:avLst/>
          </a:prstGeom>
          <a:solidFill>
            <a:srgbClr val="7F8C97">
              <a:alpha val="48000"/>
            </a:srgbClr>
          </a:solidFill>
          <a:ln w="0">
            <a:noFill/>
            <a:prstDash val="solid"/>
          </a:ln>
        </p:spPr>
      </p:sp>
      <p:sp>
        <p:nvSpPr>
          <p:cNvPr id="2503" name="01_find_only_2502">
            <a:extLst>
              <a:ext uri="{FF2B5EF4-FFF2-40B4-BE49-F238E27FC236}">
                <a16:creationId xmlns:a16="http://schemas.microsoft.com/office/drawing/2014/main" id="{39285ECC-476D-432C-9A75-1DC73A78A667}"/>
              </a:ext>
            </a:extLst>
          </p:cNvPr>
          <p:cNvSpPr>
            <a:spLocks noGrp="1"/>
          </p:cNvSpPr>
          <p:nvPr/>
        </p:nvSpPr>
        <p:spPr>
          <a:xfrm>
            <a:off x="1560662" y="4905784"/>
            <a:ext cx="28398" cy="28398"/>
          </a:xfrm>
          <a:prstGeom prst="ellipse">
            <a:avLst/>
          </a:prstGeom>
          <a:solidFill>
            <a:srgbClr val="7F8C97">
              <a:alpha val="48000"/>
            </a:srgbClr>
          </a:solidFill>
          <a:ln w="0">
            <a:noFill/>
            <a:prstDash val="solid"/>
          </a:ln>
        </p:spPr>
      </p:sp>
      <p:sp>
        <p:nvSpPr>
          <p:cNvPr id="2504" name="01_find_only_2503">
            <a:extLst>
              <a:ext uri="{FF2B5EF4-FFF2-40B4-BE49-F238E27FC236}">
                <a16:creationId xmlns:a16="http://schemas.microsoft.com/office/drawing/2014/main" id="{3E64DA8B-643F-4EA4-97A8-387700961CF1}"/>
              </a:ext>
            </a:extLst>
          </p:cNvPr>
          <p:cNvSpPr>
            <a:spLocks noGrp="1"/>
          </p:cNvSpPr>
          <p:nvPr/>
        </p:nvSpPr>
        <p:spPr>
          <a:xfrm>
            <a:off x="1524131" y="4905784"/>
            <a:ext cx="28398" cy="28398"/>
          </a:xfrm>
          <a:prstGeom prst="ellipse">
            <a:avLst/>
          </a:prstGeom>
          <a:solidFill>
            <a:srgbClr val="7F8C97">
              <a:alpha val="48000"/>
            </a:srgbClr>
          </a:solidFill>
          <a:ln w="0">
            <a:noFill/>
            <a:prstDash val="solid"/>
          </a:ln>
        </p:spPr>
      </p:sp>
      <p:sp>
        <p:nvSpPr>
          <p:cNvPr id="2505" name="01_find_only_2504">
            <a:extLst>
              <a:ext uri="{FF2B5EF4-FFF2-40B4-BE49-F238E27FC236}">
                <a16:creationId xmlns:a16="http://schemas.microsoft.com/office/drawing/2014/main" id="{9A4AA7F8-500E-4700-B0C2-C8ECB0AFEA32}"/>
              </a:ext>
            </a:extLst>
          </p:cNvPr>
          <p:cNvSpPr>
            <a:spLocks noGrp="1"/>
          </p:cNvSpPr>
          <p:nvPr/>
        </p:nvSpPr>
        <p:spPr>
          <a:xfrm>
            <a:off x="1541395" y="4905784"/>
            <a:ext cx="28398" cy="28398"/>
          </a:xfrm>
          <a:prstGeom prst="ellipse">
            <a:avLst/>
          </a:prstGeom>
          <a:solidFill>
            <a:srgbClr val="7F8C97">
              <a:alpha val="48000"/>
            </a:srgbClr>
          </a:solidFill>
          <a:ln w="0">
            <a:noFill/>
            <a:prstDash val="solid"/>
          </a:ln>
        </p:spPr>
      </p:sp>
      <p:sp>
        <p:nvSpPr>
          <p:cNvPr id="2506" name="01_find_only_2505">
            <a:extLst>
              <a:ext uri="{FF2B5EF4-FFF2-40B4-BE49-F238E27FC236}">
                <a16:creationId xmlns:a16="http://schemas.microsoft.com/office/drawing/2014/main" id="{7A086728-04E0-4388-A55F-89ADEFE08BBE}"/>
              </a:ext>
            </a:extLst>
          </p:cNvPr>
          <p:cNvSpPr>
            <a:spLocks noGrp="1"/>
          </p:cNvSpPr>
          <p:nvPr/>
        </p:nvSpPr>
        <p:spPr>
          <a:xfrm>
            <a:off x="1507630" y="6173800"/>
            <a:ext cx="28398" cy="28398"/>
          </a:xfrm>
          <a:prstGeom prst="ellipse">
            <a:avLst/>
          </a:prstGeom>
          <a:solidFill>
            <a:srgbClr val="7F8C97">
              <a:alpha val="48000"/>
            </a:srgbClr>
          </a:solidFill>
          <a:ln w="0">
            <a:noFill/>
            <a:prstDash val="solid"/>
          </a:ln>
        </p:spPr>
      </p:sp>
      <p:sp>
        <p:nvSpPr>
          <p:cNvPr id="2507" name="01_find_only_2506">
            <a:extLst>
              <a:ext uri="{FF2B5EF4-FFF2-40B4-BE49-F238E27FC236}">
                <a16:creationId xmlns:a16="http://schemas.microsoft.com/office/drawing/2014/main" id="{41D1939D-B4ED-49B7-AD95-05149E2F4BD2}"/>
              </a:ext>
            </a:extLst>
          </p:cNvPr>
          <p:cNvSpPr>
            <a:spLocks noGrp="1"/>
          </p:cNvSpPr>
          <p:nvPr/>
        </p:nvSpPr>
        <p:spPr>
          <a:xfrm>
            <a:off x="2086034" y="4905784"/>
            <a:ext cx="28398" cy="28398"/>
          </a:xfrm>
          <a:prstGeom prst="ellipse">
            <a:avLst/>
          </a:prstGeom>
          <a:solidFill>
            <a:srgbClr val="7F8C97">
              <a:alpha val="48000"/>
            </a:srgbClr>
          </a:solidFill>
          <a:ln w="0">
            <a:noFill/>
            <a:prstDash val="solid"/>
          </a:ln>
        </p:spPr>
      </p:sp>
      <p:sp>
        <p:nvSpPr>
          <p:cNvPr id="2508" name="01_find_only_2507">
            <a:extLst>
              <a:ext uri="{FF2B5EF4-FFF2-40B4-BE49-F238E27FC236}">
                <a16:creationId xmlns:a16="http://schemas.microsoft.com/office/drawing/2014/main" id="{39AFACE0-087F-45C5-9D59-39403FB47F93}"/>
              </a:ext>
            </a:extLst>
          </p:cNvPr>
          <p:cNvSpPr>
            <a:spLocks noGrp="1"/>
          </p:cNvSpPr>
          <p:nvPr/>
        </p:nvSpPr>
        <p:spPr>
          <a:xfrm>
            <a:off x="2078403" y="4905784"/>
            <a:ext cx="28398" cy="28398"/>
          </a:xfrm>
          <a:prstGeom prst="ellipse">
            <a:avLst/>
          </a:prstGeom>
          <a:solidFill>
            <a:srgbClr val="7F8C97">
              <a:alpha val="48000"/>
            </a:srgbClr>
          </a:solidFill>
          <a:ln w="0">
            <a:noFill/>
            <a:prstDash val="solid"/>
          </a:ln>
        </p:spPr>
      </p:sp>
      <p:sp>
        <p:nvSpPr>
          <p:cNvPr id="2509" name="01_find_only_2508">
            <a:extLst>
              <a:ext uri="{FF2B5EF4-FFF2-40B4-BE49-F238E27FC236}">
                <a16:creationId xmlns:a16="http://schemas.microsoft.com/office/drawing/2014/main" id="{AA8B6DED-BD5D-4DD3-89DC-D58BF4AE745B}"/>
              </a:ext>
            </a:extLst>
          </p:cNvPr>
          <p:cNvSpPr>
            <a:spLocks noGrp="1"/>
          </p:cNvSpPr>
          <p:nvPr/>
        </p:nvSpPr>
        <p:spPr>
          <a:xfrm>
            <a:off x="2040537" y="4905784"/>
            <a:ext cx="28398" cy="28398"/>
          </a:xfrm>
          <a:prstGeom prst="ellipse">
            <a:avLst/>
          </a:prstGeom>
          <a:solidFill>
            <a:srgbClr val="7F8C97">
              <a:alpha val="48000"/>
            </a:srgbClr>
          </a:solidFill>
          <a:ln w="0">
            <a:noFill/>
            <a:prstDash val="solid"/>
          </a:ln>
        </p:spPr>
      </p:sp>
      <p:sp>
        <p:nvSpPr>
          <p:cNvPr id="2510" name="01_find_only_2509">
            <a:extLst>
              <a:ext uri="{FF2B5EF4-FFF2-40B4-BE49-F238E27FC236}">
                <a16:creationId xmlns:a16="http://schemas.microsoft.com/office/drawing/2014/main" id="{9114C0C8-0090-495F-B51D-15BD9264AE06}"/>
              </a:ext>
            </a:extLst>
          </p:cNvPr>
          <p:cNvSpPr>
            <a:spLocks noGrp="1"/>
          </p:cNvSpPr>
          <p:nvPr/>
        </p:nvSpPr>
        <p:spPr>
          <a:xfrm>
            <a:off x="2092806" y="4905784"/>
            <a:ext cx="28398" cy="28398"/>
          </a:xfrm>
          <a:prstGeom prst="ellipse">
            <a:avLst/>
          </a:prstGeom>
          <a:solidFill>
            <a:srgbClr val="7F8C97">
              <a:alpha val="48000"/>
            </a:srgbClr>
          </a:solidFill>
          <a:ln w="0">
            <a:noFill/>
            <a:prstDash val="solid"/>
          </a:ln>
        </p:spPr>
      </p:sp>
      <p:sp>
        <p:nvSpPr>
          <p:cNvPr id="2511" name="01_find_only_2510">
            <a:extLst>
              <a:ext uri="{FF2B5EF4-FFF2-40B4-BE49-F238E27FC236}">
                <a16:creationId xmlns:a16="http://schemas.microsoft.com/office/drawing/2014/main" id="{731EA617-6490-4F4B-A3A3-058B9A76E844}"/>
              </a:ext>
            </a:extLst>
          </p:cNvPr>
          <p:cNvSpPr>
            <a:spLocks noGrp="1"/>
          </p:cNvSpPr>
          <p:nvPr/>
        </p:nvSpPr>
        <p:spPr>
          <a:xfrm>
            <a:off x="2071440" y="4905784"/>
            <a:ext cx="28398" cy="28398"/>
          </a:xfrm>
          <a:prstGeom prst="ellipse">
            <a:avLst/>
          </a:prstGeom>
          <a:solidFill>
            <a:srgbClr val="7F8C97">
              <a:alpha val="48000"/>
            </a:srgbClr>
          </a:solidFill>
          <a:ln w="0">
            <a:noFill/>
            <a:prstDash val="solid"/>
          </a:ln>
        </p:spPr>
      </p:sp>
      <p:sp>
        <p:nvSpPr>
          <p:cNvPr id="2512" name="01_find_only_2511">
            <a:extLst>
              <a:ext uri="{FF2B5EF4-FFF2-40B4-BE49-F238E27FC236}">
                <a16:creationId xmlns:a16="http://schemas.microsoft.com/office/drawing/2014/main" id="{5DD191BF-7D1C-4A9C-9EE5-8B77775448FE}"/>
              </a:ext>
            </a:extLst>
          </p:cNvPr>
          <p:cNvSpPr>
            <a:spLocks noGrp="1"/>
          </p:cNvSpPr>
          <p:nvPr/>
        </p:nvSpPr>
        <p:spPr>
          <a:xfrm>
            <a:off x="2008298" y="4905784"/>
            <a:ext cx="28398" cy="28398"/>
          </a:xfrm>
          <a:prstGeom prst="ellipse">
            <a:avLst/>
          </a:prstGeom>
          <a:solidFill>
            <a:srgbClr val="7F8C97">
              <a:alpha val="48000"/>
            </a:srgbClr>
          </a:solidFill>
          <a:ln w="0">
            <a:noFill/>
            <a:prstDash val="solid"/>
          </a:ln>
        </p:spPr>
      </p:sp>
      <p:sp>
        <p:nvSpPr>
          <p:cNvPr id="2513" name="01_find_only_2512">
            <a:extLst>
              <a:ext uri="{FF2B5EF4-FFF2-40B4-BE49-F238E27FC236}">
                <a16:creationId xmlns:a16="http://schemas.microsoft.com/office/drawing/2014/main" id="{0FE9419F-E36A-4950-B22D-45B9FBA91255}"/>
              </a:ext>
            </a:extLst>
          </p:cNvPr>
          <p:cNvSpPr>
            <a:spLocks noGrp="1"/>
          </p:cNvSpPr>
          <p:nvPr/>
        </p:nvSpPr>
        <p:spPr>
          <a:xfrm>
            <a:off x="2028614" y="4905784"/>
            <a:ext cx="28398" cy="28398"/>
          </a:xfrm>
          <a:prstGeom prst="ellipse">
            <a:avLst/>
          </a:prstGeom>
          <a:solidFill>
            <a:srgbClr val="7F8C97">
              <a:alpha val="48000"/>
            </a:srgbClr>
          </a:solidFill>
          <a:ln w="0">
            <a:noFill/>
            <a:prstDash val="solid"/>
          </a:ln>
        </p:spPr>
      </p:sp>
      <p:sp>
        <p:nvSpPr>
          <p:cNvPr id="2514" name="01_find_only_2513">
            <a:extLst>
              <a:ext uri="{FF2B5EF4-FFF2-40B4-BE49-F238E27FC236}">
                <a16:creationId xmlns:a16="http://schemas.microsoft.com/office/drawing/2014/main" id="{3A4E7574-9870-43B4-855B-92A64EB5DC6A}"/>
              </a:ext>
            </a:extLst>
          </p:cNvPr>
          <p:cNvSpPr>
            <a:spLocks noGrp="1"/>
          </p:cNvSpPr>
          <p:nvPr/>
        </p:nvSpPr>
        <p:spPr>
          <a:xfrm>
            <a:off x="2008107" y="5856796"/>
            <a:ext cx="28398" cy="28398"/>
          </a:xfrm>
          <a:prstGeom prst="ellipse">
            <a:avLst/>
          </a:prstGeom>
          <a:solidFill>
            <a:srgbClr val="7F8C97">
              <a:alpha val="48000"/>
            </a:srgbClr>
          </a:solidFill>
          <a:ln w="0">
            <a:noFill/>
            <a:prstDash val="solid"/>
          </a:ln>
        </p:spPr>
      </p:sp>
      <p:sp>
        <p:nvSpPr>
          <p:cNvPr id="2515" name="01_find_only_2514">
            <a:extLst>
              <a:ext uri="{FF2B5EF4-FFF2-40B4-BE49-F238E27FC236}">
                <a16:creationId xmlns:a16="http://schemas.microsoft.com/office/drawing/2014/main" id="{FDC1DFB2-8609-4BD9-AF42-59992B15BE89}"/>
              </a:ext>
            </a:extLst>
          </p:cNvPr>
          <p:cNvSpPr>
            <a:spLocks noGrp="1"/>
          </p:cNvSpPr>
          <p:nvPr/>
        </p:nvSpPr>
        <p:spPr>
          <a:xfrm>
            <a:off x="2061998" y="4905784"/>
            <a:ext cx="28398" cy="28398"/>
          </a:xfrm>
          <a:prstGeom prst="ellipse">
            <a:avLst/>
          </a:prstGeom>
          <a:solidFill>
            <a:srgbClr val="7F8C97">
              <a:alpha val="48000"/>
            </a:srgbClr>
          </a:solidFill>
          <a:ln w="0">
            <a:noFill/>
            <a:prstDash val="solid"/>
          </a:ln>
        </p:spPr>
      </p:sp>
      <p:sp>
        <p:nvSpPr>
          <p:cNvPr id="2516" name="01_find_only_2515">
            <a:extLst>
              <a:ext uri="{FF2B5EF4-FFF2-40B4-BE49-F238E27FC236}">
                <a16:creationId xmlns:a16="http://schemas.microsoft.com/office/drawing/2014/main" id="{D918BB4D-9B67-489C-A2BB-FCA70B5D974A}"/>
              </a:ext>
            </a:extLst>
          </p:cNvPr>
          <p:cNvSpPr>
            <a:spLocks noGrp="1"/>
          </p:cNvSpPr>
          <p:nvPr/>
        </p:nvSpPr>
        <p:spPr>
          <a:xfrm>
            <a:off x="2049598" y="4905784"/>
            <a:ext cx="28398" cy="28398"/>
          </a:xfrm>
          <a:prstGeom prst="ellipse">
            <a:avLst/>
          </a:prstGeom>
          <a:solidFill>
            <a:srgbClr val="7F8C97">
              <a:alpha val="48000"/>
            </a:srgbClr>
          </a:solidFill>
          <a:ln w="0">
            <a:noFill/>
            <a:prstDash val="solid"/>
          </a:ln>
        </p:spPr>
      </p:sp>
      <p:sp>
        <p:nvSpPr>
          <p:cNvPr id="2517" name="01_find_only_2516">
            <a:extLst>
              <a:ext uri="{FF2B5EF4-FFF2-40B4-BE49-F238E27FC236}">
                <a16:creationId xmlns:a16="http://schemas.microsoft.com/office/drawing/2014/main" id="{D503C61D-3C0F-448F-A628-71B15A9B12F1}"/>
              </a:ext>
            </a:extLst>
          </p:cNvPr>
          <p:cNvSpPr>
            <a:spLocks noGrp="1"/>
          </p:cNvSpPr>
          <p:nvPr/>
        </p:nvSpPr>
        <p:spPr>
          <a:xfrm>
            <a:off x="2039488" y="4905784"/>
            <a:ext cx="28398" cy="28398"/>
          </a:xfrm>
          <a:prstGeom prst="ellipse">
            <a:avLst/>
          </a:prstGeom>
          <a:solidFill>
            <a:srgbClr val="7F8C97">
              <a:alpha val="48000"/>
            </a:srgbClr>
          </a:solidFill>
          <a:ln w="0">
            <a:noFill/>
            <a:prstDash val="solid"/>
          </a:ln>
        </p:spPr>
      </p:sp>
      <p:sp>
        <p:nvSpPr>
          <p:cNvPr id="2518" name="01_find_only_2517">
            <a:extLst>
              <a:ext uri="{FF2B5EF4-FFF2-40B4-BE49-F238E27FC236}">
                <a16:creationId xmlns:a16="http://schemas.microsoft.com/office/drawing/2014/main" id="{ED0115C2-FB7B-427D-960E-94B49D97E08F}"/>
              </a:ext>
            </a:extLst>
          </p:cNvPr>
          <p:cNvSpPr>
            <a:spLocks noGrp="1"/>
          </p:cNvSpPr>
          <p:nvPr/>
        </p:nvSpPr>
        <p:spPr>
          <a:xfrm>
            <a:off x="2030045" y="6139529"/>
            <a:ext cx="28398" cy="28398"/>
          </a:xfrm>
          <a:prstGeom prst="ellipse">
            <a:avLst/>
          </a:prstGeom>
          <a:solidFill>
            <a:srgbClr val="7F8C97">
              <a:alpha val="48000"/>
            </a:srgbClr>
          </a:solidFill>
          <a:ln w="0">
            <a:noFill/>
            <a:prstDash val="solid"/>
          </a:ln>
        </p:spPr>
      </p:sp>
      <p:sp>
        <p:nvSpPr>
          <p:cNvPr id="2519" name="01_find_only_2518">
            <a:extLst>
              <a:ext uri="{FF2B5EF4-FFF2-40B4-BE49-F238E27FC236}">
                <a16:creationId xmlns:a16="http://schemas.microsoft.com/office/drawing/2014/main" id="{A4AC792D-0370-4397-9950-2A6832D8F6FB}"/>
              </a:ext>
            </a:extLst>
          </p:cNvPr>
          <p:cNvSpPr>
            <a:spLocks noGrp="1"/>
          </p:cNvSpPr>
          <p:nvPr/>
        </p:nvSpPr>
        <p:spPr>
          <a:xfrm>
            <a:off x="2040918" y="4905784"/>
            <a:ext cx="28398" cy="28398"/>
          </a:xfrm>
          <a:prstGeom prst="ellipse">
            <a:avLst/>
          </a:prstGeom>
          <a:solidFill>
            <a:srgbClr val="7F8C97">
              <a:alpha val="48000"/>
            </a:srgbClr>
          </a:solidFill>
          <a:ln w="0">
            <a:noFill/>
            <a:prstDash val="solid"/>
          </a:ln>
        </p:spPr>
      </p:sp>
      <p:sp>
        <p:nvSpPr>
          <p:cNvPr id="2520" name="01_find_only_2519">
            <a:extLst>
              <a:ext uri="{FF2B5EF4-FFF2-40B4-BE49-F238E27FC236}">
                <a16:creationId xmlns:a16="http://schemas.microsoft.com/office/drawing/2014/main" id="{B32F7987-DC6C-4C04-B776-1FB759AF5031}"/>
              </a:ext>
            </a:extLst>
          </p:cNvPr>
          <p:cNvSpPr>
            <a:spLocks noGrp="1"/>
          </p:cNvSpPr>
          <p:nvPr/>
        </p:nvSpPr>
        <p:spPr>
          <a:xfrm>
            <a:off x="2097384" y="5222788"/>
            <a:ext cx="28398" cy="28398"/>
          </a:xfrm>
          <a:prstGeom prst="ellipse">
            <a:avLst/>
          </a:prstGeom>
          <a:solidFill>
            <a:srgbClr val="7F8C97">
              <a:alpha val="48000"/>
            </a:srgbClr>
          </a:solidFill>
          <a:ln w="0">
            <a:noFill/>
            <a:prstDash val="solid"/>
          </a:ln>
        </p:spPr>
      </p:sp>
      <p:sp>
        <p:nvSpPr>
          <p:cNvPr id="2521" name="01_find_only_2520">
            <a:extLst>
              <a:ext uri="{FF2B5EF4-FFF2-40B4-BE49-F238E27FC236}">
                <a16:creationId xmlns:a16="http://schemas.microsoft.com/office/drawing/2014/main" id="{2E152BA2-4BF5-439D-A810-572DE7D20773}"/>
              </a:ext>
            </a:extLst>
          </p:cNvPr>
          <p:cNvSpPr>
            <a:spLocks noGrp="1"/>
          </p:cNvSpPr>
          <p:nvPr/>
        </p:nvSpPr>
        <p:spPr>
          <a:xfrm>
            <a:off x="2067530" y="4905784"/>
            <a:ext cx="28398" cy="28398"/>
          </a:xfrm>
          <a:prstGeom prst="ellipse">
            <a:avLst/>
          </a:prstGeom>
          <a:solidFill>
            <a:srgbClr val="7F8C97">
              <a:alpha val="48000"/>
            </a:srgbClr>
          </a:solidFill>
          <a:ln w="0">
            <a:noFill/>
            <a:prstDash val="solid"/>
          </a:ln>
        </p:spPr>
      </p:sp>
      <p:sp>
        <p:nvSpPr>
          <p:cNvPr id="2522" name="01_find_only_2521">
            <a:extLst>
              <a:ext uri="{FF2B5EF4-FFF2-40B4-BE49-F238E27FC236}">
                <a16:creationId xmlns:a16="http://schemas.microsoft.com/office/drawing/2014/main" id="{6F771DE1-DCBA-4EED-978A-E0BD485A11A5}"/>
              </a:ext>
            </a:extLst>
          </p:cNvPr>
          <p:cNvSpPr>
            <a:spLocks noGrp="1"/>
          </p:cNvSpPr>
          <p:nvPr/>
        </p:nvSpPr>
        <p:spPr>
          <a:xfrm>
            <a:off x="2074016" y="5892019"/>
            <a:ext cx="28398" cy="28398"/>
          </a:xfrm>
          <a:prstGeom prst="ellipse">
            <a:avLst/>
          </a:prstGeom>
          <a:solidFill>
            <a:srgbClr val="7F8C97">
              <a:alpha val="48000"/>
            </a:srgbClr>
          </a:solidFill>
          <a:ln w="0">
            <a:noFill/>
            <a:prstDash val="solid"/>
          </a:ln>
        </p:spPr>
      </p:sp>
      <p:sp>
        <p:nvSpPr>
          <p:cNvPr id="2523" name="01_find_only_2522">
            <a:extLst>
              <a:ext uri="{FF2B5EF4-FFF2-40B4-BE49-F238E27FC236}">
                <a16:creationId xmlns:a16="http://schemas.microsoft.com/office/drawing/2014/main" id="{33DCEADC-EDBF-4593-BE37-7711B4116A28}"/>
              </a:ext>
            </a:extLst>
          </p:cNvPr>
          <p:cNvSpPr>
            <a:spLocks noGrp="1"/>
          </p:cNvSpPr>
          <p:nvPr/>
        </p:nvSpPr>
        <p:spPr>
          <a:xfrm>
            <a:off x="2032143" y="5610237"/>
            <a:ext cx="28398" cy="28398"/>
          </a:xfrm>
          <a:prstGeom prst="ellipse">
            <a:avLst/>
          </a:prstGeom>
          <a:solidFill>
            <a:srgbClr val="7F8C97">
              <a:alpha val="48000"/>
            </a:srgbClr>
          </a:solidFill>
          <a:ln w="0">
            <a:noFill/>
            <a:prstDash val="solid"/>
          </a:ln>
        </p:spPr>
      </p:sp>
      <p:sp>
        <p:nvSpPr>
          <p:cNvPr id="2524" name="01_find_only_2523">
            <a:extLst>
              <a:ext uri="{FF2B5EF4-FFF2-40B4-BE49-F238E27FC236}">
                <a16:creationId xmlns:a16="http://schemas.microsoft.com/office/drawing/2014/main" id="{1126E8B0-BD67-4656-B931-8A824122B977}"/>
              </a:ext>
            </a:extLst>
          </p:cNvPr>
          <p:cNvSpPr>
            <a:spLocks noGrp="1"/>
          </p:cNvSpPr>
          <p:nvPr/>
        </p:nvSpPr>
        <p:spPr>
          <a:xfrm>
            <a:off x="2092043" y="5328456"/>
            <a:ext cx="28398" cy="28398"/>
          </a:xfrm>
          <a:prstGeom prst="ellipse">
            <a:avLst/>
          </a:prstGeom>
          <a:solidFill>
            <a:srgbClr val="7F8C97">
              <a:alpha val="48000"/>
            </a:srgbClr>
          </a:solidFill>
          <a:ln w="0">
            <a:noFill/>
            <a:prstDash val="solid"/>
          </a:ln>
        </p:spPr>
      </p:sp>
      <p:sp>
        <p:nvSpPr>
          <p:cNvPr id="2525" name="01_find_only_2524">
            <a:extLst>
              <a:ext uri="{FF2B5EF4-FFF2-40B4-BE49-F238E27FC236}">
                <a16:creationId xmlns:a16="http://schemas.microsoft.com/office/drawing/2014/main" id="{E42356D9-6DB1-4605-9449-51057EB41C3A}"/>
              </a:ext>
            </a:extLst>
          </p:cNvPr>
          <p:cNvSpPr>
            <a:spLocks noGrp="1"/>
          </p:cNvSpPr>
          <p:nvPr/>
        </p:nvSpPr>
        <p:spPr>
          <a:xfrm>
            <a:off x="2074206" y="4905784"/>
            <a:ext cx="28398" cy="28398"/>
          </a:xfrm>
          <a:prstGeom prst="ellipse">
            <a:avLst/>
          </a:prstGeom>
          <a:solidFill>
            <a:srgbClr val="7F8C97">
              <a:alpha val="48000"/>
            </a:srgbClr>
          </a:solidFill>
          <a:ln w="0">
            <a:noFill/>
            <a:prstDash val="solid"/>
          </a:ln>
        </p:spPr>
      </p:sp>
      <p:sp>
        <p:nvSpPr>
          <p:cNvPr id="2526" name="01_find_only_2525">
            <a:extLst>
              <a:ext uri="{FF2B5EF4-FFF2-40B4-BE49-F238E27FC236}">
                <a16:creationId xmlns:a16="http://schemas.microsoft.com/office/drawing/2014/main" id="{D980CABB-84AF-448B-A5FF-AF61C029AB94}"/>
              </a:ext>
            </a:extLst>
          </p:cNvPr>
          <p:cNvSpPr>
            <a:spLocks noGrp="1"/>
          </p:cNvSpPr>
          <p:nvPr/>
        </p:nvSpPr>
        <p:spPr>
          <a:xfrm>
            <a:off x="2019744" y="6173800"/>
            <a:ext cx="28398" cy="28398"/>
          </a:xfrm>
          <a:prstGeom prst="ellipse">
            <a:avLst/>
          </a:prstGeom>
          <a:solidFill>
            <a:srgbClr val="7F8C97">
              <a:alpha val="48000"/>
            </a:srgbClr>
          </a:solidFill>
          <a:ln w="0">
            <a:noFill/>
            <a:prstDash val="solid"/>
          </a:ln>
        </p:spPr>
      </p:sp>
      <p:sp>
        <p:nvSpPr>
          <p:cNvPr id="2527" name="01_find_only_2526">
            <a:extLst>
              <a:ext uri="{FF2B5EF4-FFF2-40B4-BE49-F238E27FC236}">
                <a16:creationId xmlns:a16="http://schemas.microsoft.com/office/drawing/2014/main" id="{C5687592-C3E6-49B9-8B3A-BEE85DD60C09}"/>
              </a:ext>
            </a:extLst>
          </p:cNvPr>
          <p:cNvSpPr>
            <a:spLocks noGrp="1"/>
          </p:cNvSpPr>
          <p:nvPr/>
        </p:nvSpPr>
        <p:spPr>
          <a:xfrm>
            <a:off x="2024608" y="4905784"/>
            <a:ext cx="28398" cy="28398"/>
          </a:xfrm>
          <a:prstGeom prst="ellipse">
            <a:avLst/>
          </a:prstGeom>
          <a:solidFill>
            <a:srgbClr val="7F8C97">
              <a:alpha val="48000"/>
            </a:srgbClr>
          </a:solidFill>
          <a:ln w="0">
            <a:noFill/>
            <a:prstDash val="solid"/>
          </a:ln>
        </p:spPr>
      </p:sp>
      <p:sp>
        <p:nvSpPr>
          <p:cNvPr id="2528" name="01_find_only_2527">
            <a:extLst>
              <a:ext uri="{FF2B5EF4-FFF2-40B4-BE49-F238E27FC236}">
                <a16:creationId xmlns:a16="http://schemas.microsoft.com/office/drawing/2014/main" id="{73EF6830-FD7C-44C8-B227-39128EE45015}"/>
              </a:ext>
            </a:extLst>
          </p:cNvPr>
          <p:cNvSpPr>
            <a:spLocks noGrp="1"/>
          </p:cNvSpPr>
          <p:nvPr/>
        </p:nvSpPr>
        <p:spPr>
          <a:xfrm>
            <a:off x="2032048" y="5328456"/>
            <a:ext cx="28398" cy="28398"/>
          </a:xfrm>
          <a:prstGeom prst="ellipse">
            <a:avLst/>
          </a:prstGeom>
          <a:solidFill>
            <a:srgbClr val="7F8C97">
              <a:alpha val="48000"/>
            </a:srgbClr>
          </a:solidFill>
          <a:ln w="0">
            <a:noFill/>
            <a:prstDash val="solid"/>
          </a:ln>
        </p:spPr>
      </p:sp>
      <p:sp>
        <p:nvSpPr>
          <p:cNvPr id="2529" name="01_find_only_2528">
            <a:extLst>
              <a:ext uri="{FF2B5EF4-FFF2-40B4-BE49-F238E27FC236}">
                <a16:creationId xmlns:a16="http://schemas.microsoft.com/office/drawing/2014/main" id="{BB2C2B8F-0FC9-447C-8AF3-06F67DA915B5}"/>
              </a:ext>
            </a:extLst>
          </p:cNvPr>
          <p:cNvSpPr>
            <a:spLocks noGrp="1"/>
          </p:cNvSpPr>
          <p:nvPr/>
        </p:nvSpPr>
        <p:spPr>
          <a:xfrm>
            <a:off x="2091280" y="4905784"/>
            <a:ext cx="28398" cy="28398"/>
          </a:xfrm>
          <a:prstGeom prst="ellipse">
            <a:avLst/>
          </a:prstGeom>
          <a:solidFill>
            <a:srgbClr val="7F8C97">
              <a:alpha val="48000"/>
            </a:srgbClr>
          </a:solidFill>
          <a:ln w="0">
            <a:noFill/>
            <a:prstDash val="solid"/>
          </a:ln>
        </p:spPr>
      </p:sp>
      <p:sp>
        <p:nvSpPr>
          <p:cNvPr id="2530" name="01_find_only_2529">
            <a:extLst>
              <a:ext uri="{FF2B5EF4-FFF2-40B4-BE49-F238E27FC236}">
                <a16:creationId xmlns:a16="http://schemas.microsoft.com/office/drawing/2014/main" id="{7D2E59CF-33B5-4820-8AA4-B3EE4BC097BF}"/>
              </a:ext>
            </a:extLst>
          </p:cNvPr>
          <p:cNvSpPr>
            <a:spLocks noGrp="1"/>
          </p:cNvSpPr>
          <p:nvPr/>
        </p:nvSpPr>
        <p:spPr>
          <a:xfrm>
            <a:off x="2033574" y="4905784"/>
            <a:ext cx="28398" cy="28398"/>
          </a:xfrm>
          <a:prstGeom prst="ellipse">
            <a:avLst/>
          </a:prstGeom>
          <a:solidFill>
            <a:srgbClr val="7F8C97">
              <a:alpha val="48000"/>
            </a:srgbClr>
          </a:solidFill>
          <a:ln w="0">
            <a:noFill/>
            <a:prstDash val="solid"/>
          </a:ln>
        </p:spPr>
      </p:sp>
      <p:sp>
        <p:nvSpPr>
          <p:cNvPr id="2531" name="01_find_only_2530">
            <a:extLst>
              <a:ext uri="{FF2B5EF4-FFF2-40B4-BE49-F238E27FC236}">
                <a16:creationId xmlns:a16="http://schemas.microsoft.com/office/drawing/2014/main" id="{80711194-5553-4F94-A79C-2BB861B9D1B8}"/>
              </a:ext>
            </a:extLst>
          </p:cNvPr>
          <p:cNvSpPr>
            <a:spLocks noGrp="1"/>
          </p:cNvSpPr>
          <p:nvPr/>
        </p:nvSpPr>
        <p:spPr>
          <a:xfrm>
            <a:off x="2085938" y="5610237"/>
            <a:ext cx="28398" cy="28398"/>
          </a:xfrm>
          <a:prstGeom prst="ellipse">
            <a:avLst/>
          </a:prstGeom>
          <a:solidFill>
            <a:srgbClr val="7F8C97">
              <a:alpha val="48000"/>
            </a:srgbClr>
          </a:solidFill>
          <a:ln w="0">
            <a:noFill/>
            <a:prstDash val="solid"/>
          </a:ln>
        </p:spPr>
      </p:sp>
      <p:sp>
        <p:nvSpPr>
          <p:cNvPr id="2532" name="01_find_only_2531">
            <a:extLst>
              <a:ext uri="{FF2B5EF4-FFF2-40B4-BE49-F238E27FC236}">
                <a16:creationId xmlns:a16="http://schemas.microsoft.com/office/drawing/2014/main" id="{5166E8C8-E013-415E-9308-B0BCD0662070}"/>
              </a:ext>
            </a:extLst>
          </p:cNvPr>
          <p:cNvSpPr>
            <a:spLocks noGrp="1"/>
          </p:cNvSpPr>
          <p:nvPr/>
        </p:nvSpPr>
        <p:spPr>
          <a:xfrm>
            <a:off x="2086701" y="4905784"/>
            <a:ext cx="28398" cy="28398"/>
          </a:xfrm>
          <a:prstGeom prst="ellipse">
            <a:avLst/>
          </a:prstGeom>
          <a:solidFill>
            <a:srgbClr val="7F8C97">
              <a:alpha val="48000"/>
            </a:srgbClr>
          </a:solidFill>
          <a:ln w="0">
            <a:noFill/>
            <a:prstDash val="solid"/>
          </a:ln>
        </p:spPr>
      </p:sp>
      <p:sp>
        <p:nvSpPr>
          <p:cNvPr id="2533" name="01_find_only_2532">
            <a:extLst>
              <a:ext uri="{FF2B5EF4-FFF2-40B4-BE49-F238E27FC236}">
                <a16:creationId xmlns:a16="http://schemas.microsoft.com/office/drawing/2014/main" id="{A8A36219-9D8C-4700-8162-A61A97F01323}"/>
              </a:ext>
            </a:extLst>
          </p:cNvPr>
          <p:cNvSpPr>
            <a:spLocks noGrp="1"/>
          </p:cNvSpPr>
          <p:nvPr/>
        </p:nvSpPr>
        <p:spPr>
          <a:xfrm>
            <a:off x="2089181" y="5539792"/>
            <a:ext cx="28398" cy="28398"/>
          </a:xfrm>
          <a:prstGeom prst="ellipse">
            <a:avLst/>
          </a:prstGeom>
          <a:solidFill>
            <a:srgbClr val="7F8C97">
              <a:alpha val="48000"/>
            </a:srgbClr>
          </a:solidFill>
          <a:ln w="0">
            <a:noFill/>
            <a:prstDash val="solid"/>
          </a:ln>
        </p:spPr>
      </p:sp>
      <p:sp>
        <p:nvSpPr>
          <p:cNvPr id="2534" name="01_find_only_2533">
            <a:extLst>
              <a:ext uri="{FF2B5EF4-FFF2-40B4-BE49-F238E27FC236}">
                <a16:creationId xmlns:a16="http://schemas.microsoft.com/office/drawing/2014/main" id="{36BF2AFF-1E20-4192-932E-1350F911D3CA}"/>
              </a:ext>
            </a:extLst>
          </p:cNvPr>
          <p:cNvSpPr>
            <a:spLocks noGrp="1"/>
          </p:cNvSpPr>
          <p:nvPr/>
        </p:nvSpPr>
        <p:spPr>
          <a:xfrm>
            <a:off x="2034337" y="6173800"/>
            <a:ext cx="28398" cy="28398"/>
          </a:xfrm>
          <a:prstGeom prst="ellipse">
            <a:avLst/>
          </a:prstGeom>
          <a:solidFill>
            <a:srgbClr val="7F8C97">
              <a:alpha val="48000"/>
            </a:srgbClr>
          </a:solidFill>
          <a:ln w="0">
            <a:noFill/>
            <a:prstDash val="solid"/>
          </a:ln>
        </p:spPr>
      </p:sp>
      <p:sp>
        <p:nvSpPr>
          <p:cNvPr id="2535" name="01_find_only_2534">
            <a:extLst>
              <a:ext uri="{FF2B5EF4-FFF2-40B4-BE49-F238E27FC236}">
                <a16:creationId xmlns:a16="http://schemas.microsoft.com/office/drawing/2014/main" id="{55EB9D97-5F94-44FC-97E0-5CE1330F8440}"/>
              </a:ext>
            </a:extLst>
          </p:cNvPr>
          <p:cNvSpPr>
            <a:spLocks noGrp="1"/>
          </p:cNvSpPr>
          <p:nvPr/>
        </p:nvSpPr>
        <p:spPr>
          <a:xfrm>
            <a:off x="2019934" y="4905784"/>
            <a:ext cx="28398" cy="28398"/>
          </a:xfrm>
          <a:prstGeom prst="ellipse">
            <a:avLst/>
          </a:prstGeom>
          <a:solidFill>
            <a:srgbClr val="7F8C97">
              <a:alpha val="48000"/>
            </a:srgbClr>
          </a:solidFill>
          <a:ln w="0">
            <a:noFill/>
            <a:prstDash val="solid"/>
          </a:ln>
        </p:spPr>
      </p:sp>
      <p:sp>
        <p:nvSpPr>
          <p:cNvPr id="2536" name="01_find_only_2535">
            <a:extLst>
              <a:ext uri="{FF2B5EF4-FFF2-40B4-BE49-F238E27FC236}">
                <a16:creationId xmlns:a16="http://schemas.microsoft.com/office/drawing/2014/main" id="{48298238-273A-4809-B073-71C161981A63}"/>
              </a:ext>
            </a:extLst>
          </p:cNvPr>
          <p:cNvSpPr>
            <a:spLocks noGrp="1"/>
          </p:cNvSpPr>
          <p:nvPr/>
        </p:nvSpPr>
        <p:spPr>
          <a:xfrm>
            <a:off x="2075446" y="4905784"/>
            <a:ext cx="28398" cy="28398"/>
          </a:xfrm>
          <a:prstGeom prst="ellipse">
            <a:avLst/>
          </a:prstGeom>
          <a:solidFill>
            <a:srgbClr val="7F8C97">
              <a:alpha val="48000"/>
            </a:srgbClr>
          </a:solidFill>
          <a:ln w="0">
            <a:noFill/>
            <a:prstDash val="solid"/>
          </a:ln>
        </p:spPr>
      </p:sp>
      <p:sp>
        <p:nvSpPr>
          <p:cNvPr id="2537" name="01_find_only_2536">
            <a:extLst>
              <a:ext uri="{FF2B5EF4-FFF2-40B4-BE49-F238E27FC236}">
                <a16:creationId xmlns:a16="http://schemas.microsoft.com/office/drawing/2014/main" id="{47D03C6E-E3F7-4D4A-B281-ACA5C804964D}"/>
              </a:ext>
            </a:extLst>
          </p:cNvPr>
          <p:cNvSpPr>
            <a:spLocks noGrp="1"/>
          </p:cNvSpPr>
          <p:nvPr/>
        </p:nvSpPr>
        <p:spPr>
          <a:xfrm>
            <a:off x="2015451" y="4905784"/>
            <a:ext cx="28398" cy="28398"/>
          </a:xfrm>
          <a:prstGeom prst="ellipse">
            <a:avLst/>
          </a:prstGeom>
          <a:solidFill>
            <a:srgbClr val="7F8C97">
              <a:alpha val="48000"/>
            </a:srgbClr>
          </a:solidFill>
          <a:ln w="0">
            <a:noFill/>
            <a:prstDash val="solid"/>
          </a:ln>
        </p:spPr>
      </p:sp>
      <p:sp>
        <p:nvSpPr>
          <p:cNvPr id="2538" name="01_find_only_2537">
            <a:extLst>
              <a:ext uri="{FF2B5EF4-FFF2-40B4-BE49-F238E27FC236}">
                <a16:creationId xmlns:a16="http://schemas.microsoft.com/office/drawing/2014/main" id="{C12AF195-50B2-4C55-B1D3-4CEC14E1BB0C}"/>
              </a:ext>
            </a:extLst>
          </p:cNvPr>
          <p:cNvSpPr>
            <a:spLocks noGrp="1"/>
          </p:cNvSpPr>
          <p:nvPr/>
        </p:nvSpPr>
        <p:spPr>
          <a:xfrm>
            <a:off x="2077831" y="4905784"/>
            <a:ext cx="28398" cy="28398"/>
          </a:xfrm>
          <a:prstGeom prst="ellipse">
            <a:avLst/>
          </a:prstGeom>
          <a:solidFill>
            <a:srgbClr val="7F8C97">
              <a:alpha val="48000"/>
            </a:srgbClr>
          </a:solidFill>
          <a:ln w="0">
            <a:noFill/>
            <a:prstDash val="solid"/>
          </a:ln>
        </p:spPr>
      </p:sp>
      <p:sp>
        <p:nvSpPr>
          <p:cNvPr id="2539" name="01_find_only_2538">
            <a:extLst>
              <a:ext uri="{FF2B5EF4-FFF2-40B4-BE49-F238E27FC236}">
                <a16:creationId xmlns:a16="http://schemas.microsoft.com/office/drawing/2014/main" id="{7DE1C385-1A60-47E4-B5C7-D7EEE000C47B}"/>
              </a:ext>
            </a:extLst>
          </p:cNvPr>
          <p:cNvSpPr>
            <a:spLocks noGrp="1"/>
          </p:cNvSpPr>
          <p:nvPr/>
        </p:nvSpPr>
        <p:spPr>
          <a:xfrm>
            <a:off x="2016310" y="4905784"/>
            <a:ext cx="28398" cy="28398"/>
          </a:xfrm>
          <a:prstGeom prst="ellipse">
            <a:avLst/>
          </a:prstGeom>
          <a:solidFill>
            <a:srgbClr val="7F8C97">
              <a:alpha val="48000"/>
            </a:srgbClr>
          </a:solidFill>
          <a:ln w="0">
            <a:noFill/>
            <a:prstDash val="solid"/>
          </a:ln>
        </p:spPr>
      </p:sp>
      <p:sp>
        <p:nvSpPr>
          <p:cNvPr id="2540" name="01_find_only_2539">
            <a:extLst>
              <a:ext uri="{FF2B5EF4-FFF2-40B4-BE49-F238E27FC236}">
                <a16:creationId xmlns:a16="http://schemas.microsoft.com/office/drawing/2014/main" id="{CD2A208B-5081-4B8C-A6BD-7B7A83C2D2E2}"/>
              </a:ext>
            </a:extLst>
          </p:cNvPr>
          <p:cNvSpPr>
            <a:spLocks noGrp="1"/>
          </p:cNvSpPr>
          <p:nvPr/>
        </p:nvSpPr>
        <p:spPr>
          <a:xfrm>
            <a:off x="2096144" y="4905784"/>
            <a:ext cx="28398" cy="28398"/>
          </a:xfrm>
          <a:prstGeom prst="ellipse">
            <a:avLst/>
          </a:prstGeom>
          <a:solidFill>
            <a:srgbClr val="7F8C97">
              <a:alpha val="48000"/>
            </a:srgbClr>
          </a:solidFill>
          <a:ln w="0">
            <a:noFill/>
            <a:prstDash val="solid"/>
          </a:ln>
        </p:spPr>
      </p:sp>
      <p:sp>
        <p:nvSpPr>
          <p:cNvPr id="2541" name="01_find_only_2540">
            <a:extLst>
              <a:ext uri="{FF2B5EF4-FFF2-40B4-BE49-F238E27FC236}">
                <a16:creationId xmlns:a16="http://schemas.microsoft.com/office/drawing/2014/main" id="{E531E0F8-7C68-4267-B1DD-FE97528B45A0}"/>
              </a:ext>
            </a:extLst>
          </p:cNvPr>
          <p:cNvSpPr>
            <a:spLocks noGrp="1"/>
          </p:cNvSpPr>
          <p:nvPr/>
        </p:nvSpPr>
        <p:spPr>
          <a:xfrm>
            <a:off x="2081551" y="4905784"/>
            <a:ext cx="28398" cy="28398"/>
          </a:xfrm>
          <a:prstGeom prst="ellipse">
            <a:avLst/>
          </a:prstGeom>
          <a:solidFill>
            <a:srgbClr val="7F8C97">
              <a:alpha val="48000"/>
            </a:srgbClr>
          </a:solidFill>
          <a:ln w="0">
            <a:noFill/>
            <a:prstDash val="solid"/>
          </a:ln>
        </p:spPr>
      </p:sp>
      <p:sp>
        <p:nvSpPr>
          <p:cNvPr id="2542" name="01_find_only_2541">
            <a:extLst>
              <a:ext uri="{FF2B5EF4-FFF2-40B4-BE49-F238E27FC236}">
                <a16:creationId xmlns:a16="http://schemas.microsoft.com/office/drawing/2014/main" id="{A86D8229-E46C-4086-AEDD-D51F1A9643DA}"/>
              </a:ext>
            </a:extLst>
          </p:cNvPr>
          <p:cNvSpPr>
            <a:spLocks noGrp="1"/>
          </p:cNvSpPr>
          <p:nvPr/>
        </p:nvSpPr>
        <p:spPr>
          <a:xfrm>
            <a:off x="2047023" y="4905784"/>
            <a:ext cx="28398" cy="28398"/>
          </a:xfrm>
          <a:prstGeom prst="ellipse">
            <a:avLst/>
          </a:prstGeom>
          <a:solidFill>
            <a:srgbClr val="7F8C97">
              <a:alpha val="48000"/>
            </a:srgbClr>
          </a:solidFill>
          <a:ln w="0">
            <a:noFill/>
            <a:prstDash val="solid"/>
          </a:ln>
        </p:spPr>
      </p:sp>
      <p:sp>
        <p:nvSpPr>
          <p:cNvPr id="2543" name="01_find_only_2542">
            <a:extLst>
              <a:ext uri="{FF2B5EF4-FFF2-40B4-BE49-F238E27FC236}">
                <a16:creationId xmlns:a16="http://schemas.microsoft.com/office/drawing/2014/main" id="{BE6C52BC-68DF-4E91-ACB9-8ACA35EB7F08}"/>
              </a:ext>
            </a:extLst>
          </p:cNvPr>
          <p:cNvSpPr>
            <a:spLocks noGrp="1"/>
          </p:cNvSpPr>
          <p:nvPr/>
        </p:nvSpPr>
        <p:spPr>
          <a:xfrm>
            <a:off x="2030903" y="4905784"/>
            <a:ext cx="28398" cy="28398"/>
          </a:xfrm>
          <a:prstGeom prst="ellipse">
            <a:avLst/>
          </a:prstGeom>
          <a:solidFill>
            <a:srgbClr val="7F8C97">
              <a:alpha val="48000"/>
            </a:srgbClr>
          </a:solidFill>
          <a:ln w="0">
            <a:noFill/>
            <a:prstDash val="solid"/>
          </a:ln>
        </p:spPr>
      </p:sp>
      <p:sp>
        <p:nvSpPr>
          <p:cNvPr id="2544" name="01_find_only_2543">
            <a:extLst>
              <a:ext uri="{FF2B5EF4-FFF2-40B4-BE49-F238E27FC236}">
                <a16:creationId xmlns:a16="http://schemas.microsoft.com/office/drawing/2014/main" id="{A6C4F486-8083-41BF-8B2A-2EE68CEBB391}"/>
              </a:ext>
            </a:extLst>
          </p:cNvPr>
          <p:cNvSpPr>
            <a:spLocks noGrp="1"/>
          </p:cNvSpPr>
          <p:nvPr/>
        </p:nvSpPr>
        <p:spPr>
          <a:xfrm>
            <a:off x="2098815" y="5328456"/>
            <a:ext cx="28398" cy="28398"/>
          </a:xfrm>
          <a:prstGeom prst="ellipse">
            <a:avLst/>
          </a:prstGeom>
          <a:solidFill>
            <a:srgbClr val="7F8C97">
              <a:alpha val="48000"/>
            </a:srgbClr>
          </a:solidFill>
          <a:ln w="0">
            <a:noFill/>
            <a:prstDash val="solid"/>
          </a:ln>
        </p:spPr>
      </p:sp>
      <p:sp>
        <p:nvSpPr>
          <p:cNvPr id="2545" name="01_find_only_2544">
            <a:extLst>
              <a:ext uri="{FF2B5EF4-FFF2-40B4-BE49-F238E27FC236}">
                <a16:creationId xmlns:a16="http://schemas.microsoft.com/office/drawing/2014/main" id="{8847199B-4512-4A7C-AE74-632B2D12EA27}"/>
              </a:ext>
            </a:extLst>
          </p:cNvPr>
          <p:cNvSpPr>
            <a:spLocks noGrp="1"/>
          </p:cNvSpPr>
          <p:nvPr/>
        </p:nvSpPr>
        <p:spPr>
          <a:xfrm>
            <a:off x="2064191" y="6173800"/>
            <a:ext cx="28398" cy="28398"/>
          </a:xfrm>
          <a:prstGeom prst="ellipse">
            <a:avLst/>
          </a:prstGeom>
          <a:solidFill>
            <a:srgbClr val="7F8C97">
              <a:alpha val="48000"/>
            </a:srgbClr>
          </a:solidFill>
          <a:ln w="0">
            <a:noFill/>
            <a:prstDash val="solid"/>
          </a:ln>
        </p:spPr>
      </p:sp>
      <p:sp>
        <p:nvSpPr>
          <p:cNvPr id="2546" name="01_find_only_2545">
            <a:extLst>
              <a:ext uri="{FF2B5EF4-FFF2-40B4-BE49-F238E27FC236}">
                <a16:creationId xmlns:a16="http://schemas.microsoft.com/office/drawing/2014/main" id="{939C6A2B-0F37-4B46-9453-FE72E0F53212}"/>
              </a:ext>
            </a:extLst>
          </p:cNvPr>
          <p:cNvSpPr>
            <a:spLocks noGrp="1"/>
          </p:cNvSpPr>
          <p:nvPr/>
        </p:nvSpPr>
        <p:spPr>
          <a:xfrm>
            <a:off x="2085938" y="6173800"/>
            <a:ext cx="28398" cy="28398"/>
          </a:xfrm>
          <a:prstGeom prst="ellipse">
            <a:avLst/>
          </a:prstGeom>
          <a:solidFill>
            <a:srgbClr val="7F8C97">
              <a:alpha val="48000"/>
            </a:srgbClr>
          </a:solidFill>
          <a:ln w="0">
            <a:noFill/>
            <a:prstDash val="solid"/>
          </a:ln>
        </p:spPr>
      </p:sp>
      <p:sp>
        <p:nvSpPr>
          <p:cNvPr id="2547" name="01_find_only_2546">
            <a:extLst>
              <a:ext uri="{FF2B5EF4-FFF2-40B4-BE49-F238E27FC236}">
                <a16:creationId xmlns:a16="http://schemas.microsoft.com/office/drawing/2014/main" id="{BCA87FC3-F3A5-412E-9EBB-6678B8CA5896}"/>
              </a:ext>
            </a:extLst>
          </p:cNvPr>
          <p:cNvSpPr>
            <a:spLocks noGrp="1"/>
          </p:cNvSpPr>
          <p:nvPr/>
        </p:nvSpPr>
        <p:spPr>
          <a:xfrm>
            <a:off x="2019076" y="4905784"/>
            <a:ext cx="28398" cy="28398"/>
          </a:xfrm>
          <a:prstGeom prst="ellipse">
            <a:avLst/>
          </a:prstGeom>
          <a:solidFill>
            <a:srgbClr val="7F8C97">
              <a:alpha val="48000"/>
            </a:srgbClr>
          </a:solidFill>
          <a:ln w="0">
            <a:noFill/>
            <a:prstDash val="solid"/>
          </a:ln>
        </p:spPr>
      </p:sp>
      <p:sp>
        <p:nvSpPr>
          <p:cNvPr id="2548" name="01_find_only_2547">
            <a:extLst>
              <a:ext uri="{FF2B5EF4-FFF2-40B4-BE49-F238E27FC236}">
                <a16:creationId xmlns:a16="http://schemas.microsoft.com/office/drawing/2014/main" id="{028275CE-076D-4B4D-81AC-4CFC7C27A3F3}"/>
              </a:ext>
            </a:extLst>
          </p:cNvPr>
          <p:cNvSpPr>
            <a:spLocks noGrp="1"/>
          </p:cNvSpPr>
          <p:nvPr/>
        </p:nvSpPr>
        <p:spPr>
          <a:xfrm>
            <a:off x="2080025" y="6173800"/>
            <a:ext cx="28398" cy="28398"/>
          </a:xfrm>
          <a:prstGeom prst="ellipse">
            <a:avLst/>
          </a:prstGeom>
          <a:solidFill>
            <a:srgbClr val="7F8C97">
              <a:alpha val="48000"/>
            </a:srgbClr>
          </a:solidFill>
          <a:ln w="0">
            <a:noFill/>
            <a:prstDash val="solid"/>
          </a:ln>
        </p:spPr>
      </p:sp>
      <p:sp>
        <p:nvSpPr>
          <p:cNvPr id="2549" name="01_find_only_2548">
            <a:extLst>
              <a:ext uri="{FF2B5EF4-FFF2-40B4-BE49-F238E27FC236}">
                <a16:creationId xmlns:a16="http://schemas.microsoft.com/office/drawing/2014/main" id="{B50BA8E6-CAD2-43FA-8520-80014B7D9231}"/>
              </a:ext>
            </a:extLst>
          </p:cNvPr>
          <p:cNvSpPr>
            <a:spLocks noGrp="1"/>
          </p:cNvSpPr>
          <p:nvPr/>
        </p:nvSpPr>
        <p:spPr>
          <a:xfrm>
            <a:off x="2066194" y="4905784"/>
            <a:ext cx="28398" cy="28398"/>
          </a:xfrm>
          <a:prstGeom prst="ellipse">
            <a:avLst/>
          </a:prstGeom>
          <a:solidFill>
            <a:srgbClr val="7F8C97">
              <a:alpha val="48000"/>
            </a:srgbClr>
          </a:solidFill>
          <a:ln w="0">
            <a:noFill/>
            <a:prstDash val="solid"/>
          </a:ln>
        </p:spPr>
      </p:sp>
      <p:sp>
        <p:nvSpPr>
          <p:cNvPr id="2550" name="01_find_only_2549">
            <a:extLst>
              <a:ext uri="{FF2B5EF4-FFF2-40B4-BE49-F238E27FC236}">
                <a16:creationId xmlns:a16="http://schemas.microsoft.com/office/drawing/2014/main" id="{77C7EC15-9643-460F-9B1C-BCC7EB21667B}"/>
              </a:ext>
            </a:extLst>
          </p:cNvPr>
          <p:cNvSpPr>
            <a:spLocks noGrp="1"/>
          </p:cNvSpPr>
          <p:nvPr/>
        </p:nvSpPr>
        <p:spPr>
          <a:xfrm>
            <a:off x="2005627" y="4905784"/>
            <a:ext cx="28398" cy="28398"/>
          </a:xfrm>
          <a:prstGeom prst="ellipse">
            <a:avLst/>
          </a:prstGeom>
          <a:solidFill>
            <a:srgbClr val="7F8C97">
              <a:alpha val="48000"/>
            </a:srgbClr>
          </a:solidFill>
          <a:ln w="0">
            <a:noFill/>
            <a:prstDash val="solid"/>
          </a:ln>
        </p:spPr>
      </p:sp>
      <p:sp>
        <p:nvSpPr>
          <p:cNvPr id="2551" name="01_find_only_2550">
            <a:extLst>
              <a:ext uri="{FF2B5EF4-FFF2-40B4-BE49-F238E27FC236}">
                <a16:creationId xmlns:a16="http://schemas.microsoft.com/office/drawing/2014/main" id="{DB502586-4394-487F-A98D-1F3DD2B6A157}"/>
              </a:ext>
            </a:extLst>
          </p:cNvPr>
          <p:cNvSpPr>
            <a:spLocks noGrp="1"/>
          </p:cNvSpPr>
          <p:nvPr/>
        </p:nvSpPr>
        <p:spPr>
          <a:xfrm>
            <a:off x="2044924" y="6173800"/>
            <a:ext cx="28398" cy="28398"/>
          </a:xfrm>
          <a:prstGeom prst="ellipse">
            <a:avLst/>
          </a:prstGeom>
          <a:solidFill>
            <a:srgbClr val="7F8C97">
              <a:alpha val="48000"/>
            </a:srgbClr>
          </a:solidFill>
          <a:ln w="0">
            <a:noFill/>
            <a:prstDash val="solid"/>
          </a:ln>
        </p:spPr>
      </p:sp>
      <p:sp>
        <p:nvSpPr>
          <p:cNvPr id="2552" name="01_find_only_2551">
            <a:extLst>
              <a:ext uri="{FF2B5EF4-FFF2-40B4-BE49-F238E27FC236}">
                <a16:creationId xmlns:a16="http://schemas.microsoft.com/office/drawing/2014/main" id="{12EE4F76-7090-4DBE-B238-B916C6A4D748}"/>
              </a:ext>
            </a:extLst>
          </p:cNvPr>
          <p:cNvSpPr>
            <a:spLocks noGrp="1"/>
          </p:cNvSpPr>
          <p:nvPr/>
        </p:nvSpPr>
        <p:spPr>
          <a:xfrm>
            <a:off x="2033097" y="6173800"/>
            <a:ext cx="28398" cy="28398"/>
          </a:xfrm>
          <a:prstGeom prst="ellipse">
            <a:avLst/>
          </a:prstGeom>
          <a:solidFill>
            <a:srgbClr val="7F8C97">
              <a:alpha val="48000"/>
            </a:srgbClr>
          </a:solidFill>
          <a:ln w="0">
            <a:noFill/>
            <a:prstDash val="solid"/>
          </a:ln>
        </p:spPr>
      </p:sp>
      <p:sp>
        <p:nvSpPr>
          <p:cNvPr id="2553" name="01_find_only_2552">
            <a:extLst>
              <a:ext uri="{FF2B5EF4-FFF2-40B4-BE49-F238E27FC236}">
                <a16:creationId xmlns:a16="http://schemas.microsoft.com/office/drawing/2014/main" id="{9398EC8B-5DBC-4391-AA72-38FEC1348C1C}"/>
              </a:ext>
            </a:extLst>
          </p:cNvPr>
          <p:cNvSpPr>
            <a:spLocks noGrp="1"/>
          </p:cNvSpPr>
          <p:nvPr/>
        </p:nvSpPr>
        <p:spPr>
          <a:xfrm>
            <a:off x="2054462" y="4905784"/>
            <a:ext cx="28398" cy="28398"/>
          </a:xfrm>
          <a:prstGeom prst="ellipse">
            <a:avLst/>
          </a:prstGeom>
          <a:solidFill>
            <a:srgbClr val="7F8C97">
              <a:alpha val="48000"/>
            </a:srgbClr>
          </a:solidFill>
          <a:ln w="0">
            <a:noFill/>
            <a:prstDash val="solid"/>
          </a:ln>
        </p:spPr>
      </p:sp>
      <p:sp>
        <p:nvSpPr>
          <p:cNvPr id="2554" name="01_find_only_2553">
            <a:extLst>
              <a:ext uri="{FF2B5EF4-FFF2-40B4-BE49-F238E27FC236}">
                <a16:creationId xmlns:a16="http://schemas.microsoft.com/office/drawing/2014/main" id="{0AC20307-0425-427C-8FF9-9F964F2E0F61}"/>
              </a:ext>
            </a:extLst>
          </p:cNvPr>
          <p:cNvSpPr>
            <a:spLocks noGrp="1"/>
          </p:cNvSpPr>
          <p:nvPr/>
        </p:nvSpPr>
        <p:spPr>
          <a:xfrm>
            <a:off x="2042444" y="6068132"/>
            <a:ext cx="28398" cy="28398"/>
          </a:xfrm>
          <a:prstGeom prst="ellipse">
            <a:avLst/>
          </a:prstGeom>
          <a:solidFill>
            <a:srgbClr val="7F8C97">
              <a:alpha val="48000"/>
            </a:srgbClr>
          </a:solidFill>
          <a:ln w="0">
            <a:noFill/>
            <a:prstDash val="solid"/>
          </a:ln>
        </p:spPr>
      </p:sp>
      <p:sp>
        <p:nvSpPr>
          <p:cNvPr id="2555" name="01_find_only_2554">
            <a:extLst>
              <a:ext uri="{FF2B5EF4-FFF2-40B4-BE49-F238E27FC236}">
                <a16:creationId xmlns:a16="http://schemas.microsoft.com/office/drawing/2014/main" id="{C0FE874F-021B-43D8-BA5E-5C02BBE6C874}"/>
              </a:ext>
            </a:extLst>
          </p:cNvPr>
          <p:cNvSpPr>
            <a:spLocks noGrp="1"/>
          </p:cNvSpPr>
          <p:nvPr/>
        </p:nvSpPr>
        <p:spPr>
          <a:xfrm>
            <a:off x="2083649" y="5856796"/>
            <a:ext cx="28398" cy="28398"/>
          </a:xfrm>
          <a:prstGeom prst="ellipse">
            <a:avLst/>
          </a:prstGeom>
          <a:solidFill>
            <a:srgbClr val="7F8C97">
              <a:alpha val="48000"/>
            </a:srgbClr>
          </a:solidFill>
          <a:ln w="0">
            <a:noFill/>
            <a:prstDash val="solid"/>
          </a:ln>
        </p:spPr>
      </p:sp>
      <p:sp>
        <p:nvSpPr>
          <p:cNvPr id="2556" name="01_find_only_2555">
            <a:extLst>
              <a:ext uri="{FF2B5EF4-FFF2-40B4-BE49-F238E27FC236}">
                <a16:creationId xmlns:a16="http://schemas.microsoft.com/office/drawing/2014/main" id="{82FF219F-4329-4457-B1A5-03BF28A367EE}"/>
              </a:ext>
            </a:extLst>
          </p:cNvPr>
          <p:cNvSpPr>
            <a:spLocks noGrp="1"/>
          </p:cNvSpPr>
          <p:nvPr/>
        </p:nvSpPr>
        <p:spPr>
          <a:xfrm>
            <a:off x="2016119" y="4905784"/>
            <a:ext cx="28398" cy="28398"/>
          </a:xfrm>
          <a:prstGeom prst="ellipse">
            <a:avLst/>
          </a:prstGeom>
          <a:solidFill>
            <a:srgbClr val="7F8C97">
              <a:alpha val="48000"/>
            </a:srgbClr>
          </a:solidFill>
          <a:ln w="0">
            <a:noFill/>
            <a:prstDash val="solid"/>
          </a:ln>
        </p:spPr>
      </p:sp>
      <p:sp>
        <p:nvSpPr>
          <p:cNvPr id="2557" name="01_find_only_2556">
            <a:extLst>
              <a:ext uri="{FF2B5EF4-FFF2-40B4-BE49-F238E27FC236}">
                <a16:creationId xmlns:a16="http://schemas.microsoft.com/office/drawing/2014/main" id="{C17F1EC7-543B-47C4-B866-2429824B11A8}"/>
              </a:ext>
            </a:extLst>
          </p:cNvPr>
          <p:cNvSpPr>
            <a:spLocks noGrp="1"/>
          </p:cNvSpPr>
          <p:nvPr/>
        </p:nvSpPr>
        <p:spPr>
          <a:xfrm>
            <a:off x="2020507" y="4905784"/>
            <a:ext cx="28398" cy="28398"/>
          </a:xfrm>
          <a:prstGeom prst="ellipse">
            <a:avLst/>
          </a:prstGeom>
          <a:solidFill>
            <a:srgbClr val="7F8C97">
              <a:alpha val="48000"/>
            </a:srgbClr>
          </a:solidFill>
          <a:ln w="0">
            <a:noFill/>
            <a:prstDash val="solid"/>
          </a:ln>
        </p:spPr>
      </p:sp>
      <p:sp>
        <p:nvSpPr>
          <p:cNvPr id="2558" name="01_find_only_2557">
            <a:extLst>
              <a:ext uri="{FF2B5EF4-FFF2-40B4-BE49-F238E27FC236}">
                <a16:creationId xmlns:a16="http://schemas.microsoft.com/office/drawing/2014/main" id="{88D617DE-F737-4FFC-84AB-AE7C4063327F}"/>
              </a:ext>
            </a:extLst>
          </p:cNvPr>
          <p:cNvSpPr>
            <a:spLocks noGrp="1"/>
          </p:cNvSpPr>
          <p:nvPr/>
        </p:nvSpPr>
        <p:spPr>
          <a:xfrm>
            <a:off x="2060185" y="4905784"/>
            <a:ext cx="28398" cy="28398"/>
          </a:xfrm>
          <a:prstGeom prst="ellipse">
            <a:avLst/>
          </a:prstGeom>
          <a:solidFill>
            <a:srgbClr val="7F8C97">
              <a:alpha val="48000"/>
            </a:srgbClr>
          </a:solidFill>
          <a:ln w="0">
            <a:noFill/>
            <a:prstDash val="solid"/>
          </a:ln>
        </p:spPr>
      </p:sp>
      <p:sp>
        <p:nvSpPr>
          <p:cNvPr id="2559" name="01_find_only_2558">
            <a:extLst>
              <a:ext uri="{FF2B5EF4-FFF2-40B4-BE49-F238E27FC236}">
                <a16:creationId xmlns:a16="http://schemas.microsoft.com/office/drawing/2014/main" id="{43078538-E7BE-4691-AD91-3E008C9EC31C}"/>
              </a:ext>
            </a:extLst>
          </p:cNvPr>
          <p:cNvSpPr>
            <a:spLocks noGrp="1"/>
          </p:cNvSpPr>
          <p:nvPr/>
        </p:nvSpPr>
        <p:spPr>
          <a:xfrm>
            <a:off x="2059327" y="4905784"/>
            <a:ext cx="28398" cy="28398"/>
          </a:xfrm>
          <a:prstGeom prst="ellipse">
            <a:avLst/>
          </a:prstGeom>
          <a:solidFill>
            <a:srgbClr val="7F8C97">
              <a:alpha val="48000"/>
            </a:srgbClr>
          </a:solidFill>
          <a:ln w="0">
            <a:noFill/>
            <a:prstDash val="solid"/>
          </a:ln>
        </p:spPr>
      </p:sp>
      <p:sp>
        <p:nvSpPr>
          <p:cNvPr id="2560" name="01_find_only_2559">
            <a:extLst>
              <a:ext uri="{FF2B5EF4-FFF2-40B4-BE49-F238E27FC236}">
                <a16:creationId xmlns:a16="http://schemas.microsoft.com/office/drawing/2014/main" id="{FC743F4F-D0FA-4DF9-80F6-E33CC4BBE3A0}"/>
              </a:ext>
            </a:extLst>
          </p:cNvPr>
          <p:cNvSpPr>
            <a:spLocks noGrp="1"/>
          </p:cNvSpPr>
          <p:nvPr/>
        </p:nvSpPr>
        <p:spPr>
          <a:xfrm>
            <a:off x="2090326" y="4905784"/>
            <a:ext cx="28398" cy="28398"/>
          </a:xfrm>
          <a:prstGeom prst="ellipse">
            <a:avLst/>
          </a:prstGeom>
          <a:solidFill>
            <a:srgbClr val="7F8C97">
              <a:alpha val="48000"/>
            </a:srgbClr>
          </a:solidFill>
          <a:ln w="0">
            <a:noFill/>
            <a:prstDash val="solid"/>
          </a:ln>
        </p:spPr>
      </p:sp>
      <p:sp>
        <p:nvSpPr>
          <p:cNvPr id="2561" name="01_find_only_2560">
            <a:extLst>
              <a:ext uri="{FF2B5EF4-FFF2-40B4-BE49-F238E27FC236}">
                <a16:creationId xmlns:a16="http://schemas.microsoft.com/office/drawing/2014/main" id="{34157150-8439-49E9-8788-795E7D66E8EA}"/>
              </a:ext>
            </a:extLst>
          </p:cNvPr>
          <p:cNvSpPr>
            <a:spLocks noGrp="1"/>
          </p:cNvSpPr>
          <p:nvPr/>
        </p:nvSpPr>
        <p:spPr>
          <a:xfrm>
            <a:off x="2075923" y="4905784"/>
            <a:ext cx="28398" cy="28398"/>
          </a:xfrm>
          <a:prstGeom prst="ellipse">
            <a:avLst/>
          </a:prstGeom>
          <a:solidFill>
            <a:srgbClr val="7F8C97">
              <a:alpha val="48000"/>
            </a:srgbClr>
          </a:solidFill>
          <a:ln w="0">
            <a:noFill/>
            <a:prstDash val="solid"/>
          </a:ln>
        </p:spPr>
      </p:sp>
      <p:sp>
        <p:nvSpPr>
          <p:cNvPr id="2562" name="01_find_only_2561">
            <a:extLst>
              <a:ext uri="{FF2B5EF4-FFF2-40B4-BE49-F238E27FC236}">
                <a16:creationId xmlns:a16="http://schemas.microsoft.com/office/drawing/2014/main" id="{15521659-2BB6-48A4-A482-8070B0F158AF}"/>
              </a:ext>
            </a:extLst>
          </p:cNvPr>
          <p:cNvSpPr>
            <a:spLocks noGrp="1"/>
          </p:cNvSpPr>
          <p:nvPr/>
        </p:nvSpPr>
        <p:spPr>
          <a:xfrm>
            <a:off x="2030903" y="6173800"/>
            <a:ext cx="28398" cy="28398"/>
          </a:xfrm>
          <a:prstGeom prst="ellipse">
            <a:avLst/>
          </a:prstGeom>
          <a:solidFill>
            <a:srgbClr val="7F8C97">
              <a:alpha val="48000"/>
            </a:srgbClr>
          </a:solidFill>
          <a:ln w="0">
            <a:noFill/>
            <a:prstDash val="solid"/>
          </a:ln>
        </p:spPr>
      </p:sp>
      <p:sp>
        <p:nvSpPr>
          <p:cNvPr id="2563" name="01_find_only_2562">
            <a:extLst>
              <a:ext uri="{FF2B5EF4-FFF2-40B4-BE49-F238E27FC236}">
                <a16:creationId xmlns:a16="http://schemas.microsoft.com/office/drawing/2014/main" id="{BAC6E639-C2D6-4E30-9F1D-640574B1848A}"/>
              </a:ext>
            </a:extLst>
          </p:cNvPr>
          <p:cNvSpPr>
            <a:spLocks noGrp="1"/>
          </p:cNvSpPr>
          <p:nvPr/>
        </p:nvSpPr>
        <p:spPr>
          <a:xfrm>
            <a:off x="2077831" y="5539792"/>
            <a:ext cx="28398" cy="28398"/>
          </a:xfrm>
          <a:prstGeom prst="ellipse">
            <a:avLst/>
          </a:prstGeom>
          <a:solidFill>
            <a:srgbClr val="7F8C97">
              <a:alpha val="48000"/>
            </a:srgbClr>
          </a:solidFill>
          <a:ln w="0">
            <a:noFill/>
            <a:prstDash val="solid"/>
          </a:ln>
        </p:spPr>
      </p:sp>
      <p:sp>
        <p:nvSpPr>
          <p:cNvPr id="2564" name="01_find_only_2563">
            <a:extLst>
              <a:ext uri="{FF2B5EF4-FFF2-40B4-BE49-F238E27FC236}">
                <a16:creationId xmlns:a16="http://schemas.microsoft.com/office/drawing/2014/main" id="{E25C4616-E7BD-44DA-ABC5-81192FA1F001}"/>
              </a:ext>
            </a:extLst>
          </p:cNvPr>
          <p:cNvSpPr>
            <a:spLocks noGrp="1"/>
          </p:cNvSpPr>
          <p:nvPr/>
        </p:nvSpPr>
        <p:spPr>
          <a:xfrm>
            <a:off x="2070105" y="4905784"/>
            <a:ext cx="28398" cy="28398"/>
          </a:xfrm>
          <a:prstGeom prst="ellipse">
            <a:avLst/>
          </a:prstGeom>
          <a:solidFill>
            <a:srgbClr val="7F8C97">
              <a:alpha val="48000"/>
            </a:srgbClr>
          </a:solidFill>
          <a:ln w="0">
            <a:noFill/>
            <a:prstDash val="solid"/>
          </a:ln>
        </p:spPr>
      </p:sp>
      <p:sp>
        <p:nvSpPr>
          <p:cNvPr id="2565" name="01_find_only_2564">
            <a:extLst>
              <a:ext uri="{FF2B5EF4-FFF2-40B4-BE49-F238E27FC236}">
                <a16:creationId xmlns:a16="http://schemas.microsoft.com/office/drawing/2014/main" id="{C1B8D1F7-18EA-46A9-8C59-F725DE3EA38A}"/>
              </a:ext>
            </a:extLst>
          </p:cNvPr>
          <p:cNvSpPr>
            <a:spLocks noGrp="1"/>
          </p:cNvSpPr>
          <p:nvPr/>
        </p:nvSpPr>
        <p:spPr>
          <a:xfrm>
            <a:off x="2074206" y="4905784"/>
            <a:ext cx="28398" cy="28398"/>
          </a:xfrm>
          <a:prstGeom prst="ellipse">
            <a:avLst/>
          </a:prstGeom>
          <a:solidFill>
            <a:srgbClr val="7F8C97">
              <a:alpha val="48000"/>
            </a:srgbClr>
          </a:solidFill>
          <a:ln w="0">
            <a:noFill/>
            <a:prstDash val="solid"/>
          </a:ln>
        </p:spPr>
      </p:sp>
      <p:sp>
        <p:nvSpPr>
          <p:cNvPr id="2566" name="01_find_only_2565">
            <a:extLst>
              <a:ext uri="{FF2B5EF4-FFF2-40B4-BE49-F238E27FC236}">
                <a16:creationId xmlns:a16="http://schemas.microsoft.com/office/drawing/2014/main" id="{6EC2526E-18D2-4B18-9520-CDB247EAAC1D}"/>
              </a:ext>
            </a:extLst>
          </p:cNvPr>
          <p:cNvSpPr>
            <a:spLocks noGrp="1"/>
          </p:cNvSpPr>
          <p:nvPr/>
        </p:nvSpPr>
        <p:spPr>
          <a:xfrm>
            <a:off x="2083077" y="5398901"/>
            <a:ext cx="28398" cy="28398"/>
          </a:xfrm>
          <a:prstGeom prst="ellipse">
            <a:avLst/>
          </a:prstGeom>
          <a:solidFill>
            <a:srgbClr val="7F8C97">
              <a:alpha val="48000"/>
            </a:srgbClr>
          </a:solidFill>
          <a:ln w="0">
            <a:noFill/>
            <a:prstDash val="solid"/>
          </a:ln>
        </p:spPr>
      </p:sp>
      <p:sp>
        <p:nvSpPr>
          <p:cNvPr id="2567" name="01_find_only_2566">
            <a:extLst>
              <a:ext uri="{FF2B5EF4-FFF2-40B4-BE49-F238E27FC236}">
                <a16:creationId xmlns:a16="http://schemas.microsoft.com/office/drawing/2014/main" id="{10348F64-C4B5-433B-BEA1-14EF11A94377}"/>
              </a:ext>
            </a:extLst>
          </p:cNvPr>
          <p:cNvSpPr>
            <a:spLocks noGrp="1"/>
          </p:cNvSpPr>
          <p:nvPr/>
        </p:nvSpPr>
        <p:spPr>
          <a:xfrm>
            <a:off x="2022510" y="4905784"/>
            <a:ext cx="28398" cy="28398"/>
          </a:xfrm>
          <a:prstGeom prst="ellipse">
            <a:avLst/>
          </a:prstGeom>
          <a:solidFill>
            <a:srgbClr val="7F8C97">
              <a:alpha val="48000"/>
            </a:srgbClr>
          </a:solidFill>
          <a:ln w="0">
            <a:noFill/>
            <a:prstDash val="solid"/>
          </a:ln>
        </p:spPr>
      </p:sp>
      <p:sp>
        <p:nvSpPr>
          <p:cNvPr id="2568" name="01_find_only_2567">
            <a:extLst>
              <a:ext uri="{FF2B5EF4-FFF2-40B4-BE49-F238E27FC236}">
                <a16:creationId xmlns:a16="http://schemas.microsoft.com/office/drawing/2014/main" id="{9D9EF58E-5214-48EE-8CCF-E1BAE7A50BF2}"/>
              </a:ext>
            </a:extLst>
          </p:cNvPr>
          <p:cNvSpPr>
            <a:spLocks noGrp="1"/>
          </p:cNvSpPr>
          <p:nvPr/>
        </p:nvSpPr>
        <p:spPr>
          <a:xfrm>
            <a:off x="2015356" y="4905784"/>
            <a:ext cx="28398" cy="28398"/>
          </a:xfrm>
          <a:prstGeom prst="ellipse">
            <a:avLst/>
          </a:prstGeom>
          <a:solidFill>
            <a:srgbClr val="7F8C97">
              <a:alpha val="48000"/>
            </a:srgbClr>
          </a:solidFill>
          <a:ln w="0">
            <a:noFill/>
            <a:prstDash val="solid"/>
          </a:ln>
        </p:spPr>
      </p:sp>
      <p:sp>
        <p:nvSpPr>
          <p:cNvPr id="2569" name="01_find_only_2568">
            <a:extLst>
              <a:ext uri="{FF2B5EF4-FFF2-40B4-BE49-F238E27FC236}">
                <a16:creationId xmlns:a16="http://schemas.microsoft.com/office/drawing/2014/main" id="{661198AC-F579-4005-A309-C3E3724C888E}"/>
              </a:ext>
            </a:extLst>
          </p:cNvPr>
          <p:cNvSpPr>
            <a:spLocks noGrp="1"/>
          </p:cNvSpPr>
          <p:nvPr/>
        </p:nvSpPr>
        <p:spPr>
          <a:xfrm>
            <a:off x="2070296" y="5222788"/>
            <a:ext cx="28398" cy="28398"/>
          </a:xfrm>
          <a:prstGeom prst="ellipse">
            <a:avLst/>
          </a:prstGeom>
          <a:solidFill>
            <a:srgbClr val="7F8C97">
              <a:alpha val="48000"/>
            </a:srgbClr>
          </a:solidFill>
          <a:ln w="0">
            <a:noFill/>
            <a:prstDash val="solid"/>
          </a:ln>
        </p:spPr>
      </p:sp>
      <p:sp>
        <p:nvSpPr>
          <p:cNvPr id="2570" name="01_find_only_2569">
            <a:extLst>
              <a:ext uri="{FF2B5EF4-FFF2-40B4-BE49-F238E27FC236}">
                <a16:creationId xmlns:a16="http://schemas.microsoft.com/office/drawing/2014/main" id="{DDB05F78-96F3-4821-A51F-D28ECF1D2B8B}"/>
              </a:ext>
            </a:extLst>
          </p:cNvPr>
          <p:cNvSpPr>
            <a:spLocks noGrp="1"/>
          </p:cNvSpPr>
          <p:nvPr/>
        </p:nvSpPr>
        <p:spPr>
          <a:xfrm>
            <a:off x="2094904" y="4905784"/>
            <a:ext cx="28398" cy="28398"/>
          </a:xfrm>
          <a:prstGeom prst="ellipse">
            <a:avLst/>
          </a:prstGeom>
          <a:solidFill>
            <a:srgbClr val="7F8C97">
              <a:alpha val="48000"/>
            </a:srgbClr>
          </a:solidFill>
          <a:ln w="0">
            <a:noFill/>
            <a:prstDash val="solid"/>
          </a:ln>
        </p:spPr>
      </p:sp>
      <p:sp>
        <p:nvSpPr>
          <p:cNvPr id="2571" name="01_find_only_2570">
            <a:extLst>
              <a:ext uri="{FF2B5EF4-FFF2-40B4-BE49-F238E27FC236}">
                <a16:creationId xmlns:a16="http://schemas.microsoft.com/office/drawing/2014/main" id="{8DD68BB6-4509-4929-8A4B-045C78EA0AA9}"/>
              </a:ext>
            </a:extLst>
          </p:cNvPr>
          <p:cNvSpPr>
            <a:spLocks noGrp="1"/>
          </p:cNvSpPr>
          <p:nvPr/>
        </p:nvSpPr>
        <p:spPr>
          <a:xfrm>
            <a:off x="2099006" y="4905784"/>
            <a:ext cx="28398" cy="28398"/>
          </a:xfrm>
          <a:prstGeom prst="ellipse">
            <a:avLst/>
          </a:prstGeom>
          <a:solidFill>
            <a:srgbClr val="7F8C97">
              <a:alpha val="48000"/>
            </a:srgbClr>
          </a:solidFill>
          <a:ln w="0">
            <a:noFill/>
            <a:prstDash val="solid"/>
          </a:ln>
        </p:spPr>
      </p:sp>
      <p:sp>
        <p:nvSpPr>
          <p:cNvPr id="2572" name="01_find_only_2571">
            <a:extLst>
              <a:ext uri="{FF2B5EF4-FFF2-40B4-BE49-F238E27FC236}">
                <a16:creationId xmlns:a16="http://schemas.microsoft.com/office/drawing/2014/main" id="{ABD2770F-502E-42C4-977B-E1BBD20378DE}"/>
              </a:ext>
            </a:extLst>
          </p:cNvPr>
          <p:cNvSpPr>
            <a:spLocks noGrp="1"/>
          </p:cNvSpPr>
          <p:nvPr/>
        </p:nvSpPr>
        <p:spPr>
          <a:xfrm>
            <a:off x="2040060" y="4905784"/>
            <a:ext cx="28398" cy="28398"/>
          </a:xfrm>
          <a:prstGeom prst="ellipse">
            <a:avLst/>
          </a:prstGeom>
          <a:solidFill>
            <a:srgbClr val="7F8C97">
              <a:alpha val="48000"/>
            </a:srgbClr>
          </a:solidFill>
          <a:ln w="0">
            <a:noFill/>
            <a:prstDash val="solid"/>
          </a:ln>
        </p:spPr>
      </p:sp>
      <p:sp>
        <p:nvSpPr>
          <p:cNvPr id="2573" name="01_find_only_2572">
            <a:extLst>
              <a:ext uri="{FF2B5EF4-FFF2-40B4-BE49-F238E27FC236}">
                <a16:creationId xmlns:a16="http://schemas.microsoft.com/office/drawing/2014/main" id="{BC1E2A0D-CE76-4E7F-83D7-F0A2F9E4EA09}"/>
              </a:ext>
            </a:extLst>
          </p:cNvPr>
          <p:cNvSpPr>
            <a:spLocks noGrp="1"/>
          </p:cNvSpPr>
          <p:nvPr/>
        </p:nvSpPr>
        <p:spPr>
          <a:xfrm>
            <a:off x="2075065" y="5328456"/>
            <a:ext cx="28398" cy="28398"/>
          </a:xfrm>
          <a:prstGeom prst="ellipse">
            <a:avLst/>
          </a:prstGeom>
          <a:solidFill>
            <a:srgbClr val="7F8C97">
              <a:alpha val="48000"/>
            </a:srgbClr>
          </a:solidFill>
          <a:ln w="0">
            <a:noFill/>
            <a:prstDash val="solid"/>
          </a:ln>
        </p:spPr>
      </p:sp>
      <p:sp>
        <p:nvSpPr>
          <p:cNvPr id="2574" name="01_find_only_2573">
            <a:extLst>
              <a:ext uri="{FF2B5EF4-FFF2-40B4-BE49-F238E27FC236}">
                <a16:creationId xmlns:a16="http://schemas.microsoft.com/office/drawing/2014/main" id="{E460A2F3-DD9B-4F43-9BA3-DBB323CFACC7}"/>
              </a:ext>
            </a:extLst>
          </p:cNvPr>
          <p:cNvSpPr>
            <a:spLocks noGrp="1"/>
          </p:cNvSpPr>
          <p:nvPr/>
        </p:nvSpPr>
        <p:spPr>
          <a:xfrm>
            <a:off x="2082314" y="4905784"/>
            <a:ext cx="28398" cy="28398"/>
          </a:xfrm>
          <a:prstGeom prst="ellipse">
            <a:avLst/>
          </a:prstGeom>
          <a:solidFill>
            <a:srgbClr val="7F8C97">
              <a:alpha val="48000"/>
            </a:srgbClr>
          </a:solidFill>
          <a:ln w="0">
            <a:noFill/>
            <a:prstDash val="solid"/>
          </a:ln>
        </p:spPr>
      </p:sp>
      <p:sp>
        <p:nvSpPr>
          <p:cNvPr id="2575" name="01_find_only_2574">
            <a:extLst>
              <a:ext uri="{FF2B5EF4-FFF2-40B4-BE49-F238E27FC236}">
                <a16:creationId xmlns:a16="http://schemas.microsoft.com/office/drawing/2014/main" id="{694C800E-5952-40DD-AAB6-0D2D2B8ECF45}"/>
              </a:ext>
            </a:extLst>
          </p:cNvPr>
          <p:cNvSpPr>
            <a:spLocks noGrp="1"/>
          </p:cNvSpPr>
          <p:nvPr/>
        </p:nvSpPr>
        <p:spPr>
          <a:xfrm>
            <a:off x="2093855" y="4905784"/>
            <a:ext cx="28398" cy="28398"/>
          </a:xfrm>
          <a:prstGeom prst="ellipse">
            <a:avLst/>
          </a:prstGeom>
          <a:solidFill>
            <a:srgbClr val="7F8C97">
              <a:alpha val="48000"/>
            </a:srgbClr>
          </a:solidFill>
          <a:ln w="0">
            <a:noFill/>
            <a:prstDash val="solid"/>
          </a:ln>
        </p:spPr>
      </p:sp>
      <p:sp>
        <p:nvSpPr>
          <p:cNvPr id="2576" name="01_find_only_2575">
            <a:extLst>
              <a:ext uri="{FF2B5EF4-FFF2-40B4-BE49-F238E27FC236}">
                <a16:creationId xmlns:a16="http://schemas.microsoft.com/office/drawing/2014/main" id="{B75927C2-7676-4CC5-83D2-CC4E4E3E87C6}"/>
              </a:ext>
            </a:extLst>
          </p:cNvPr>
          <p:cNvSpPr>
            <a:spLocks noGrp="1"/>
          </p:cNvSpPr>
          <p:nvPr/>
        </p:nvSpPr>
        <p:spPr>
          <a:xfrm>
            <a:off x="2083745" y="4905784"/>
            <a:ext cx="28398" cy="28398"/>
          </a:xfrm>
          <a:prstGeom prst="ellipse">
            <a:avLst/>
          </a:prstGeom>
          <a:solidFill>
            <a:srgbClr val="7F8C97">
              <a:alpha val="48000"/>
            </a:srgbClr>
          </a:solidFill>
          <a:ln w="0">
            <a:noFill/>
            <a:prstDash val="solid"/>
          </a:ln>
        </p:spPr>
      </p:sp>
      <p:sp>
        <p:nvSpPr>
          <p:cNvPr id="2577" name="01_find_only_2576">
            <a:extLst>
              <a:ext uri="{FF2B5EF4-FFF2-40B4-BE49-F238E27FC236}">
                <a16:creationId xmlns:a16="http://schemas.microsoft.com/office/drawing/2014/main" id="{19F2D1FE-C2E3-4AC6-B3F9-CAA30A7BFF72}"/>
              </a:ext>
            </a:extLst>
          </p:cNvPr>
          <p:cNvSpPr>
            <a:spLocks noGrp="1"/>
          </p:cNvSpPr>
          <p:nvPr/>
        </p:nvSpPr>
        <p:spPr>
          <a:xfrm>
            <a:off x="2069342" y="4905784"/>
            <a:ext cx="28398" cy="28398"/>
          </a:xfrm>
          <a:prstGeom prst="ellipse">
            <a:avLst/>
          </a:prstGeom>
          <a:solidFill>
            <a:srgbClr val="7F8C97">
              <a:alpha val="48000"/>
            </a:srgbClr>
          </a:solidFill>
          <a:ln w="0">
            <a:noFill/>
            <a:prstDash val="solid"/>
          </a:ln>
        </p:spPr>
      </p:sp>
      <p:sp>
        <p:nvSpPr>
          <p:cNvPr id="2578" name="01_find_only_2577">
            <a:extLst>
              <a:ext uri="{FF2B5EF4-FFF2-40B4-BE49-F238E27FC236}">
                <a16:creationId xmlns:a16="http://schemas.microsoft.com/office/drawing/2014/main" id="{6ACDF08E-B703-4505-ABCF-AE8D6143914F}"/>
              </a:ext>
            </a:extLst>
          </p:cNvPr>
          <p:cNvSpPr>
            <a:spLocks noGrp="1"/>
          </p:cNvSpPr>
          <p:nvPr/>
        </p:nvSpPr>
        <p:spPr>
          <a:xfrm>
            <a:off x="2010873" y="4905784"/>
            <a:ext cx="28398" cy="28398"/>
          </a:xfrm>
          <a:prstGeom prst="ellipse">
            <a:avLst/>
          </a:prstGeom>
          <a:solidFill>
            <a:srgbClr val="7F8C97">
              <a:alpha val="48000"/>
            </a:srgbClr>
          </a:solidFill>
          <a:ln w="0">
            <a:noFill/>
            <a:prstDash val="solid"/>
          </a:ln>
        </p:spPr>
      </p:sp>
      <p:sp>
        <p:nvSpPr>
          <p:cNvPr id="2579" name="01_find_only_2578">
            <a:extLst>
              <a:ext uri="{FF2B5EF4-FFF2-40B4-BE49-F238E27FC236}">
                <a16:creationId xmlns:a16="http://schemas.microsoft.com/office/drawing/2014/main" id="{EF8FBCCA-58F0-43DB-9109-297882562559}"/>
              </a:ext>
            </a:extLst>
          </p:cNvPr>
          <p:cNvSpPr>
            <a:spLocks noGrp="1"/>
          </p:cNvSpPr>
          <p:nvPr/>
        </p:nvSpPr>
        <p:spPr>
          <a:xfrm>
            <a:off x="2020125" y="4905784"/>
            <a:ext cx="28398" cy="28398"/>
          </a:xfrm>
          <a:prstGeom prst="ellipse">
            <a:avLst/>
          </a:prstGeom>
          <a:solidFill>
            <a:srgbClr val="7F8C97">
              <a:alpha val="48000"/>
            </a:srgbClr>
          </a:solidFill>
          <a:ln w="0">
            <a:noFill/>
            <a:prstDash val="solid"/>
          </a:ln>
        </p:spPr>
      </p:sp>
      <p:sp>
        <p:nvSpPr>
          <p:cNvPr id="2580" name="01_find_only_2579">
            <a:extLst>
              <a:ext uri="{FF2B5EF4-FFF2-40B4-BE49-F238E27FC236}">
                <a16:creationId xmlns:a16="http://schemas.microsoft.com/office/drawing/2014/main" id="{83267860-E3EC-4E3A-8CFC-E140A4360DE5}"/>
              </a:ext>
            </a:extLst>
          </p:cNvPr>
          <p:cNvSpPr>
            <a:spLocks noGrp="1"/>
          </p:cNvSpPr>
          <p:nvPr/>
        </p:nvSpPr>
        <p:spPr>
          <a:xfrm>
            <a:off x="2060662" y="4905784"/>
            <a:ext cx="28398" cy="28398"/>
          </a:xfrm>
          <a:prstGeom prst="ellipse">
            <a:avLst/>
          </a:prstGeom>
          <a:solidFill>
            <a:srgbClr val="7F8C97">
              <a:alpha val="48000"/>
            </a:srgbClr>
          </a:solidFill>
          <a:ln w="0">
            <a:noFill/>
            <a:prstDash val="solid"/>
          </a:ln>
        </p:spPr>
      </p:sp>
      <p:sp>
        <p:nvSpPr>
          <p:cNvPr id="2581" name="01_find_only_2580">
            <a:extLst>
              <a:ext uri="{FF2B5EF4-FFF2-40B4-BE49-F238E27FC236}">
                <a16:creationId xmlns:a16="http://schemas.microsoft.com/office/drawing/2014/main" id="{86D805BA-DD36-4776-9D52-6A9E9221D009}"/>
              </a:ext>
            </a:extLst>
          </p:cNvPr>
          <p:cNvSpPr>
            <a:spLocks noGrp="1"/>
          </p:cNvSpPr>
          <p:nvPr/>
        </p:nvSpPr>
        <p:spPr>
          <a:xfrm>
            <a:off x="2024131" y="4905784"/>
            <a:ext cx="28398" cy="28398"/>
          </a:xfrm>
          <a:prstGeom prst="ellipse">
            <a:avLst/>
          </a:prstGeom>
          <a:solidFill>
            <a:srgbClr val="7F8C97">
              <a:alpha val="48000"/>
            </a:srgbClr>
          </a:solidFill>
          <a:ln w="0">
            <a:noFill/>
            <a:prstDash val="solid"/>
          </a:ln>
        </p:spPr>
      </p:sp>
      <p:sp>
        <p:nvSpPr>
          <p:cNvPr id="2582" name="01_find_only_2581">
            <a:extLst>
              <a:ext uri="{FF2B5EF4-FFF2-40B4-BE49-F238E27FC236}">
                <a16:creationId xmlns:a16="http://schemas.microsoft.com/office/drawing/2014/main" id="{47E7D652-D918-42D1-9E61-EE6634F464FE}"/>
              </a:ext>
            </a:extLst>
          </p:cNvPr>
          <p:cNvSpPr>
            <a:spLocks noGrp="1"/>
          </p:cNvSpPr>
          <p:nvPr/>
        </p:nvSpPr>
        <p:spPr>
          <a:xfrm>
            <a:off x="2041395" y="4905784"/>
            <a:ext cx="28398" cy="28398"/>
          </a:xfrm>
          <a:prstGeom prst="ellipse">
            <a:avLst/>
          </a:prstGeom>
          <a:solidFill>
            <a:srgbClr val="7F8C97">
              <a:alpha val="48000"/>
            </a:srgbClr>
          </a:solidFill>
          <a:ln w="0">
            <a:noFill/>
            <a:prstDash val="solid"/>
          </a:ln>
        </p:spPr>
      </p:sp>
      <p:sp>
        <p:nvSpPr>
          <p:cNvPr id="2583" name="01_find_only_2582">
            <a:extLst>
              <a:ext uri="{FF2B5EF4-FFF2-40B4-BE49-F238E27FC236}">
                <a16:creationId xmlns:a16="http://schemas.microsoft.com/office/drawing/2014/main" id="{65584354-B13B-4D75-8B67-694E1B761AAB}"/>
              </a:ext>
            </a:extLst>
          </p:cNvPr>
          <p:cNvSpPr>
            <a:spLocks noGrp="1"/>
          </p:cNvSpPr>
          <p:nvPr/>
        </p:nvSpPr>
        <p:spPr>
          <a:xfrm>
            <a:off x="2007630" y="6173800"/>
            <a:ext cx="28398" cy="28398"/>
          </a:xfrm>
          <a:prstGeom prst="ellipse">
            <a:avLst/>
          </a:prstGeom>
          <a:solidFill>
            <a:srgbClr val="7F8C97">
              <a:alpha val="48000"/>
            </a:srgbClr>
          </a:solidFill>
          <a:ln w="0">
            <a:noFill/>
            <a:prstDash val="solid"/>
          </a:ln>
        </p:spPr>
      </p:sp>
      <p:sp>
        <p:nvSpPr>
          <p:cNvPr id="2584" name="01_find_only_2583">
            <a:extLst>
              <a:ext uri="{FF2B5EF4-FFF2-40B4-BE49-F238E27FC236}">
                <a16:creationId xmlns:a16="http://schemas.microsoft.com/office/drawing/2014/main" id="{A1D3DE96-2A82-4356-8A65-FE6984DB0657}"/>
              </a:ext>
            </a:extLst>
          </p:cNvPr>
          <p:cNvSpPr>
            <a:spLocks noGrp="1"/>
          </p:cNvSpPr>
          <p:nvPr/>
        </p:nvSpPr>
        <p:spPr>
          <a:xfrm>
            <a:off x="550800" y="4856582"/>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2585" name="01_find_only_2584">
            <a:extLst>
              <a:ext uri="{FF2B5EF4-FFF2-40B4-BE49-F238E27FC236}">
                <a16:creationId xmlns:a16="http://schemas.microsoft.com/office/drawing/2014/main" id="{78438E81-399E-47B2-AC14-E36040E7BB07}"/>
              </a:ext>
            </a:extLst>
          </p:cNvPr>
          <p:cNvSpPr>
            <a:spLocks noGrp="1"/>
          </p:cNvSpPr>
          <p:nvPr/>
        </p:nvSpPr>
        <p:spPr>
          <a:xfrm>
            <a:off x="550800" y="6251400"/>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2586" name="text_2585">
            <a:extLst>
              <a:ext uri="{FF2B5EF4-FFF2-40B4-BE49-F238E27FC236}">
                <a16:creationId xmlns:a16="http://schemas.microsoft.com/office/drawing/2014/main" id="{F7795E16-E136-4BAF-B64F-6C9D5CF0BD8E}"/>
              </a:ext>
            </a:extLst>
          </p:cNvPr>
          <p:cNvSpPr>
            <a:spLocks noGrp="1"/>
          </p:cNvSpPr>
          <p:nvPr/>
        </p:nvSpPr>
        <p:spPr>
          <a:xfrm>
            <a:off x="324000" y="466583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2587" name="text_2586">
            <a:extLst>
              <a:ext uri="{FF2B5EF4-FFF2-40B4-BE49-F238E27FC236}">
                <a16:creationId xmlns:a16="http://schemas.microsoft.com/office/drawing/2014/main" id="{225D80EF-6061-484E-A786-9BBFFE7393BD}"/>
              </a:ext>
            </a:extLst>
          </p:cNvPr>
          <p:cNvSpPr>
            <a:spLocks noGrp="1"/>
          </p:cNvSpPr>
          <p:nvPr/>
        </p:nvSpPr>
        <p:spPr>
          <a:xfrm>
            <a:off x="550800" y="4657002"/>
            <a:ext cx="100843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GT</a:t>
            </a:r>
          </a:p>
        </p:txBody>
      </p:sp>
      <p:sp>
        <p:nvSpPr>
          <p:cNvPr id="2588" name="01_find_only_2587">
            <a:extLst>
              <a:ext uri="{FF2B5EF4-FFF2-40B4-BE49-F238E27FC236}">
                <a16:creationId xmlns:a16="http://schemas.microsoft.com/office/drawing/2014/main" id="{BFBAEFA1-F1A0-4EE8-BCBC-D7A8A91C90C0}"/>
              </a:ext>
            </a:extLst>
          </p:cNvPr>
          <p:cNvSpPr>
            <a:spLocks noGrp="1"/>
          </p:cNvSpPr>
          <p:nvPr/>
        </p:nvSpPr>
        <p:spPr>
          <a:xfrm>
            <a:off x="565800" y="5208181"/>
            <a:ext cx="1500000" cy="979818"/>
          </a:xfrm>
          <a:custGeom>
            <a:avLst/>
            <a:gdLst/>
            <a:ahLst/>
            <a:cxnLst/>
            <a:rect l="0" t="0" r="0" b="0"/>
            <a:pathLst>
              <a:path w="1500000" h="979818">
                <a:moveTo>
                  <a:pt x="0" y="979818"/>
                </a:moveTo>
                <a:lnTo>
                  <a:pt x="25641" y="978499"/>
                </a:lnTo>
                <a:lnTo>
                  <a:pt x="25641" y="978288"/>
                </a:lnTo>
                <a:lnTo>
                  <a:pt x="27778" y="978288"/>
                </a:lnTo>
                <a:lnTo>
                  <a:pt x="27778" y="975543"/>
                </a:lnTo>
                <a:lnTo>
                  <a:pt x="38462" y="974156"/>
                </a:lnTo>
                <a:lnTo>
                  <a:pt x="38462" y="973945"/>
                </a:lnTo>
                <a:lnTo>
                  <a:pt x="41667" y="973945"/>
                </a:lnTo>
                <a:lnTo>
                  <a:pt x="41667" y="971886"/>
                </a:lnTo>
                <a:lnTo>
                  <a:pt x="45455" y="971675"/>
                </a:lnTo>
                <a:lnTo>
                  <a:pt x="45455" y="968681"/>
                </a:lnTo>
                <a:lnTo>
                  <a:pt x="50000" y="968681"/>
                </a:lnTo>
                <a:lnTo>
                  <a:pt x="51282" y="966823"/>
                </a:lnTo>
                <a:lnTo>
                  <a:pt x="55556" y="966378"/>
                </a:lnTo>
                <a:lnTo>
                  <a:pt x="55556" y="961803"/>
                </a:lnTo>
                <a:lnTo>
                  <a:pt x="71429" y="960484"/>
                </a:lnTo>
                <a:lnTo>
                  <a:pt x="71429" y="956955"/>
                </a:lnTo>
                <a:lnTo>
                  <a:pt x="83333" y="956744"/>
                </a:lnTo>
                <a:lnTo>
                  <a:pt x="83333" y="939836"/>
                </a:lnTo>
                <a:lnTo>
                  <a:pt x="90909" y="939625"/>
                </a:lnTo>
                <a:lnTo>
                  <a:pt x="90909" y="936631"/>
                </a:lnTo>
                <a:lnTo>
                  <a:pt x="100000" y="936420"/>
                </a:lnTo>
                <a:lnTo>
                  <a:pt x="100000" y="924893"/>
                </a:lnTo>
                <a:lnTo>
                  <a:pt x="107143" y="923995"/>
                </a:lnTo>
                <a:lnTo>
                  <a:pt x="107143" y="922819"/>
                </a:lnTo>
                <a:lnTo>
                  <a:pt x="111111" y="922608"/>
                </a:lnTo>
                <a:lnTo>
                  <a:pt x="111111" y="918948"/>
                </a:lnTo>
                <a:lnTo>
                  <a:pt x="125000" y="918526"/>
                </a:lnTo>
                <a:lnTo>
                  <a:pt x="125000" y="883532"/>
                </a:lnTo>
                <a:lnTo>
                  <a:pt x="136364" y="883110"/>
                </a:lnTo>
                <a:lnTo>
                  <a:pt x="136364" y="880116"/>
                </a:lnTo>
                <a:lnTo>
                  <a:pt x="138889" y="880116"/>
                </a:lnTo>
                <a:lnTo>
                  <a:pt x="138889" y="878286"/>
                </a:lnTo>
                <a:lnTo>
                  <a:pt x="142857" y="878075"/>
                </a:lnTo>
                <a:lnTo>
                  <a:pt x="142857" y="874546"/>
                </a:lnTo>
                <a:lnTo>
                  <a:pt x="150000" y="874335"/>
                </a:lnTo>
                <a:lnTo>
                  <a:pt x="150000" y="872688"/>
                </a:lnTo>
                <a:lnTo>
                  <a:pt x="166667" y="872266"/>
                </a:lnTo>
                <a:lnTo>
                  <a:pt x="166667" y="833173"/>
                </a:lnTo>
                <a:lnTo>
                  <a:pt x="179487" y="831785"/>
                </a:lnTo>
                <a:lnTo>
                  <a:pt x="179487" y="831574"/>
                </a:lnTo>
                <a:lnTo>
                  <a:pt x="181818" y="831574"/>
                </a:lnTo>
                <a:lnTo>
                  <a:pt x="181818" y="828580"/>
                </a:lnTo>
                <a:lnTo>
                  <a:pt x="194444" y="828158"/>
                </a:lnTo>
                <a:lnTo>
                  <a:pt x="194444" y="825413"/>
                </a:lnTo>
                <a:lnTo>
                  <a:pt x="200000" y="825202"/>
                </a:lnTo>
                <a:lnTo>
                  <a:pt x="200000" y="813675"/>
                </a:lnTo>
                <a:lnTo>
                  <a:pt x="208333" y="813464"/>
                </a:lnTo>
                <a:lnTo>
                  <a:pt x="208333" y="810719"/>
                </a:lnTo>
                <a:lnTo>
                  <a:pt x="214286" y="810508"/>
                </a:lnTo>
                <a:lnTo>
                  <a:pt x="214286" y="806979"/>
                </a:lnTo>
                <a:lnTo>
                  <a:pt x="222222" y="806768"/>
                </a:lnTo>
                <a:lnTo>
                  <a:pt x="222222" y="803108"/>
                </a:lnTo>
                <a:lnTo>
                  <a:pt x="227273" y="802897"/>
                </a:lnTo>
                <a:lnTo>
                  <a:pt x="227273" y="799903"/>
                </a:lnTo>
                <a:lnTo>
                  <a:pt x="250000" y="799270"/>
                </a:lnTo>
                <a:lnTo>
                  <a:pt x="250000" y="647568"/>
                </a:lnTo>
                <a:lnTo>
                  <a:pt x="272727" y="646935"/>
                </a:lnTo>
                <a:lnTo>
                  <a:pt x="272727" y="643941"/>
                </a:lnTo>
                <a:lnTo>
                  <a:pt x="285714" y="643519"/>
                </a:lnTo>
                <a:lnTo>
                  <a:pt x="285714" y="639990"/>
                </a:lnTo>
                <a:lnTo>
                  <a:pt x="291667" y="639779"/>
                </a:lnTo>
                <a:lnTo>
                  <a:pt x="291667" y="638406"/>
                </a:lnTo>
                <a:lnTo>
                  <a:pt x="300000" y="638195"/>
                </a:lnTo>
                <a:lnTo>
                  <a:pt x="301282" y="626457"/>
                </a:lnTo>
                <a:lnTo>
                  <a:pt x="318182" y="625120"/>
                </a:lnTo>
                <a:lnTo>
                  <a:pt x="318182" y="622126"/>
                </a:lnTo>
                <a:lnTo>
                  <a:pt x="326923" y="620738"/>
                </a:lnTo>
                <a:lnTo>
                  <a:pt x="326923" y="620527"/>
                </a:lnTo>
                <a:lnTo>
                  <a:pt x="333333" y="620527"/>
                </a:lnTo>
                <a:lnTo>
                  <a:pt x="333333" y="576859"/>
                </a:lnTo>
                <a:lnTo>
                  <a:pt x="350000" y="576437"/>
                </a:lnTo>
                <a:lnTo>
                  <a:pt x="350000" y="574790"/>
                </a:lnTo>
                <a:lnTo>
                  <a:pt x="357143" y="574579"/>
                </a:lnTo>
                <a:lnTo>
                  <a:pt x="357143" y="571050"/>
                </a:lnTo>
                <a:lnTo>
                  <a:pt x="363636" y="570839"/>
                </a:lnTo>
                <a:lnTo>
                  <a:pt x="363636" y="567845"/>
                </a:lnTo>
                <a:lnTo>
                  <a:pt x="375000" y="567423"/>
                </a:lnTo>
                <a:lnTo>
                  <a:pt x="375000" y="538604"/>
                </a:lnTo>
                <a:lnTo>
                  <a:pt x="391026" y="537267"/>
                </a:lnTo>
                <a:lnTo>
                  <a:pt x="391026" y="537056"/>
                </a:lnTo>
                <a:lnTo>
                  <a:pt x="400000" y="535669"/>
                </a:lnTo>
                <a:lnTo>
                  <a:pt x="400000" y="524141"/>
                </a:lnTo>
                <a:lnTo>
                  <a:pt x="409091" y="523930"/>
                </a:lnTo>
                <a:lnTo>
                  <a:pt x="410256" y="520725"/>
                </a:lnTo>
                <a:lnTo>
                  <a:pt x="416667" y="520725"/>
                </a:lnTo>
                <a:lnTo>
                  <a:pt x="416667" y="506791"/>
                </a:lnTo>
                <a:lnTo>
                  <a:pt x="428571" y="506579"/>
                </a:lnTo>
                <a:lnTo>
                  <a:pt x="429487" y="502840"/>
                </a:lnTo>
                <a:lnTo>
                  <a:pt x="450000" y="502206"/>
                </a:lnTo>
                <a:lnTo>
                  <a:pt x="450000" y="500559"/>
                </a:lnTo>
                <a:lnTo>
                  <a:pt x="454545" y="500559"/>
                </a:lnTo>
                <a:lnTo>
                  <a:pt x="455128" y="497354"/>
                </a:lnTo>
                <a:lnTo>
                  <a:pt x="467949" y="495967"/>
                </a:lnTo>
                <a:lnTo>
                  <a:pt x="467949" y="495756"/>
                </a:lnTo>
                <a:lnTo>
                  <a:pt x="500000" y="494911"/>
                </a:lnTo>
                <a:lnTo>
                  <a:pt x="500000" y="12351"/>
                </a:lnTo>
                <a:lnTo>
                  <a:pt x="750000" y="12351"/>
                </a:lnTo>
                <a:lnTo>
                  <a:pt x="750000" y="0"/>
                </a:lnTo>
                <a:lnTo>
                  <a:pt x="1500000" y="0"/>
                </a:lnTo>
                <a:lnTo>
                  <a:pt x="1500000" y="0"/>
                </a:lnTo>
              </a:path>
            </a:pathLst>
          </a:custGeom>
          <a:noFill/>
          <a:ln w="22860">
            <a:solidFill>
              <a:srgbClr val="00878B"/>
            </a:solidFill>
            <a:prstDash val="solid"/>
          </a:ln>
        </p:spPr>
      </p:sp>
      <p:sp>
        <p:nvSpPr>
          <p:cNvPr id="2589" name="01_find_only_2588">
            <a:extLst>
              <a:ext uri="{FF2B5EF4-FFF2-40B4-BE49-F238E27FC236}">
                <a16:creationId xmlns:a16="http://schemas.microsoft.com/office/drawing/2014/main" id="{3673A06C-76AD-43B1-88ED-7A732BC62592}"/>
              </a:ext>
            </a:extLst>
          </p:cNvPr>
          <p:cNvSpPr>
            <a:spLocks noGrp="1"/>
          </p:cNvSpPr>
          <p:nvPr/>
        </p:nvSpPr>
        <p:spPr>
          <a:xfrm>
            <a:off x="565800" y="4919983"/>
            <a:ext cx="1500000" cy="1268016"/>
          </a:xfrm>
          <a:custGeom>
            <a:avLst/>
            <a:gdLst/>
            <a:ahLst/>
            <a:cxnLst/>
            <a:rect l="0" t="0" r="0" b="0"/>
            <a:pathLst>
              <a:path w="1500000" h="1268016">
                <a:moveTo>
                  <a:pt x="0" y="1268016"/>
                </a:moveTo>
                <a:lnTo>
                  <a:pt x="250000" y="1268016"/>
                </a:lnTo>
                <a:lnTo>
                  <a:pt x="250000" y="845344"/>
                </a:lnTo>
                <a:lnTo>
                  <a:pt x="333333" y="845344"/>
                </a:lnTo>
                <a:lnTo>
                  <a:pt x="333333" y="634008"/>
                </a:lnTo>
                <a:lnTo>
                  <a:pt x="500000" y="634008"/>
                </a:lnTo>
                <a:lnTo>
                  <a:pt x="500000" y="0"/>
                </a:lnTo>
                <a:lnTo>
                  <a:pt x="1500000" y="0"/>
                </a:lnTo>
                <a:lnTo>
                  <a:pt x="1500000" y="0"/>
                </a:lnTo>
              </a:path>
            </a:pathLst>
          </a:custGeom>
          <a:noFill/>
          <a:ln w="13335">
            <a:solidFill>
              <a:srgbClr val="3A64C8"/>
            </a:solidFill>
            <a:prstDash val="solid"/>
          </a:ln>
        </p:spPr>
      </p:sp>
      <p:sp>
        <p:nvSpPr>
          <p:cNvPr id="2590" name="01_find_only_2589">
            <a:extLst>
              <a:ext uri="{FF2B5EF4-FFF2-40B4-BE49-F238E27FC236}">
                <a16:creationId xmlns:a16="http://schemas.microsoft.com/office/drawing/2014/main" id="{467F2CBE-538A-4526-B2C6-7A03070C612E}"/>
              </a:ext>
            </a:extLst>
          </p:cNvPr>
          <p:cNvSpPr>
            <a:spLocks noGrp="1"/>
          </p:cNvSpPr>
          <p:nvPr/>
        </p:nvSpPr>
        <p:spPr>
          <a:xfrm>
            <a:off x="794210" y="5834159"/>
            <a:ext cx="43180" cy="43180"/>
          </a:xfrm>
          <a:prstGeom prst="ellipse">
            <a:avLst/>
          </a:prstGeom>
          <a:solidFill>
            <a:srgbClr val="00878B"/>
          </a:solidFill>
          <a:ln w="4445">
            <a:solidFill>
              <a:srgbClr val="FFFFFF"/>
            </a:solidFill>
            <a:prstDash val="solid"/>
          </a:ln>
        </p:spPr>
      </p:sp>
      <p:sp>
        <p:nvSpPr>
          <p:cNvPr id="2591" name="01_find_only_2590">
            <a:extLst>
              <a:ext uri="{FF2B5EF4-FFF2-40B4-BE49-F238E27FC236}">
                <a16:creationId xmlns:a16="http://schemas.microsoft.com/office/drawing/2014/main" id="{2E01468A-FEF1-4989-B4B1-17D4C99BD9E2}"/>
              </a:ext>
            </a:extLst>
          </p:cNvPr>
          <p:cNvSpPr>
            <a:spLocks noGrp="1"/>
          </p:cNvSpPr>
          <p:nvPr/>
        </p:nvSpPr>
        <p:spPr>
          <a:xfrm>
            <a:off x="1044210" y="5198942"/>
            <a:ext cx="43180" cy="43180"/>
          </a:xfrm>
          <a:prstGeom prst="ellipse">
            <a:avLst/>
          </a:prstGeom>
          <a:solidFill>
            <a:srgbClr val="00878B"/>
          </a:solidFill>
          <a:ln w="4445">
            <a:solidFill>
              <a:srgbClr val="FFFFFF"/>
            </a:solidFill>
            <a:prstDash val="solid"/>
          </a:ln>
        </p:spPr>
      </p:sp>
      <p:sp>
        <p:nvSpPr>
          <p:cNvPr id="2592" name="01_find_only_2591">
            <a:extLst>
              <a:ext uri="{FF2B5EF4-FFF2-40B4-BE49-F238E27FC236}">
                <a16:creationId xmlns:a16="http://schemas.microsoft.com/office/drawing/2014/main" id="{C13A7DF8-4717-4733-AB94-A12D64B7E3BA}"/>
              </a:ext>
            </a:extLst>
          </p:cNvPr>
          <p:cNvSpPr>
            <a:spLocks noGrp="1"/>
          </p:cNvSpPr>
          <p:nvPr/>
        </p:nvSpPr>
        <p:spPr>
          <a:xfrm>
            <a:off x="1544210" y="5186591"/>
            <a:ext cx="43180" cy="43180"/>
          </a:xfrm>
          <a:prstGeom prst="ellipse">
            <a:avLst/>
          </a:prstGeom>
          <a:solidFill>
            <a:srgbClr val="00878B"/>
          </a:solidFill>
          <a:ln w="4445">
            <a:solidFill>
              <a:srgbClr val="FFFFFF"/>
            </a:solidFill>
            <a:prstDash val="solid"/>
          </a:ln>
        </p:spPr>
      </p:sp>
      <p:sp>
        <p:nvSpPr>
          <p:cNvPr id="2593" name="01_find_only_2592">
            <a:extLst>
              <a:ext uri="{FF2B5EF4-FFF2-40B4-BE49-F238E27FC236}">
                <a16:creationId xmlns:a16="http://schemas.microsoft.com/office/drawing/2014/main" id="{1C3EA3AF-0CFA-4E74-BEBC-1C764EE9303F}"/>
              </a:ext>
            </a:extLst>
          </p:cNvPr>
          <p:cNvSpPr>
            <a:spLocks noGrp="1"/>
          </p:cNvSpPr>
          <p:nvPr/>
        </p:nvSpPr>
        <p:spPr>
          <a:xfrm>
            <a:off x="2044210" y="5186591"/>
            <a:ext cx="43180" cy="43180"/>
          </a:xfrm>
          <a:prstGeom prst="ellipse">
            <a:avLst/>
          </a:prstGeom>
          <a:solidFill>
            <a:srgbClr val="00878B"/>
          </a:solidFill>
          <a:ln w="4445">
            <a:solidFill>
              <a:srgbClr val="FFFFFF"/>
            </a:solidFill>
            <a:prstDash val="solid"/>
          </a:ln>
        </p:spPr>
      </p:sp>
      <p:sp>
        <p:nvSpPr>
          <p:cNvPr id="2594" name="01_find_only_2593">
            <a:extLst>
              <a:ext uri="{FF2B5EF4-FFF2-40B4-BE49-F238E27FC236}">
                <a16:creationId xmlns:a16="http://schemas.microsoft.com/office/drawing/2014/main" id="{1891B1BD-F753-42B3-A604-67E1914FDC56}"/>
              </a:ext>
            </a:extLst>
          </p:cNvPr>
          <p:cNvSpPr>
            <a:spLocks noGrp="1"/>
          </p:cNvSpPr>
          <p:nvPr/>
        </p:nvSpPr>
        <p:spPr>
          <a:xfrm>
            <a:off x="779879" y="572940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595" name="01_find_only_2594">
            <a:extLst>
              <a:ext uri="{FF2B5EF4-FFF2-40B4-BE49-F238E27FC236}">
                <a16:creationId xmlns:a16="http://schemas.microsoft.com/office/drawing/2014/main" id="{386E3C42-A458-4B38-8BBC-44DCA699B1C0}"/>
              </a:ext>
            </a:extLst>
          </p:cNvPr>
          <p:cNvSpPr>
            <a:spLocks noGrp="1"/>
          </p:cNvSpPr>
          <p:nvPr/>
        </p:nvSpPr>
        <p:spPr>
          <a:xfrm>
            <a:off x="10298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596" name="01_find_only_2595">
            <a:extLst>
              <a:ext uri="{FF2B5EF4-FFF2-40B4-BE49-F238E27FC236}">
                <a16:creationId xmlns:a16="http://schemas.microsoft.com/office/drawing/2014/main" id="{E10D1C7B-972B-47B3-A13A-75633AB46CDB}"/>
              </a:ext>
            </a:extLst>
          </p:cNvPr>
          <p:cNvSpPr>
            <a:spLocks noGrp="1"/>
          </p:cNvSpPr>
          <p:nvPr/>
        </p:nvSpPr>
        <p:spPr>
          <a:xfrm>
            <a:off x="15298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597" name="01_find_only_2596">
            <a:extLst>
              <a:ext uri="{FF2B5EF4-FFF2-40B4-BE49-F238E27FC236}">
                <a16:creationId xmlns:a16="http://schemas.microsoft.com/office/drawing/2014/main" id="{6AEA8CBD-9B05-424B-9509-665DA8BACB50}"/>
              </a:ext>
            </a:extLst>
          </p:cNvPr>
          <p:cNvSpPr>
            <a:spLocks noGrp="1"/>
          </p:cNvSpPr>
          <p:nvPr/>
        </p:nvSpPr>
        <p:spPr>
          <a:xfrm>
            <a:off x="20298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598" name="01_find_only_2597">
            <a:extLst>
              <a:ext uri="{FF2B5EF4-FFF2-40B4-BE49-F238E27FC236}">
                <a16:creationId xmlns:a16="http://schemas.microsoft.com/office/drawing/2014/main" id="{A7626742-C236-41E8-921B-FE2E1955C5F6}"/>
              </a:ext>
            </a:extLst>
          </p:cNvPr>
          <p:cNvSpPr>
            <a:spLocks noGrp="1"/>
          </p:cNvSpPr>
          <p:nvPr/>
        </p:nvSpPr>
        <p:spPr>
          <a:xfrm>
            <a:off x="2673000" y="4856582"/>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2599" name="01_find_only_2598">
            <a:extLst>
              <a:ext uri="{FF2B5EF4-FFF2-40B4-BE49-F238E27FC236}">
                <a16:creationId xmlns:a16="http://schemas.microsoft.com/office/drawing/2014/main" id="{387AA996-64BD-43AE-82E1-B0A8B9F023DE}"/>
              </a:ext>
            </a:extLst>
          </p:cNvPr>
          <p:cNvSpPr>
            <a:spLocks noGrp="1"/>
          </p:cNvSpPr>
          <p:nvPr/>
        </p:nvSpPr>
        <p:spPr>
          <a:xfrm>
            <a:off x="2873000" y="4919983"/>
            <a:ext cx="130000" cy="1268016"/>
          </a:xfrm>
          <a:custGeom>
            <a:avLst/>
            <a:gdLst/>
            <a:ahLst/>
            <a:cxnLst/>
            <a:rect l="0" t="0" r="0" b="0"/>
            <a:pathLst>
              <a:path w="130000" h="1268016">
                <a:moveTo>
                  <a:pt x="130000" y="1268016"/>
                </a:moveTo>
                <a:lnTo>
                  <a:pt x="0" y="1268016"/>
                </a:lnTo>
                <a:lnTo>
                  <a:pt x="720" y="1257449"/>
                </a:lnTo>
                <a:lnTo>
                  <a:pt x="2832" y="1246883"/>
                </a:lnTo>
                <a:lnTo>
                  <a:pt x="6195" y="1236316"/>
                </a:lnTo>
                <a:lnTo>
                  <a:pt x="10595" y="1225749"/>
                </a:lnTo>
                <a:lnTo>
                  <a:pt x="15762" y="1215182"/>
                </a:lnTo>
                <a:lnTo>
                  <a:pt x="21402" y="1204615"/>
                </a:lnTo>
                <a:lnTo>
                  <a:pt x="27222" y="1194049"/>
                </a:lnTo>
                <a:lnTo>
                  <a:pt x="32956" y="1183482"/>
                </a:lnTo>
                <a:lnTo>
                  <a:pt x="38381" y="1172915"/>
                </a:lnTo>
                <a:lnTo>
                  <a:pt x="43330" y="1162348"/>
                </a:lnTo>
                <a:lnTo>
                  <a:pt x="47695" y="1151781"/>
                </a:lnTo>
                <a:lnTo>
                  <a:pt x="51423" y="1141215"/>
                </a:lnTo>
                <a:lnTo>
                  <a:pt x="54509" y="1130648"/>
                </a:lnTo>
                <a:lnTo>
                  <a:pt x="56982" y="1120081"/>
                </a:lnTo>
                <a:lnTo>
                  <a:pt x="58900" y="1109514"/>
                </a:lnTo>
                <a:lnTo>
                  <a:pt x="60330" y="1098947"/>
                </a:lnTo>
                <a:lnTo>
                  <a:pt x="61345" y="1088381"/>
                </a:lnTo>
                <a:lnTo>
                  <a:pt x="62017" y="1077814"/>
                </a:lnTo>
                <a:lnTo>
                  <a:pt x="62408" y="1067247"/>
                </a:lnTo>
                <a:lnTo>
                  <a:pt x="62576" y="1056680"/>
                </a:lnTo>
                <a:lnTo>
                  <a:pt x="62564" y="1046113"/>
                </a:lnTo>
                <a:lnTo>
                  <a:pt x="62411" y="1035547"/>
                </a:lnTo>
                <a:lnTo>
                  <a:pt x="62146" y="1024980"/>
                </a:lnTo>
                <a:lnTo>
                  <a:pt x="61791" y="1014413"/>
                </a:lnTo>
                <a:lnTo>
                  <a:pt x="61363" y="1003846"/>
                </a:lnTo>
                <a:lnTo>
                  <a:pt x="60876" y="993279"/>
                </a:lnTo>
                <a:lnTo>
                  <a:pt x="60337" y="982713"/>
                </a:lnTo>
                <a:lnTo>
                  <a:pt x="59752" y="972146"/>
                </a:lnTo>
                <a:lnTo>
                  <a:pt x="59127" y="961579"/>
                </a:lnTo>
                <a:lnTo>
                  <a:pt x="58465" y="951012"/>
                </a:lnTo>
                <a:lnTo>
                  <a:pt x="57771" y="940445"/>
                </a:lnTo>
                <a:lnTo>
                  <a:pt x="57051" y="929879"/>
                </a:lnTo>
                <a:lnTo>
                  <a:pt x="56316" y="919312"/>
                </a:lnTo>
                <a:lnTo>
                  <a:pt x="55579" y="908745"/>
                </a:lnTo>
                <a:lnTo>
                  <a:pt x="54859" y="898178"/>
                </a:lnTo>
                <a:lnTo>
                  <a:pt x="54174" y="887611"/>
                </a:lnTo>
                <a:lnTo>
                  <a:pt x="53546" y="877045"/>
                </a:lnTo>
                <a:lnTo>
                  <a:pt x="52995" y="866478"/>
                </a:lnTo>
                <a:lnTo>
                  <a:pt x="52537" y="855911"/>
                </a:lnTo>
                <a:lnTo>
                  <a:pt x="52181" y="845344"/>
                </a:lnTo>
                <a:lnTo>
                  <a:pt x="51924" y="834777"/>
                </a:lnTo>
                <a:lnTo>
                  <a:pt x="51755" y="824211"/>
                </a:lnTo>
                <a:lnTo>
                  <a:pt x="51648" y="813644"/>
                </a:lnTo>
                <a:lnTo>
                  <a:pt x="51566" y="803077"/>
                </a:lnTo>
                <a:lnTo>
                  <a:pt x="51463" y="792510"/>
                </a:lnTo>
                <a:lnTo>
                  <a:pt x="51285" y="781943"/>
                </a:lnTo>
                <a:lnTo>
                  <a:pt x="50976" y="771377"/>
                </a:lnTo>
                <a:lnTo>
                  <a:pt x="50487" y="760810"/>
                </a:lnTo>
                <a:lnTo>
                  <a:pt x="49776" y="750243"/>
                </a:lnTo>
                <a:lnTo>
                  <a:pt x="48820" y="739676"/>
                </a:lnTo>
                <a:lnTo>
                  <a:pt x="47618" y="729109"/>
                </a:lnTo>
                <a:lnTo>
                  <a:pt x="46195" y="718543"/>
                </a:lnTo>
                <a:lnTo>
                  <a:pt x="44605" y="707976"/>
                </a:lnTo>
                <a:lnTo>
                  <a:pt x="42930" y="697409"/>
                </a:lnTo>
                <a:lnTo>
                  <a:pt x="41271" y="686842"/>
                </a:lnTo>
                <a:lnTo>
                  <a:pt x="39747" y="676275"/>
                </a:lnTo>
                <a:lnTo>
                  <a:pt x="38478" y="665708"/>
                </a:lnTo>
                <a:lnTo>
                  <a:pt x="37575" y="655142"/>
                </a:lnTo>
                <a:lnTo>
                  <a:pt x="37129" y="644575"/>
                </a:lnTo>
                <a:lnTo>
                  <a:pt x="37204" y="634008"/>
                </a:lnTo>
                <a:lnTo>
                  <a:pt x="37821" y="623441"/>
                </a:lnTo>
                <a:lnTo>
                  <a:pt x="38966" y="612874"/>
                </a:lnTo>
                <a:lnTo>
                  <a:pt x="40584" y="602308"/>
                </a:lnTo>
                <a:lnTo>
                  <a:pt x="42590" y="591741"/>
                </a:lnTo>
                <a:lnTo>
                  <a:pt x="44876" y="581174"/>
                </a:lnTo>
                <a:lnTo>
                  <a:pt x="47325" y="570607"/>
                </a:lnTo>
                <a:lnTo>
                  <a:pt x="49818" y="560040"/>
                </a:lnTo>
                <a:lnTo>
                  <a:pt x="52249" y="549474"/>
                </a:lnTo>
                <a:lnTo>
                  <a:pt x="54529" y="538907"/>
                </a:lnTo>
                <a:lnTo>
                  <a:pt x="56594" y="528340"/>
                </a:lnTo>
                <a:lnTo>
                  <a:pt x="58404" y="517773"/>
                </a:lnTo>
                <a:lnTo>
                  <a:pt x="59940" y="507206"/>
                </a:lnTo>
                <a:lnTo>
                  <a:pt x="61206" y="496640"/>
                </a:lnTo>
                <a:lnTo>
                  <a:pt x="62219" y="486073"/>
                </a:lnTo>
                <a:lnTo>
                  <a:pt x="63008" y="475506"/>
                </a:lnTo>
                <a:lnTo>
                  <a:pt x="63605" y="464939"/>
                </a:lnTo>
                <a:lnTo>
                  <a:pt x="64045" y="454372"/>
                </a:lnTo>
                <a:lnTo>
                  <a:pt x="64362" y="443806"/>
                </a:lnTo>
                <a:lnTo>
                  <a:pt x="64583" y="433239"/>
                </a:lnTo>
                <a:lnTo>
                  <a:pt x="64733" y="422672"/>
                </a:lnTo>
                <a:lnTo>
                  <a:pt x="64833" y="412105"/>
                </a:lnTo>
                <a:lnTo>
                  <a:pt x="64898" y="401538"/>
                </a:lnTo>
                <a:lnTo>
                  <a:pt x="64939" y="390972"/>
                </a:lnTo>
                <a:lnTo>
                  <a:pt x="64965" y="380405"/>
                </a:lnTo>
                <a:lnTo>
                  <a:pt x="64980" y="369838"/>
                </a:lnTo>
                <a:lnTo>
                  <a:pt x="64989" y="359271"/>
                </a:lnTo>
                <a:lnTo>
                  <a:pt x="64994" y="348704"/>
                </a:lnTo>
                <a:lnTo>
                  <a:pt x="64997" y="338138"/>
                </a:lnTo>
                <a:lnTo>
                  <a:pt x="64998" y="327571"/>
                </a:lnTo>
                <a:lnTo>
                  <a:pt x="64999"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1" y="317004"/>
                </a:lnTo>
                <a:lnTo>
                  <a:pt x="65002" y="327571"/>
                </a:lnTo>
                <a:lnTo>
                  <a:pt x="65003" y="338138"/>
                </a:lnTo>
                <a:lnTo>
                  <a:pt x="65006" y="348704"/>
                </a:lnTo>
                <a:lnTo>
                  <a:pt x="65011" y="359271"/>
                </a:lnTo>
                <a:lnTo>
                  <a:pt x="65020" y="369838"/>
                </a:lnTo>
                <a:lnTo>
                  <a:pt x="65035" y="380405"/>
                </a:lnTo>
                <a:lnTo>
                  <a:pt x="65061" y="390972"/>
                </a:lnTo>
                <a:lnTo>
                  <a:pt x="65102" y="401538"/>
                </a:lnTo>
                <a:lnTo>
                  <a:pt x="65167" y="412105"/>
                </a:lnTo>
                <a:lnTo>
                  <a:pt x="65267" y="422672"/>
                </a:lnTo>
                <a:lnTo>
                  <a:pt x="65417" y="433239"/>
                </a:lnTo>
                <a:lnTo>
                  <a:pt x="65638" y="443806"/>
                </a:lnTo>
                <a:lnTo>
                  <a:pt x="65955" y="454372"/>
                </a:lnTo>
                <a:lnTo>
                  <a:pt x="66395" y="464939"/>
                </a:lnTo>
                <a:lnTo>
                  <a:pt x="66992" y="475506"/>
                </a:lnTo>
                <a:lnTo>
                  <a:pt x="67781" y="486073"/>
                </a:lnTo>
                <a:lnTo>
                  <a:pt x="68794" y="496640"/>
                </a:lnTo>
                <a:lnTo>
                  <a:pt x="70060" y="507206"/>
                </a:lnTo>
                <a:lnTo>
                  <a:pt x="71596" y="517773"/>
                </a:lnTo>
                <a:lnTo>
                  <a:pt x="73406" y="528340"/>
                </a:lnTo>
                <a:lnTo>
                  <a:pt x="75471" y="538907"/>
                </a:lnTo>
                <a:lnTo>
                  <a:pt x="77751" y="549474"/>
                </a:lnTo>
                <a:lnTo>
                  <a:pt x="80182" y="560040"/>
                </a:lnTo>
                <a:lnTo>
                  <a:pt x="82675" y="570607"/>
                </a:lnTo>
                <a:lnTo>
                  <a:pt x="85124" y="581174"/>
                </a:lnTo>
                <a:lnTo>
                  <a:pt x="87410" y="591741"/>
                </a:lnTo>
                <a:lnTo>
                  <a:pt x="89416" y="602308"/>
                </a:lnTo>
                <a:lnTo>
                  <a:pt x="91034" y="612874"/>
                </a:lnTo>
                <a:lnTo>
                  <a:pt x="92179" y="623441"/>
                </a:lnTo>
                <a:lnTo>
                  <a:pt x="92796" y="634008"/>
                </a:lnTo>
                <a:lnTo>
                  <a:pt x="92871" y="644575"/>
                </a:lnTo>
                <a:lnTo>
                  <a:pt x="92426" y="655142"/>
                </a:lnTo>
                <a:lnTo>
                  <a:pt x="91522" y="665708"/>
                </a:lnTo>
                <a:lnTo>
                  <a:pt x="90253" y="676275"/>
                </a:lnTo>
                <a:lnTo>
                  <a:pt x="88729" y="686842"/>
                </a:lnTo>
                <a:lnTo>
                  <a:pt x="87070" y="697409"/>
                </a:lnTo>
                <a:lnTo>
                  <a:pt x="85395" y="707976"/>
                </a:lnTo>
                <a:lnTo>
                  <a:pt x="83805" y="718543"/>
                </a:lnTo>
                <a:lnTo>
                  <a:pt x="82382" y="729109"/>
                </a:lnTo>
                <a:lnTo>
                  <a:pt x="81180" y="739676"/>
                </a:lnTo>
                <a:lnTo>
                  <a:pt x="80224" y="750243"/>
                </a:lnTo>
                <a:lnTo>
                  <a:pt x="79513" y="760810"/>
                </a:lnTo>
                <a:lnTo>
                  <a:pt x="79024" y="771377"/>
                </a:lnTo>
                <a:lnTo>
                  <a:pt x="78715" y="781943"/>
                </a:lnTo>
                <a:lnTo>
                  <a:pt x="78537" y="792510"/>
                </a:lnTo>
                <a:lnTo>
                  <a:pt x="78434" y="803077"/>
                </a:lnTo>
                <a:lnTo>
                  <a:pt x="78352" y="813644"/>
                </a:lnTo>
                <a:lnTo>
                  <a:pt x="78245" y="824211"/>
                </a:lnTo>
                <a:lnTo>
                  <a:pt x="78076" y="834777"/>
                </a:lnTo>
                <a:lnTo>
                  <a:pt x="77819" y="845344"/>
                </a:lnTo>
                <a:lnTo>
                  <a:pt x="77463" y="855911"/>
                </a:lnTo>
                <a:lnTo>
                  <a:pt x="77005" y="866478"/>
                </a:lnTo>
                <a:lnTo>
                  <a:pt x="76454" y="877045"/>
                </a:lnTo>
                <a:lnTo>
                  <a:pt x="75826" y="887611"/>
                </a:lnTo>
                <a:lnTo>
                  <a:pt x="75141" y="898178"/>
                </a:lnTo>
                <a:lnTo>
                  <a:pt x="74421" y="908745"/>
                </a:lnTo>
                <a:lnTo>
                  <a:pt x="73684" y="919312"/>
                </a:lnTo>
                <a:lnTo>
                  <a:pt x="72949" y="929879"/>
                </a:lnTo>
                <a:lnTo>
                  <a:pt x="72229" y="940445"/>
                </a:lnTo>
                <a:lnTo>
                  <a:pt x="71535" y="951012"/>
                </a:lnTo>
                <a:lnTo>
                  <a:pt x="70873" y="961579"/>
                </a:lnTo>
                <a:lnTo>
                  <a:pt x="70248" y="972146"/>
                </a:lnTo>
                <a:lnTo>
                  <a:pt x="69663" y="982713"/>
                </a:lnTo>
                <a:lnTo>
                  <a:pt x="69124" y="993279"/>
                </a:lnTo>
                <a:lnTo>
                  <a:pt x="68637" y="1003846"/>
                </a:lnTo>
                <a:lnTo>
                  <a:pt x="68209" y="1014413"/>
                </a:lnTo>
                <a:lnTo>
                  <a:pt x="67854" y="1024980"/>
                </a:lnTo>
                <a:lnTo>
                  <a:pt x="67589" y="1035547"/>
                </a:lnTo>
                <a:lnTo>
                  <a:pt x="67436" y="1046113"/>
                </a:lnTo>
                <a:lnTo>
                  <a:pt x="67424" y="1056680"/>
                </a:lnTo>
                <a:lnTo>
                  <a:pt x="67592" y="1067247"/>
                </a:lnTo>
                <a:lnTo>
                  <a:pt x="67983" y="1077814"/>
                </a:lnTo>
                <a:lnTo>
                  <a:pt x="68655" y="1088381"/>
                </a:lnTo>
                <a:lnTo>
                  <a:pt x="69670" y="1098947"/>
                </a:lnTo>
                <a:lnTo>
                  <a:pt x="71100" y="1109514"/>
                </a:lnTo>
                <a:lnTo>
                  <a:pt x="73018" y="1120081"/>
                </a:lnTo>
                <a:lnTo>
                  <a:pt x="75491" y="1130648"/>
                </a:lnTo>
                <a:lnTo>
                  <a:pt x="78577" y="1141215"/>
                </a:lnTo>
                <a:lnTo>
                  <a:pt x="82305" y="1151781"/>
                </a:lnTo>
                <a:lnTo>
                  <a:pt x="86670" y="1162348"/>
                </a:lnTo>
                <a:lnTo>
                  <a:pt x="91619" y="1172915"/>
                </a:lnTo>
                <a:lnTo>
                  <a:pt x="97044" y="1183482"/>
                </a:lnTo>
                <a:lnTo>
                  <a:pt x="102778" y="1194049"/>
                </a:lnTo>
                <a:lnTo>
                  <a:pt x="108598" y="1204615"/>
                </a:lnTo>
                <a:lnTo>
                  <a:pt x="114238" y="1215182"/>
                </a:lnTo>
                <a:lnTo>
                  <a:pt x="119405" y="1225749"/>
                </a:lnTo>
                <a:lnTo>
                  <a:pt x="123805" y="1236316"/>
                </a:lnTo>
                <a:lnTo>
                  <a:pt x="127168" y="1246883"/>
                </a:lnTo>
                <a:lnTo>
                  <a:pt x="129280" y="1257449"/>
                </a:lnTo>
                <a:lnTo>
                  <a:pt x="130000" y="1268016"/>
                </a:lnTo>
                <a:lnTo>
                  <a:pt x="130000" y="1268016"/>
                </a:lnTo>
                <a:close/>
              </a:path>
            </a:pathLst>
          </a:custGeom>
          <a:solidFill>
            <a:srgbClr val="596BC0">
              <a:alpha val="12000"/>
            </a:srgbClr>
          </a:solidFill>
          <a:ln w="6985">
            <a:solidFill>
              <a:srgbClr val="596BC0">
                <a:alpha val="12000"/>
              </a:srgbClr>
            </a:solidFill>
            <a:prstDash val="solid"/>
          </a:ln>
        </p:spPr>
      </p:sp>
      <p:sp>
        <p:nvSpPr>
          <p:cNvPr id="2600" name="01_find_only_2599">
            <a:extLst>
              <a:ext uri="{FF2B5EF4-FFF2-40B4-BE49-F238E27FC236}">
                <a16:creationId xmlns:a16="http://schemas.microsoft.com/office/drawing/2014/main" id="{627180B3-9C75-4C4D-A094-B5F866834F6E}"/>
              </a:ext>
            </a:extLst>
          </p:cNvPr>
          <p:cNvSpPr>
            <a:spLocks noGrp="1"/>
          </p:cNvSpPr>
          <p:nvPr/>
        </p:nvSpPr>
        <p:spPr>
          <a:xfrm>
            <a:off x="3123000" y="4919983"/>
            <a:ext cx="130000" cy="1268016"/>
          </a:xfrm>
          <a:custGeom>
            <a:avLst/>
            <a:gdLst/>
            <a:ahLst/>
            <a:cxnLst/>
            <a:rect l="0" t="0" r="0" b="0"/>
            <a:pathLst>
              <a:path w="130000" h="1268016">
                <a:moveTo>
                  <a:pt x="91752" y="1268016"/>
                </a:moveTo>
                <a:lnTo>
                  <a:pt x="38248" y="1268016"/>
                </a:lnTo>
                <a:lnTo>
                  <a:pt x="38533" y="1257449"/>
                </a:lnTo>
                <a:lnTo>
                  <a:pt x="39369" y="1246883"/>
                </a:lnTo>
                <a:lnTo>
                  <a:pt x="40702" y="1236316"/>
                </a:lnTo>
                <a:lnTo>
                  <a:pt x="42447" y="1225749"/>
                </a:lnTo>
                <a:lnTo>
                  <a:pt x="44499" y="1215182"/>
                </a:lnTo>
                <a:lnTo>
                  <a:pt x="46744" y="1204615"/>
                </a:lnTo>
                <a:lnTo>
                  <a:pt x="49066" y="1194049"/>
                </a:lnTo>
                <a:lnTo>
                  <a:pt x="51361" y="1183482"/>
                </a:lnTo>
                <a:lnTo>
                  <a:pt x="53541" y="1172915"/>
                </a:lnTo>
                <a:lnTo>
                  <a:pt x="55538" y="1162348"/>
                </a:lnTo>
                <a:lnTo>
                  <a:pt x="57308" y="1151781"/>
                </a:lnTo>
                <a:lnTo>
                  <a:pt x="58827" y="1141215"/>
                </a:lnTo>
                <a:lnTo>
                  <a:pt x="60089" y="1130648"/>
                </a:lnTo>
                <a:lnTo>
                  <a:pt x="61103" y="1120081"/>
                </a:lnTo>
                <a:lnTo>
                  <a:pt x="61888" y="1109514"/>
                </a:lnTo>
                <a:lnTo>
                  <a:pt x="62465" y="1098947"/>
                </a:lnTo>
                <a:lnTo>
                  <a:pt x="62862" y="1088381"/>
                </a:lnTo>
                <a:lnTo>
                  <a:pt x="63106" y="1077814"/>
                </a:lnTo>
                <a:lnTo>
                  <a:pt x="63221" y="1067247"/>
                </a:lnTo>
                <a:lnTo>
                  <a:pt x="63231" y="1056680"/>
                </a:lnTo>
                <a:lnTo>
                  <a:pt x="63159" y="1046113"/>
                </a:lnTo>
                <a:lnTo>
                  <a:pt x="63024" y="1035547"/>
                </a:lnTo>
                <a:lnTo>
                  <a:pt x="62847" y="1024980"/>
                </a:lnTo>
                <a:lnTo>
                  <a:pt x="62645" y="1014413"/>
                </a:lnTo>
                <a:lnTo>
                  <a:pt x="62433" y="1003846"/>
                </a:lnTo>
                <a:lnTo>
                  <a:pt x="62227" y="993279"/>
                </a:lnTo>
                <a:lnTo>
                  <a:pt x="62037" y="982713"/>
                </a:lnTo>
                <a:lnTo>
                  <a:pt x="61873" y="972146"/>
                </a:lnTo>
                <a:lnTo>
                  <a:pt x="61739" y="961579"/>
                </a:lnTo>
                <a:lnTo>
                  <a:pt x="61638" y="951012"/>
                </a:lnTo>
                <a:lnTo>
                  <a:pt x="61569" y="940445"/>
                </a:lnTo>
                <a:lnTo>
                  <a:pt x="61528" y="929879"/>
                </a:lnTo>
                <a:lnTo>
                  <a:pt x="61511" y="919312"/>
                </a:lnTo>
                <a:lnTo>
                  <a:pt x="61511" y="908745"/>
                </a:lnTo>
                <a:lnTo>
                  <a:pt x="61523" y="898178"/>
                </a:lnTo>
                <a:lnTo>
                  <a:pt x="61542" y="887611"/>
                </a:lnTo>
                <a:lnTo>
                  <a:pt x="61564" y="877045"/>
                </a:lnTo>
                <a:lnTo>
                  <a:pt x="61585" y="866478"/>
                </a:lnTo>
                <a:lnTo>
                  <a:pt x="61602" y="855911"/>
                </a:lnTo>
                <a:lnTo>
                  <a:pt x="61613" y="845344"/>
                </a:lnTo>
                <a:lnTo>
                  <a:pt x="61614" y="834777"/>
                </a:lnTo>
                <a:lnTo>
                  <a:pt x="61600" y="824211"/>
                </a:lnTo>
                <a:lnTo>
                  <a:pt x="61562" y="813644"/>
                </a:lnTo>
                <a:lnTo>
                  <a:pt x="61491" y="803077"/>
                </a:lnTo>
                <a:lnTo>
                  <a:pt x="61376" y="792510"/>
                </a:lnTo>
                <a:lnTo>
                  <a:pt x="61204" y="781943"/>
                </a:lnTo>
                <a:lnTo>
                  <a:pt x="60962" y="771377"/>
                </a:lnTo>
                <a:lnTo>
                  <a:pt x="60640" y="760810"/>
                </a:lnTo>
                <a:lnTo>
                  <a:pt x="60232" y="750243"/>
                </a:lnTo>
                <a:lnTo>
                  <a:pt x="59735" y="739676"/>
                </a:lnTo>
                <a:lnTo>
                  <a:pt x="59157" y="729109"/>
                </a:lnTo>
                <a:lnTo>
                  <a:pt x="58511" y="718543"/>
                </a:lnTo>
                <a:lnTo>
                  <a:pt x="57823" y="707976"/>
                </a:lnTo>
                <a:lnTo>
                  <a:pt x="57122" y="697409"/>
                </a:lnTo>
                <a:lnTo>
                  <a:pt x="56447" y="686842"/>
                </a:lnTo>
                <a:lnTo>
                  <a:pt x="55840" y="676275"/>
                </a:lnTo>
                <a:lnTo>
                  <a:pt x="55342" y="665708"/>
                </a:lnTo>
                <a:lnTo>
                  <a:pt x="54989" y="655142"/>
                </a:lnTo>
                <a:lnTo>
                  <a:pt x="54809" y="644575"/>
                </a:lnTo>
                <a:lnTo>
                  <a:pt x="54818" y="634008"/>
                </a:lnTo>
                <a:lnTo>
                  <a:pt x="55019" y="623441"/>
                </a:lnTo>
                <a:lnTo>
                  <a:pt x="55399" y="612874"/>
                </a:lnTo>
                <a:lnTo>
                  <a:pt x="55929" y="602308"/>
                </a:lnTo>
                <a:lnTo>
                  <a:pt x="56571" y="591741"/>
                </a:lnTo>
                <a:lnTo>
                  <a:pt x="57279" y="581174"/>
                </a:lnTo>
                <a:lnTo>
                  <a:pt x="58000" y="570607"/>
                </a:lnTo>
                <a:lnTo>
                  <a:pt x="58684" y="560040"/>
                </a:lnTo>
                <a:lnTo>
                  <a:pt x="59286" y="549474"/>
                </a:lnTo>
                <a:lnTo>
                  <a:pt x="59771" y="538907"/>
                </a:lnTo>
                <a:lnTo>
                  <a:pt x="60113" y="528340"/>
                </a:lnTo>
                <a:lnTo>
                  <a:pt x="60301" y="517773"/>
                </a:lnTo>
                <a:lnTo>
                  <a:pt x="60336" y="507206"/>
                </a:lnTo>
                <a:lnTo>
                  <a:pt x="60232" y="496640"/>
                </a:lnTo>
                <a:lnTo>
                  <a:pt x="60014" y="486073"/>
                </a:lnTo>
                <a:lnTo>
                  <a:pt x="59714" y="475506"/>
                </a:lnTo>
                <a:lnTo>
                  <a:pt x="59369" y="464939"/>
                </a:lnTo>
                <a:lnTo>
                  <a:pt x="59017" y="454372"/>
                </a:lnTo>
                <a:lnTo>
                  <a:pt x="58695" y="443806"/>
                </a:lnTo>
                <a:lnTo>
                  <a:pt x="58434" y="433239"/>
                </a:lnTo>
                <a:lnTo>
                  <a:pt x="58258" y="422672"/>
                </a:lnTo>
                <a:lnTo>
                  <a:pt x="58182" y="412105"/>
                </a:lnTo>
                <a:lnTo>
                  <a:pt x="58212" y="401538"/>
                </a:lnTo>
                <a:lnTo>
                  <a:pt x="58344" y="390972"/>
                </a:lnTo>
                <a:lnTo>
                  <a:pt x="58570" y="380405"/>
                </a:lnTo>
                <a:lnTo>
                  <a:pt x="58872" y="369838"/>
                </a:lnTo>
                <a:lnTo>
                  <a:pt x="59231" y="359271"/>
                </a:lnTo>
                <a:lnTo>
                  <a:pt x="59626" y="348704"/>
                </a:lnTo>
                <a:lnTo>
                  <a:pt x="60038" y="338138"/>
                </a:lnTo>
                <a:lnTo>
                  <a:pt x="60451" y="327571"/>
                </a:lnTo>
                <a:lnTo>
                  <a:pt x="60849" y="317004"/>
                </a:lnTo>
                <a:lnTo>
                  <a:pt x="61222" y="306437"/>
                </a:lnTo>
                <a:lnTo>
                  <a:pt x="61563" y="295870"/>
                </a:lnTo>
                <a:lnTo>
                  <a:pt x="61866" y="285304"/>
                </a:lnTo>
                <a:lnTo>
                  <a:pt x="62128" y="274737"/>
                </a:lnTo>
                <a:lnTo>
                  <a:pt x="62343" y="264170"/>
                </a:lnTo>
                <a:lnTo>
                  <a:pt x="62507" y="253603"/>
                </a:lnTo>
                <a:lnTo>
                  <a:pt x="62610" y="243036"/>
                </a:lnTo>
                <a:lnTo>
                  <a:pt x="62639" y="232470"/>
                </a:lnTo>
                <a:lnTo>
                  <a:pt x="62574" y="221903"/>
                </a:lnTo>
                <a:lnTo>
                  <a:pt x="62391" y="211336"/>
                </a:lnTo>
                <a:lnTo>
                  <a:pt x="62054" y="200769"/>
                </a:lnTo>
                <a:lnTo>
                  <a:pt x="61519" y="190202"/>
                </a:lnTo>
                <a:lnTo>
                  <a:pt x="60733" y="179636"/>
                </a:lnTo>
                <a:lnTo>
                  <a:pt x="59631" y="169069"/>
                </a:lnTo>
                <a:lnTo>
                  <a:pt x="58145" y="158502"/>
                </a:lnTo>
                <a:lnTo>
                  <a:pt x="56200" y="147935"/>
                </a:lnTo>
                <a:lnTo>
                  <a:pt x="53727" y="137368"/>
                </a:lnTo>
                <a:lnTo>
                  <a:pt x="50668" y="126802"/>
                </a:lnTo>
                <a:lnTo>
                  <a:pt x="46989" y="116235"/>
                </a:lnTo>
                <a:lnTo>
                  <a:pt x="42692" y="105668"/>
                </a:lnTo>
                <a:lnTo>
                  <a:pt x="37824" y="95101"/>
                </a:lnTo>
                <a:lnTo>
                  <a:pt x="32488" y="84534"/>
                </a:lnTo>
                <a:lnTo>
                  <a:pt x="26847" y="73968"/>
                </a:lnTo>
                <a:lnTo>
                  <a:pt x="21116" y="63401"/>
                </a:lnTo>
                <a:lnTo>
                  <a:pt x="15558" y="52834"/>
                </a:lnTo>
                <a:lnTo>
                  <a:pt x="10462" y="42267"/>
                </a:lnTo>
                <a:lnTo>
                  <a:pt x="6119" y="31700"/>
                </a:lnTo>
                <a:lnTo>
                  <a:pt x="2798" y="21134"/>
                </a:lnTo>
                <a:lnTo>
                  <a:pt x="711" y="10567"/>
                </a:lnTo>
                <a:lnTo>
                  <a:pt x="0" y="0"/>
                </a:lnTo>
                <a:lnTo>
                  <a:pt x="130000" y="0"/>
                </a:lnTo>
                <a:lnTo>
                  <a:pt x="130000" y="0"/>
                </a:lnTo>
                <a:lnTo>
                  <a:pt x="129289" y="10567"/>
                </a:lnTo>
                <a:lnTo>
                  <a:pt x="127202" y="21134"/>
                </a:lnTo>
                <a:lnTo>
                  <a:pt x="123881" y="31700"/>
                </a:lnTo>
                <a:lnTo>
                  <a:pt x="119538" y="42267"/>
                </a:lnTo>
                <a:lnTo>
                  <a:pt x="114442" y="52834"/>
                </a:lnTo>
                <a:lnTo>
                  <a:pt x="108884" y="63401"/>
                </a:lnTo>
                <a:lnTo>
                  <a:pt x="103153" y="73968"/>
                </a:lnTo>
                <a:lnTo>
                  <a:pt x="97512" y="84534"/>
                </a:lnTo>
                <a:lnTo>
                  <a:pt x="92176" y="95101"/>
                </a:lnTo>
                <a:lnTo>
                  <a:pt x="87308" y="105668"/>
                </a:lnTo>
                <a:lnTo>
                  <a:pt x="83011" y="116235"/>
                </a:lnTo>
                <a:lnTo>
                  <a:pt x="79332" y="126802"/>
                </a:lnTo>
                <a:lnTo>
                  <a:pt x="76273" y="137368"/>
                </a:lnTo>
                <a:lnTo>
                  <a:pt x="73800" y="147935"/>
                </a:lnTo>
                <a:lnTo>
                  <a:pt x="71855" y="158502"/>
                </a:lnTo>
                <a:lnTo>
                  <a:pt x="70369" y="169069"/>
                </a:lnTo>
                <a:lnTo>
                  <a:pt x="69267" y="179636"/>
                </a:lnTo>
                <a:lnTo>
                  <a:pt x="68481" y="190202"/>
                </a:lnTo>
                <a:lnTo>
                  <a:pt x="67946" y="200769"/>
                </a:lnTo>
                <a:lnTo>
                  <a:pt x="67609" y="211336"/>
                </a:lnTo>
                <a:lnTo>
                  <a:pt x="67426" y="221903"/>
                </a:lnTo>
                <a:lnTo>
                  <a:pt x="67361" y="232470"/>
                </a:lnTo>
                <a:lnTo>
                  <a:pt x="67390" y="243036"/>
                </a:lnTo>
                <a:lnTo>
                  <a:pt x="67493" y="253603"/>
                </a:lnTo>
                <a:lnTo>
                  <a:pt x="67657" y="264170"/>
                </a:lnTo>
                <a:lnTo>
                  <a:pt x="67872" y="274737"/>
                </a:lnTo>
                <a:lnTo>
                  <a:pt x="68134" y="285304"/>
                </a:lnTo>
                <a:lnTo>
                  <a:pt x="68437" y="295870"/>
                </a:lnTo>
                <a:lnTo>
                  <a:pt x="68778" y="306437"/>
                </a:lnTo>
                <a:lnTo>
                  <a:pt x="69151" y="317004"/>
                </a:lnTo>
                <a:lnTo>
                  <a:pt x="69549" y="327571"/>
                </a:lnTo>
                <a:lnTo>
                  <a:pt x="69962" y="338138"/>
                </a:lnTo>
                <a:lnTo>
                  <a:pt x="70374" y="348704"/>
                </a:lnTo>
                <a:lnTo>
                  <a:pt x="70769" y="359271"/>
                </a:lnTo>
                <a:lnTo>
                  <a:pt x="71128" y="369838"/>
                </a:lnTo>
                <a:lnTo>
                  <a:pt x="71430" y="380405"/>
                </a:lnTo>
                <a:lnTo>
                  <a:pt x="71656" y="390972"/>
                </a:lnTo>
                <a:lnTo>
                  <a:pt x="71788" y="401538"/>
                </a:lnTo>
                <a:lnTo>
                  <a:pt x="71818" y="412105"/>
                </a:lnTo>
                <a:lnTo>
                  <a:pt x="71742" y="422672"/>
                </a:lnTo>
                <a:lnTo>
                  <a:pt x="71566" y="433239"/>
                </a:lnTo>
                <a:lnTo>
                  <a:pt x="71305" y="443806"/>
                </a:lnTo>
                <a:lnTo>
                  <a:pt x="70983" y="454372"/>
                </a:lnTo>
                <a:lnTo>
                  <a:pt x="70631" y="464939"/>
                </a:lnTo>
                <a:lnTo>
                  <a:pt x="70286" y="475506"/>
                </a:lnTo>
                <a:lnTo>
                  <a:pt x="69986" y="486073"/>
                </a:lnTo>
                <a:lnTo>
                  <a:pt x="69768" y="496640"/>
                </a:lnTo>
                <a:lnTo>
                  <a:pt x="69664" y="507206"/>
                </a:lnTo>
                <a:lnTo>
                  <a:pt x="69699" y="517773"/>
                </a:lnTo>
                <a:lnTo>
                  <a:pt x="69887" y="528340"/>
                </a:lnTo>
                <a:lnTo>
                  <a:pt x="70229" y="538907"/>
                </a:lnTo>
                <a:lnTo>
                  <a:pt x="70714" y="549474"/>
                </a:lnTo>
                <a:lnTo>
                  <a:pt x="71316" y="560040"/>
                </a:lnTo>
                <a:lnTo>
                  <a:pt x="72000" y="570607"/>
                </a:lnTo>
                <a:lnTo>
                  <a:pt x="72721" y="581174"/>
                </a:lnTo>
                <a:lnTo>
                  <a:pt x="73429" y="591741"/>
                </a:lnTo>
                <a:lnTo>
                  <a:pt x="74071" y="602308"/>
                </a:lnTo>
                <a:lnTo>
                  <a:pt x="74601" y="612874"/>
                </a:lnTo>
                <a:lnTo>
                  <a:pt x="74981" y="623441"/>
                </a:lnTo>
                <a:lnTo>
                  <a:pt x="75182" y="634008"/>
                </a:lnTo>
                <a:lnTo>
                  <a:pt x="75191" y="644575"/>
                </a:lnTo>
                <a:lnTo>
                  <a:pt x="75011" y="655142"/>
                </a:lnTo>
                <a:lnTo>
                  <a:pt x="74658" y="665708"/>
                </a:lnTo>
                <a:lnTo>
                  <a:pt x="74160" y="676275"/>
                </a:lnTo>
                <a:lnTo>
                  <a:pt x="73553" y="686842"/>
                </a:lnTo>
                <a:lnTo>
                  <a:pt x="72878" y="697409"/>
                </a:lnTo>
                <a:lnTo>
                  <a:pt x="72177" y="707976"/>
                </a:lnTo>
                <a:lnTo>
                  <a:pt x="71489" y="718543"/>
                </a:lnTo>
                <a:lnTo>
                  <a:pt x="70843" y="729109"/>
                </a:lnTo>
                <a:lnTo>
                  <a:pt x="70265" y="739676"/>
                </a:lnTo>
                <a:lnTo>
                  <a:pt x="69768" y="750243"/>
                </a:lnTo>
                <a:lnTo>
                  <a:pt x="69360" y="760810"/>
                </a:lnTo>
                <a:lnTo>
                  <a:pt x="69038" y="771377"/>
                </a:lnTo>
                <a:lnTo>
                  <a:pt x="68796" y="781943"/>
                </a:lnTo>
                <a:lnTo>
                  <a:pt x="68624" y="792510"/>
                </a:lnTo>
                <a:lnTo>
                  <a:pt x="68509" y="803077"/>
                </a:lnTo>
                <a:lnTo>
                  <a:pt x="68438" y="813644"/>
                </a:lnTo>
                <a:lnTo>
                  <a:pt x="68400" y="824211"/>
                </a:lnTo>
                <a:lnTo>
                  <a:pt x="68386" y="834777"/>
                </a:lnTo>
                <a:lnTo>
                  <a:pt x="68387" y="845344"/>
                </a:lnTo>
                <a:lnTo>
                  <a:pt x="68398" y="855911"/>
                </a:lnTo>
                <a:lnTo>
                  <a:pt x="68415" y="866478"/>
                </a:lnTo>
                <a:lnTo>
                  <a:pt x="68436" y="877045"/>
                </a:lnTo>
                <a:lnTo>
                  <a:pt x="68458" y="887611"/>
                </a:lnTo>
                <a:lnTo>
                  <a:pt x="68477" y="898178"/>
                </a:lnTo>
                <a:lnTo>
                  <a:pt x="68489" y="908745"/>
                </a:lnTo>
                <a:lnTo>
                  <a:pt x="68489" y="919312"/>
                </a:lnTo>
                <a:lnTo>
                  <a:pt x="68472" y="929879"/>
                </a:lnTo>
                <a:lnTo>
                  <a:pt x="68431" y="940445"/>
                </a:lnTo>
                <a:lnTo>
                  <a:pt x="68362" y="951012"/>
                </a:lnTo>
                <a:lnTo>
                  <a:pt x="68261" y="961579"/>
                </a:lnTo>
                <a:lnTo>
                  <a:pt x="68127" y="972146"/>
                </a:lnTo>
                <a:lnTo>
                  <a:pt x="67963" y="982713"/>
                </a:lnTo>
                <a:lnTo>
                  <a:pt x="67773" y="993279"/>
                </a:lnTo>
                <a:lnTo>
                  <a:pt x="67567" y="1003846"/>
                </a:lnTo>
                <a:lnTo>
                  <a:pt x="67355" y="1014413"/>
                </a:lnTo>
                <a:lnTo>
                  <a:pt x="67153" y="1024980"/>
                </a:lnTo>
                <a:lnTo>
                  <a:pt x="66976" y="1035547"/>
                </a:lnTo>
                <a:lnTo>
                  <a:pt x="66841" y="1046113"/>
                </a:lnTo>
                <a:lnTo>
                  <a:pt x="66769" y="1056680"/>
                </a:lnTo>
                <a:lnTo>
                  <a:pt x="66779" y="1067247"/>
                </a:lnTo>
                <a:lnTo>
                  <a:pt x="66894" y="1077814"/>
                </a:lnTo>
                <a:lnTo>
                  <a:pt x="67137" y="1088381"/>
                </a:lnTo>
                <a:lnTo>
                  <a:pt x="67535" y="1098947"/>
                </a:lnTo>
                <a:lnTo>
                  <a:pt x="68112" y="1109514"/>
                </a:lnTo>
                <a:lnTo>
                  <a:pt x="68897" y="1120081"/>
                </a:lnTo>
                <a:lnTo>
                  <a:pt x="69911" y="1130648"/>
                </a:lnTo>
                <a:lnTo>
                  <a:pt x="71173" y="1141215"/>
                </a:lnTo>
                <a:lnTo>
                  <a:pt x="72692" y="1151781"/>
                </a:lnTo>
                <a:lnTo>
                  <a:pt x="74462" y="1162348"/>
                </a:lnTo>
                <a:lnTo>
                  <a:pt x="76459" y="1172915"/>
                </a:lnTo>
                <a:lnTo>
                  <a:pt x="78639" y="1183482"/>
                </a:lnTo>
                <a:lnTo>
                  <a:pt x="80934" y="1194049"/>
                </a:lnTo>
                <a:lnTo>
                  <a:pt x="83256" y="1204615"/>
                </a:lnTo>
                <a:lnTo>
                  <a:pt x="85501" y="1215182"/>
                </a:lnTo>
                <a:lnTo>
                  <a:pt x="87553" y="1225749"/>
                </a:lnTo>
                <a:lnTo>
                  <a:pt x="89298" y="1236316"/>
                </a:lnTo>
                <a:lnTo>
                  <a:pt x="90631" y="1246883"/>
                </a:lnTo>
                <a:lnTo>
                  <a:pt x="91467" y="1257449"/>
                </a:lnTo>
                <a:lnTo>
                  <a:pt x="91752" y="1268016"/>
                </a:lnTo>
                <a:lnTo>
                  <a:pt x="91752" y="1268016"/>
                </a:lnTo>
                <a:close/>
              </a:path>
            </a:pathLst>
          </a:custGeom>
          <a:solidFill>
            <a:srgbClr val="596BC0">
              <a:alpha val="12000"/>
            </a:srgbClr>
          </a:solidFill>
          <a:ln w="6985">
            <a:solidFill>
              <a:srgbClr val="596BC0">
                <a:alpha val="12000"/>
              </a:srgbClr>
            </a:solidFill>
            <a:prstDash val="solid"/>
          </a:ln>
        </p:spPr>
      </p:sp>
      <p:sp>
        <p:nvSpPr>
          <p:cNvPr id="2601" name="01_find_only_2600">
            <a:extLst>
              <a:ext uri="{FF2B5EF4-FFF2-40B4-BE49-F238E27FC236}">
                <a16:creationId xmlns:a16="http://schemas.microsoft.com/office/drawing/2014/main" id="{3120DE6A-D354-4F18-9448-9DDD26B72354}"/>
              </a:ext>
            </a:extLst>
          </p:cNvPr>
          <p:cNvSpPr>
            <a:spLocks noGrp="1"/>
          </p:cNvSpPr>
          <p:nvPr/>
        </p:nvSpPr>
        <p:spPr>
          <a:xfrm>
            <a:off x="3623000" y="4919983"/>
            <a:ext cx="130000" cy="1268016"/>
          </a:xfrm>
          <a:custGeom>
            <a:avLst/>
            <a:gdLst/>
            <a:ahLst/>
            <a:cxnLst/>
            <a:rect l="0" t="0" r="0" b="0"/>
            <a:pathLst>
              <a:path w="130000" h="1268016">
                <a:moveTo>
                  <a:pt x="83887" y="1268016"/>
                </a:moveTo>
                <a:lnTo>
                  <a:pt x="46113" y="1268016"/>
                </a:lnTo>
                <a:lnTo>
                  <a:pt x="46312" y="1257449"/>
                </a:lnTo>
                <a:lnTo>
                  <a:pt x="46895" y="1246883"/>
                </a:lnTo>
                <a:lnTo>
                  <a:pt x="47825" y="1236316"/>
                </a:lnTo>
                <a:lnTo>
                  <a:pt x="49044" y="1225749"/>
                </a:lnTo>
                <a:lnTo>
                  <a:pt x="50477" y="1215182"/>
                </a:lnTo>
                <a:lnTo>
                  <a:pt x="52046" y="1204615"/>
                </a:lnTo>
                <a:lnTo>
                  <a:pt x="53671" y="1194049"/>
                </a:lnTo>
                <a:lnTo>
                  <a:pt x="55278" y="1183482"/>
                </a:lnTo>
                <a:lnTo>
                  <a:pt x="56805" y="1172915"/>
                </a:lnTo>
                <a:lnTo>
                  <a:pt x="58207" y="1162348"/>
                </a:lnTo>
                <a:lnTo>
                  <a:pt x="59451" y="1151781"/>
                </a:lnTo>
                <a:lnTo>
                  <a:pt x="60520" y="1141215"/>
                </a:lnTo>
                <a:lnTo>
                  <a:pt x="61410" y="1130648"/>
                </a:lnTo>
                <a:lnTo>
                  <a:pt x="62125" y="1120081"/>
                </a:lnTo>
                <a:lnTo>
                  <a:pt x="62677" y="1109514"/>
                </a:lnTo>
                <a:lnTo>
                  <a:pt x="63082" y="1098947"/>
                </a:lnTo>
                <a:lnTo>
                  <a:pt x="63358" y="1088381"/>
                </a:lnTo>
                <a:lnTo>
                  <a:pt x="63522" y="1077814"/>
                </a:lnTo>
                <a:lnTo>
                  <a:pt x="63592" y="1067247"/>
                </a:lnTo>
                <a:lnTo>
                  <a:pt x="63586" y="1056680"/>
                </a:lnTo>
                <a:lnTo>
                  <a:pt x="63519" y="1046113"/>
                </a:lnTo>
                <a:lnTo>
                  <a:pt x="63407" y="1035547"/>
                </a:lnTo>
                <a:lnTo>
                  <a:pt x="63266" y="1024980"/>
                </a:lnTo>
                <a:lnTo>
                  <a:pt x="63110" y="1014413"/>
                </a:lnTo>
                <a:lnTo>
                  <a:pt x="62952" y="1003846"/>
                </a:lnTo>
                <a:lnTo>
                  <a:pt x="62804" y="993279"/>
                </a:lnTo>
                <a:lnTo>
                  <a:pt x="62678" y="982713"/>
                </a:lnTo>
                <a:lnTo>
                  <a:pt x="62579" y="972146"/>
                </a:lnTo>
                <a:lnTo>
                  <a:pt x="62514" y="961579"/>
                </a:lnTo>
                <a:lnTo>
                  <a:pt x="62483" y="951012"/>
                </a:lnTo>
                <a:lnTo>
                  <a:pt x="62486" y="940445"/>
                </a:lnTo>
                <a:lnTo>
                  <a:pt x="62519" y="929879"/>
                </a:lnTo>
                <a:lnTo>
                  <a:pt x="62574" y="919312"/>
                </a:lnTo>
                <a:lnTo>
                  <a:pt x="62645" y="908745"/>
                </a:lnTo>
                <a:lnTo>
                  <a:pt x="62724" y="898178"/>
                </a:lnTo>
                <a:lnTo>
                  <a:pt x="62803" y="887611"/>
                </a:lnTo>
                <a:lnTo>
                  <a:pt x="62874" y="877045"/>
                </a:lnTo>
                <a:lnTo>
                  <a:pt x="62933" y="866478"/>
                </a:lnTo>
                <a:lnTo>
                  <a:pt x="62973" y="855911"/>
                </a:lnTo>
                <a:lnTo>
                  <a:pt x="62991" y="845344"/>
                </a:lnTo>
                <a:lnTo>
                  <a:pt x="62983" y="834777"/>
                </a:lnTo>
                <a:lnTo>
                  <a:pt x="62945" y="824211"/>
                </a:lnTo>
                <a:lnTo>
                  <a:pt x="62873" y="813644"/>
                </a:lnTo>
                <a:lnTo>
                  <a:pt x="62761" y="803077"/>
                </a:lnTo>
                <a:lnTo>
                  <a:pt x="62603" y="792510"/>
                </a:lnTo>
                <a:lnTo>
                  <a:pt x="62393" y="781943"/>
                </a:lnTo>
                <a:lnTo>
                  <a:pt x="62123" y="771377"/>
                </a:lnTo>
                <a:lnTo>
                  <a:pt x="61789" y="760810"/>
                </a:lnTo>
                <a:lnTo>
                  <a:pt x="61387" y="750243"/>
                </a:lnTo>
                <a:lnTo>
                  <a:pt x="60919" y="739676"/>
                </a:lnTo>
                <a:lnTo>
                  <a:pt x="60392" y="729109"/>
                </a:lnTo>
                <a:lnTo>
                  <a:pt x="59817" y="718543"/>
                </a:lnTo>
                <a:lnTo>
                  <a:pt x="59214" y="707976"/>
                </a:lnTo>
                <a:lnTo>
                  <a:pt x="58608" y="697409"/>
                </a:lnTo>
                <a:lnTo>
                  <a:pt x="58031" y="686842"/>
                </a:lnTo>
                <a:lnTo>
                  <a:pt x="57515" y="676275"/>
                </a:lnTo>
                <a:lnTo>
                  <a:pt x="57094" y="665708"/>
                </a:lnTo>
                <a:lnTo>
                  <a:pt x="56795" y="655142"/>
                </a:lnTo>
                <a:lnTo>
                  <a:pt x="56643" y="644575"/>
                </a:lnTo>
                <a:lnTo>
                  <a:pt x="56650" y="634008"/>
                </a:lnTo>
                <a:lnTo>
                  <a:pt x="56817" y="623441"/>
                </a:lnTo>
                <a:lnTo>
                  <a:pt x="57133" y="612874"/>
                </a:lnTo>
                <a:lnTo>
                  <a:pt x="57578" y="602308"/>
                </a:lnTo>
                <a:lnTo>
                  <a:pt x="58120" y="591741"/>
                </a:lnTo>
                <a:lnTo>
                  <a:pt x="58720" y="581174"/>
                </a:lnTo>
                <a:lnTo>
                  <a:pt x="59339" y="570607"/>
                </a:lnTo>
                <a:lnTo>
                  <a:pt x="59935" y="560040"/>
                </a:lnTo>
                <a:lnTo>
                  <a:pt x="60474" y="549474"/>
                </a:lnTo>
                <a:lnTo>
                  <a:pt x="60928" y="538907"/>
                </a:lnTo>
                <a:lnTo>
                  <a:pt x="61276" y="528340"/>
                </a:lnTo>
                <a:lnTo>
                  <a:pt x="61509" y="517773"/>
                </a:lnTo>
                <a:lnTo>
                  <a:pt x="61629" y="507206"/>
                </a:lnTo>
                <a:lnTo>
                  <a:pt x="61646" y="496640"/>
                </a:lnTo>
                <a:lnTo>
                  <a:pt x="61578" y="486073"/>
                </a:lnTo>
                <a:lnTo>
                  <a:pt x="61449" y="475506"/>
                </a:lnTo>
                <a:lnTo>
                  <a:pt x="61287" y="464939"/>
                </a:lnTo>
                <a:lnTo>
                  <a:pt x="61118" y="454372"/>
                </a:lnTo>
                <a:lnTo>
                  <a:pt x="60968" y="443806"/>
                </a:lnTo>
                <a:lnTo>
                  <a:pt x="60859" y="433239"/>
                </a:lnTo>
                <a:lnTo>
                  <a:pt x="60807" y="422672"/>
                </a:lnTo>
                <a:lnTo>
                  <a:pt x="60821" y="412105"/>
                </a:lnTo>
                <a:lnTo>
                  <a:pt x="60903" y="401538"/>
                </a:lnTo>
                <a:lnTo>
                  <a:pt x="61052" y="390972"/>
                </a:lnTo>
                <a:lnTo>
                  <a:pt x="61258" y="380405"/>
                </a:lnTo>
                <a:lnTo>
                  <a:pt x="61509" y="369838"/>
                </a:lnTo>
                <a:lnTo>
                  <a:pt x="61793" y="359271"/>
                </a:lnTo>
                <a:lnTo>
                  <a:pt x="62095" y="348704"/>
                </a:lnTo>
                <a:lnTo>
                  <a:pt x="62404" y="338138"/>
                </a:lnTo>
                <a:lnTo>
                  <a:pt x="62707" y="327571"/>
                </a:lnTo>
                <a:lnTo>
                  <a:pt x="62996" y="317004"/>
                </a:lnTo>
                <a:lnTo>
                  <a:pt x="63266" y="306437"/>
                </a:lnTo>
                <a:lnTo>
                  <a:pt x="63512" y="295870"/>
                </a:lnTo>
                <a:lnTo>
                  <a:pt x="63731" y="285304"/>
                </a:lnTo>
                <a:lnTo>
                  <a:pt x="63920" y="274737"/>
                </a:lnTo>
                <a:lnTo>
                  <a:pt x="64077" y="264170"/>
                </a:lnTo>
                <a:lnTo>
                  <a:pt x="64196" y="253603"/>
                </a:lnTo>
                <a:lnTo>
                  <a:pt x="64269" y="243036"/>
                </a:lnTo>
                <a:lnTo>
                  <a:pt x="64284" y="232470"/>
                </a:lnTo>
                <a:lnTo>
                  <a:pt x="64222" y="221903"/>
                </a:lnTo>
                <a:lnTo>
                  <a:pt x="64056" y="211336"/>
                </a:lnTo>
                <a:lnTo>
                  <a:pt x="63751" y="200769"/>
                </a:lnTo>
                <a:lnTo>
                  <a:pt x="63260" y="190202"/>
                </a:lnTo>
                <a:lnTo>
                  <a:pt x="62523" y="179636"/>
                </a:lnTo>
                <a:lnTo>
                  <a:pt x="61472" y="169069"/>
                </a:lnTo>
                <a:lnTo>
                  <a:pt x="60026" y="158502"/>
                </a:lnTo>
                <a:lnTo>
                  <a:pt x="58105" y="147935"/>
                </a:lnTo>
                <a:lnTo>
                  <a:pt x="55629" y="137368"/>
                </a:lnTo>
                <a:lnTo>
                  <a:pt x="52534" y="126802"/>
                </a:lnTo>
                <a:lnTo>
                  <a:pt x="48780" y="116235"/>
                </a:lnTo>
                <a:lnTo>
                  <a:pt x="44366" y="105668"/>
                </a:lnTo>
                <a:lnTo>
                  <a:pt x="39343" y="95101"/>
                </a:lnTo>
                <a:lnTo>
                  <a:pt x="33817" y="84534"/>
                </a:lnTo>
                <a:lnTo>
                  <a:pt x="27960" y="73968"/>
                </a:lnTo>
                <a:lnTo>
                  <a:pt x="22001" y="63401"/>
                </a:lnTo>
                <a:lnTo>
                  <a:pt x="16214" y="52834"/>
                </a:lnTo>
                <a:lnTo>
                  <a:pt x="10905" y="42267"/>
                </a:lnTo>
                <a:lnTo>
                  <a:pt x="6380" y="31700"/>
                </a:lnTo>
                <a:lnTo>
                  <a:pt x="2917" y="21134"/>
                </a:lnTo>
                <a:lnTo>
                  <a:pt x="742" y="10567"/>
                </a:lnTo>
                <a:lnTo>
                  <a:pt x="0" y="0"/>
                </a:lnTo>
                <a:lnTo>
                  <a:pt x="130000" y="0"/>
                </a:lnTo>
                <a:lnTo>
                  <a:pt x="130000" y="0"/>
                </a:lnTo>
                <a:lnTo>
                  <a:pt x="129258" y="10567"/>
                </a:lnTo>
                <a:lnTo>
                  <a:pt x="127083" y="21134"/>
                </a:lnTo>
                <a:lnTo>
                  <a:pt x="123620" y="31700"/>
                </a:lnTo>
                <a:lnTo>
                  <a:pt x="119095" y="42267"/>
                </a:lnTo>
                <a:lnTo>
                  <a:pt x="113786" y="52834"/>
                </a:lnTo>
                <a:lnTo>
                  <a:pt x="107999" y="63401"/>
                </a:lnTo>
                <a:lnTo>
                  <a:pt x="102040" y="73968"/>
                </a:lnTo>
                <a:lnTo>
                  <a:pt x="96183" y="84534"/>
                </a:lnTo>
                <a:lnTo>
                  <a:pt x="90657" y="95101"/>
                </a:lnTo>
                <a:lnTo>
                  <a:pt x="85634" y="105668"/>
                </a:lnTo>
                <a:lnTo>
                  <a:pt x="81220" y="116235"/>
                </a:lnTo>
                <a:lnTo>
                  <a:pt x="77466" y="126802"/>
                </a:lnTo>
                <a:lnTo>
                  <a:pt x="74371" y="137368"/>
                </a:lnTo>
                <a:lnTo>
                  <a:pt x="71895" y="147935"/>
                </a:lnTo>
                <a:lnTo>
                  <a:pt x="69974" y="158502"/>
                </a:lnTo>
                <a:lnTo>
                  <a:pt x="68528" y="169069"/>
                </a:lnTo>
                <a:lnTo>
                  <a:pt x="67477" y="179636"/>
                </a:lnTo>
                <a:lnTo>
                  <a:pt x="66740" y="190202"/>
                </a:lnTo>
                <a:lnTo>
                  <a:pt x="66249" y="200769"/>
                </a:lnTo>
                <a:lnTo>
                  <a:pt x="65944" y="211336"/>
                </a:lnTo>
                <a:lnTo>
                  <a:pt x="65778" y="221903"/>
                </a:lnTo>
                <a:lnTo>
                  <a:pt x="65716" y="232470"/>
                </a:lnTo>
                <a:lnTo>
                  <a:pt x="65731" y="243036"/>
                </a:lnTo>
                <a:lnTo>
                  <a:pt x="65804" y="253603"/>
                </a:lnTo>
                <a:lnTo>
                  <a:pt x="65923" y="264170"/>
                </a:lnTo>
                <a:lnTo>
                  <a:pt x="66080" y="274737"/>
                </a:lnTo>
                <a:lnTo>
                  <a:pt x="66269" y="285304"/>
                </a:lnTo>
                <a:lnTo>
                  <a:pt x="66488" y="295870"/>
                </a:lnTo>
                <a:lnTo>
                  <a:pt x="66734" y="306437"/>
                </a:lnTo>
                <a:lnTo>
                  <a:pt x="67004" y="317004"/>
                </a:lnTo>
                <a:lnTo>
                  <a:pt x="67293" y="327571"/>
                </a:lnTo>
                <a:lnTo>
                  <a:pt x="67596" y="338138"/>
                </a:lnTo>
                <a:lnTo>
                  <a:pt x="67905" y="348704"/>
                </a:lnTo>
                <a:lnTo>
                  <a:pt x="68207" y="359271"/>
                </a:lnTo>
                <a:lnTo>
                  <a:pt x="68491" y="369838"/>
                </a:lnTo>
                <a:lnTo>
                  <a:pt x="68742" y="380405"/>
                </a:lnTo>
                <a:lnTo>
                  <a:pt x="68948" y="390972"/>
                </a:lnTo>
                <a:lnTo>
                  <a:pt x="69097" y="401538"/>
                </a:lnTo>
                <a:lnTo>
                  <a:pt x="69179" y="412105"/>
                </a:lnTo>
                <a:lnTo>
                  <a:pt x="69193" y="422672"/>
                </a:lnTo>
                <a:lnTo>
                  <a:pt x="69141" y="433239"/>
                </a:lnTo>
                <a:lnTo>
                  <a:pt x="69032" y="443806"/>
                </a:lnTo>
                <a:lnTo>
                  <a:pt x="68882" y="454372"/>
                </a:lnTo>
                <a:lnTo>
                  <a:pt x="68713" y="464939"/>
                </a:lnTo>
                <a:lnTo>
                  <a:pt x="68551" y="475506"/>
                </a:lnTo>
                <a:lnTo>
                  <a:pt x="68422" y="486073"/>
                </a:lnTo>
                <a:lnTo>
                  <a:pt x="68354" y="496640"/>
                </a:lnTo>
                <a:lnTo>
                  <a:pt x="68371" y="507206"/>
                </a:lnTo>
                <a:lnTo>
                  <a:pt x="68491" y="517773"/>
                </a:lnTo>
                <a:lnTo>
                  <a:pt x="68724" y="528340"/>
                </a:lnTo>
                <a:lnTo>
                  <a:pt x="69072" y="538907"/>
                </a:lnTo>
                <a:lnTo>
                  <a:pt x="69526" y="549474"/>
                </a:lnTo>
                <a:lnTo>
                  <a:pt x="70065" y="560040"/>
                </a:lnTo>
                <a:lnTo>
                  <a:pt x="70661" y="570607"/>
                </a:lnTo>
                <a:lnTo>
                  <a:pt x="71280" y="581174"/>
                </a:lnTo>
                <a:lnTo>
                  <a:pt x="71880" y="591741"/>
                </a:lnTo>
                <a:lnTo>
                  <a:pt x="72422" y="602308"/>
                </a:lnTo>
                <a:lnTo>
                  <a:pt x="72867" y="612874"/>
                </a:lnTo>
                <a:lnTo>
                  <a:pt x="73183" y="623441"/>
                </a:lnTo>
                <a:lnTo>
                  <a:pt x="73350" y="634008"/>
                </a:lnTo>
                <a:lnTo>
                  <a:pt x="73357" y="644575"/>
                </a:lnTo>
                <a:lnTo>
                  <a:pt x="73205" y="655142"/>
                </a:lnTo>
                <a:lnTo>
                  <a:pt x="72906" y="665708"/>
                </a:lnTo>
                <a:lnTo>
                  <a:pt x="72485" y="676275"/>
                </a:lnTo>
                <a:lnTo>
                  <a:pt x="71969" y="686842"/>
                </a:lnTo>
                <a:lnTo>
                  <a:pt x="71392" y="697409"/>
                </a:lnTo>
                <a:lnTo>
                  <a:pt x="70786" y="707976"/>
                </a:lnTo>
                <a:lnTo>
                  <a:pt x="70183" y="718543"/>
                </a:lnTo>
                <a:lnTo>
                  <a:pt x="69608" y="729109"/>
                </a:lnTo>
                <a:lnTo>
                  <a:pt x="69081" y="739676"/>
                </a:lnTo>
                <a:lnTo>
                  <a:pt x="68613" y="750243"/>
                </a:lnTo>
                <a:lnTo>
                  <a:pt x="68211" y="760810"/>
                </a:lnTo>
                <a:lnTo>
                  <a:pt x="67877" y="771377"/>
                </a:lnTo>
                <a:lnTo>
                  <a:pt x="67607" y="781943"/>
                </a:lnTo>
                <a:lnTo>
                  <a:pt x="67397" y="792510"/>
                </a:lnTo>
                <a:lnTo>
                  <a:pt x="67239" y="803077"/>
                </a:lnTo>
                <a:lnTo>
                  <a:pt x="67127" y="813644"/>
                </a:lnTo>
                <a:lnTo>
                  <a:pt x="67055" y="824211"/>
                </a:lnTo>
                <a:lnTo>
                  <a:pt x="67017" y="834777"/>
                </a:lnTo>
                <a:lnTo>
                  <a:pt x="67009" y="845344"/>
                </a:lnTo>
                <a:lnTo>
                  <a:pt x="67027" y="855911"/>
                </a:lnTo>
                <a:lnTo>
                  <a:pt x="67067" y="866478"/>
                </a:lnTo>
                <a:lnTo>
                  <a:pt x="67126" y="877045"/>
                </a:lnTo>
                <a:lnTo>
                  <a:pt x="67197" y="887611"/>
                </a:lnTo>
                <a:lnTo>
                  <a:pt x="67276" y="898178"/>
                </a:lnTo>
                <a:lnTo>
                  <a:pt x="67355" y="908745"/>
                </a:lnTo>
                <a:lnTo>
                  <a:pt x="67426" y="919312"/>
                </a:lnTo>
                <a:lnTo>
                  <a:pt x="67481" y="929879"/>
                </a:lnTo>
                <a:lnTo>
                  <a:pt x="67514" y="940445"/>
                </a:lnTo>
                <a:lnTo>
                  <a:pt x="67517" y="951012"/>
                </a:lnTo>
                <a:lnTo>
                  <a:pt x="67486" y="961579"/>
                </a:lnTo>
                <a:lnTo>
                  <a:pt x="67421" y="972146"/>
                </a:lnTo>
                <a:lnTo>
                  <a:pt x="67322" y="982713"/>
                </a:lnTo>
                <a:lnTo>
                  <a:pt x="67196" y="993279"/>
                </a:lnTo>
                <a:lnTo>
                  <a:pt x="67048" y="1003846"/>
                </a:lnTo>
                <a:lnTo>
                  <a:pt x="66890" y="1014413"/>
                </a:lnTo>
                <a:lnTo>
                  <a:pt x="66734" y="1024980"/>
                </a:lnTo>
                <a:lnTo>
                  <a:pt x="66593" y="1035547"/>
                </a:lnTo>
                <a:lnTo>
                  <a:pt x="66481" y="1046113"/>
                </a:lnTo>
                <a:lnTo>
                  <a:pt x="66414" y="1056680"/>
                </a:lnTo>
                <a:lnTo>
                  <a:pt x="66408" y="1067247"/>
                </a:lnTo>
                <a:lnTo>
                  <a:pt x="66478" y="1077814"/>
                </a:lnTo>
                <a:lnTo>
                  <a:pt x="66642" y="1088381"/>
                </a:lnTo>
                <a:lnTo>
                  <a:pt x="66918" y="1098947"/>
                </a:lnTo>
                <a:lnTo>
                  <a:pt x="67323" y="1109514"/>
                </a:lnTo>
                <a:lnTo>
                  <a:pt x="67875" y="1120081"/>
                </a:lnTo>
                <a:lnTo>
                  <a:pt x="68590" y="1130648"/>
                </a:lnTo>
                <a:lnTo>
                  <a:pt x="69480" y="1141215"/>
                </a:lnTo>
                <a:lnTo>
                  <a:pt x="70549" y="1151781"/>
                </a:lnTo>
                <a:lnTo>
                  <a:pt x="71793" y="1162348"/>
                </a:lnTo>
                <a:lnTo>
                  <a:pt x="73194" y="1172915"/>
                </a:lnTo>
                <a:lnTo>
                  <a:pt x="74722" y="1183482"/>
                </a:lnTo>
                <a:lnTo>
                  <a:pt x="76329" y="1194049"/>
                </a:lnTo>
                <a:lnTo>
                  <a:pt x="77954" y="1204615"/>
                </a:lnTo>
                <a:lnTo>
                  <a:pt x="79523" y="1215182"/>
                </a:lnTo>
                <a:lnTo>
                  <a:pt x="80956" y="1225749"/>
                </a:lnTo>
                <a:lnTo>
                  <a:pt x="82175" y="1236316"/>
                </a:lnTo>
                <a:lnTo>
                  <a:pt x="83105" y="1246883"/>
                </a:lnTo>
                <a:lnTo>
                  <a:pt x="83688" y="1257449"/>
                </a:lnTo>
                <a:lnTo>
                  <a:pt x="83887" y="1268016"/>
                </a:lnTo>
                <a:lnTo>
                  <a:pt x="83887" y="1268016"/>
                </a:lnTo>
                <a:close/>
              </a:path>
            </a:pathLst>
          </a:custGeom>
          <a:solidFill>
            <a:srgbClr val="596BC0">
              <a:alpha val="12000"/>
            </a:srgbClr>
          </a:solidFill>
          <a:ln w="6985">
            <a:solidFill>
              <a:srgbClr val="596BC0">
                <a:alpha val="12000"/>
              </a:srgbClr>
            </a:solidFill>
            <a:prstDash val="solid"/>
          </a:ln>
        </p:spPr>
      </p:sp>
      <p:sp>
        <p:nvSpPr>
          <p:cNvPr id="2602" name="01_find_only_2601">
            <a:extLst>
              <a:ext uri="{FF2B5EF4-FFF2-40B4-BE49-F238E27FC236}">
                <a16:creationId xmlns:a16="http://schemas.microsoft.com/office/drawing/2014/main" id="{74976F3F-D952-4468-BD3C-D802D1A2AAF8}"/>
              </a:ext>
            </a:extLst>
          </p:cNvPr>
          <p:cNvSpPr>
            <a:spLocks noGrp="1"/>
          </p:cNvSpPr>
          <p:nvPr/>
        </p:nvSpPr>
        <p:spPr>
          <a:xfrm>
            <a:off x="4123000" y="4919983"/>
            <a:ext cx="130000" cy="1268016"/>
          </a:xfrm>
          <a:custGeom>
            <a:avLst/>
            <a:gdLst/>
            <a:ahLst/>
            <a:cxnLst/>
            <a:rect l="0" t="0" r="0" b="0"/>
            <a:pathLst>
              <a:path w="130000" h="1268016">
                <a:moveTo>
                  <a:pt x="79736" y="1268016"/>
                </a:moveTo>
                <a:lnTo>
                  <a:pt x="50264" y="1268016"/>
                </a:lnTo>
                <a:lnTo>
                  <a:pt x="50417" y="1257449"/>
                </a:lnTo>
                <a:lnTo>
                  <a:pt x="50865" y="1246883"/>
                </a:lnTo>
                <a:lnTo>
                  <a:pt x="51579" y="1236316"/>
                </a:lnTo>
                <a:lnTo>
                  <a:pt x="52514" y="1225749"/>
                </a:lnTo>
                <a:lnTo>
                  <a:pt x="53616" y="1215182"/>
                </a:lnTo>
                <a:lnTo>
                  <a:pt x="54823" y="1204615"/>
                </a:lnTo>
                <a:lnTo>
                  <a:pt x="56074" y="1194049"/>
                </a:lnTo>
                <a:lnTo>
                  <a:pt x="57313" y="1183482"/>
                </a:lnTo>
                <a:lnTo>
                  <a:pt x="58493" y="1172915"/>
                </a:lnTo>
                <a:lnTo>
                  <a:pt x="59578" y="1162348"/>
                </a:lnTo>
                <a:lnTo>
                  <a:pt x="60542" y="1151781"/>
                </a:lnTo>
                <a:lnTo>
                  <a:pt x="61373" y="1141215"/>
                </a:lnTo>
                <a:lnTo>
                  <a:pt x="62065" y="1130648"/>
                </a:lnTo>
                <a:lnTo>
                  <a:pt x="62622" y="1120081"/>
                </a:lnTo>
                <a:lnTo>
                  <a:pt x="63051" y="1109514"/>
                </a:lnTo>
                <a:lnTo>
                  <a:pt x="63363" y="1098947"/>
                </a:lnTo>
                <a:lnTo>
                  <a:pt x="63572" y="1088381"/>
                </a:lnTo>
                <a:lnTo>
                  <a:pt x="63691" y="1077814"/>
                </a:lnTo>
                <a:lnTo>
                  <a:pt x="63732" y="1067247"/>
                </a:lnTo>
                <a:lnTo>
                  <a:pt x="63710" y="1056680"/>
                </a:lnTo>
                <a:lnTo>
                  <a:pt x="63636" y="1046113"/>
                </a:lnTo>
                <a:lnTo>
                  <a:pt x="63525" y="1035547"/>
                </a:lnTo>
                <a:lnTo>
                  <a:pt x="63389" y="1024980"/>
                </a:lnTo>
                <a:lnTo>
                  <a:pt x="63240" y="1014413"/>
                </a:lnTo>
                <a:lnTo>
                  <a:pt x="63091" y="1003846"/>
                </a:lnTo>
                <a:lnTo>
                  <a:pt x="62952" y="993279"/>
                </a:lnTo>
                <a:lnTo>
                  <a:pt x="62834" y="982713"/>
                </a:lnTo>
                <a:lnTo>
                  <a:pt x="62741" y="972146"/>
                </a:lnTo>
                <a:lnTo>
                  <a:pt x="62680" y="961579"/>
                </a:lnTo>
                <a:lnTo>
                  <a:pt x="62652" y="951012"/>
                </a:lnTo>
                <a:lnTo>
                  <a:pt x="62655" y="940445"/>
                </a:lnTo>
                <a:lnTo>
                  <a:pt x="62685" y="929879"/>
                </a:lnTo>
                <a:lnTo>
                  <a:pt x="62736" y="919312"/>
                </a:lnTo>
                <a:lnTo>
                  <a:pt x="62803" y="908745"/>
                </a:lnTo>
                <a:lnTo>
                  <a:pt x="62877" y="898178"/>
                </a:lnTo>
                <a:lnTo>
                  <a:pt x="62951" y="887611"/>
                </a:lnTo>
                <a:lnTo>
                  <a:pt x="63018" y="877045"/>
                </a:lnTo>
                <a:lnTo>
                  <a:pt x="63074" y="866478"/>
                </a:lnTo>
                <a:lnTo>
                  <a:pt x="63113" y="855911"/>
                </a:lnTo>
                <a:lnTo>
                  <a:pt x="63133" y="845344"/>
                </a:lnTo>
                <a:lnTo>
                  <a:pt x="63129" y="834777"/>
                </a:lnTo>
                <a:lnTo>
                  <a:pt x="63100" y="824211"/>
                </a:lnTo>
                <a:lnTo>
                  <a:pt x="63041" y="813644"/>
                </a:lnTo>
                <a:lnTo>
                  <a:pt x="62949" y="803077"/>
                </a:lnTo>
                <a:lnTo>
                  <a:pt x="62818" y="792510"/>
                </a:lnTo>
                <a:lnTo>
                  <a:pt x="62643" y="781943"/>
                </a:lnTo>
                <a:lnTo>
                  <a:pt x="62419" y="771377"/>
                </a:lnTo>
                <a:lnTo>
                  <a:pt x="62142" y="760810"/>
                </a:lnTo>
                <a:lnTo>
                  <a:pt x="61809" y="750243"/>
                </a:lnTo>
                <a:lnTo>
                  <a:pt x="61421" y="739676"/>
                </a:lnTo>
                <a:lnTo>
                  <a:pt x="60985" y="729109"/>
                </a:lnTo>
                <a:lnTo>
                  <a:pt x="60510" y="718543"/>
                </a:lnTo>
                <a:lnTo>
                  <a:pt x="60012" y="707976"/>
                </a:lnTo>
                <a:lnTo>
                  <a:pt x="59514" y="697409"/>
                </a:lnTo>
                <a:lnTo>
                  <a:pt x="59040" y="686842"/>
                </a:lnTo>
                <a:lnTo>
                  <a:pt x="58618" y="676275"/>
                </a:lnTo>
                <a:lnTo>
                  <a:pt x="58275" y="665708"/>
                </a:lnTo>
                <a:lnTo>
                  <a:pt x="58037" y="655142"/>
                </a:lnTo>
                <a:lnTo>
                  <a:pt x="57920" y="644575"/>
                </a:lnTo>
                <a:lnTo>
                  <a:pt x="57937" y="634008"/>
                </a:lnTo>
                <a:lnTo>
                  <a:pt x="58089" y="623441"/>
                </a:lnTo>
                <a:lnTo>
                  <a:pt x="58367" y="612874"/>
                </a:lnTo>
                <a:lnTo>
                  <a:pt x="58752" y="602308"/>
                </a:lnTo>
                <a:lnTo>
                  <a:pt x="59219" y="591741"/>
                </a:lnTo>
                <a:lnTo>
                  <a:pt x="59737" y="581174"/>
                </a:lnTo>
                <a:lnTo>
                  <a:pt x="60271" y="570607"/>
                </a:lnTo>
                <a:lnTo>
                  <a:pt x="60789" y="560040"/>
                </a:lnTo>
                <a:lnTo>
                  <a:pt x="61262" y="549474"/>
                </a:lnTo>
                <a:lnTo>
                  <a:pt x="61665" y="538907"/>
                </a:lnTo>
                <a:lnTo>
                  <a:pt x="61983" y="528340"/>
                </a:lnTo>
                <a:lnTo>
                  <a:pt x="62207" y="517773"/>
                </a:lnTo>
                <a:lnTo>
                  <a:pt x="62339" y="507206"/>
                </a:lnTo>
                <a:lnTo>
                  <a:pt x="62385" y="496640"/>
                </a:lnTo>
                <a:lnTo>
                  <a:pt x="62360" y="486073"/>
                </a:lnTo>
                <a:lnTo>
                  <a:pt x="62283" y="475506"/>
                </a:lnTo>
                <a:lnTo>
                  <a:pt x="62173" y="464939"/>
                </a:lnTo>
                <a:lnTo>
                  <a:pt x="62053" y="454372"/>
                </a:lnTo>
                <a:lnTo>
                  <a:pt x="61942" y="443806"/>
                </a:lnTo>
                <a:lnTo>
                  <a:pt x="61857" y="433239"/>
                </a:lnTo>
                <a:lnTo>
                  <a:pt x="61809" y="422672"/>
                </a:lnTo>
                <a:lnTo>
                  <a:pt x="61807" y="412105"/>
                </a:lnTo>
                <a:lnTo>
                  <a:pt x="61852" y="401538"/>
                </a:lnTo>
                <a:lnTo>
                  <a:pt x="61943" y="390972"/>
                </a:lnTo>
                <a:lnTo>
                  <a:pt x="62072" y="380405"/>
                </a:lnTo>
                <a:lnTo>
                  <a:pt x="62231" y="369838"/>
                </a:lnTo>
                <a:lnTo>
                  <a:pt x="62409" y="359271"/>
                </a:lnTo>
                <a:lnTo>
                  <a:pt x="62598" y="348704"/>
                </a:lnTo>
                <a:lnTo>
                  <a:pt x="62785" y="338138"/>
                </a:lnTo>
                <a:lnTo>
                  <a:pt x="62965" y="327571"/>
                </a:lnTo>
                <a:lnTo>
                  <a:pt x="63130" y="317004"/>
                </a:lnTo>
                <a:lnTo>
                  <a:pt x="63277" y="306437"/>
                </a:lnTo>
                <a:lnTo>
                  <a:pt x="63403" y="295870"/>
                </a:lnTo>
                <a:lnTo>
                  <a:pt x="63507" y="285304"/>
                </a:lnTo>
                <a:lnTo>
                  <a:pt x="63589" y="274737"/>
                </a:lnTo>
                <a:lnTo>
                  <a:pt x="63648" y="264170"/>
                </a:lnTo>
                <a:lnTo>
                  <a:pt x="63681" y="253603"/>
                </a:lnTo>
                <a:lnTo>
                  <a:pt x="63683" y="243036"/>
                </a:lnTo>
                <a:lnTo>
                  <a:pt x="63643" y="232470"/>
                </a:lnTo>
                <a:lnTo>
                  <a:pt x="63544" y="221903"/>
                </a:lnTo>
                <a:lnTo>
                  <a:pt x="63361" y="211336"/>
                </a:lnTo>
                <a:lnTo>
                  <a:pt x="63057" y="200769"/>
                </a:lnTo>
                <a:lnTo>
                  <a:pt x="62584" y="190202"/>
                </a:lnTo>
                <a:lnTo>
                  <a:pt x="61883" y="179636"/>
                </a:lnTo>
                <a:lnTo>
                  <a:pt x="60878" y="169069"/>
                </a:lnTo>
                <a:lnTo>
                  <a:pt x="59490" y="158502"/>
                </a:lnTo>
                <a:lnTo>
                  <a:pt x="57632" y="147935"/>
                </a:lnTo>
                <a:lnTo>
                  <a:pt x="55222" y="137368"/>
                </a:lnTo>
                <a:lnTo>
                  <a:pt x="52191" y="126802"/>
                </a:lnTo>
                <a:lnTo>
                  <a:pt x="48499" y="116235"/>
                </a:lnTo>
                <a:lnTo>
                  <a:pt x="44142" y="105668"/>
                </a:lnTo>
                <a:lnTo>
                  <a:pt x="39169" y="95101"/>
                </a:lnTo>
                <a:lnTo>
                  <a:pt x="33686" y="84534"/>
                </a:lnTo>
                <a:lnTo>
                  <a:pt x="27865" y="73968"/>
                </a:lnTo>
                <a:lnTo>
                  <a:pt x="21934" y="63401"/>
                </a:lnTo>
                <a:lnTo>
                  <a:pt x="16170" y="52834"/>
                </a:lnTo>
                <a:lnTo>
                  <a:pt x="10878" y="42267"/>
                </a:lnTo>
                <a:lnTo>
                  <a:pt x="6365" y="31700"/>
                </a:lnTo>
                <a:lnTo>
                  <a:pt x="2911" y="21134"/>
                </a:lnTo>
                <a:lnTo>
                  <a:pt x="740" y="10567"/>
                </a:lnTo>
                <a:lnTo>
                  <a:pt x="0" y="0"/>
                </a:lnTo>
                <a:lnTo>
                  <a:pt x="130000" y="0"/>
                </a:lnTo>
                <a:lnTo>
                  <a:pt x="130000" y="0"/>
                </a:lnTo>
                <a:lnTo>
                  <a:pt x="129260" y="10567"/>
                </a:lnTo>
                <a:lnTo>
                  <a:pt x="127089" y="21134"/>
                </a:lnTo>
                <a:lnTo>
                  <a:pt x="123635" y="31700"/>
                </a:lnTo>
                <a:lnTo>
                  <a:pt x="119122" y="42267"/>
                </a:lnTo>
                <a:lnTo>
                  <a:pt x="113830" y="52834"/>
                </a:lnTo>
                <a:lnTo>
                  <a:pt x="108066" y="63401"/>
                </a:lnTo>
                <a:lnTo>
                  <a:pt x="102135" y="73968"/>
                </a:lnTo>
                <a:lnTo>
                  <a:pt x="96314" y="84534"/>
                </a:lnTo>
                <a:lnTo>
                  <a:pt x="90831" y="95101"/>
                </a:lnTo>
                <a:lnTo>
                  <a:pt x="85858" y="105668"/>
                </a:lnTo>
                <a:lnTo>
                  <a:pt x="81501" y="116235"/>
                </a:lnTo>
                <a:lnTo>
                  <a:pt x="77809" y="126802"/>
                </a:lnTo>
                <a:lnTo>
                  <a:pt x="74778" y="137368"/>
                </a:lnTo>
                <a:lnTo>
                  <a:pt x="72368" y="147935"/>
                </a:lnTo>
                <a:lnTo>
                  <a:pt x="70510" y="158502"/>
                </a:lnTo>
                <a:lnTo>
                  <a:pt x="69122" y="169069"/>
                </a:lnTo>
                <a:lnTo>
                  <a:pt x="68117" y="179636"/>
                </a:lnTo>
                <a:lnTo>
                  <a:pt x="67416" y="190202"/>
                </a:lnTo>
                <a:lnTo>
                  <a:pt x="66943" y="200769"/>
                </a:lnTo>
                <a:lnTo>
                  <a:pt x="66639" y="211336"/>
                </a:lnTo>
                <a:lnTo>
                  <a:pt x="66456" y="221903"/>
                </a:lnTo>
                <a:lnTo>
                  <a:pt x="66357" y="232470"/>
                </a:lnTo>
                <a:lnTo>
                  <a:pt x="66317" y="243036"/>
                </a:lnTo>
                <a:lnTo>
                  <a:pt x="66319" y="253603"/>
                </a:lnTo>
                <a:lnTo>
                  <a:pt x="66352" y="264170"/>
                </a:lnTo>
                <a:lnTo>
                  <a:pt x="66411" y="274737"/>
                </a:lnTo>
                <a:lnTo>
                  <a:pt x="66493" y="285304"/>
                </a:lnTo>
                <a:lnTo>
                  <a:pt x="66597" y="295870"/>
                </a:lnTo>
                <a:lnTo>
                  <a:pt x="66723" y="306437"/>
                </a:lnTo>
                <a:lnTo>
                  <a:pt x="66870" y="317004"/>
                </a:lnTo>
                <a:lnTo>
                  <a:pt x="67035" y="327571"/>
                </a:lnTo>
                <a:lnTo>
                  <a:pt x="67215" y="338138"/>
                </a:lnTo>
                <a:lnTo>
                  <a:pt x="67402" y="348704"/>
                </a:lnTo>
                <a:lnTo>
                  <a:pt x="67591" y="359271"/>
                </a:lnTo>
                <a:lnTo>
                  <a:pt x="67769" y="369838"/>
                </a:lnTo>
                <a:lnTo>
                  <a:pt x="67928" y="380405"/>
                </a:lnTo>
                <a:lnTo>
                  <a:pt x="68057" y="390972"/>
                </a:lnTo>
                <a:lnTo>
                  <a:pt x="68148" y="401538"/>
                </a:lnTo>
                <a:lnTo>
                  <a:pt x="68193" y="412105"/>
                </a:lnTo>
                <a:lnTo>
                  <a:pt x="68191" y="422672"/>
                </a:lnTo>
                <a:lnTo>
                  <a:pt x="68143" y="433239"/>
                </a:lnTo>
                <a:lnTo>
                  <a:pt x="68058" y="443806"/>
                </a:lnTo>
                <a:lnTo>
                  <a:pt x="67947" y="454372"/>
                </a:lnTo>
                <a:lnTo>
                  <a:pt x="67827" y="464939"/>
                </a:lnTo>
                <a:lnTo>
                  <a:pt x="67717" y="475506"/>
                </a:lnTo>
                <a:lnTo>
                  <a:pt x="67640" y="486073"/>
                </a:lnTo>
                <a:lnTo>
                  <a:pt x="67615" y="496640"/>
                </a:lnTo>
                <a:lnTo>
                  <a:pt x="67661" y="507206"/>
                </a:lnTo>
                <a:lnTo>
                  <a:pt x="67793" y="517773"/>
                </a:lnTo>
                <a:lnTo>
                  <a:pt x="68017" y="528340"/>
                </a:lnTo>
                <a:lnTo>
                  <a:pt x="68335" y="538907"/>
                </a:lnTo>
                <a:lnTo>
                  <a:pt x="68738" y="549474"/>
                </a:lnTo>
                <a:lnTo>
                  <a:pt x="69211" y="560040"/>
                </a:lnTo>
                <a:lnTo>
                  <a:pt x="69729" y="570607"/>
                </a:lnTo>
                <a:lnTo>
                  <a:pt x="70263" y="581174"/>
                </a:lnTo>
                <a:lnTo>
                  <a:pt x="70781" y="591741"/>
                </a:lnTo>
                <a:lnTo>
                  <a:pt x="71248" y="602308"/>
                </a:lnTo>
                <a:lnTo>
                  <a:pt x="71633" y="612874"/>
                </a:lnTo>
                <a:lnTo>
                  <a:pt x="71911" y="623441"/>
                </a:lnTo>
                <a:lnTo>
                  <a:pt x="72063" y="634008"/>
                </a:lnTo>
                <a:lnTo>
                  <a:pt x="72080" y="644575"/>
                </a:lnTo>
                <a:lnTo>
                  <a:pt x="71963" y="655142"/>
                </a:lnTo>
                <a:lnTo>
                  <a:pt x="71725" y="665708"/>
                </a:lnTo>
                <a:lnTo>
                  <a:pt x="71382" y="676275"/>
                </a:lnTo>
                <a:lnTo>
                  <a:pt x="70960" y="686842"/>
                </a:lnTo>
                <a:lnTo>
                  <a:pt x="70486" y="697409"/>
                </a:lnTo>
                <a:lnTo>
                  <a:pt x="69988" y="707976"/>
                </a:lnTo>
                <a:lnTo>
                  <a:pt x="69490" y="718543"/>
                </a:lnTo>
                <a:lnTo>
                  <a:pt x="69015" y="729109"/>
                </a:lnTo>
                <a:lnTo>
                  <a:pt x="68579" y="739676"/>
                </a:lnTo>
                <a:lnTo>
                  <a:pt x="68191" y="750243"/>
                </a:lnTo>
                <a:lnTo>
                  <a:pt x="67858" y="760810"/>
                </a:lnTo>
                <a:lnTo>
                  <a:pt x="67581" y="771377"/>
                </a:lnTo>
                <a:lnTo>
                  <a:pt x="67357" y="781943"/>
                </a:lnTo>
                <a:lnTo>
                  <a:pt x="67182" y="792510"/>
                </a:lnTo>
                <a:lnTo>
                  <a:pt x="67051" y="803077"/>
                </a:lnTo>
                <a:lnTo>
                  <a:pt x="66959" y="813644"/>
                </a:lnTo>
                <a:lnTo>
                  <a:pt x="66900" y="824211"/>
                </a:lnTo>
                <a:lnTo>
                  <a:pt x="66871" y="834777"/>
                </a:lnTo>
                <a:lnTo>
                  <a:pt x="66867" y="845344"/>
                </a:lnTo>
                <a:lnTo>
                  <a:pt x="66887" y="855911"/>
                </a:lnTo>
                <a:lnTo>
                  <a:pt x="66926" y="866478"/>
                </a:lnTo>
                <a:lnTo>
                  <a:pt x="66982" y="877045"/>
                </a:lnTo>
                <a:lnTo>
                  <a:pt x="67049" y="887611"/>
                </a:lnTo>
                <a:lnTo>
                  <a:pt x="67123" y="898178"/>
                </a:lnTo>
                <a:lnTo>
                  <a:pt x="67197" y="908745"/>
                </a:lnTo>
                <a:lnTo>
                  <a:pt x="67264" y="919312"/>
                </a:lnTo>
                <a:lnTo>
                  <a:pt x="67315" y="929879"/>
                </a:lnTo>
                <a:lnTo>
                  <a:pt x="67345" y="940445"/>
                </a:lnTo>
                <a:lnTo>
                  <a:pt x="67348" y="951012"/>
                </a:lnTo>
                <a:lnTo>
                  <a:pt x="67320" y="961579"/>
                </a:lnTo>
                <a:lnTo>
                  <a:pt x="67259" y="972146"/>
                </a:lnTo>
                <a:lnTo>
                  <a:pt x="67166" y="982713"/>
                </a:lnTo>
                <a:lnTo>
                  <a:pt x="67048" y="993279"/>
                </a:lnTo>
                <a:lnTo>
                  <a:pt x="66909" y="1003846"/>
                </a:lnTo>
                <a:lnTo>
                  <a:pt x="66760" y="1014413"/>
                </a:lnTo>
                <a:lnTo>
                  <a:pt x="66611" y="1024980"/>
                </a:lnTo>
                <a:lnTo>
                  <a:pt x="66475" y="1035547"/>
                </a:lnTo>
                <a:lnTo>
                  <a:pt x="66364" y="1046113"/>
                </a:lnTo>
                <a:lnTo>
                  <a:pt x="66290" y="1056680"/>
                </a:lnTo>
                <a:lnTo>
                  <a:pt x="66268" y="1067247"/>
                </a:lnTo>
                <a:lnTo>
                  <a:pt x="66309" y="1077814"/>
                </a:lnTo>
                <a:lnTo>
                  <a:pt x="66428" y="1088381"/>
                </a:lnTo>
                <a:lnTo>
                  <a:pt x="66637" y="1098947"/>
                </a:lnTo>
                <a:lnTo>
                  <a:pt x="66949" y="1109514"/>
                </a:lnTo>
                <a:lnTo>
                  <a:pt x="67378" y="1120081"/>
                </a:lnTo>
                <a:lnTo>
                  <a:pt x="67935" y="1130648"/>
                </a:lnTo>
                <a:lnTo>
                  <a:pt x="68627" y="1141215"/>
                </a:lnTo>
                <a:lnTo>
                  <a:pt x="69458" y="1151781"/>
                </a:lnTo>
                <a:lnTo>
                  <a:pt x="70422" y="1162348"/>
                </a:lnTo>
                <a:lnTo>
                  <a:pt x="71507" y="1172915"/>
                </a:lnTo>
                <a:lnTo>
                  <a:pt x="72687" y="1183482"/>
                </a:lnTo>
                <a:lnTo>
                  <a:pt x="73926" y="1194049"/>
                </a:lnTo>
                <a:lnTo>
                  <a:pt x="75177" y="1204615"/>
                </a:lnTo>
                <a:lnTo>
                  <a:pt x="76384" y="1215182"/>
                </a:lnTo>
                <a:lnTo>
                  <a:pt x="77486" y="1225749"/>
                </a:lnTo>
                <a:lnTo>
                  <a:pt x="78421" y="1236316"/>
                </a:lnTo>
                <a:lnTo>
                  <a:pt x="79135" y="1246883"/>
                </a:lnTo>
                <a:lnTo>
                  <a:pt x="79583" y="1257449"/>
                </a:lnTo>
                <a:lnTo>
                  <a:pt x="79736" y="1268016"/>
                </a:lnTo>
                <a:lnTo>
                  <a:pt x="79736" y="1268016"/>
                </a:lnTo>
                <a:close/>
              </a:path>
            </a:pathLst>
          </a:custGeom>
          <a:solidFill>
            <a:srgbClr val="596BC0">
              <a:alpha val="12000"/>
            </a:srgbClr>
          </a:solidFill>
          <a:ln w="6985">
            <a:solidFill>
              <a:srgbClr val="596BC0">
                <a:alpha val="12000"/>
              </a:srgbClr>
            </a:solidFill>
            <a:prstDash val="solid"/>
          </a:ln>
        </p:spPr>
      </p:sp>
      <p:sp>
        <p:nvSpPr>
          <p:cNvPr id="2603" name="01_find_only_2602">
            <a:extLst>
              <a:ext uri="{FF2B5EF4-FFF2-40B4-BE49-F238E27FC236}">
                <a16:creationId xmlns:a16="http://schemas.microsoft.com/office/drawing/2014/main" id="{31FB64AE-43E3-498F-BB2C-C3530AF5A149}"/>
              </a:ext>
            </a:extLst>
          </p:cNvPr>
          <p:cNvSpPr>
            <a:spLocks noGrp="1"/>
          </p:cNvSpPr>
          <p:nvPr/>
        </p:nvSpPr>
        <p:spPr>
          <a:xfrm>
            <a:off x="26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04" name="text_2603">
            <a:extLst>
              <a:ext uri="{FF2B5EF4-FFF2-40B4-BE49-F238E27FC236}">
                <a16:creationId xmlns:a16="http://schemas.microsoft.com/office/drawing/2014/main" id="{32AFD8B7-4625-4278-A379-96167E0F3752}"/>
              </a:ext>
            </a:extLst>
          </p:cNvPr>
          <p:cNvSpPr>
            <a:spLocks noGrp="1"/>
          </p:cNvSpPr>
          <p:nvPr/>
        </p:nvSpPr>
        <p:spPr>
          <a:xfrm>
            <a:off x="2662227" y="63207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605" name="01_find_only_2604">
            <a:extLst>
              <a:ext uri="{FF2B5EF4-FFF2-40B4-BE49-F238E27FC236}">
                <a16:creationId xmlns:a16="http://schemas.microsoft.com/office/drawing/2014/main" id="{E4AA5714-F40F-4D41-A6C8-15DB444BADBD}"/>
              </a:ext>
            </a:extLst>
          </p:cNvPr>
          <p:cNvSpPr>
            <a:spLocks noGrp="1"/>
          </p:cNvSpPr>
          <p:nvPr/>
        </p:nvSpPr>
        <p:spPr>
          <a:xfrm>
            <a:off x="293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06" name="text_2605">
            <a:extLst>
              <a:ext uri="{FF2B5EF4-FFF2-40B4-BE49-F238E27FC236}">
                <a16:creationId xmlns:a16="http://schemas.microsoft.com/office/drawing/2014/main" id="{F2EA790D-684A-4022-A677-7104B4F75BE0}"/>
              </a:ext>
            </a:extLst>
          </p:cNvPr>
          <p:cNvSpPr>
            <a:spLocks noGrp="1"/>
          </p:cNvSpPr>
          <p:nvPr/>
        </p:nvSpPr>
        <p:spPr>
          <a:xfrm>
            <a:off x="2886453" y="63207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607" name="01_find_only_2606">
            <a:extLst>
              <a:ext uri="{FF2B5EF4-FFF2-40B4-BE49-F238E27FC236}">
                <a16:creationId xmlns:a16="http://schemas.microsoft.com/office/drawing/2014/main" id="{40E19E80-4438-411D-A884-CF9A8417C3DC}"/>
              </a:ext>
            </a:extLst>
          </p:cNvPr>
          <p:cNvSpPr>
            <a:spLocks noGrp="1"/>
          </p:cNvSpPr>
          <p:nvPr/>
        </p:nvSpPr>
        <p:spPr>
          <a:xfrm>
            <a:off x="31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08" name="text_2607">
            <a:extLst>
              <a:ext uri="{FF2B5EF4-FFF2-40B4-BE49-F238E27FC236}">
                <a16:creationId xmlns:a16="http://schemas.microsoft.com/office/drawing/2014/main" id="{068E9FC1-CC54-4B2F-A015-3008DDAAE8F8}"/>
              </a:ext>
            </a:extLst>
          </p:cNvPr>
          <p:cNvSpPr>
            <a:spLocks noGrp="1"/>
          </p:cNvSpPr>
          <p:nvPr/>
        </p:nvSpPr>
        <p:spPr>
          <a:xfrm>
            <a:off x="31106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609" name="01_find_only_2608">
            <a:extLst>
              <a:ext uri="{FF2B5EF4-FFF2-40B4-BE49-F238E27FC236}">
                <a16:creationId xmlns:a16="http://schemas.microsoft.com/office/drawing/2014/main" id="{7EE38E5E-577A-470B-84F8-BDE43B7783B3}"/>
              </a:ext>
            </a:extLst>
          </p:cNvPr>
          <p:cNvSpPr>
            <a:spLocks noGrp="1"/>
          </p:cNvSpPr>
          <p:nvPr/>
        </p:nvSpPr>
        <p:spPr>
          <a:xfrm>
            <a:off x="36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10" name="text_2609">
            <a:extLst>
              <a:ext uri="{FF2B5EF4-FFF2-40B4-BE49-F238E27FC236}">
                <a16:creationId xmlns:a16="http://schemas.microsoft.com/office/drawing/2014/main" id="{0B5B2156-B666-4605-A9F2-E3C5D64E369E}"/>
              </a:ext>
            </a:extLst>
          </p:cNvPr>
          <p:cNvSpPr>
            <a:spLocks noGrp="1"/>
          </p:cNvSpPr>
          <p:nvPr/>
        </p:nvSpPr>
        <p:spPr>
          <a:xfrm>
            <a:off x="36106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2611" name="01_find_only_2610">
            <a:extLst>
              <a:ext uri="{FF2B5EF4-FFF2-40B4-BE49-F238E27FC236}">
                <a16:creationId xmlns:a16="http://schemas.microsoft.com/office/drawing/2014/main" id="{DA6B19F4-2643-4ECE-908E-1AAEC30D01B1}"/>
              </a:ext>
            </a:extLst>
          </p:cNvPr>
          <p:cNvSpPr>
            <a:spLocks noGrp="1"/>
          </p:cNvSpPr>
          <p:nvPr/>
        </p:nvSpPr>
        <p:spPr>
          <a:xfrm>
            <a:off x="41880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612" name="text_2611">
            <a:extLst>
              <a:ext uri="{FF2B5EF4-FFF2-40B4-BE49-F238E27FC236}">
                <a16:creationId xmlns:a16="http://schemas.microsoft.com/office/drawing/2014/main" id="{72EAB32C-A2C0-44FB-8193-09A9619CCF18}"/>
              </a:ext>
            </a:extLst>
          </p:cNvPr>
          <p:cNvSpPr>
            <a:spLocks noGrp="1"/>
          </p:cNvSpPr>
          <p:nvPr/>
        </p:nvSpPr>
        <p:spPr>
          <a:xfrm>
            <a:off x="41106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2613" name="text_2612">
            <a:extLst>
              <a:ext uri="{FF2B5EF4-FFF2-40B4-BE49-F238E27FC236}">
                <a16:creationId xmlns:a16="http://schemas.microsoft.com/office/drawing/2014/main" id="{A063BC2B-60E4-4672-B0F5-9ED9EBC22B9A}"/>
              </a:ext>
            </a:extLst>
          </p:cNvPr>
          <p:cNvSpPr>
            <a:spLocks noGrp="1"/>
          </p:cNvSpPr>
          <p:nvPr/>
        </p:nvSpPr>
        <p:spPr>
          <a:xfrm>
            <a:off x="2874210" y="6457278"/>
            <a:ext cx="1230281"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Relative candidate count (%)</a:t>
            </a:r>
          </a:p>
        </p:txBody>
      </p:sp>
      <p:sp>
        <p:nvSpPr>
          <p:cNvPr id="2614" name="01_find_only_2613">
            <a:extLst>
              <a:ext uri="{FF2B5EF4-FFF2-40B4-BE49-F238E27FC236}">
                <a16:creationId xmlns:a16="http://schemas.microsoft.com/office/drawing/2014/main" id="{7298F20D-DD18-44F5-979C-E17B8901AD52}"/>
              </a:ext>
            </a:extLst>
          </p:cNvPr>
          <p:cNvSpPr>
            <a:spLocks noGrp="1"/>
          </p:cNvSpPr>
          <p:nvPr/>
        </p:nvSpPr>
        <p:spPr>
          <a:xfrm>
            <a:off x="2673000" y="618799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615" name="01_find_only_2614">
            <a:extLst>
              <a:ext uri="{FF2B5EF4-FFF2-40B4-BE49-F238E27FC236}">
                <a16:creationId xmlns:a16="http://schemas.microsoft.com/office/drawing/2014/main" id="{95176934-3E10-4919-868E-43ED90104247}"/>
              </a:ext>
            </a:extLst>
          </p:cNvPr>
          <p:cNvSpPr>
            <a:spLocks noGrp="1"/>
          </p:cNvSpPr>
          <p:nvPr/>
        </p:nvSpPr>
        <p:spPr>
          <a:xfrm>
            <a:off x="2634900" y="618799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616" name="text_2615">
            <a:extLst>
              <a:ext uri="{FF2B5EF4-FFF2-40B4-BE49-F238E27FC236}">
                <a16:creationId xmlns:a16="http://schemas.microsoft.com/office/drawing/2014/main" id="{FF2EB70A-0D0C-49F1-A750-D0494FB8A62B}"/>
              </a:ext>
            </a:extLst>
          </p:cNvPr>
          <p:cNvSpPr>
            <a:spLocks noGrp="1"/>
          </p:cNvSpPr>
          <p:nvPr/>
        </p:nvSpPr>
        <p:spPr>
          <a:xfrm>
            <a:off x="2545253" y="6147938"/>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617" name="01_find_only_2616">
            <a:extLst>
              <a:ext uri="{FF2B5EF4-FFF2-40B4-BE49-F238E27FC236}">
                <a16:creationId xmlns:a16="http://schemas.microsoft.com/office/drawing/2014/main" id="{D3AF6E55-9D09-4AE0-A226-BA609A22435E}"/>
              </a:ext>
            </a:extLst>
          </p:cNvPr>
          <p:cNvSpPr>
            <a:spLocks noGrp="1"/>
          </p:cNvSpPr>
          <p:nvPr/>
        </p:nvSpPr>
        <p:spPr>
          <a:xfrm>
            <a:off x="2673000" y="555399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618" name="01_find_only_2617">
            <a:extLst>
              <a:ext uri="{FF2B5EF4-FFF2-40B4-BE49-F238E27FC236}">
                <a16:creationId xmlns:a16="http://schemas.microsoft.com/office/drawing/2014/main" id="{F15D7CAB-DB6C-4F91-A6AF-1068E31EBC02}"/>
              </a:ext>
            </a:extLst>
          </p:cNvPr>
          <p:cNvSpPr>
            <a:spLocks noGrp="1"/>
          </p:cNvSpPr>
          <p:nvPr/>
        </p:nvSpPr>
        <p:spPr>
          <a:xfrm>
            <a:off x="2634900" y="555399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619" name="text_2618">
            <a:extLst>
              <a:ext uri="{FF2B5EF4-FFF2-40B4-BE49-F238E27FC236}">
                <a16:creationId xmlns:a16="http://schemas.microsoft.com/office/drawing/2014/main" id="{FABBA204-8B30-4549-9ED6-B162FB8CA57C}"/>
              </a:ext>
            </a:extLst>
          </p:cNvPr>
          <p:cNvSpPr>
            <a:spLocks noGrp="1"/>
          </p:cNvSpPr>
          <p:nvPr/>
        </p:nvSpPr>
        <p:spPr>
          <a:xfrm>
            <a:off x="2493706" y="551393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620" name="01_find_only_2619">
            <a:extLst>
              <a:ext uri="{FF2B5EF4-FFF2-40B4-BE49-F238E27FC236}">
                <a16:creationId xmlns:a16="http://schemas.microsoft.com/office/drawing/2014/main" id="{EB30E506-2CA1-4D1C-949F-C26E23137486}"/>
              </a:ext>
            </a:extLst>
          </p:cNvPr>
          <p:cNvSpPr>
            <a:spLocks noGrp="1"/>
          </p:cNvSpPr>
          <p:nvPr/>
        </p:nvSpPr>
        <p:spPr>
          <a:xfrm>
            <a:off x="2673000" y="4919983"/>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621" name="01_find_only_2620">
            <a:extLst>
              <a:ext uri="{FF2B5EF4-FFF2-40B4-BE49-F238E27FC236}">
                <a16:creationId xmlns:a16="http://schemas.microsoft.com/office/drawing/2014/main" id="{096896B0-7254-4AFE-9A04-222B394C662F}"/>
              </a:ext>
            </a:extLst>
          </p:cNvPr>
          <p:cNvSpPr>
            <a:spLocks noGrp="1"/>
          </p:cNvSpPr>
          <p:nvPr/>
        </p:nvSpPr>
        <p:spPr>
          <a:xfrm>
            <a:off x="2634900" y="491998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622" name="text_2621">
            <a:extLst>
              <a:ext uri="{FF2B5EF4-FFF2-40B4-BE49-F238E27FC236}">
                <a16:creationId xmlns:a16="http://schemas.microsoft.com/office/drawing/2014/main" id="{5881EDE5-ADE9-480A-9FB0-CAF05286053C}"/>
              </a:ext>
            </a:extLst>
          </p:cNvPr>
          <p:cNvSpPr>
            <a:spLocks noGrp="1"/>
          </p:cNvSpPr>
          <p:nvPr/>
        </p:nvSpPr>
        <p:spPr>
          <a:xfrm>
            <a:off x="2442160" y="4879922"/>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623" name="01_find_only_2622">
            <a:extLst>
              <a:ext uri="{FF2B5EF4-FFF2-40B4-BE49-F238E27FC236}">
                <a16:creationId xmlns:a16="http://schemas.microsoft.com/office/drawing/2014/main" id="{E6DD42B7-58DC-49EC-95FE-4999FDFFB2CB}"/>
              </a:ext>
            </a:extLst>
          </p:cNvPr>
          <p:cNvSpPr>
            <a:spLocks noGrp="1"/>
          </p:cNvSpPr>
          <p:nvPr/>
        </p:nvSpPr>
        <p:spPr>
          <a:xfrm>
            <a:off x="2958234" y="5539792"/>
            <a:ext cx="28398" cy="28398"/>
          </a:xfrm>
          <a:prstGeom prst="ellipse">
            <a:avLst/>
          </a:prstGeom>
          <a:solidFill>
            <a:srgbClr val="7F8C97">
              <a:alpha val="48000"/>
            </a:srgbClr>
          </a:solidFill>
          <a:ln w="0">
            <a:noFill/>
            <a:prstDash val="solid"/>
          </a:ln>
        </p:spPr>
      </p:sp>
      <p:sp>
        <p:nvSpPr>
          <p:cNvPr id="2624" name="01_find_only_2623">
            <a:extLst>
              <a:ext uri="{FF2B5EF4-FFF2-40B4-BE49-F238E27FC236}">
                <a16:creationId xmlns:a16="http://schemas.microsoft.com/office/drawing/2014/main" id="{BCF21FE8-A995-4AC7-A80B-558169295100}"/>
              </a:ext>
            </a:extLst>
          </p:cNvPr>
          <p:cNvSpPr>
            <a:spLocks noGrp="1"/>
          </p:cNvSpPr>
          <p:nvPr/>
        </p:nvSpPr>
        <p:spPr>
          <a:xfrm>
            <a:off x="2950603" y="6173800"/>
            <a:ext cx="28398" cy="28398"/>
          </a:xfrm>
          <a:prstGeom prst="ellipse">
            <a:avLst/>
          </a:prstGeom>
          <a:solidFill>
            <a:srgbClr val="7F8C97">
              <a:alpha val="48000"/>
            </a:srgbClr>
          </a:solidFill>
          <a:ln w="0">
            <a:noFill/>
            <a:prstDash val="solid"/>
          </a:ln>
        </p:spPr>
      </p:sp>
      <p:sp>
        <p:nvSpPr>
          <p:cNvPr id="2625" name="01_find_only_2624">
            <a:extLst>
              <a:ext uri="{FF2B5EF4-FFF2-40B4-BE49-F238E27FC236}">
                <a16:creationId xmlns:a16="http://schemas.microsoft.com/office/drawing/2014/main" id="{3387C208-688C-4E7F-87F3-39BA11C88C76}"/>
              </a:ext>
            </a:extLst>
          </p:cNvPr>
          <p:cNvSpPr>
            <a:spLocks noGrp="1"/>
          </p:cNvSpPr>
          <p:nvPr/>
        </p:nvSpPr>
        <p:spPr>
          <a:xfrm>
            <a:off x="2912737" y="6173800"/>
            <a:ext cx="28398" cy="28398"/>
          </a:xfrm>
          <a:prstGeom prst="ellipse">
            <a:avLst/>
          </a:prstGeom>
          <a:solidFill>
            <a:srgbClr val="7F8C97">
              <a:alpha val="48000"/>
            </a:srgbClr>
          </a:solidFill>
          <a:ln w="0">
            <a:noFill/>
            <a:prstDash val="solid"/>
          </a:ln>
        </p:spPr>
      </p:sp>
      <p:sp>
        <p:nvSpPr>
          <p:cNvPr id="2626" name="01_find_only_2625">
            <a:extLst>
              <a:ext uri="{FF2B5EF4-FFF2-40B4-BE49-F238E27FC236}">
                <a16:creationId xmlns:a16="http://schemas.microsoft.com/office/drawing/2014/main" id="{2328FDE3-2531-417A-AD92-B02768A33470}"/>
              </a:ext>
            </a:extLst>
          </p:cNvPr>
          <p:cNvSpPr>
            <a:spLocks noGrp="1"/>
          </p:cNvSpPr>
          <p:nvPr/>
        </p:nvSpPr>
        <p:spPr>
          <a:xfrm>
            <a:off x="2965006" y="5539792"/>
            <a:ext cx="28398" cy="28398"/>
          </a:xfrm>
          <a:prstGeom prst="ellipse">
            <a:avLst/>
          </a:prstGeom>
          <a:solidFill>
            <a:srgbClr val="7F8C97">
              <a:alpha val="48000"/>
            </a:srgbClr>
          </a:solidFill>
          <a:ln w="0">
            <a:noFill/>
            <a:prstDash val="solid"/>
          </a:ln>
        </p:spPr>
      </p:sp>
      <p:sp>
        <p:nvSpPr>
          <p:cNvPr id="2627" name="01_find_only_2626">
            <a:extLst>
              <a:ext uri="{FF2B5EF4-FFF2-40B4-BE49-F238E27FC236}">
                <a16:creationId xmlns:a16="http://schemas.microsoft.com/office/drawing/2014/main" id="{4DFFA895-D687-4E7E-84EB-E1FE0700286A}"/>
              </a:ext>
            </a:extLst>
          </p:cNvPr>
          <p:cNvSpPr>
            <a:spLocks noGrp="1"/>
          </p:cNvSpPr>
          <p:nvPr/>
        </p:nvSpPr>
        <p:spPr>
          <a:xfrm>
            <a:off x="2943640" y="5811510"/>
            <a:ext cx="28398" cy="28398"/>
          </a:xfrm>
          <a:prstGeom prst="ellipse">
            <a:avLst/>
          </a:prstGeom>
          <a:solidFill>
            <a:srgbClr val="7F8C97">
              <a:alpha val="48000"/>
            </a:srgbClr>
          </a:solidFill>
          <a:ln w="0">
            <a:noFill/>
            <a:prstDash val="solid"/>
          </a:ln>
        </p:spPr>
      </p:sp>
      <p:sp>
        <p:nvSpPr>
          <p:cNvPr id="2628" name="01_find_only_2627">
            <a:extLst>
              <a:ext uri="{FF2B5EF4-FFF2-40B4-BE49-F238E27FC236}">
                <a16:creationId xmlns:a16="http://schemas.microsoft.com/office/drawing/2014/main" id="{742797C4-A119-4030-8BA1-5DC887AB6090}"/>
              </a:ext>
            </a:extLst>
          </p:cNvPr>
          <p:cNvSpPr>
            <a:spLocks noGrp="1"/>
          </p:cNvSpPr>
          <p:nvPr/>
        </p:nvSpPr>
        <p:spPr>
          <a:xfrm>
            <a:off x="2880498" y="5597429"/>
            <a:ext cx="28398" cy="28398"/>
          </a:xfrm>
          <a:prstGeom prst="ellipse">
            <a:avLst/>
          </a:prstGeom>
          <a:solidFill>
            <a:srgbClr val="7F8C97">
              <a:alpha val="48000"/>
            </a:srgbClr>
          </a:solidFill>
          <a:ln w="0">
            <a:noFill/>
            <a:prstDash val="solid"/>
          </a:ln>
        </p:spPr>
      </p:sp>
      <p:sp>
        <p:nvSpPr>
          <p:cNvPr id="2629" name="01_find_only_2628">
            <a:extLst>
              <a:ext uri="{FF2B5EF4-FFF2-40B4-BE49-F238E27FC236}">
                <a16:creationId xmlns:a16="http://schemas.microsoft.com/office/drawing/2014/main" id="{D9997DDA-8790-4705-BA3D-066B7ED953BA}"/>
              </a:ext>
            </a:extLst>
          </p:cNvPr>
          <p:cNvSpPr>
            <a:spLocks noGrp="1"/>
          </p:cNvSpPr>
          <p:nvPr/>
        </p:nvSpPr>
        <p:spPr>
          <a:xfrm>
            <a:off x="2900814" y="6173800"/>
            <a:ext cx="28398" cy="28398"/>
          </a:xfrm>
          <a:prstGeom prst="ellipse">
            <a:avLst/>
          </a:prstGeom>
          <a:solidFill>
            <a:srgbClr val="7F8C97">
              <a:alpha val="48000"/>
            </a:srgbClr>
          </a:solidFill>
          <a:ln w="0">
            <a:noFill/>
            <a:prstDash val="solid"/>
          </a:ln>
        </p:spPr>
      </p:sp>
      <p:sp>
        <p:nvSpPr>
          <p:cNvPr id="2630" name="01_find_only_2629">
            <a:extLst>
              <a:ext uri="{FF2B5EF4-FFF2-40B4-BE49-F238E27FC236}">
                <a16:creationId xmlns:a16="http://schemas.microsoft.com/office/drawing/2014/main" id="{1073870E-3C4B-4C82-B4C4-D1C0342EFB5D}"/>
              </a:ext>
            </a:extLst>
          </p:cNvPr>
          <p:cNvSpPr>
            <a:spLocks noGrp="1"/>
          </p:cNvSpPr>
          <p:nvPr/>
        </p:nvSpPr>
        <p:spPr>
          <a:xfrm>
            <a:off x="2880307" y="5856796"/>
            <a:ext cx="28398" cy="28398"/>
          </a:xfrm>
          <a:prstGeom prst="ellipse">
            <a:avLst/>
          </a:prstGeom>
          <a:solidFill>
            <a:srgbClr val="7F8C97">
              <a:alpha val="48000"/>
            </a:srgbClr>
          </a:solidFill>
          <a:ln w="0">
            <a:noFill/>
            <a:prstDash val="solid"/>
          </a:ln>
        </p:spPr>
      </p:sp>
      <p:sp>
        <p:nvSpPr>
          <p:cNvPr id="2631" name="01_find_only_2630">
            <a:extLst>
              <a:ext uri="{FF2B5EF4-FFF2-40B4-BE49-F238E27FC236}">
                <a16:creationId xmlns:a16="http://schemas.microsoft.com/office/drawing/2014/main" id="{E86146B8-F55C-4C27-8A35-F5B963D56CC3}"/>
              </a:ext>
            </a:extLst>
          </p:cNvPr>
          <p:cNvSpPr>
            <a:spLocks noGrp="1"/>
          </p:cNvSpPr>
          <p:nvPr/>
        </p:nvSpPr>
        <p:spPr>
          <a:xfrm>
            <a:off x="2934198" y="5539792"/>
            <a:ext cx="28398" cy="28398"/>
          </a:xfrm>
          <a:prstGeom prst="ellipse">
            <a:avLst/>
          </a:prstGeom>
          <a:solidFill>
            <a:srgbClr val="7F8C97">
              <a:alpha val="48000"/>
            </a:srgbClr>
          </a:solidFill>
          <a:ln w="0">
            <a:noFill/>
            <a:prstDash val="solid"/>
          </a:ln>
        </p:spPr>
      </p:sp>
      <p:sp>
        <p:nvSpPr>
          <p:cNvPr id="2632" name="01_find_only_2631">
            <a:extLst>
              <a:ext uri="{FF2B5EF4-FFF2-40B4-BE49-F238E27FC236}">
                <a16:creationId xmlns:a16="http://schemas.microsoft.com/office/drawing/2014/main" id="{676FA0C3-9565-4F20-B087-3F2B46DF6BCB}"/>
              </a:ext>
            </a:extLst>
          </p:cNvPr>
          <p:cNvSpPr>
            <a:spLocks noGrp="1"/>
          </p:cNvSpPr>
          <p:nvPr/>
        </p:nvSpPr>
        <p:spPr>
          <a:xfrm>
            <a:off x="2921798" y="6173800"/>
            <a:ext cx="28398" cy="28398"/>
          </a:xfrm>
          <a:prstGeom prst="ellipse">
            <a:avLst/>
          </a:prstGeom>
          <a:solidFill>
            <a:srgbClr val="7F8C97">
              <a:alpha val="48000"/>
            </a:srgbClr>
          </a:solidFill>
          <a:ln w="0">
            <a:noFill/>
            <a:prstDash val="solid"/>
          </a:ln>
        </p:spPr>
      </p:sp>
      <p:sp>
        <p:nvSpPr>
          <p:cNvPr id="2633" name="01_find_only_2632">
            <a:extLst>
              <a:ext uri="{FF2B5EF4-FFF2-40B4-BE49-F238E27FC236}">
                <a16:creationId xmlns:a16="http://schemas.microsoft.com/office/drawing/2014/main" id="{11F57AA2-3491-4167-940A-F8861C25718E}"/>
              </a:ext>
            </a:extLst>
          </p:cNvPr>
          <p:cNvSpPr>
            <a:spLocks noGrp="1"/>
          </p:cNvSpPr>
          <p:nvPr/>
        </p:nvSpPr>
        <p:spPr>
          <a:xfrm>
            <a:off x="2911688" y="6173800"/>
            <a:ext cx="28398" cy="28398"/>
          </a:xfrm>
          <a:prstGeom prst="ellipse">
            <a:avLst/>
          </a:prstGeom>
          <a:solidFill>
            <a:srgbClr val="7F8C97">
              <a:alpha val="48000"/>
            </a:srgbClr>
          </a:solidFill>
          <a:ln w="0">
            <a:noFill/>
            <a:prstDash val="solid"/>
          </a:ln>
        </p:spPr>
      </p:sp>
      <p:sp>
        <p:nvSpPr>
          <p:cNvPr id="2634" name="01_find_only_2633">
            <a:extLst>
              <a:ext uri="{FF2B5EF4-FFF2-40B4-BE49-F238E27FC236}">
                <a16:creationId xmlns:a16="http://schemas.microsoft.com/office/drawing/2014/main" id="{218B383E-72AA-4C06-8E42-F2B2E56581FA}"/>
              </a:ext>
            </a:extLst>
          </p:cNvPr>
          <p:cNvSpPr>
            <a:spLocks noGrp="1"/>
          </p:cNvSpPr>
          <p:nvPr/>
        </p:nvSpPr>
        <p:spPr>
          <a:xfrm>
            <a:off x="2902245" y="6139529"/>
            <a:ext cx="28398" cy="28398"/>
          </a:xfrm>
          <a:prstGeom prst="ellipse">
            <a:avLst/>
          </a:prstGeom>
          <a:solidFill>
            <a:srgbClr val="7F8C97">
              <a:alpha val="48000"/>
            </a:srgbClr>
          </a:solidFill>
          <a:ln w="0">
            <a:noFill/>
            <a:prstDash val="solid"/>
          </a:ln>
        </p:spPr>
      </p:sp>
      <p:sp>
        <p:nvSpPr>
          <p:cNvPr id="2635" name="01_find_only_2634">
            <a:extLst>
              <a:ext uri="{FF2B5EF4-FFF2-40B4-BE49-F238E27FC236}">
                <a16:creationId xmlns:a16="http://schemas.microsoft.com/office/drawing/2014/main" id="{8AA31F2D-DF2F-42C3-9AD4-C5FE06D20D28}"/>
              </a:ext>
            </a:extLst>
          </p:cNvPr>
          <p:cNvSpPr>
            <a:spLocks noGrp="1"/>
          </p:cNvSpPr>
          <p:nvPr/>
        </p:nvSpPr>
        <p:spPr>
          <a:xfrm>
            <a:off x="2913118" y="6173800"/>
            <a:ext cx="28398" cy="28398"/>
          </a:xfrm>
          <a:prstGeom prst="ellipse">
            <a:avLst/>
          </a:prstGeom>
          <a:solidFill>
            <a:srgbClr val="7F8C97">
              <a:alpha val="48000"/>
            </a:srgbClr>
          </a:solidFill>
          <a:ln w="0">
            <a:noFill/>
            <a:prstDash val="solid"/>
          </a:ln>
        </p:spPr>
      </p:sp>
      <p:sp>
        <p:nvSpPr>
          <p:cNvPr id="2636" name="01_find_only_2635">
            <a:extLst>
              <a:ext uri="{FF2B5EF4-FFF2-40B4-BE49-F238E27FC236}">
                <a16:creationId xmlns:a16="http://schemas.microsoft.com/office/drawing/2014/main" id="{DAAA4975-ABF7-4EA7-9CCE-D91336D4E71A}"/>
              </a:ext>
            </a:extLst>
          </p:cNvPr>
          <p:cNvSpPr>
            <a:spLocks noGrp="1"/>
          </p:cNvSpPr>
          <p:nvPr/>
        </p:nvSpPr>
        <p:spPr>
          <a:xfrm>
            <a:off x="2969584" y="5539792"/>
            <a:ext cx="28398" cy="28398"/>
          </a:xfrm>
          <a:prstGeom prst="ellipse">
            <a:avLst/>
          </a:prstGeom>
          <a:solidFill>
            <a:srgbClr val="7F8C97">
              <a:alpha val="48000"/>
            </a:srgbClr>
          </a:solidFill>
          <a:ln w="0">
            <a:noFill/>
            <a:prstDash val="solid"/>
          </a:ln>
        </p:spPr>
      </p:sp>
      <p:sp>
        <p:nvSpPr>
          <p:cNvPr id="2637" name="01_find_only_2636">
            <a:extLst>
              <a:ext uri="{FF2B5EF4-FFF2-40B4-BE49-F238E27FC236}">
                <a16:creationId xmlns:a16="http://schemas.microsoft.com/office/drawing/2014/main" id="{37A61AB6-A0B6-435B-AE2A-CC40CC8DA960}"/>
              </a:ext>
            </a:extLst>
          </p:cNvPr>
          <p:cNvSpPr>
            <a:spLocks noGrp="1"/>
          </p:cNvSpPr>
          <p:nvPr/>
        </p:nvSpPr>
        <p:spPr>
          <a:xfrm>
            <a:off x="2939730" y="5751128"/>
            <a:ext cx="28398" cy="28398"/>
          </a:xfrm>
          <a:prstGeom prst="ellipse">
            <a:avLst/>
          </a:prstGeom>
          <a:solidFill>
            <a:srgbClr val="7F8C97">
              <a:alpha val="48000"/>
            </a:srgbClr>
          </a:solidFill>
          <a:ln w="0">
            <a:noFill/>
            <a:prstDash val="solid"/>
          </a:ln>
        </p:spPr>
      </p:sp>
      <p:sp>
        <p:nvSpPr>
          <p:cNvPr id="2638" name="01_find_only_2637">
            <a:extLst>
              <a:ext uri="{FF2B5EF4-FFF2-40B4-BE49-F238E27FC236}">
                <a16:creationId xmlns:a16="http://schemas.microsoft.com/office/drawing/2014/main" id="{F48ADE52-2F9A-4AA8-9FE0-3688E3F3C3D8}"/>
              </a:ext>
            </a:extLst>
          </p:cNvPr>
          <p:cNvSpPr>
            <a:spLocks noGrp="1"/>
          </p:cNvSpPr>
          <p:nvPr/>
        </p:nvSpPr>
        <p:spPr>
          <a:xfrm>
            <a:off x="2946216" y="5892019"/>
            <a:ext cx="28398" cy="28398"/>
          </a:xfrm>
          <a:prstGeom prst="ellipse">
            <a:avLst/>
          </a:prstGeom>
          <a:solidFill>
            <a:srgbClr val="7F8C97">
              <a:alpha val="48000"/>
            </a:srgbClr>
          </a:solidFill>
          <a:ln w="0">
            <a:noFill/>
            <a:prstDash val="solid"/>
          </a:ln>
        </p:spPr>
      </p:sp>
      <p:sp>
        <p:nvSpPr>
          <p:cNvPr id="2639" name="01_find_only_2638">
            <a:extLst>
              <a:ext uri="{FF2B5EF4-FFF2-40B4-BE49-F238E27FC236}">
                <a16:creationId xmlns:a16="http://schemas.microsoft.com/office/drawing/2014/main" id="{73C400CA-9334-4511-99F3-20A1115ED314}"/>
              </a:ext>
            </a:extLst>
          </p:cNvPr>
          <p:cNvSpPr>
            <a:spLocks noGrp="1"/>
          </p:cNvSpPr>
          <p:nvPr/>
        </p:nvSpPr>
        <p:spPr>
          <a:xfrm>
            <a:off x="2904343" y="5751128"/>
            <a:ext cx="28398" cy="28398"/>
          </a:xfrm>
          <a:prstGeom prst="ellipse">
            <a:avLst/>
          </a:prstGeom>
          <a:solidFill>
            <a:srgbClr val="7F8C97">
              <a:alpha val="48000"/>
            </a:srgbClr>
          </a:solidFill>
          <a:ln w="0">
            <a:noFill/>
            <a:prstDash val="solid"/>
          </a:ln>
        </p:spPr>
      </p:sp>
      <p:sp>
        <p:nvSpPr>
          <p:cNvPr id="2640" name="01_find_only_2639">
            <a:extLst>
              <a:ext uri="{FF2B5EF4-FFF2-40B4-BE49-F238E27FC236}">
                <a16:creationId xmlns:a16="http://schemas.microsoft.com/office/drawing/2014/main" id="{AF10E99B-FADE-4F61-B6A4-C0A8559C5C75}"/>
              </a:ext>
            </a:extLst>
          </p:cNvPr>
          <p:cNvSpPr>
            <a:spLocks noGrp="1"/>
          </p:cNvSpPr>
          <p:nvPr/>
        </p:nvSpPr>
        <p:spPr>
          <a:xfrm>
            <a:off x="2964243" y="5751128"/>
            <a:ext cx="28398" cy="28398"/>
          </a:xfrm>
          <a:prstGeom prst="ellipse">
            <a:avLst/>
          </a:prstGeom>
          <a:solidFill>
            <a:srgbClr val="7F8C97">
              <a:alpha val="48000"/>
            </a:srgbClr>
          </a:solidFill>
          <a:ln w="0">
            <a:noFill/>
            <a:prstDash val="solid"/>
          </a:ln>
        </p:spPr>
      </p:sp>
      <p:sp>
        <p:nvSpPr>
          <p:cNvPr id="2641" name="01_find_only_2640">
            <a:extLst>
              <a:ext uri="{FF2B5EF4-FFF2-40B4-BE49-F238E27FC236}">
                <a16:creationId xmlns:a16="http://schemas.microsoft.com/office/drawing/2014/main" id="{B0E9C6FA-4545-433A-AC2E-D15254155794}"/>
              </a:ext>
            </a:extLst>
          </p:cNvPr>
          <p:cNvSpPr>
            <a:spLocks noGrp="1"/>
          </p:cNvSpPr>
          <p:nvPr/>
        </p:nvSpPr>
        <p:spPr>
          <a:xfrm>
            <a:off x="2946406" y="5712703"/>
            <a:ext cx="28398" cy="28398"/>
          </a:xfrm>
          <a:prstGeom prst="ellipse">
            <a:avLst/>
          </a:prstGeom>
          <a:solidFill>
            <a:srgbClr val="7F8C97">
              <a:alpha val="48000"/>
            </a:srgbClr>
          </a:solidFill>
          <a:ln w="0">
            <a:noFill/>
            <a:prstDash val="solid"/>
          </a:ln>
        </p:spPr>
      </p:sp>
      <p:sp>
        <p:nvSpPr>
          <p:cNvPr id="2642" name="01_find_only_2641">
            <a:extLst>
              <a:ext uri="{FF2B5EF4-FFF2-40B4-BE49-F238E27FC236}">
                <a16:creationId xmlns:a16="http://schemas.microsoft.com/office/drawing/2014/main" id="{70BB4B03-335A-411F-82C5-AC32FAC19A20}"/>
              </a:ext>
            </a:extLst>
          </p:cNvPr>
          <p:cNvSpPr>
            <a:spLocks noGrp="1"/>
          </p:cNvSpPr>
          <p:nvPr/>
        </p:nvSpPr>
        <p:spPr>
          <a:xfrm>
            <a:off x="2891944" y="6173800"/>
            <a:ext cx="28398" cy="28398"/>
          </a:xfrm>
          <a:prstGeom prst="ellipse">
            <a:avLst/>
          </a:prstGeom>
          <a:solidFill>
            <a:srgbClr val="7F8C97">
              <a:alpha val="48000"/>
            </a:srgbClr>
          </a:solidFill>
          <a:ln w="0">
            <a:noFill/>
            <a:prstDash val="solid"/>
          </a:ln>
        </p:spPr>
      </p:sp>
      <p:sp>
        <p:nvSpPr>
          <p:cNvPr id="2643" name="01_find_only_2642">
            <a:extLst>
              <a:ext uri="{FF2B5EF4-FFF2-40B4-BE49-F238E27FC236}">
                <a16:creationId xmlns:a16="http://schemas.microsoft.com/office/drawing/2014/main" id="{6A2714D9-FC3C-4230-AE85-95A4EC63DD61}"/>
              </a:ext>
            </a:extLst>
          </p:cNvPr>
          <p:cNvSpPr>
            <a:spLocks noGrp="1"/>
          </p:cNvSpPr>
          <p:nvPr/>
        </p:nvSpPr>
        <p:spPr>
          <a:xfrm>
            <a:off x="2896808" y="5666594"/>
            <a:ext cx="28398" cy="28398"/>
          </a:xfrm>
          <a:prstGeom prst="ellipse">
            <a:avLst/>
          </a:prstGeom>
          <a:solidFill>
            <a:srgbClr val="7F8C97">
              <a:alpha val="48000"/>
            </a:srgbClr>
          </a:solidFill>
          <a:ln w="0">
            <a:noFill/>
            <a:prstDash val="solid"/>
          </a:ln>
        </p:spPr>
      </p:sp>
      <p:sp>
        <p:nvSpPr>
          <p:cNvPr id="2644" name="01_find_only_2643">
            <a:extLst>
              <a:ext uri="{FF2B5EF4-FFF2-40B4-BE49-F238E27FC236}">
                <a16:creationId xmlns:a16="http://schemas.microsoft.com/office/drawing/2014/main" id="{D530A78E-295F-4464-99A0-9A3FB1C62831}"/>
              </a:ext>
            </a:extLst>
          </p:cNvPr>
          <p:cNvSpPr>
            <a:spLocks noGrp="1"/>
          </p:cNvSpPr>
          <p:nvPr/>
        </p:nvSpPr>
        <p:spPr>
          <a:xfrm>
            <a:off x="2904248" y="5539792"/>
            <a:ext cx="28398" cy="28398"/>
          </a:xfrm>
          <a:prstGeom prst="ellipse">
            <a:avLst/>
          </a:prstGeom>
          <a:solidFill>
            <a:srgbClr val="7F8C97">
              <a:alpha val="48000"/>
            </a:srgbClr>
          </a:solidFill>
          <a:ln w="0">
            <a:noFill/>
            <a:prstDash val="solid"/>
          </a:ln>
        </p:spPr>
      </p:sp>
      <p:sp>
        <p:nvSpPr>
          <p:cNvPr id="2645" name="01_find_only_2644">
            <a:extLst>
              <a:ext uri="{FF2B5EF4-FFF2-40B4-BE49-F238E27FC236}">
                <a16:creationId xmlns:a16="http://schemas.microsoft.com/office/drawing/2014/main" id="{730FBB26-14DB-4782-8A19-34FB4698332C}"/>
              </a:ext>
            </a:extLst>
          </p:cNvPr>
          <p:cNvSpPr>
            <a:spLocks noGrp="1"/>
          </p:cNvSpPr>
          <p:nvPr/>
        </p:nvSpPr>
        <p:spPr>
          <a:xfrm>
            <a:off x="2963480" y="5539792"/>
            <a:ext cx="28398" cy="28398"/>
          </a:xfrm>
          <a:prstGeom prst="ellipse">
            <a:avLst/>
          </a:prstGeom>
          <a:solidFill>
            <a:srgbClr val="7F8C97">
              <a:alpha val="48000"/>
            </a:srgbClr>
          </a:solidFill>
          <a:ln w="0">
            <a:noFill/>
            <a:prstDash val="solid"/>
          </a:ln>
        </p:spPr>
      </p:sp>
      <p:sp>
        <p:nvSpPr>
          <p:cNvPr id="2646" name="01_find_only_2645">
            <a:extLst>
              <a:ext uri="{FF2B5EF4-FFF2-40B4-BE49-F238E27FC236}">
                <a16:creationId xmlns:a16="http://schemas.microsoft.com/office/drawing/2014/main" id="{BD7F8CF8-5B64-43E0-93F0-93C8CB687278}"/>
              </a:ext>
            </a:extLst>
          </p:cNvPr>
          <p:cNvSpPr>
            <a:spLocks noGrp="1"/>
          </p:cNvSpPr>
          <p:nvPr/>
        </p:nvSpPr>
        <p:spPr>
          <a:xfrm>
            <a:off x="2905774" y="5539792"/>
            <a:ext cx="28398" cy="28398"/>
          </a:xfrm>
          <a:prstGeom prst="ellipse">
            <a:avLst/>
          </a:prstGeom>
          <a:solidFill>
            <a:srgbClr val="7F8C97">
              <a:alpha val="48000"/>
            </a:srgbClr>
          </a:solidFill>
          <a:ln w="0">
            <a:noFill/>
            <a:prstDash val="solid"/>
          </a:ln>
        </p:spPr>
      </p:sp>
      <p:sp>
        <p:nvSpPr>
          <p:cNvPr id="2647" name="01_find_only_2646">
            <a:extLst>
              <a:ext uri="{FF2B5EF4-FFF2-40B4-BE49-F238E27FC236}">
                <a16:creationId xmlns:a16="http://schemas.microsoft.com/office/drawing/2014/main" id="{468993F5-CC3E-480C-A605-22D3969BBF84}"/>
              </a:ext>
            </a:extLst>
          </p:cNvPr>
          <p:cNvSpPr>
            <a:spLocks noGrp="1"/>
          </p:cNvSpPr>
          <p:nvPr/>
        </p:nvSpPr>
        <p:spPr>
          <a:xfrm>
            <a:off x="2958138" y="5751128"/>
            <a:ext cx="28398" cy="28398"/>
          </a:xfrm>
          <a:prstGeom prst="ellipse">
            <a:avLst/>
          </a:prstGeom>
          <a:solidFill>
            <a:srgbClr val="7F8C97">
              <a:alpha val="48000"/>
            </a:srgbClr>
          </a:solidFill>
          <a:ln w="0">
            <a:noFill/>
            <a:prstDash val="solid"/>
          </a:ln>
        </p:spPr>
      </p:sp>
      <p:sp>
        <p:nvSpPr>
          <p:cNvPr id="2648" name="01_find_only_2647">
            <a:extLst>
              <a:ext uri="{FF2B5EF4-FFF2-40B4-BE49-F238E27FC236}">
                <a16:creationId xmlns:a16="http://schemas.microsoft.com/office/drawing/2014/main" id="{D5B1F3E4-4B82-4631-84B0-B011DCCBEE45}"/>
              </a:ext>
            </a:extLst>
          </p:cNvPr>
          <p:cNvSpPr>
            <a:spLocks noGrp="1"/>
          </p:cNvSpPr>
          <p:nvPr/>
        </p:nvSpPr>
        <p:spPr>
          <a:xfrm>
            <a:off x="2958901" y="5539792"/>
            <a:ext cx="28398" cy="28398"/>
          </a:xfrm>
          <a:prstGeom prst="ellipse">
            <a:avLst/>
          </a:prstGeom>
          <a:solidFill>
            <a:srgbClr val="7F8C97">
              <a:alpha val="48000"/>
            </a:srgbClr>
          </a:solidFill>
          <a:ln w="0">
            <a:noFill/>
            <a:prstDash val="solid"/>
          </a:ln>
        </p:spPr>
      </p:sp>
      <p:sp>
        <p:nvSpPr>
          <p:cNvPr id="2649" name="01_find_only_2648">
            <a:extLst>
              <a:ext uri="{FF2B5EF4-FFF2-40B4-BE49-F238E27FC236}">
                <a16:creationId xmlns:a16="http://schemas.microsoft.com/office/drawing/2014/main" id="{F9A8D318-6E03-48CE-857E-4744220C2B00}"/>
              </a:ext>
            </a:extLst>
          </p:cNvPr>
          <p:cNvSpPr>
            <a:spLocks noGrp="1"/>
          </p:cNvSpPr>
          <p:nvPr/>
        </p:nvSpPr>
        <p:spPr>
          <a:xfrm>
            <a:off x="2961381" y="5539792"/>
            <a:ext cx="28398" cy="28398"/>
          </a:xfrm>
          <a:prstGeom prst="ellipse">
            <a:avLst/>
          </a:prstGeom>
          <a:solidFill>
            <a:srgbClr val="7F8C97">
              <a:alpha val="48000"/>
            </a:srgbClr>
          </a:solidFill>
          <a:ln w="0">
            <a:noFill/>
            <a:prstDash val="solid"/>
          </a:ln>
        </p:spPr>
      </p:sp>
      <p:sp>
        <p:nvSpPr>
          <p:cNvPr id="2650" name="01_find_only_2649">
            <a:extLst>
              <a:ext uri="{FF2B5EF4-FFF2-40B4-BE49-F238E27FC236}">
                <a16:creationId xmlns:a16="http://schemas.microsoft.com/office/drawing/2014/main" id="{66F7F947-D790-4378-BCA5-943ACB95C6F6}"/>
              </a:ext>
            </a:extLst>
          </p:cNvPr>
          <p:cNvSpPr>
            <a:spLocks noGrp="1"/>
          </p:cNvSpPr>
          <p:nvPr/>
        </p:nvSpPr>
        <p:spPr>
          <a:xfrm>
            <a:off x="2906537" y="5751128"/>
            <a:ext cx="28398" cy="28398"/>
          </a:xfrm>
          <a:prstGeom prst="ellipse">
            <a:avLst/>
          </a:prstGeom>
          <a:solidFill>
            <a:srgbClr val="7F8C97">
              <a:alpha val="48000"/>
            </a:srgbClr>
          </a:solidFill>
          <a:ln w="0">
            <a:noFill/>
            <a:prstDash val="solid"/>
          </a:ln>
        </p:spPr>
      </p:sp>
      <p:sp>
        <p:nvSpPr>
          <p:cNvPr id="2651" name="01_find_only_2650">
            <a:extLst>
              <a:ext uri="{FF2B5EF4-FFF2-40B4-BE49-F238E27FC236}">
                <a16:creationId xmlns:a16="http://schemas.microsoft.com/office/drawing/2014/main" id="{C938A8C8-ADBC-4021-87B9-999B05C2CB7B}"/>
              </a:ext>
            </a:extLst>
          </p:cNvPr>
          <p:cNvSpPr>
            <a:spLocks noGrp="1"/>
          </p:cNvSpPr>
          <p:nvPr/>
        </p:nvSpPr>
        <p:spPr>
          <a:xfrm>
            <a:off x="2892134" y="5539792"/>
            <a:ext cx="28398" cy="28398"/>
          </a:xfrm>
          <a:prstGeom prst="ellipse">
            <a:avLst/>
          </a:prstGeom>
          <a:solidFill>
            <a:srgbClr val="7F8C97">
              <a:alpha val="48000"/>
            </a:srgbClr>
          </a:solidFill>
          <a:ln w="0">
            <a:noFill/>
            <a:prstDash val="solid"/>
          </a:ln>
        </p:spPr>
      </p:sp>
      <p:sp>
        <p:nvSpPr>
          <p:cNvPr id="2652" name="01_find_only_2651">
            <a:extLst>
              <a:ext uri="{FF2B5EF4-FFF2-40B4-BE49-F238E27FC236}">
                <a16:creationId xmlns:a16="http://schemas.microsoft.com/office/drawing/2014/main" id="{1CFEDA57-BB96-465F-B3F5-BFE25D04EC0B}"/>
              </a:ext>
            </a:extLst>
          </p:cNvPr>
          <p:cNvSpPr>
            <a:spLocks noGrp="1"/>
          </p:cNvSpPr>
          <p:nvPr/>
        </p:nvSpPr>
        <p:spPr>
          <a:xfrm>
            <a:off x="2947646" y="6173800"/>
            <a:ext cx="28398" cy="28398"/>
          </a:xfrm>
          <a:prstGeom prst="ellipse">
            <a:avLst/>
          </a:prstGeom>
          <a:solidFill>
            <a:srgbClr val="7F8C97">
              <a:alpha val="48000"/>
            </a:srgbClr>
          </a:solidFill>
          <a:ln w="0">
            <a:noFill/>
            <a:prstDash val="solid"/>
          </a:ln>
        </p:spPr>
      </p:sp>
      <p:sp>
        <p:nvSpPr>
          <p:cNvPr id="2653" name="01_find_only_2652">
            <a:extLst>
              <a:ext uri="{FF2B5EF4-FFF2-40B4-BE49-F238E27FC236}">
                <a16:creationId xmlns:a16="http://schemas.microsoft.com/office/drawing/2014/main" id="{5ED9F623-8466-4771-AFD1-C82A5C349362}"/>
              </a:ext>
            </a:extLst>
          </p:cNvPr>
          <p:cNvSpPr>
            <a:spLocks noGrp="1"/>
          </p:cNvSpPr>
          <p:nvPr/>
        </p:nvSpPr>
        <p:spPr>
          <a:xfrm>
            <a:off x="2887651" y="6173800"/>
            <a:ext cx="28398" cy="28398"/>
          </a:xfrm>
          <a:prstGeom prst="ellipse">
            <a:avLst/>
          </a:prstGeom>
          <a:solidFill>
            <a:srgbClr val="7F8C97">
              <a:alpha val="48000"/>
            </a:srgbClr>
          </a:solidFill>
          <a:ln w="0">
            <a:noFill/>
            <a:prstDash val="solid"/>
          </a:ln>
        </p:spPr>
      </p:sp>
      <p:sp>
        <p:nvSpPr>
          <p:cNvPr id="2654" name="01_find_only_2653">
            <a:extLst>
              <a:ext uri="{FF2B5EF4-FFF2-40B4-BE49-F238E27FC236}">
                <a16:creationId xmlns:a16="http://schemas.microsoft.com/office/drawing/2014/main" id="{4332E5D0-95E0-46E0-999D-99969A1CBBFC}"/>
              </a:ext>
            </a:extLst>
          </p:cNvPr>
          <p:cNvSpPr>
            <a:spLocks noGrp="1"/>
          </p:cNvSpPr>
          <p:nvPr/>
        </p:nvSpPr>
        <p:spPr>
          <a:xfrm>
            <a:off x="2950031" y="5666594"/>
            <a:ext cx="28398" cy="28398"/>
          </a:xfrm>
          <a:prstGeom prst="ellipse">
            <a:avLst/>
          </a:prstGeom>
          <a:solidFill>
            <a:srgbClr val="7F8C97">
              <a:alpha val="48000"/>
            </a:srgbClr>
          </a:solidFill>
          <a:ln w="0">
            <a:noFill/>
            <a:prstDash val="solid"/>
          </a:ln>
        </p:spPr>
      </p:sp>
      <p:sp>
        <p:nvSpPr>
          <p:cNvPr id="2655" name="01_find_only_2654">
            <a:extLst>
              <a:ext uri="{FF2B5EF4-FFF2-40B4-BE49-F238E27FC236}">
                <a16:creationId xmlns:a16="http://schemas.microsoft.com/office/drawing/2014/main" id="{ACC97CE3-55D7-4693-9292-87028EA14FF0}"/>
              </a:ext>
            </a:extLst>
          </p:cNvPr>
          <p:cNvSpPr>
            <a:spLocks noGrp="1"/>
          </p:cNvSpPr>
          <p:nvPr/>
        </p:nvSpPr>
        <p:spPr>
          <a:xfrm>
            <a:off x="2888510" y="5539792"/>
            <a:ext cx="28398" cy="28398"/>
          </a:xfrm>
          <a:prstGeom prst="ellipse">
            <a:avLst/>
          </a:prstGeom>
          <a:solidFill>
            <a:srgbClr val="7F8C97">
              <a:alpha val="48000"/>
            </a:srgbClr>
          </a:solidFill>
          <a:ln w="0">
            <a:noFill/>
            <a:prstDash val="solid"/>
          </a:ln>
        </p:spPr>
      </p:sp>
      <p:sp>
        <p:nvSpPr>
          <p:cNvPr id="2656" name="01_find_only_2655">
            <a:extLst>
              <a:ext uri="{FF2B5EF4-FFF2-40B4-BE49-F238E27FC236}">
                <a16:creationId xmlns:a16="http://schemas.microsoft.com/office/drawing/2014/main" id="{B0F75821-9D56-4FAD-A9C6-B876457D7521}"/>
              </a:ext>
            </a:extLst>
          </p:cNvPr>
          <p:cNvSpPr>
            <a:spLocks noGrp="1"/>
          </p:cNvSpPr>
          <p:nvPr/>
        </p:nvSpPr>
        <p:spPr>
          <a:xfrm>
            <a:off x="2968344" y="6173800"/>
            <a:ext cx="28398" cy="28398"/>
          </a:xfrm>
          <a:prstGeom prst="ellipse">
            <a:avLst/>
          </a:prstGeom>
          <a:solidFill>
            <a:srgbClr val="7F8C97">
              <a:alpha val="48000"/>
            </a:srgbClr>
          </a:solidFill>
          <a:ln w="0">
            <a:noFill/>
            <a:prstDash val="solid"/>
          </a:ln>
        </p:spPr>
      </p:sp>
      <p:sp>
        <p:nvSpPr>
          <p:cNvPr id="2657" name="01_find_only_2656">
            <a:extLst>
              <a:ext uri="{FF2B5EF4-FFF2-40B4-BE49-F238E27FC236}">
                <a16:creationId xmlns:a16="http://schemas.microsoft.com/office/drawing/2014/main" id="{82F9959C-AF9C-4DA8-A839-F66A0EF52126}"/>
              </a:ext>
            </a:extLst>
          </p:cNvPr>
          <p:cNvSpPr>
            <a:spLocks noGrp="1"/>
          </p:cNvSpPr>
          <p:nvPr/>
        </p:nvSpPr>
        <p:spPr>
          <a:xfrm>
            <a:off x="2953751" y="6173800"/>
            <a:ext cx="28398" cy="28398"/>
          </a:xfrm>
          <a:prstGeom prst="ellipse">
            <a:avLst/>
          </a:prstGeom>
          <a:solidFill>
            <a:srgbClr val="7F8C97">
              <a:alpha val="48000"/>
            </a:srgbClr>
          </a:solidFill>
          <a:ln w="0">
            <a:noFill/>
            <a:prstDash val="solid"/>
          </a:ln>
        </p:spPr>
      </p:sp>
      <p:sp>
        <p:nvSpPr>
          <p:cNvPr id="2658" name="01_find_only_2657">
            <a:extLst>
              <a:ext uri="{FF2B5EF4-FFF2-40B4-BE49-F238E27FC236}">
                <a16:creationId xmlns:a16="http://schemas.microsoft.com/office/drawing/2014/main" id="{32A46E92-3BAD-4C69-A3D8-7362143BF215}"/>
              </a:ext>
            </a:extLst>
          </p:cNvPr>
          <p:cNvSpPr>
            <a:spLocks noGrp="1"/>
          </p:cNvSpPr>
          <p:nvPr/>
        </p:nvSpPr>
        <p:spPr>
          <a:xfrm>
            <a:off x="2919223" y="6173800"/>
            <a:ext cx="28398" cy="28398"/>
          </a:xfrm>
          <a:prstGeom prst="ellipse">
            <a:avLst/>
          </a:prstGeom>
          <a:solidFill>
            <a:srgbClr val="7F8C97">
              <a:alpha val="48000"/>
            </a:srgbClr>
          </a:solidFill>
          <a:ln w="0">
            <a:noFill/>
            <a:prstDash val="solid"/>
          </a:ln>
        </p:spPr>
      </p:sp>
      <p:sp>
        <p:nvSpPr>
          <p:cNvPr id="2659" name="01_find_only_2658">
            <a:extLst>
              <a:ext uri="{FF2B5EF4-FFF2-40B4-BE49-F238E27FC236}">
                <a16:creationId xmlns:a16="http://schemas.microsoft.com/office/drawing/2014/main" id="{CE1B0355-BA83-43BF-81C3-E0A44289B419}"/>
              </a:ext>
            </a:extLst>
          </p:cNvPr>
          <p:cNvSpPr>
            <a:spLocks noGrp="1"/>
          </p:cNvSpPr>
          <p:nvPr/>
        </p:nvSpPr>
        <p:spPr>
          <a:xfrm>
            <a:off x="2903103" y="6173800"/>
            <a:ext cx="28398" cy="28398"/>
          </a:xfrm>
          <a:prstGeom prst="ellipse">
            <a:avLst/>
          </a:prstGeom>
          <a:solidFill>
            <a:srgbClr val="7F8C97">
              <a:alpha val="48000"/>
            </a:srgbClr>
          </a:solidFill>
          <a:ln w="0">
            <a:noFill/>
            <a:prstDash val="solid"/>
          </a:ln>
        </p:spPr>
      </p:sp>
      <p:sp>
        <p:nvSpPr>
          <p:cNvPr id="2660" name="01_find_only_2659">
            <a:extLst>
              <a:ext uri="{FF2B5EF4-FFF2-40B4-BE49-F238E27FC236}">
                <a16:creationId xmlns:a16="http://schemas.microsoft.com/office/drawing/2014/main" id="{FF136792-900F-4ADF-BD3C-58995064B1DB}"/>
              </a:ext>
            </a:extLst>
          </p:cNvPr>
          <p:cNvSpPr>
            <a:spLocks noGrp="1"/>
          </p:cNvSpPr>
          <p:nvPr/>
        </p:nvSpPr>
        <p:spPr>
          <a:xfrm>
            <a:off x="2971015" y="5751128"/>
            <a:ext cx="28398" cy="28398"/>
          </a:xfrm>
          <a:prstGeom prst="ellipse">
            <a:avLst/>
          </a:prstGeom>
          <a:solidFill>
            <a:srgbClr val="7F8C97">
              <a:alpha val="48000"/>
            </a:srgbClr>
          </a:solidFill>
          <a:ln w="0">
            <a:noFill/>
            <a:prstDash val="solid"/>
          </a:ln>
        </p:spPr>
      </p:sp>
      <p:sp>
        <p:nvSpPr>
          <p:cNvPr id="2661" name="01_find_only_2660">
            <a:extLst>
              <a:ext uri="{FF2B5EF4-FFF2-40B4-BE49-F238E27FC236}">
                <a16:creationId xmlns:a16="http://schemas.microsoft.com/office/drawing/2014/main" id="{63516CAC-2A45-47B5-8C4B-B1D41F372BFE}"/>
              </a:ext>
            </a:extLst>
          </p:cNvPr>
          <p:cNvSpPr>
            <a:spLocks noGrp="1"/>
          </p:cNvSpPr>
          <p:nvPr/>
        </p:nvSpPr>
        <p:spPr>
          <a:xfrm>
            <a:off x="2936391" y="6173800"/>
            <a:ext cx="28398" cy="28398"/>
          </a:xfrm>
          <a:prstGeom prst="ellipse">
            <a:avLst/>
          </a:prstGeom>
          <a:solidFill>
            <a:srgbClr val="7F8C97">
              <a:alpha val="48000"/>
            </a:srgbClr>
          </a:solidFill>
          <a:ln w="0">
            <a:noFill/>
            <a:prstDash val="solid"/>
          </a:ln>
        </p:spPr>
      </p:sp>
      <p:sp>
        <p:nvSpPr>
          <p:cNvPr id="2662" name="01_find_only_2661">
            <a:extLst>
              <a:ext uri="{FF2B5EF4-FFF2-40B4-BE49-F238E27FC236}">
                <a16:creationId xmlns:a16="http://schemas.microsoft.com/office/drawing/2014/main" id="{D7FC9226-6E7D-4DFB-A14E-019CFFF5651A}"/>
              </a:ext>
            </a:extLst>
          </p:cNvPr>
          <p:cNvSpPr>
            <a:spLocks noGrp="1"/>
          </p:cNvSpPr>
          <p:nvPr/>
        </p:nvSpPr>
        <p:spPr>
          <a:xfrm>
            <a:off x="2958138" y="6173800"/>
            <a:ext cx="28398" cy="28398"/>
          </a:xfrm>
          <a:prstGeom prst="ellipse">
            <a:avLst/>
          </a:prstGeom>
          <a:solidFill>
            <a:srgbClr val="7F8C97">
              <a:alpha val="48000"/>
            </a:srgbClr>
          </a:solidFill>
          <a:ln w="0">
            <a:noFill/>
            <a:prstDash val="solid"/>
          </a:ln>
        </p:spPr>
      </p:sp>
      <p:sp>
        <p:nvSpPr>
          <p:cNvPr id="2663" name="01_find_only_2662">
            <a:extLst>
              <a:ext uri="{FF2B5EF4-FFF2-40B4-BE49-F238E27FC236}">
                <a16:creationId xmlns:a16="http://schemas.microsoft.com/office/drawing/2014/main" id="{7AB278ED-3A68-46FA-AD45-947737FA9C49}"/>
              </a:ext>
            </a:extLst>
          </p:cNvPr>
          <p:cNvSpPr>
            <a:spLocks noGrp="1"/>
          </p:cNvSpPr>
          <p:nvPr/>
        </p:nvSpPr>
        <p:spPr>
          <a:xfrm>
            <a:off x="2891276" y="5666594"/>
            <a:ext cx="28398" cy="28398"/>
          </a:xfrm>
          <a:prstGeom prst="ellipse">
            <a:avLst/>
          </a:prstGeom>
          <a:solidFill>
            <a:srgbClr val="7F8C97">
              <a:alpha val="48000"/>
            </a:srgbClr>
          </a:solidFill>
          <a:ln w="0">
            <a:noFill/>
            <a:prstDash val="solid"/>
          </a:ln>
        </p:spPr>
      </p:sp>
      <p:sp>
        <p:nvSpPr>
          <p:cNvPr id="2664" name="01_find_only_2663">
            <a:extLst>
              <a:ext uri="{FF2B5EF4-FFF2-40B4-BE49-F238E27FC236}">
                <a16:creationId xmlns:a16="http://schemas.microsoft.com/office/drawing/2014/main" id="{4B6779DA-351C-4706-94E0-6E9E15128171}"/>
              </a:ext>
            </a:extLst>
          </p:cNvPr>
          <p:cNvSpPr>
            <a:spLocks noGrp="1"/>
          </p:cNvSpPr>
          <p:nvPr/>
        </p:nvSpPr>
        <p:spPr>
          <a:xfrm>
            <a:off x="2952225" y="5539792"/>
            <a:ext cx="28398" cy="28398"/>
          </a:xfrm>
          <a:prstGeom prst="ellipse">
            <a:avLst/>
          </a:prstGeom>
          <a:solidFill>
            <a:srgbClr val="7F8C97">
              <a:alpha val="48000"/>
            </a:srgbClr>
          </a:solidFill>
          <a:ln w="0">
            <a:noFill/>
            <a:prstDash val="solid"/>
          </a:ln>
        </p:spPr>
      </p:sp>
      <p:sp>
        <p:nvSpPr>
          <p:cNvPr id="2665" name="01_find_only_2664">
            <a:extLst>
              <a:ext uri="{FF2B5EF4-FFF2-40B4-BE49-F238E27FC236}">
                <a16:creationId xmlns:a16="http://schemas.microsoft.com/office/drawing/2014/main" id="{28C7983E-BE34-4702-8B98-9A15948D06FC}"/>
              </a:ext>
            </a:extLst>
          </p:cNvPr>
          <p:cNvSpPr>
            <a:spLocks noGrp="1"/>
          </p:cNvSpPr>
          <p:nvPr/>
        </p:nvSpPr>
        <p:spPr>
          <a:xfrm>
            <a:off x="2938394" y="5539792"/>
            <a:ext cx="28398" cy="28398"/>
          </a:xfrm>
          <a:prstGeom prst="ellipse">
            <a:avLst/>
          </a:prstGeom>
          <a:solidFill>
            <a:srgbClr val="7F8C97">
              <a:alpha val="48000"/>
            </a:srgbClr>
          </a:solidFill>
          <a:ln w="0">
            <a:noFill/>
            <a:prstDash val="solid"/>
          </a:ln>
        </p:spPr>
      </p:sp>
      <p:sp>
        <p:nvSpPr>
          <p:cNvPr id="2666" name="01_find_only_2665">
            <a:extLst>
              <a:ext uri="{FF2B5EF4-FFF2-40B4-BE49-F238E27FC236}">
                <a16:creationId xmlns:a16="http://schemas.microsoft.com/office/drawing/2014/main" id="{99EB04E6-CAD2-4B1B-935D-B2959EFD9B1F}"/>
              </a:ext>
            </a:extLst>
          </p:cNvPr>
          <p:cNvSpPr>
            <a:spLocks noGrp="1"/>
          </p:cNvSpPr>
          <p:nvPr/>
        </p:nvSpPr>
        <p:spPr>
          <a:xfrm>
            <a:off x="2877827" y="5539792"/>
            <a:ext cx="28398" cy="28398"/>
          </a:xfrm>
          <a:prstGeom prst="ellipse">
            <a:avLst/>
          </a:prstGeom>
          <a:solidFill>
            <a:srgbClr val="7F8C97">
              <a:alpha val="48000"/>
            </a:srgbClr>
          </a:solidFill>
          <a:ln w="0">
            <a:noFill/>
            <a:prstDash val="solid"/>
          </a:ln>
        </p:spPr>
      </p:sp>
      <p:sp>
        <p:nvSpPr>
          <p:cNvPr id="2667" name="01_find_only_2666">
            <a:extLst>
              <a:ext uri="{FF2B5EF4-FFF2-40B4-BE49-F238E27FC236}">
                <a16:creationId xmlns:a16="http://schemas.microsoft.com/office/drawing/2014/main" id="{53C14ABC-0D70-4B55-8334-50B6DC32B912}"/>
              </a:ext>
            </a:extLst>
          </p:cNvPr>
          <p:cNvSpPr>
            <a:spLocks noGrp="1"/>
          </p:cNvSpPr>
          <p:nvPr/>
        </p:nvSpPr>
        <p:spPr>
          <a:xfrm>
            <a:off x="2917124" y="6173800"/>
            <a:ext cx="28398" cy="28398"/>
          </a:xfrm>
          <a:prstGeom prst="ellipse">
            <a:avLst/>
          </a:prstGeom>
          <a:solidFill>
            <a:srgbClr val="7F8C97">
              <a:alpha val="48000"/>
            </a:srgbClr>
          </a:solidFill>
          <a:ln w="0">
            <a:noFill/>
            <a:prstDash val="solid"/>
          </a:ln>
        </p:spPr>
      </p:sp>
      <p:sp>
        <p:nvSpPr>
          <p:cNvPr id="2668" name="01_find_only_2667">
            <a:extLst>
              <a:ext uri="{FF2B5EF4-FFF2-40B4-BE49-F238E27FC236}">
                <a16:creationId xmlns:a16="http://schemas.microsoft.com/office/drawing/2014/main" id="{2AF35583-F190-4A66-A55A-2DCAC76C4423}"/>
              </a:ext>
            </a:extLst>
          </p:cNvPr>
          <p:cNvSpPr>
            <a:spLocks noGrp="1"/>
          </p:cNvSpPr>
          <p:nvPr/>
        </p:nvSpPr>
        <p:spPr>
          <a:xfrm>
            <a:off x="2905297" y="6173800"/>
            <a:ext cx="28398" cy="28398"/>
          </a:xfrm>
          <a:prstGeom prst="ellipse">
            <a:avLst/>
          </a:prstGeom>
          <a:solidFill>
            <a:srgbClr val="7F8C97">
              <a:alpha val="48000"/>
            </a:srgbClr>
          </a:solidFill>
          <a:ln w="0">
            <a:noFill/>
            <a:prstDash val="solid"/>
          </a:ln>
        </p:spPr>
      </p:sp>
      <p:sp>
        <p:nvSpPr>
          <p:cNvPr id="2669" name="01_find_only_2668">
            <a:extLst>
              <a:ext uri="{FF2B5EF4-FFF2-40B4-BE49-F238E27FC236}">
                <a16:creationId xmlns:a16="http://schemas.microsoft.com/office/drawing/2014/main" id="{CE19941B-F646-4A2A-9BE4-EAAA3C037DF7}"/>
              </a:ext>
            </a:extLst>
          </p:cNvPr>
          <p:cNvSpPr>
            <a:spLocks noGrp="1"/>
          </p:cNvSpPr>
          <p:nvPr/>
        </p:nvSpPr>
        <p:spPr>
          <a:xfrm>
            <a:off x="2926662" y="5539792"/>
            <a:ext cx="28398" cy="28398"/>
          </a:xfrm>
          <a:prstGeom prst="ellipse">
            <a:avLst/>
          </a:prstGeom>
          <a:solidFill>
            <a:srgbClr val="7F8C97">
              <a:alpha val="48000"/>
            </a:srgbClr>
          </a:solidFill>
          <a:ln w="0">
            <a:noFill/>
            <a:prstDash val="solid"/>
          </a:ln>
        </p:spPr>
      </p:sp>
      <p:sp>
        <p:nvSpPr>
          <p:cNvPr id="2670" name="01_find_only_2669">
            <a:extLst>
              <a:ext uri="{FF2B5EF4-FFF2-40B4-BE49-F238E27FC236}">
                <a16:creationId xmlns:a16="http://schemas.microsoft.com/office/drawing/2014/main" id="{BD86F981-86F6-4B33-9279-5367EE72C866}"/>
              </a:ext>
            </a:extLst>
          </p:cNvPr>
          <p:cNvSpPr>
            <a:spLocks noGrp="1"/>
          </p:cNvSpPr>
          <p:nvPr/>
        </p:nvSpPr>
        <p:spPr>
          <a:xfrm>
            <a:off x="2914644" y="6068132"/>
            <a:ext cx="28398" cy="28398"/>
          </a:xfrm>
          <a:prstGeom prst="ellipse">
            <a:avLst/>
          </a:prstGeom>
          <a:solidFill>
            <a:srgbClr val="7F8C97">
              <a:alpha val="48000"/>
            </a:srgbClr>
          </a:solidFill>
          <a:ln w="0">
            <a:noFill/>
            <a:prstDash val="solid"/>
          </a:ln>
        </p:spPr>
      </p:sp>
      <p:sp>
        <p:nvSpPr>
          <p:cNvPr id="2671" name="01_find_only_2670">
            <a:extLst>
              <a:ext uri="{FF2B5EF4-FFF2-40B4-BE49-F238E27FC236}">
                <a16:creationId xmlns:a16="http://schemas.microsoft.com/office/drawing/2014/main" id="{66DE8544-47D5-4C25-8D86-7401CF105D8D}"/>
              </a:ext>
            </a:extLst>
          </p:cNvPr>
          <p:cNvSpPr>
            <a:spLocks noGrp="1"/>
          </p:cNvSpPr>
          <p:nvPr/>
        </p:nvSpPr>
        <p:spPr>
          <a:xfrm>
            <a:off x="2955849" y="5856796"/>
            <a:ext cx="28398" cy="28398"/>
          </a:xfrm>
          <a:prstGeom prst="ellipse">
            <a:avLst/>
          </a:prstGeom>
          <a:solidFill>
            <a:srgbClr val="7F8C97">
              <a:alpha val="48000"/>
            </a:srgbClr>
          </a:solidFill>
          <a:ln w="0">
            <a:noFill/>
            <a:prstDash val="solid"/>
          </a:ln>
        </p:spPr>
      </p:sp>
      <p:sp>
        <p:nvSpPr>
          <p:cNvPr id="2672" name="01_find_only_2671">
            <a:extLst>
              <a:ext uri="{FF2B5EF4-FFF2-40B4-BE49-F238E27FC236}">
                <a16:creationId xmlns:a16="http://schemas.microsoft.com/office/drawing/2014/main" id="{6E28ED35-6994-48B3-B651-999C89C69CE4}"/>
              </a:ext>
            </a:extLst>
          </p:cNvPr>
          <p:cNvSpPr>
            <a:spLocks noGrp="1"/>
          </p:cNvSpPr>
          <p:nvPr/>
        </p:nvSpPr>
        <p:spPr>
          <a:xfrm>
            <a:off x="2888319" y="5539792"/>
            <a:ext cx="28398" cy="28398"/>
          </a:xfrm>
          <a:prstGeom prst="ellipse">
            <a:avLst/>
          </a:prstGeom>
          <a:solidFill>
            <a:srgbClr val="7F8C97">
              <a:alpha val="48000"/>
            </a:srgbClr>
          </a:solidFill>
          <a:ln w="0">
            <a:noFill/>
            <a:prstDash val="solid"/>
          </a:ln>
        </p:spPr>
      </p:sp>
      <p:sp>
        <p:nvSpPr>
          <p:cNvPr id="2673" name="01_find_only_2672">
            <a:extLst>
              <a:ext uri="{FF2B5EF4-FFF2-40B4-BE49-F238E27FC236}">
                <a16:creationId xmlns:a16="http://schemas.microsoft.com/office/drawing/2014/main" id="{1DC186F2-12F9-4B72-BC0B-72B92B58EEE4}"/>
              </a:ext>
            </a:extLst>
          </p:cNvPr>
          <p:cNvSpPr>
            <a:spLocks noGrp="1"/>
          </p:cNvSpPr>
          <p:nvPr/>
        </p:nvSpPr>
        <p:spPr>
          <a:xfrm>
            <a:off x="2892707" y="6173800"/>
            <a:ext cx="28398" cy="28398"/>
          </a:xfrm>
          <a:prstGeom prst="ellipse">
            <a:avLst/>
          </a:prstGeom>
          <a:solidFill>
            <a:srgbClr val="7F8C97">
              <a:alpha val="48000"/>
            </a:srgbClr>
          </a:solidFill>
          <a:ln w="0">
            <a:noFill/>
            <a:prstDash val="solid"/>
          </a:ln>
        </p:spPr>
      </p:sp>
      <p:sp>
        <p:nvSpPr>
          <p:cNvPr id="2674" name="01_find_only_2673">
            <a:extLst>
              <a:ext uri="{FF2B5EF4-FFF2-40B4-BE49-F238E27FC236}">
                <a16:creationId xmlns:a16="http://schemas.microsoft.com/office/drawing/2014/main" id="{3AF37663-E89A-419F-88E3-05B16484407A}"/>
              </a:ext>
            </a:extLst>
          </p:cNvPr>
          <p:cNvSpPr>
            <a:spLocks noGrp="1"/>
          </p:cNvSpPr>
          <p:nvPr/>
        </p:nvSpPr>
        <p:spPr>
          <a:xfrm>
            <a:off x="2932385" y="5539792"/>
            <a:ext cx="28398" cy="28398"/>
          </a:xfrm>
          <a:prstGeom prst="ellipse">
            <a:avLst/>
          </a:prstGeom>
          <a:solidFill>
            <a:srgbClr val="7F8C97">
              <a:alpha val="48000"/>
            </a:srgbClr>
          </a:solidFill>
          <a:ln w="0">
            <a:noFill/>
            <a:prstDash val="solid"/>
          </a:ln>
        </p:spPr>
      </p:sp>
      <p:sp>
        <p:nvSpPr>
          <p:cNvPr id="2675" name="01_find_only_2674">
            <a:extLst>
              <a:ext uri="{FF2B5EF4-FFF2-40B4-BE49-F238E27FC236}">
                <a16:creationId xmlns:a16="http://schemas.microsoft.com/office/drawing/2014/main" id="{D1621DFB-8267-4C5C-BF7B-736150BE9AEC}"/>
              </a:ext>
            </a:extLst>
          </p:cNvPr>
          <p:cNvSpPr>
            <a:spLocks noGrp="1"/>
          </p:cNvSpPr>
          <p:nvPr/>
        </p:nvSpPr>
        <p:spPr>
          <a:xfrm>
            <a:off x="2931527" y="5539792"/>
            <a:ext cx="28398" cy="28398"/>
          </a:xfrm>
          <a:prstGeom prst="ellipse">
            <a:avLst/>
          </a:prstGeom>
          <a:solidFill>
            <a:srgbClr val="7F8C97">
              <a:alpha val="48000"/>
            </a:srgbClr>
          </a:solidFill>
          <a:ln w="0">
            <a:noFill/>
            <a:prstDash val="solid"/>
          </a:ln>
        </p:spPr>
      </p:sp>
      <p:sp>
        <p:nvSpPr>
          <p:cNvPr id="2676" name="01_find_only_2675">
            <a:extLst>
              <a:ext uri="{FF2B5EF4-FFF2-40B4-BE49-F238E27FC236}">
                <a16:creationId xmlns:a16="http://schemas.microsoft.com/office/drawing/2014/main" id="{21233619-01DC-4145-8999-0257CF7C48B6}"/>
              </a:ext>
            </a:extLst>
          </p:cNvPr>
          <p:cNvSpPr>
            <a:spLocks noGrp="1"/>
          </p:cNvSpPr>
          <p:nvPr/>
        </p:nvSpPr>
        <p:spPr>
          <a:xfrm>
            <a:off x="2962526" y="6173800"/>
            <a:ext cx="28398" cy="28398"/>
          </a:xfrm>
          <a:prstGeom prst="ellipse">
            <a:avLst/>
          </a:prstGeom>
          <a:solidFill>
            <a:srgbClr val="7F8C97">
              <a:alpha val="48000"/>
            </a:srgbClr>
          </a:solidFill>
          <a:ln w="0">
            <a:noFill/>
            <a:prstDash val="solid"/>
          </a:ln>
        </p:spPr>
      </p:sp>
      <p:sp>
        <p:nvSpPr>
          <p:cNvPr id="2677" name="01_find_only_2676">
            <a:extLst>
              <a:ext uri="{FF2B5EF4-FFF2-40B4-BE49-F238E27FC236}">
                <a16:creationId xmlns:a16="http://schemas.microsoft.com/office/drawing/2014/main" id="{0182F25F-FA5C-48D4-93F2-167983D798BB}"/>
              </a:ext>
            </a:extLst>
          </p:cNvPr>
          <p:cNvSpPr>
            <a:spLocks noGrp="1"/>
          </p:cNvSpPr>
          <p:nvPr/>
        </p:nvSpPr>
        <p:spPr>
          <a:xfrm>
            <a:off x="2948123" y="6173800"/>
            <a:ext cx="28398" cy="28398"/>
          </a:xfrm>
          <a:prstGeom prst="ellipse">
            <a:avLst/>
          </a:prstGeom>
          <a:solidFill>
            <a:srgbClr val="7F8C97">
              <a:alpha val="48000"/>
            </a:srgbClr>
          </a:solidFill>
          <a:ln w="0">
            <a:noFill/>
            <a:prstDash val="solid"/>
          </a:ln>
        </p:spPr>
      </p:sp>
      <p:sp>
        <p:nvSpPr>
          <p:cNvPr id="2678" name="01_find_only_2677">
            <a:extLst>
              <a:ext uri="{FF2B5EF4-FFF2-40B4-BE49-F238E27FC236}">
                <a16:creationId xmlns:a16="http://schemas.microsoft.com/office/drawing/2014/main" id="{4B59C831-7918-40A5-A938-EB165CC2F865}"/>
              </a:ext>
            </a:extLst>
          </p:cNvPr>
          <p:cNvSpPr>
            <a:spLocks noGrp="1"/>
          </p:cNvSpPr>
          <p:nvPr/>
        </p:nvSpPr>
        <p:spPr>
          <a:xfrm>
            <a:off x="2903103" y="6173800"/>
            <a:ext cx="28398" cy="28398"/>
          </a:xfrm>
          <a:prstGeom prst="ellipse">
            <a:avLst/>
          </a:prstGeom>
          <a:solidFill>
            <a:srgbClr val="7F8C97">
              <a:alpha val="48000"/>
            </a:srgbClr>
          </a:solidFill>
          <a:ln w="0">
            <a:noFill/>
            <a:prstDash val="solid"/>
          </a:ln>
        </p:spPr>
      </p:sp>
      <p:sp>
        <p:nvSpPr>
          <p:cNvPr id="2679" name="01_find_only_2678">
            <a:extLst>
              <a:ext uri="{FF2B5EF4-FFF2-40B4-BE49-F238E27FC236}">
                <a16:creationId xmlns:a16="http://schemas.microsoft.com/office/drawing/2014/main" id="{0318DC5B-373D-4339-90CB-DD83A70E4841}"/>
              </a:ext>
            </a:extLst>
          </p:cNvPr>
          <p:cNvSpPr>
            <a:spLocks noGrp="1"/>
          </p:cNvSpPr>
          <p:nvPr/>
        </p:nvSpPr>
        <p:spPr>
          <a:xfrm>
            <a:off x="2950031" y="5539792"/>
            <a:ext cx="28398" cy="28398"/>
          </a:xfrm>
          <a:prstGeom prst="ellipse">
            <a:avLst/>
          </a:prstGeom>
          <a:solidFill>
            <a:srgbClr val="7F8C97">
              <a:alpha val="48000"/>
            </a:srgbClr>
          </a:solidFill>
          <a:ln w="0">
            <a:noFill/>
            <a:prstDash val="solid"/>
          </a:ln>
        </p:spPr>
      </p:sp>
      <p:sp>
        <p:nvSpPr>
          <p:cNvPr id="2680" name="01_find_only_2679">
            <a:extLst>
              <a:ext uri="{FF2B5EF4-FFF2-40B4-BE49-F238E27FC236}">
                <a16:creationId xmlns:a16="http://schemas.microsoft.com/office/drawing/2014/main" id="{C7BB203E-97C6-43D5-8FDD-43F2C5F4AE72}"/>
              </a:ext>
            </a:extLst>
          </p:cNvPr>
          <p:cNvSpPr>
            <a:spLocks noGrp="1"/>
          </p:cNvSpPr>
          <p:nvPr/>
        </p:nvSpPr>
        <p:spPr>
          <a:xfrm>
            <a:off x="2942305" y="5751128"/>
            <a:ext cx="28398" cy="28398"/>
          </a:xfrm>
          <a:prstGeom prst="ellipse">
            <a:avLst/>
          </a:prstGeom>
          <a:solidFill>
            <a:srgbClr val="7F8C97">
              <a:alpha val="48000"/>
            </a:srgbClr>
          </a:solidFill>
          <a:ln w="0">
            <a:noFill/>
            <a:prstDash val="solid"/>
          </a:ln>
        </p:spPr>
      </p:sp>
      <p:sp>
        <p:nvSpPr>
          <p:cNvPr id="2681" name="01_find_only_2680">
            <a:extLst>
              <a:ext uri="{FF2B5EF4-FFF2-40B4-BE49-F238E27FC236}">
                <a16:creationId xmlns:a16="http://schemas.microsoft.com/office/drawing/2014/main" id="{45AA65A9-BC0C-4E5C-8688-DFE05A944996}"/>
              </a:ext>
            </a:extLst>
          </p:cNvPr>
          <p:cNvSpPr>
            <a:spLocks noGrp="1"/>
          </p:cNvSpPr>
          <p:nvPr/>
        </p:nvSpPr>
        <p:spPr>
          <a:xfrm>
            <a:off x="2946406" y="6173800"/>
            <a:ext cx="28398" cy="28398"/>
          </a:xfrm>
          <a:prstGeom prst="ellipse">
            <a:avLst/>
          </a:prstGeom>
          <a:solidFill>
            <a:srgbClr val="7F8C97">
              <a:alpha val="48000"/>
            </a:srgbClr>
          </a:solidFill>
          <a:ln w="0">
            <a:noFill/>
            <a:prstDash val="solid"/>
          </a:ln>
        </p:spPr>
      </p:sp>
      <p:sp>
        <p:nvSpPr>
          <p:cNvPr id="2682" name="01_find_only_2681">
            <a:extLst>
              <a:ext uri="{FF2B5EF4-FFF2-40B4-BE49-F238E27FC236}">
                <a16:creationId xmlns:a16="http://schemas.microsoft.com/office/drawing/2014/main" id="{F8D1D2D6-744C-4AE4-9D7A-89C6972FAAF3}"/>
              </a:ext>
            </a:extLst>
          </p:cNvPr>
          <p:cNvSpPr>
            <a:spLocks noGrp="1"/>
          </p:cNvSpPr>
          <p:nvPr/>
        </p:nvSpPr>
        <p:spPr>
          <a:xfrm>
            <a:off x="2955277" y="5680683"/>
            <a:ext cx="28398" cy="28398"/>
          </a:xfrm>
          <a:prstGeom prst="ellipse">
            <a:avLst/>
          </a:prstGeom>
          <a:solidFill>
            <a:srgbClr val="7F8C97">
              <a:alpha val="48000"/>
            </a:srgbClr>
          </a:solidFill>
          <a:ln w="0">
            <a:noFill/>
            <a:prstDash val="solid"/>
          </a:ln>
        </p:spPr>
      </p:sp>
      <p:sp>
        <p:nvSpPr>
          <p:cNvPr id="2683" name="01_find_only_2682">
            <a:extLst>
              <a:ext uri="{FF2B5EF4-FFF2-40B4-BE49-F238E27FC236}">
                <a16:creationId xmlns:a16="http://schemas.microsoft.com/office/drawing/2014/main" id="{23F6381C-DB5C-4B80-92B0-C654CC5E4DA6}"/>
              </a:ext>
            </a:extLst>
          </p:cNvPr>
          <p:cNvSpPr>
            <a:spLocks noGrp="1"/>
          </p:cNvSpPr>
          <p:nvPr/>
        </p:nvSpPr>
        <p:spPr>
          <a:xfrm>
            <a:off x="2894710" y="5539792"/>
            <a:ext cx="28398" cy="28398"/>
          </a:xfrm>
          <a:prstGeom prst="ellipse">
            <a:avLst/>
          </a:prstGeom>
          <a:solidFill>
            <a:srgbClr val="7F8C97">
              <a:alpha val="48000"/>
            </a:srgbClr>
          </a:solidFill>
          <a:ln w="0">
            <a:noFill/>
            <a:prstDash val="solid"/>
          </a:ln>
        </p:spPr>
      </p:sp>
      <p:sp>
        <p:nvSpPr>
          <p:cNvPr id="2684" name="01_find_only_2683">
            <a:extLst>
              <a:ext uri="{FF2B5EF4-FFF2-40B4-BE49-F238E27FC236}">
                <a16:creationId xmlns:a16="http://schemas.microsoft.com/office/drawing/2014/main" id="{25BDDA29-0B2F-4064-B7AF-20372C32E364}"/>
              </a:ext>
            </a:extLst>
          </p:cNvPr>
          <p:cNvSpPr>
            <a:spLocks noGrp="1"/>
          </p:cNvSpPr>
          <p:nvPr/>
        </p:nvSpPr>
        <p:spPr>
          <a:xfrm>
            <a:off x="2887556" y="5751128"/>
            <a:ext cx="28398" cy="28398"/>
          </a:xfrm>
          <a:prstGeom prst="ellipse">
            <a:avLst/>
          </a:prstGeom>
          <a:solidFill>
            <a:srgbClr val="7F8C97">
              <a:alpha val="48000"/>
            </a:srgbClr>
          </a:solidFill>
          <a:ln w="0">
            <a:noFill/>
            <a:prstDash val="solid"/>
          </a:ln>
        </p:spPr>
      </p:sp>
      <p:sp>
        <p:nvSpPr>
          <p:cNvPr id="2685" name="01_find_only_2684">
            <a:extLst>
              <a:ext uri="{FF2B5EF4-FFF2-40B4-BE49-F238E27FC236}">
                <a16:creationId xmlns:a16="http://schemas.microsoft.com/office/drawing/2014/main" id="{0F47BDF1-30E7-445F-B97F-D2F56E3B8FF1}"/>
              </a:ext>
            </a:extLst>
          </p:cNvPr>
          <p:cNvSpPr>
            <a:spLocks noGrp="1"/>
          </p:cNvSpPr>
          <p:nvPr/>
        </p:nvSpPr>
        <p:spPr>
          <a:xfrm>
            <a:off x="2942496" y="5539792"/>
            <a:ext cx="28398" cy="28398"/>
          </a:xfrm>
          <a:prstGeom prst="ellipse">
            <a:avLst/>
          </a:prstGeom>
          <a:solidFill>
            <a:srgbClr val="7F8C97">
              <a:alpha val="48000"/>
            </a:srgbClr>
          </a:solidFill>
          <a:ln w="0">
            <a:noFill/>
            <a:prstDash val="solid"/>
          </a:ln>
        </p:spPr>
      </p:sp>
      <p:sp>
        <p:nvSpPr>
          <p:cNvPr id="2686" name="01_find_only_2685">
            <a:extLst>
              <a:ext uri="{FF2B5EF4-FFF2-40B4-BE49-F238E27FC236}">
                <a16:creationId xmlns:a16="http://schemas.microsoft.com/office/drawing/2014/main" id="{A399511A-4985-4435-BB02-26DDF292E7DF}"/>
              </a:ext>
            </a:extLst>
          </p:cNvPr>
          <p:cNvSpPr>
            <a:spLocks noGrp="1"/>
          </p:cNvSpPr>
          <p:nvPr/>
        </p:nvSpPr>
        <p:spPr>
          <a:xfrm>
            <a:off x="2967104" y="5539792"/>
            <a:ext cx="28398" cy="28398"/>
          </a:xfrm>
          <a:prstGeom prst="ellipse">
            <a:avLst/>
          </a:prstGeom>
          <a:solidFill>
            <a:srgbClr val="7F8C97">
              <a:alpha val="48000"/>
            </a:srgbClr>
          </a:solidFill>
          <a:ln w="0">
            <a:noFill/>
            <a:prstDash val="solid"/>
          </a:ln>
        </p:spPr>
      </p:sp>
      <p:sp>
        <p:nvSpPr>
          <p:cNvPr id="2687" name="01_find_only_2686">
            <a:extLst>
              <a:ext uri="{FF2B5EF4-FFF2-40B4-BE49-F238E27FC236}">
                <a16:creationId xmlns:a16="http://schemas.microsoft.com/office/drawing/2014/main" id="{04CC00FB-4B73-4F2E-AA5C-0ABF58044706}"/>
              </a:ext>
            </a:extLst>
          </p:cNvPr>
          <p:cNvSpPr>
            <a:spLocks noGrp="1"/>
          </p:cNvSpPr>
          <p:nvPr/>
        </p:nvSpPr>
        <p:spPr>
          <a:xfrm>
            <a:off x="2971206" y="5539792"/>
            <a:ext cx="28398" cy="28398"/>
          </a:xfrm>
          <a:prstGeom prst="ellipse">
            <a:avLst/>
          </a:prstGeom>
          <a:solidFill>
            <a:srgbClr val="7F8C97">
              <a:alpha val="48000"/>
            </a:srgbClr>
          </a:solidFill>
          <a:ln w="0">
            <a:noFill/>
            <a:prstDash val="solid"/>
          </a:ln>
        </p:spPr>
      </p:sp>
      <p:sp>
        <p:nvSpPr>
          <p:cNvPr id="2688" name="01_find_only_2687">
            <a:extLst>
              <a:ext uri="{FF2B5EF4-FFF2-40B4-BE49-F238E27FC236}">
                <a16:creationId xmlns:a16="http://schemas.microsoft.com/office/drawing/2014/main" id="{C8CF4490-9375-4D66-A3C2-C521605C14CE}"/>
              </a:ext>
            </a:extLst>
          </p:cNvPr>
          <p:cNvSpPr>
            <a:spLocks noGrp="1"/>
          </p:cNvSpPr>
          <p:nvPr/>
        </p:nvSpPr>
        <p:spPr>
          <a:xfrm>
            <a:off x="2912260" y="5539792"/>
            <a:ext cx="28398" cy="28398"/>
          </a:xfrm>
          <a:prstGeom prst="ellipse">
            <a:avLst/>
          </a:prstGeom>
          <a:solidFill>
            <a:srgbClr val="7F8C97">
              <a:alpha val="48000"/>
            </a:srgbClr>
          </a:solidFill>
          <a:ln w="0">
            <a:noFill/>
            <a:prstDash val="solid"/>
          </a:ln>
        </p:spPr>
      </p:sp>
      <p:sp>
        <p:nvSpPr>
          <p:cNvPr id="2689" name="01_find_only_2688">
            <a:extLst>
              <a:ext uri="{FF2B5EF4-FFF2-40B4-BE49-F238E27FC236}">
                <a16:creationId xmlns:a16="http://schemas.microsoft.com/office/drawing/2014/main" id="{AF6EA196-49BD-4EC6-A194-89940F0CB3B5}"/>
              </a:ext>
            </a:extLst>
          </p:cNvPr>
          <p:cNvSpPr>
            <a:spLocks noGrp="1"/>
          </p:cNvSpPr>
          <p:nvPr/>
        </p:nvSpPr>
        <p:spPr>
          <a:xfrm>
            <a:off x="2947265" y="6173800"/>
            <a:ext cx="28398" cy="28398"/>
          </a:xfrm>
          <a:prstGeom prst="ellipse">
            <a:avLst/>
          </a:prstGeom>
          <a:solidFill>
            <a:srgbClr val="7F8C97">
              <a:alpha val="48000"/>
            </a:srgbClr>
          </a:solidFill>
          <a:ln w="0">
            <a:noFill/>
            <a:prstDash val="solid"/>
          </a:ln>
        </p:spPr>
      </p:sp>
      <p:sp>
        <p:nvSpPr>
          <p:cNvPr id="2690" name="01_find_only_2689">
            <a:extLst>
              <a:ext uri="{FF2B5EF4-FFF2-40B4-BE49-F238E27FC236}">
                <a16:creationId xmlns:a16="http://schemas.microsoft.com/office/drawing/2014/main" id="{FF6321EC-E20F-4FAB-96F6-C79B5ACF44D4}"/>
              </a:ext>
            </a:extLst>
          </p:cNvPr>
          <p:cNvSpPr>
            <a:spLocks noGrp="1"/>
          </p:cNvSpPr>
          <p:nvPr/>
        </p:nvSpPr>
        <p:spPr>
          <a:xfrm>
            <a:off x="2954514" y="6173800"/>
            <a:ext cx="28398" cy="28398"/>
          </a:xfrm>
          <a:prstGeom prst="ellipse">
            <a:avLst/>
          </a:prstGeom>
          <a:solidFill>
            <a:srgbClr val="7F8C97">
              <a:alpha val="48000"/>
            </a:srgbClr>
          </a:solidFill>
          <a:ln w="0">
            <a:noFill/>
            <a:prstDash val="solid"/>
          </a:ln>
        </p:spPr>
      </p:sp>
      <p:sp>
        <p:nvSpPr>
          <p:cNvPr id="2691" name="01_find_only_2690">
            <a:extLst>
              <a:ext uri="{FF2B5EF4-FFF2-40B4-BE49-F238E27FC236}">
                <a16:creationId xmlns:a16="http://schemas.microsoft.com/office/drawing/2014/main" id="{9340578D-2DA5-4F96-810A-C751911C9C9E}"/>
              </a:ext>
            </a:extLst>
          </p:cNvPr>
          <p:cNvSpPr>
            <a:spLocks noGrp="1"/>
          </p:cNvSpPr>
          <p:nvPr/>
        </p:nvSpPr>
        <p:spPr>
          <a:xfrm>
            <a:off x="2966055" y="6173800"/>
            <a:ext cx="28398" cy="28398"/>
          </a:xfrm>
          <a:prstGeom prst="ellipse">
            <a:avLst/>
          </a:prstGeom>
          <a:solidFill>
            <a:srgbClr val="7F8C97">
              <a:alpha val="48000"/>
            </a:srgbClr>
          </a:solidFill>
          <a:ln w="0">
            <a:noFill/>
            <a:prstDash val="solid"/>
          </a:ln>
        </p:spPr>
      </p:sp>
      <p:sp>
        <p:nvSpPr>
          <p:cNvPr id="2692" name="01_find_only_2691">
            <a:extLst>
              <a:ext uri="{FF2B5EF4-FFF2-40B4-BE49-F238E27FC236}">
                <a16:creationId xmlns:a16="http://schemas.microsoft.com/office/drawing/2014/main" id="{D08AD6AC-0F7A-4A6A-8727-E2A53C73CF72}"/>
              </a:ext>
            </a:extLst>
          </p:cNvPr>
          <p:cNvSpPr>
            <a:spLocks noGrp="1"/>
          </p:cNvSpPr>
          <p:nvPr/>
        </p:nvSpPr>
        <p:spPr>
          <a:xfrm>
            <a:off x="2955945" y="6173800"/>
            <a:ext cx="28398" cy="28398"/>
          </a:xfrm>
          <a:prstGeom prst="ellipse">
            <a:avLst/>
          </a:prstGeom>
          <a:solidFill>
            <a:srgbClr val="7F8C97">
              <a:alpha val="48000"/>
            </a:srgbClr>
          </a:solidFill>
          <a:ln w="0">
            <a:noFill/>
            <a:prstDash val="solid"/>
          </a:ln>
        </p:spPr>
      </p:sp>
      <p:sp>
        <p:nvSpPr>
          <p:cNvPr id="2693" name="01_find_only_2692">
            <a:extLst>
              <a:ext uri="{FF2B5EF4-FFF2-40B4-BE49-F238E27FC236}">
                <a16:creationId xmlns:a16="http://schemas.microsoft.com/office/drawing/2014/main" id="{DD8FE616-4D78-4D93-96BB-EECD4B800931}"/>
              </a:ext>
            </a:extLst>
          </p:cNvPr>
          <p:cNvSpPr>
            <a:spLocks noGrp="1"/>
          </p:cNvSpPr>
          <p:nvPr/>
        </p:nvSpPr>
        <p:spPr>
          <a:xfrm>
            <a:off x="2941542" y="6173800"/>
            <a:ext cx="28398" cy="28398"/>
          </a:xfrm>
          <a:prstGeom prst="ellipse">
            <a:avLst/>
          </a:prstGeom>
          <a:solidFill>
            <a:srgbClr val="7F8C97">
              <a:alpha val="48000"/>
            </a:srgbClr>
          </a:solidFill>
          <a:ln w="0">
            <a:noFill/>
            <a:prstDash val="solid"/>
          </a:ln>
        </p:spPr>
      </p:sp>
      <p:sp>
        <p:nvSpPr>
          <p:cNvPr id="2694" name="01_find_only_2693">
            <a:extLst>
              <a:ext uri="{FF2B5EF4-FFF2-40B4-BE49-F238E27FC236}">
                <a16:creationId xmlns:a16="http://schemas.microsoft.com/office/drawing/2014/main" id="{9354BFC2-C1E1-44F8-B69B-6575FD278646}"/>
              </a:ext>
            </a:extLst>
          </p:cNvPr>
          <p:cNvSpPr>
            <a:spLocks noGrp="1"/>
          </p:cNvSpPr>
          <p:nvPr/>
        </p:nvSpPr>
        <p:spPr>
          <a:xfrm>
            <a:off x="2883073" y="5539792"/>
            <a:ext cx="28398" cy="28398"/>
          </a:xfrm>
          <a:prstGeom prst="ellipse">
            <a:avLst/>
          </a:prstGeom>
          <a:solidFill>
            <a:srgbClr val="7F8C97">
              <a:alpha val="48000"/>
            </a:srgbClr>
          </a:solidFill>
          <a:ln w="0">
            <a:noFill/>
            <a:prstDash val="solid"/>
          </a:ln>
        </p:spPr>
      </p:sp>
      <p:sp>
        <p:nvSpPr>
          <p:cNvPr id="2695" name="01_find_only_2694">
            <a:extLst>
              <a:ext uri="{FF2B5EF4-FFF2-40B4-BE49-F238E27FC236}">
                <a16:creationId xmlns:a16="http://schemas.microsoft.com/office/drawing/2014/main" id="{F20C943D-FD1F-4324-AE75-8B10F5DFEDB0}"/>
              </a:ext>
            </a:extLst>
          </p:cNvPr>
          <p:cNvSpPr>
            <a:spLocks noGrp="1"/>
          </p:cNvSpPr>
          <p:nvPr/>
        </p:nvSpPr>
        <p:spPr>
          <a:xfrm>
            <a:off x="2892325" y="6173800"/>
            <a:ext cx="28398" cy="28398"/>
          </a:xfrm>
          <a:prstGeom prst="ellipse">
            <a:avLst/>
          </a:prstGeom>
          <a:solidFill>
            <a:srgbClr val="7F8C97">
              <a:alpha val="48000"/>
            </a:srgbClr>
          </a:solidFill>
          <a:ln w="0">
            <a:noFill/>
            <a:prstDash val="solid"/>
          </a:ln>
        </p:spPr>
      </p:sp>
      <p:sp>
        <p:nvSpPr>
          <p:cNvPr id="2696" name="01_find_only_2695">
            <a:extLst>
              <a:ext uri="{FF2B5EF4-FFF2-40B4-BE49-F238E27FC236}">
                <a16:creationId xmlns:a16="http://schemas.microsoft.com/office/drawing/2014/main" id="{650CC239-F7F5-409E-A2EE-1C84A5478092}"/>
              </a:ext>
            </a:extLst>
          </p:cNvPr>
          <p:cNvSpPr>
            <a:spLocks noGrp="1"/>
          </p:cNvSpPr>
          <p:nvPr/>
        </p:nvSpPr>
        <p:spPr>
          <a:xfrm>
            <a:off x="2932862" y="5539792"/>
            <a:ext cx="28398" cy="28398"/>
          </a:xfrm>
          <a:prstGeom prst="ellipse">
            <a:avLst/>
          </a:prstGeom>
          <a:solidFill>
            <a:srgbClr val="7F8C97">
              <a:alpha val="48000"/>
            </a:srgbClr>
          </a:solidFill>
          <a:ln w="0">
            <a:noFill/>
            <a:prstDash val="solid"/>
          </a:ln>
        </p:spPr>
      </p:sp>
      <p:sp>
        <p:nvSpPr>
          <p:cNvPr id="2697" name="01_find_only_2696">
            <a:extLst>
              <a:ext uri="{FF2B5EF4-FFF2-40B4-BE49-F238E27FC236}">
                <a16:creationId xmlns:a16="http://schemas.microsoft.com/office/drawing/2014/main" id="{5DF5ED35-77C6-4727-8D94-879E2C4D1B7D}"/>
              </a:ext>
            </a:extLst>
          </p:cNvPr>
          <p:cNvSpPr>
            <a:spLocks noGrp="1"/>
          </p:cNvSpPr>
          <p:nvPr/>
        </p:nvSpPr>
        <p:spPr>
          <a:xfrm>
            <a:off x="2896331" y="6173800"/>
            <a:ext cx="28398" cy="28398"/>
          </a:xfrm>
          <a:prstGeom prst="ellipse">
            <a:avLst/>
          </a:prstGeom>
          <a:solidFill>
            <a:srgbClr val="7F8C97">
              <a:alpha val="48000"/>
            </a:srgbClr>
          </a:solidFill>
          <a:ln w="0">
            <a:noFill/>
            <a:prstDash val="solid"/>
          </a:ln>
        </p:spPr>
      </p:sp>
      <p:sp>
        <p:nvSpPr>
          <p:cNvPr id="2698" name="01_find_only_2697">
            <a:extLst>
              <a:ext uri="{FF2B5EF4-FFF2-40B4-BE49-F238E27FC236}">
                <a16:creationId xmlns:a16="http://schemas.microsoft.com/office/drawing/2014/main" id="{567AFA43-DAD6-4A80-8179-E2FF32CC9C53}"/>
              </a:ext>
            </a:extLst>
          </p:cNvPr>
          <p:cNvSpPr>
            <a:spLocks noGrp="1"/>
          </p:cNvSpPr>
          <p:nvPr/>
        </p:nvSpPr>
        <p:spPr>
          <a:xfrm>
            <a:off x="2913595" y="6173800"/>
            <a:ext cx="28398" cy="28398"/>
          </a:xfrm>
          <a:prstGeom prst="ellipse">
            <a:avLst/>
          </a:prstGeom>
          <a:solidFill>
            <a:srgbClr val="7F8C97">
              <a:alpha val="48000"/>
            </a:srgbClr>
          </a:solidFill>
          <a:ln w="0">
            <a:noFill/>
            <a:prstDash val="solid"/>
          </a:ln>
        </p:spPr>
      </p:sp>
      <p:sp>
        <p:nvSpPr>
          <p:cNvPr id="2699" name="01_find_only_2698">
            <a:extLst>
              <a:ext uri="{FF2B5EF4-FFF2-40B4-BE49-F238E27FC236}">
                <a16:creationId xmlns:a16="http://schemas.microsoft.com/office/drawing/2014/main" id="{E0866681-FD86-4597-A3F9-B443BA404217}"/>
              </a:ext>
            </a:extLst>
          </p:cNvPr>
          <p:cNvSpPr>
            <a:spLocks noGrp="1"/>
          </p:cNvSpPr>
          <p:nvPr/>
        </p:nvSpPr>
        <p:spPr>
          <a:xfrm>
            <a:off x="2879830" y="6173800"/>
            <a:ext cx="28398" cy="28398"/>
          </a:xfrm>
          <a:prstGeom prst="ellipse">
            <a:avLst/>
          </a:prstGeom>
          <a:solidFill>
            <a:srgbClr val="7F8C97">
              <a:alpha val="48000"/>
            </a:srgbClr>
          </a:solidFill>
          <a:ln w="0">
            <a:noFill/>
            <a:prstDash val="solid"/>
          </a:ln>
        </p:spPr>
      </p:sp>
      <p:sp>
        <p:nvSpPr>
          <p:cNvPr id="2700" name="01_find_only_2699">
            <a:extLst>
              <a:ext uri="{FF2B5EF4-FFF2-40B4-BE49-F238E27FC236}">
                <a16:creationId xmlns:a16="http://schemas.microsoft.com/office/drawing/2014/main" id="{0089731B-655F-4ACB-9513-AF866CAC0ADB}"/>
              </a:ext>
            </a:extLst>
          </p:cNvPr>
          <p:cNvSpPr>
            <a:spLocks noGrp="1"/>
          </p:cNvSpPr>
          <p:nvPr/>
        </p:nvSpPr>
        <p:spPr>
          <a:xfrm>
            <a:off x="3208234" y="4905784"/>
            <a:ext cx="28398" cy="28398"/>
          </a:xfrm>
          <a:prstGeom prst="ellipse">
            <a:avLst/>
          </a:prstGeom>
          <a:solidFill>
            <a:srgbClr val="7F8C97">
              <a:alpha val="48000"/>
            </a:srgbClr>
          </a:solidFill>
          <a:ln w="0">
            <a:noFill/>
            <a:prstDash val="solid"/>
          </a:ln>
        </p:spPr>
      </p:sp>
      <p:sp>
        <p:nvSpPr>
          <p:cNvPr id="2701" name="01_find_only_2700">
            <a:extLst>
              <a:ext uri="{FF2B5EF4-FFF2-40B4-BE49-F238E27FC236}">
                <a16:creationId xmlns:a16="http://schemas.microsoft.com/office/drawing/2014/main" id="{B82670E8-8F21-48A5-9A68-C523208BB856}"/>
              </a:ext>
            </a:extLst>
          </p:cNvPr>
          <p:cNvSpPr>
            <a:spLocks noGrp="1"/>
          </p:cNvSpPr>
          <p:nvPr/>
        </p:nvSpPr>
        <p:spPr>
          <a:xfrm>
            <a:off x="3200603" y="6173800"/>
            <a:ext cx="28398" cy="28398"/>
          </a:xfrm>
          <a:prstGeom prst="ellipse">
            <a:avLst/>
          </a:prstGeom>
          <a:solidFill>
            <a:srgbClr val="7F8C97">
              <a:alpha val="48000"/>
            </a:srgbClr>
          </a:solidFill>
          <a:ln w="0">
            <a:noFill/>
            <a:prstDash val="solid"/>
          </a:ln>
        </p:spPr>
      </p:sp>
      <p:sp>
        <p:nvSpPr>
          <p:cNvPr id="2702" name="01_find_only_2701">
            <a:extLst>
              <a:ext uri="{FF2B5EF4-FFF2-40B4-BE49-F238E27FC236}">
                <a16:creationId xmlns:a16="http://schemas.microsoft.com/office/drawing/2014/main" id="{423F66F7-FEC3-4C96-B830-9E73C2FAC991}"/>
              </a:ext>
            </a:extLst>
          </p:cNvPr>
          <p:cNvSpPr>
            <a:spLocks noGrp="1"/>
          </p:cNvSpPr>
          <p:nvPr/>
        </p:nvSpPr>
        <p:spPr>
          <a:xfrm>
            <a:off x="3162737" y="4905784"/>
            <a:ext cx="28398" cy="28398"/>
          </a:xfrm>
          <a:prstGeom prst="ellipse">
            <a:avLst/>
          </a:prstGeom>
          <a:solidFill>
            <a:srgbClr val="7F8C97">
              <a:alpha val="48000"/>
            </a:srgbClr>
          </a:solidFill>
          <a:ln w="0">
            <a:noFill/>
            <a:prstDash val="solid"/>
          </a:ln>
        </p:spPr>
      </p:sp>
      <p:sp>
        <p:nvSpPr>
          <p:cNvPr id="2703" name="01_find_only_2702">
            <a:extLst>
              <a:ext uri="{FF2B5EF4-FFF2-40B4-BE49-F238E27FC236}">
                <a16:creationId xmlns:a16="http://schemas.microsoft.com/office/drawing/2014/main" id="{22B7F12C-07E0-43F8-8396-E65AB096BC35}"/>
              </a:ext>
            </a:extLst>
          </p:cNvPr>
          <p:cNvSpPr>
            <a:spLocks noGrp="1"/>
          </p:cNvSpPr>
          <p:nvPr/>
        </p:nvSpPr>
        <p:spPr>
          <a:xfrm>
            <a:off x="3215006" y="4905784"/>
            <a:ext cx="28398" cy="28398"/>
          </a:xfrm>
          <a:prstGeom prst="ellipse">
            <a:avLst/>
          </a:prstGeom>
          <a:solidFill>
            <a:srgbClr val="7F8C97">
              <a:alpha val="48000"/>
            </a:srgbClr>
          </a:solidFill>
          <a:ln w="0">
            <a:noFill/>
            <a:prstDash val="solid"/>
          </a:ln>
        </p:spPr>
      </p:sp>
      <p:sp>
        <p:nvSpPr>
          <p:cNvPr id="2704" name="01_find_only_2703">
            <a:extLst>
              <a:ext uri="{FF2B5EF4-FFF2-40B4-BE49-F238E27FC236}">
                <a16:creationId xmlns:a16="http://schemas.microsoft.com/office/drawing/2014/main" id="{3478653D-CE30-4808-8B7D-1B0E87833F0D}"/>
              </a:ext>
            </a:extLst>
          </p:cNvPr>
          <p:cNvSpPr>
            <a:spLocks noGrp="1"/>
          </p:cNvSpPr>
          <p:nvPr/>
        </p:nvSpPr>
        <p:spPr>
          <a:xfrm>
            <a:off x="3193640" y="5268074"/>
            <a:ext cx="28398" cy="28398"/>
          </a:xfrm>
          <a:prstGeom prst="ellipse">
            <a:avLst/>
          </a:prstGeom>
          <a:solidFill>
            <a:srgbClr val="7F8C97">
              <a:alpha val="48000"/>
            </a:srgbClr>
          </a:solidFill>
          <a:ln w="0">
            <a:noFill/>
            <a:prstDash val="solid"/>
          </a:ln>
        </p:spPr>
      </p:sp>
      <p:sp>
        <p:nvSpPr>
          <p:cNvPr id="2705" name="01_find_only_2704">
            <a:extLst>
              <a:ext uri="{FF2B5EF4-FFF2-40B4-BE49-F238E27FC236}">
                <a16:creationId xmlns:a16="http://schemas.microsoft.com/office/drawing/2014/main" id="{EEBF8678-9F18-484F-9F95-4735C466B002}"/>
              </a:ext>
            </a:extLst>
          </p:cNvPr>
          <p:cNvSpPr>
            <a:spLocks noGrp="1"/>
          </p:cNvSpPr>
          <p:nvPr/>
        </p:nvSpPr>
        <p:spPr>
          <a:xfrm>
            <a:off x="3130498" y="5021058"/>
            <a:ext cx="28398" cy="28398"/>
          </a:xfrm>
          <a:prstGeom prst="ellipse">
            <a:avLst/>
          </a:prstGeom>
          <a:solidFill>
            <a:srgbClr val="7F8C97">
              <a:alpha val="48000"/>
            </a:srgbClr>
          </a:solidFill>
          <a:ln w="0">
            <a:noFill/>
            <a:prstDash val="solid"/>
          </a:ln>
        </p:spPr>
      </p:sp>
      <p:sp>
        <p:nvSpPr>
          <p:cNvPr id="2706" name="01_find_only_2705">
            <a:extLst>
              <a:ext uri="{FF2B5EF4-FFF2-40B4-BE49-F238E27FC236}">
                <a16:creationId xmlns:a16="http://schemas.microsoft.com/office/drawing/2014/main" id="{5FED91F4-D424-4065-932F-FE7E69A87E9F}"/>
              </a:ext>
            </a:extLst>
          </p:cNvPr>
          <p:cNvSpPr>
            <a:spLocks noGrp="1"/>
          </p:cNvSpPr>
          <p:nvPr/>
        </p:nvSpPr>
        <p:spPr>
          <a:xfrm>
            <a:off x="3150814" y="5539792"/>
            <a:ext cx="28398" cy="28398"/>
          </a:xfrm>
          <a:prstGeom prst="ellipse">
            <a:avLst/>
          </a:prstGeom>
          <a:solidFill>
            <a:srgbClr val="7F8C97">
              <a:alpha val="48000"/>
            </a:srgbClr>
          </a:solidFill>
          <a:ln w="0">
            <a:noFill/>
            <a:prstDash val="solid"/>
          </a:ln>
        </p:spPr>
      </p:sp>
      <p:sp>
        <p:nvSpPr>
          <p:cNvPr id="2707" name="01_find_only_2706">
            <a:extLst>
              <a:ext uri="{FF2B5EF4-FFF2-40B4-BE49-F238E27FC236}">
                <a16:creationId xmlns:a16="http://schemas.microsoft.com/office/drawing/2014/main" id="{DBC2CE40-7E21-44DB-9735-03C2D222AFEB}"/>
              </a:ext>
            </a:extLst>
          </p:cNvPr>
          <p:cNvSpPr>
            <a:spLocks noGrp="1"/>
          </p:cNvSpPr>
          <p:nvPr/>
        </p:nvSpPr>
        <p:spPr>
          <a:xfrm>
            <a:off x="3130307" y="5856796"/>
            <a:ext cx="28398" cy="28398"/>
          </a:xfrm>
          <a:prstGeom prst="ellipse">
            <a:avLst/>
          </a:prstGeom>
          <a:solidFill>
            <a:srgbClr val="7F8C97">
              <a:alpha val="48000"/>
            </a:srgbClr>
          </a:solidFill>
          <a:ln w="0">
            <a:noFill/>
            <a:prstDash val="solid"/>
          </a:ln>
        </p:spPr>
      </p:sp>
      <p:sp>
        <p:nvSpPr>
          <p:cNvPr id="2708" name="01_find_only_2707">
            <a:extLst>
              <a:ext uri="{FF2B5EF4-FFF2-40B4-BE49-F238E27FC236}">
                <a16:creationId xmlns:a16="http://schemas.microsoft.com/office/drawing/2014/main" id="{9EBE7491-ECA6-452B-BA44-C90A154F9DEE}"/>
              </a:ext>
            </a:extLst>
          </p:cNvPr>
          <p:cNvSpPr>
            <a:spLocks noGrp="1"/>
          </p:cNvSpPr>
          <p:nvPr/>
        </p:nvSpPr>
        <p:spPr>
          <a:xfrm>
            <a:off x="3184198" y="5539792"/>
            <a:ext cx="28398" cy="28398"/>
          </a:xfrm>
          <a:prstGeom prst="ellipse">
            <a:avLst/>
          </a:prstGeom>
          <a:solidFill>
            <a:srgbClr val="7F8C97">
              <a:alpha val="48000"/>
            </a:srgbClr>
          </a:solidFill>
          <a:ln w="0">
            <a:noFill/>
            <a:prstDash val="solid"/>
          </a:ln>
        </p:spPr>
      </p:sp>
      <p:sp>
        <p:nvSpPr>
          <p:cNvPr id="2709" name="01_find_only_2708">
            <a:extLst>
              <a:ext uri="{FF2B5EF4-FFF2-40B4-BE49-F238E27FC236}">
                <a16:creationId xmlns:a16="http://schemas.microsoft.com/office/drawing/2014/main" id="{3E14A43F-7048-41D0-89FB-4F59C02433E5}"/>
              </a:ext>
            </a:extLst>
          </p:cNvPr>
          <p:cNvSpPr>
            <a:spLocks noGrp="1"/>
          </p:cNvSpPr>
          <p:nvPr/>
        </p:nvSpPr>
        <p:spPr>
          <a:xfrm>
            <a:off x="3171798" y="5539792"/>
            <a:ext cx="28398" cy="28398"/>
          </a:xfrm>
          <a:prstGeom prst="ellipse">
            <a:avLst/>
          </a:prstGeom>
          <a:solidFill>
            <a:srgbClr val="7F8C97">
              <a:alpha val="48000"/>
            </a:srgbClr>
          </a:solidFill>
          <a:ln w="0">
            <a:noFill/>
            <a:prstDash val="solid"/>
          </a:ln>
        </p:spPr>
      </p:sp>
      <p:sp>
        <p:nvSpPr>
          <p:cNvPr id="2710" name="01_find_only_2709">
            <a:extLst>
              <a:ext uri="{FF2B5EF4-FFF2-40B4-BE49-F238E27FC236}">
                <a16:creationId xmlns:a16="http://schemas.microsoft.com/office/drawing/2014/main" id="{C72A4EEA-4CC9-4AD5-81BB-8AA949D910E2}"/>
              </a:ext>
            </a:extLst>
          </p:cNvPr>
          <p:cNvSpPr>
            <a:spLocks noGrp="1"/>
          </p:cNvSpPr>
          <p:nvPr/>
        </p:nvSpPr>
        <p:spPr>
          <a:xfrm>
            <a:off x="3161688" y="4905784"/>
            <a:ext cx="28398" cy="28398"/>
          </a:xfrm>
          <a:prstGeom prst="ellipse">
            <a:avLst/>
          </a:prstGeom>
          <a:solidFill>
            <a:srgbClr val="7F8C97">
              <a:alpha val="48000"/>
            </a:srgbClr>
          </a:solidFill>
          <a:ln w="0">
            <a:noFill/>
            <a:prstDash val="solid"/>
          </a:ln>
        </p:spPr>
      </p:sp>
      <p:sp>
        <p:nvSpPr>
          <p:cNvPr id="2711" name="01_find_only_2710">
            <a:extLst>
              <a:ext uri="{FF2B5EF4-FFF2-40B4-BE49-F238E27FC236}">
                <a16:creationId xmlns:a16="http://schemas.microsoft.com/office/drawing/2014/main" id="{6F88D617-BB60-4AA7-AD17-0A3601B28A6E}"/>
              </a:ext>
            </a:extLst>
          </p:cNvPr>
          <p:cNvSpPr>
            <a:spLocks noGrp="1"/>
          </p:cNvSpPr>
          <p:nvPr/>
        </p:nvSpPr>
        <p:spPr>
          <a:xfrm>
            <a:off x="3152245" y="6139529"/>
            <a:ext cx="28398" cy="28398"/>
          </a:xfrm>
          <a:prstGeom prst="ellipse">
            <a:avLst/>
          </a:prstGeom>
          <a:solidFill>
            <a:srgbClr val="7F8C97">
              <a:alpha val="48000"/>
            </a:srgbClr>
          </a:solidFill>
          <a:ln w="0">
            <a:noFill/>
            <a:prstDash val="solid"/>
          </a:ln>
        </p:spPr>
      </p:sp>
      <p:sp>
        <p:nvSpPr>
          <p:cNvPr id="2712" name="01_find_only_2711">
            <a:extLst>
              <a:ext uri="{FF2B5EF4-FFF2-40B4-BE49-F238E27FC236}">
                <a16:creationId xmlns:a16="http://schemas.microsoft.com/office/drawing/2014/main" id="{098D59C1-2F6A-488E-B5EE-27EFCDB3A6C3}"/>
              </a:ext>
            </a:extLst>
          </p:cNvPr>
          <p:cNvSpPr>
            <a:spLocks noGrp="1"/>
          </p:cNvSpPr>
          <p:nvPr/>
        </p:nvSpPr>
        <p:spPr>
          <a:xfrm>
            <a:off x="3163118" y="4905784"/>
            <a:ext cx="28398" cy="28398"/>
          </a:xfrm>
          <a:prstGeom prst="ellipse">
            <a:avLst/>
          </a:prstGeom>
          <a:solidFill>
            <a:srgbClr val="7F8C97">
              <a:alpha val="48000"/>
            </a:srgbClr>
          </a:solidFill>
          <a:ln w="0">
            <a:noFill/>
            <a:prstDash val="solid"/>
          </a:ln>
        </p:spPr>
      </p:sp>
      <p:sp>
        <p:nvSpPr>
          <p:cNvPr id="2713" name="01_find_only_2712">
            <a:extLst>
              <a:ext uri="{FF2B5EF4-FFF2-40B4-BE49-F238E27FC236}">
                <a16:creationId xmlns:a16="http://schemas.microsoft.com/office/drawing/2014/main" id="{F1E4E0F3-AE64-44E6-891E-F91E121CDB16}"/>
              </a:ext>
            </a:extLst>
          </p:cNvPr>
          <p:cNvSpPr>
            <a:spLocks noGrp="1"/>
          </p:cNvSpPr>
          <p:nvPr/>
        </p:nvSpPr>
        <p:spPr>
          <a:xfrm>
            <a:off x="3219584" y="5539792"/>
            <a:ext cx="28398" cy="28398"/>
          </a:xfrm>
          <a:prstGeom prst="ellipse">
            <a:avLst/>
          </a:prstGeom>
          <a:solidFill>
            <a:srgbClr val="7F8C97">
              <a:alpha val="48000"/>
            </a:srgbClr>
          </a:solidFill>
          <a:ln w="0">
            <a:noFill/>
            <a:prstDash val="solid"/>
          </a:ln>
        </p:spPr>
      </p:sp>
      <p:sp>
        <p:nvSpPr>
          <p:cNvPr id="2714" name="01_find_only_2713">
            <a:extLst>
              <a:ext uri="{FF2B5EF4-FFF2-40B4-BE49-F238E27FC236}">
                <a16:creationId xmlns:a16="http://schemas.microsoft.com/office/drawing/2014/main" id="{02F2996E-9E75-4B01-AB85-5A935609E860}"/>
              </a:ext>
            </a:extLst>
          </p:cNvPr>
          <p:cNvSpPr>
            <a:spLocks noGrp="1"/>
          </p:cNvSpPr>
          <p:nvPr/>
        </p:nvSpPr>
        <p:spPr>
          <a:xfrm>
            <a:off x="3189730" y="4905784"/>
            <a:ext cx="28398" cy="28398"/>
          </a:xfrm>
          <a:prstGeom prst="ellipse">
            <a:avLst/>
          </a:prstGeom>
          <a:solidFill>
            <a:srgbClr val="7F8C97">
              <a:alpha val="48000"/>
            </a:srgbClr>
          </a:solidFill>
          <a:ln w="0">
            <a:noFill/>
            <a:prstDash val="solid"/>
          </a:ln>
        </p:spPr>
      </p:sp>
      <p:sp>
        <p:nvSpPr>
          <p:cNvPr id="2715" name="01_find_only_2714">
            <a:extLst>
              <a:ext uri="{FF2B5EF4-FFF2-40B4-BE49-F238E27FC236}">
                <a16:creationId xmlns:a16="http://schemas.microsoft.com/office/drawing/2014/main" id="{ED279756-0986-4466-937D-00D7C471EE07}"/>
              </a:ext>
            </a:extLst>
          </p:cNvPr>
          <p:cNvSpPr>
            <a:spLocks noGrp="1"/>
          </p:cNvSpPr>
          <p:nvPr/>
        </p:nvSpPr>
        <p:spPr>
          <a:xfrm>
            <a:off x="3196216" y="5892019"/>
            <a:ext cx="28398" cy="28398"/>
          </a:xfrm>
          <a:prstGeom prst="ellipse">
            <a:avLst/>
          </a:prstGeom>
          <a:solidFill>
            <a:srgbClr val="7F8C97">
              <a:alpha val="48000"/>
            </a:srgbClr>
          </a:solidFill>
          <a:ln w="0">
            <a:noFill/>
            <a:prstDash val="solid"/>
          </a:ln>
        </p:spPr>
      </p:sp>
      <p:sp>
        <p:nvSpPr>
          <p:cNvPr id="2716" name="01_find_only_2715">
            <a:extLst>
              <a:ext uri="{FF2B5EF4-FFF2-40B4-BE49-F238E27FC236}">
                <a16:creationId xmlns:a16="http://schemas.microsoft.com/office/drawing/2014/main" id="{C70E48C2-B86C-40B0-BF55-087B601000B8}"/>
              </a:ext>
            </a:extLst>
          </p:cNvPr>
          <p:cNvSpPr>
            <a:spLocks noGrp="1"/>
          </p:cNvSpPr>
          <p:nvPr/>
        </p:nvSpPr>
        <p:spPr>
          <a:xfrm>
            <a:off x="3154343" y="5680683"/>
            <a:ext cx="28398" cy="28398"/>
          </a:xfrm>
          <a:prstGeom prst="ellipse">
            <a:avLst/>
          </a:prstGeom>
          <a:solidFill>
            <a:srgbClr val="7F8C97">
              <a:alpha val="48000"/>
            </a:srgbClr>
          </a:solidFill>
          <a:ln w="0">
            <a:noFill/>
            <a:prstDash val="solid"/>
          </a:ln>
        </p:spPr>
      </p:sp>
      <p:sp>
        <p:nvSpPr>
          <p:cNvPr id="2717" name="01_find_only_2716">
            <a:extLst>
              <a:ext uri="{FF2B5EF4-FFF2-40B4-BE49-F238E27FC236}">
                <a16:creationId xmlns:a16="http://schemas.microsoft.com/office/drawing/2014/main" id="{7FAC8080-5186-4247-A7DF-69BFA188A4CF}"/>
              </a:ext>
            </a:extLst>
          </p:cNvPr>
          <p:cNvSpPr>
            <a:spLocks noGrp="1"/>
          </p:cNvSpPr>
          <p:nvPr/>
        </p:nvSpPr>
        <p:spPr>
          <a:xfrm>
            <a:off x="3214243" y="5328456"/>
            <a:ext cx="28398" cy="28398"/>
          </a:xfrm>
          <a:prstGeom prst="ellipse">
            <a:avLst/>
          </a:prstGeom>
          <a:solidFill>
            <a:srgbClr val="7F8C97">
              <a:alpha val="48000"/>
            </a:srgbClr>
          </a:solidFill>
          <a:ln w="0">
            <a:noFill/>
            <a:prstDash val="solid"/>
          </a:ln>
        </p:spPr>
      </p:sp>
      <p:sp>
        <p:nvSpPr>
          <p:cNvPr id="2718" name="01_find_only_2717">
            <a:extLst>
              <a:ext uri="{FF2B5EF4-FFF2-40B4-BE49-F238E27FC236}">
                <a16:creationId xmlns:a16="http://schemas.microsoft.com/office/drawing/2014/main" id="{9C80B223-96FA-4542-82FA-C6BB4B179694}"/>
              </a:ext>
            </a:extLst>
          </p:cNvPr>
          <p:cNvSpPr>
            <a:spLocks noGrp="1"/>
          </p:cNvSpPr>
          <p:nvPr/>
        </p:nvSpPr>
        <p:spPr>
          <a:xfrm>
            <a:off x="3196406" y="5021058"/>
            <a:ext cx="28398" cy="28398"/>
          </a:xfrm>
          <a:prstGeom prst="ellipse">
            <a:avLst/>
          </a:prstGeom>
          <a:solidFill>
            <a:srgbClr val="7F8C97">
              <a:alpha val="48000"/>
            </a:srgbClr>
          </a:solidFill>
          <a:ln w="0">
            <a:noFill/>
            <a:prstDash val="solid"/>
          </a:ln>
        </p:spPr>
      </p:sp>
      <p:sp>
        <p:nvSpPr>
          <p:cNvPr id="2719" name="01_find_only_2718">
            <a:extLst>
              <a:ext uri="{FF2B5EF4-FFF2-40B4-BE49-F238E27FC236}">
                <a16:creationId xmlns:a16="http://schemas.microsoft.com/office/drawing/2014/main" id="{492593DB-A839-4C2C-8B4B-3A1CDE3A7D7D}"/>
              </a:ext>
            </a:extLst>
          </p:cNvPr>
          <p:cNvSpPr>
            <a:spLocks noGrp="1"/>
          </p:cNvSpPr>
          <p:nvPr/>
        </p:nvSpPr>
        <p:spPr>
          <a:xfrm>
            <a:off x="3141944" y="6173800"/>
            <a:ext cx="28398" cy="28398"/>
          </a:xfrm>
          <a:prstGeom prst="ellipse">
            <a:avLst/>
          </a:prstGeom>
          <a:solidFill>
            <a:srgbClr val="7F8C97">
              <a:alpha val="48000"/>
            </a:srgbClr>
          </a:solidFill>
          <a:ln w="0">
            <a:noFill/>
            <a:prstDash val="solid"/>
          </a:ln>
        </p:spPr>
      </p:sp>
      <p:sp>
        <p:nvSpPr>
          <p:cNvPr id="2720" name="01_find_only_2719">
            <a:extLst>
              <a:ext uri="{FF2B5EF4-FFF2-40B4-BE49-F238E27FC236}">
                <a16:creationId xmlns:a16="http://schemas.microsoft.com/office/drawing/2014/main" id="{C2538471-485E-435F-A29C-D26C50F87C56}"/>
              </a:ext>
            </a:extLst>
          </p:cNvPr>
          <p:cNvSpPr>
            <a:spLocks noGrp="1"/>
          </p:cNvSpPr>
          <p:nvPr/>
        </p:nvSpPr>
        <p:spPr>
          <a:xfrm>
            <a:off x="3146808" y="4905784"/>
            <a:ext cx="28398" cy="28398"/>
          </a:xfrm>
          <a:prstGeom prst="ellipse">
            <a:avLst/>
          </a:prstGeom>
          <a:solidFill>
            <a:srgbClr val="7F8C97">
              <a:alpha val="48000"/>
            </a:srgbClr>
          </a:solidFill>
          <a:ln w="0">
            <a:noFill/>
            <a:prstDash val="solid"/>
          </a:ln>
        </p:spPr>
      </p:sp>
      <p:sp>
        <p:nvSpPr>
          <p:cNvPr id="2721" name="01_find_only_2720">
            <a:extLst>
              <a:ext uri="{FF2B5EF4-FFF2-40B4-BE49-F238E27FC236}">
                <a16:creationId xmlns:a16="http://schemas.microsoft.com/office/drawing/2014/main" id="{7DF37A85-1CEC-4E88-9277-F4B70D511A23}"/>
              </a:ext>
            </a:extLst>
          </p:cNvPr>
          <p:cNvSpPr>
            <a:spLocks noGrp="1"/>
          </p:cNvSpPr>
          <p:nvPr/>
        </p:nvSpPr>
        <p:spPr>
          <a:xfrm>
            <a:off x="3154248" y="5328456"/>
            <a:ext cx="28398" cy="28398"/>
          </a:xfrm>
          <a:prstGeom prst="ellipse">
            <a:avLst/>
          </a:prstGeom>
          <a:solidFill>
            <a:srgbClr val="7F8C97">
              <a:alpha val="48000"/>
            </a:srgbClr>
          </a:solidFill>
          <a:ln w="0">
            <a:noFill/>
            <a:prstDash val="solid"/>
          </a:ln>
        </p:spPr>
      </p:sp>
      <p:sp>
        <p:nvSpPr>
          <p:cNvPr id="2722" name="01_find_only_2721">
            <a:extLst>
              <a:ext uri="{FF2B5EF4-FFF2-40B4-BE49-F238E27FC236}">
                <a16:creationId xmlns:a16="http://schemas.microsoft.com/office/drawing/2014/main" id="{B07A3C49-E4C1-4506-B159-E7E01E78E7CE}"/>
              </a:ext>
            </a:extLst>
          </p:cNvPr>
          <p:cNvSpPr>
            <a:spLocks noGrp="1"/>
          </p:cNvSpPr>
          <p:nvPr/>
        </p:nvSpPr>
        <p:spPr>
          <a:xfrm>
            <a:off x="3213480" y="5539792"/>
            <a:ext cx="28398" cy="28398"/>
          </a:xfrm>
          <a:prstGeom prst="ellipse">
            <a:avLst/>
          </a:prstGeom>
          <a:solidFill>
            <a:srgbClr val="7F8C97">
              <a:alpha val="48000"/>
            </a:srgbClr>
          </a:solidFill>
          <a:ln w="0">
            <a:noFill/>
            <a:prstDash val="solid"/>
          </a:ln>
        </p:spPr>
      </p:sp>
      <p:sp>
        <p:nvSpPr>
          <p:cNvPr id="2723" name="01_find_only_2722">
            <a:extLst>
              <a:ext uri="{FF2B5EF4-FFF2-40B4-BE49-F238E27FC236}">
                <a16:creationId xmlns:a16="http://schemas.microsoft.com/office/drawing/2014/main" id="{7A320FF7-9679-4D2A-A3B5-560ADBA592B5}"/>
              </a:ext>
            </a:extLst>
          </p:cNvPr>
          <p:cNvSpPr>
            <a:spLocks noGrp="1"/>
          </p:cNvSpPr>
          <p:nvPr/>
        </p:nvSpPr>
        <p:spPr>
          <a:xfrm>
            <a:off x="3155774" y="4905784"/>
            <a:ext cx="28398" cy="28398"/>
          </a:xfrm>
          <a:prstGeom prst="ellipse">
            <a:avLst/>
          </a:prstGeom>
          <a:solidFill>
            <a:srgbClr val="7F8C97">
              <a:alpha val="48000"/>
            </a:srgbClr>
          </a:solidFill>
          <a:ln w="0">
            <a:noFill/>
            <a:prstDash val="solid"/>
          </a:ln>
        </p:spPr>
      </p:sp>
      <p:sp>
        <p:nvSpPr>
          <p:cNvPr id="2724" name="01_find_only_2723">
            <a:extLst>
              <a:ext uri="{FF2B5EF4-FFF2-40B4-BE49-F238E27FC236}">
                <a16:creationId xmlns:a16="http://schemas.microsoft.com/office/drawing/2014/main" id="{C35B6C69-E805-4C87-A0AD-9C75EE990F7D}"/>
              </a:ext>
            </a:extLst>
          </p:cNvPr>
          <p:cNvSpPr>
            <a:spLocks noGrp="1"/>
          </p:cNvSpPr>
          <p:nvPr/>
        </p:nvSpPr>
        <p:spPr>
          <a:xfrm>
            <a:off x="3208138" y="5610237"/>
            <a:ext cx="28398" cy="28398"/>
          </a:xfrm>
          <a:prstGeom prst="ellipse">
            <a:avLst/>
          </a:prstGeom>
          <a:solidFill>
            <a:srgbClr val="7F8C97">
              <a:alpha val="48000"/>
            </a:srgbClr>
          </a:solidFill>
          <a:ln w="0">
            <a:noFill/>
            <a:prstDash val="solid"/>
          </a:ln>
        </p:spPr>
      </p:sp>
      <p:sp>
        <p:nvSpPr>
          <p:cNvPr id="2725" name="01_find_only_2724">
            <a:extLst>
              <a:ext uri="{FF2B5EF4-FFF2-40B4-BE49-F238E27FC236}">
                <a16:creationId xmlns:a16="http://schemas.microsoft.com/office/drawing/2014/main" id="{E73E252F-D72A-40E9-9D8C-2981A6AD17A1}"/>
              </a:ext>
            </a:extLst>
          </p:cNvPr>
          <p:cNvSpPr>
            <a:spLocks noGrp="1"/>
          </p:cNvSpPr>
          <p:nvPr/>
        </p:nvSpPr>
        <p:spPr>
          <a:xfrm>
            <a:off x="3208901" y="4905784"/>
            <a:ext cx="28398" cy="28398"/>
          </a:xfrm>
          <a:prstGeom prst="ellipse">
            <a:avLst/>
          </a:prstGeom>
          <a:solidFill>
            <a:srgbClr val="7F8C97">
              <a:alpha val="48000"/>
            </a:srgbClr>
          </a:solidFill>
          <a:ln w="0">
            <a:noFill/>
            <a:prstDash val="solid"/>
          </a:ln>
        </p:spPr>
      </p:sp>
      <p:sp>
        <p:nvSpPr>
          <p:cNvPr id="2726" name="01_find_only_2725">
            <a:extLst>
              <a:ext uri="{FF2B5EF4-FFF2-40B4-BE49-F238E27FC236}">
                <a16:creationId xmlns:a16="http://schemas.microsoft.com/office/drawing/2014/main" id="{28FE05D9-AC11-427C-92D0-292198946336}"/>
              </a:ext>
            </a:extLst>
          </p:cNvPr>
          <p:cNvSpPr>
            <a:spLocks noGrp="1"/>
          </p:cNvSpPr>
          <p:nvPr/>
        </p:nvSpPr>
        <p:spPr>
          <a:xfrm>
            <a:off x="3211381" y="5539792"/>
            <a:ext cx="28398" cy="28398"/>
          </a:xfrm>
          <a:prstGeom prst="ellipse">
            <a:avLst/>
          </a:prstGeom>
          <a:solidFill>
            <a:srgbClr val="7F8C97">
              <a:alpha val="48000"/>
            </a:srgbClr>
          </a:solidFill>
          <a:ln w="0">
            <a:noFill/>
            <a:prstDash val="solid"/>
          </a:ln>
        </p:spPr>
      </p:sp>
      <p:sp>
        <p:nvSpPr>
          <p:cNvPr id="2727" name="01_find_only_2726">
            <a:extLst>
              <a:ext uri="{FF2B5EF4-FFF2-40B4-BE49-F238E27FC236}">
                <a16:creationId xmlns:a16="http://schemas.microsoft.com/office/drawing/2014/main" id="{E821FD65-38A3-43AB-A1C7-3D4FD4CA7BE3}"/>
              </a:ext>
            </a:extLst>
          </p:cNvPr>
          <p:cNvSpPr>
            <a:spLocks noGrp="1"/>
          </p:cNvSpPr>
          <p:nvPr/>
        </p:nvSpPr>
        <p:spPr>
          <a:xfrm>
            <a:off x="3156537" y="5751128"/>
            <a:ext cx="28398" cy="28398"/>
          </a:xfrm>
          <a:prstGeom prst="ellipse">
            <a:avLst/>
          </a:prstGeom>
          <a:solidFill>
            <a:srgbClr val="7F8C97">
              <a:alpha val="48000"/>
            </a:srgbClr>
          </a:solidFill>
          <a:ln w="0">
            <a:noFill/>
            <a:prstDash val="solid"/>
          </a:ln>
        </p:spPr>
      </p:sp>
      <p:sp>
        <p:nvSpPr>
          <p:cNvPr id="2728" name="01_find_only_2727">
            <a:extLst>
              <a:ext uri="{FF2B5EF4-FFF2-40B4-BE49-F238E27FC236}">
                <a16:creationId xmlns:a16="http://schemas.microsoft.com/office/drawing/2014/main" id="{411C101E-2880-45DA-8F23-35D40AEFE52E}"/>
              </a:ext>
            </a:extLst>
          </p:cNvPr>
          <p:cNvSpPr>
            <a:spLocks noGrp="1"/>
          </p:cNvSpPr>
          <p:nvPr/>
        </p:nvSpPr>
        <p:spPr>
          <a:xfrm>
            <a:off x="3142134" y="4905784"/>
            <a:ext cx="28398" cy="28398"/>
          </a:xfrm>
          <a:prstGeom prst="ellipse">
            <a:avLst/>
          </a:prstGeom>
          <a:solidFill>
            <a:srgbClr val="7F8C97">
              <a:alpha val="48000"/>
            </a:srgbClr>
          </a:solidFill>
          <a:ln w="0">
            <a:noFill/>
            <a:prstDash val="solid"/>
          </a:ln>
        </p:spPr>
      </p:sp>
      <p:sp>
        <p:nvSpPr>
          <p:cNvPr id="2729" name="01_find_only_2728">
            <a:extLst>
              <a:ext uri="{FF2B5EF4-FFF2-40B4-BE49-F238E27FC236}">
                <a16:creationId xmlns:a16="http://schemas.microsoft.com/office/drawing/2014/main" id="{F9477938-FE61-4A79-A003-E3B702F01266}"/>
              </a:ext>
            </a:extLst>
          </p:cNvPr>
          <p:cNvSpPr>
            <a:spLocks noGrp="1"/>
          </p:cNvSpPr>
          <p:nvPr/>
        </p:nvSpPr>
        <p:spPr>
          <a:xfrm>
            <a:off x="3197646" y="6173800"/>
            <a:ext cx="28398" cy="28398"/>
          </a:xfrm>
          <a:prstGeom prst="ellipse">
            <a:avLst/>
          </a:prstGeom>
          <a:solidFill>
            <a:srgbClr val="7F8C97">
              <a:alpha val="48000"/>
            </a:srgbClr>
          </a:solidFill>
          <a:ln w="0">
            <a:noFill/>
            <a:prstDash val="solid"/>
          </a:ln>
        </p:spPr>
      </p:sp>
      <p:sp>
        <p:nvSpPr>
          <p:cNvPr id="2730" name="01_find_only_2729">
            <a:extLst>
              <a:ext uri="{FF2B5EF4-FFF2-40B4-BE49-F238E27FC236}">
                <a16:creationId xmlns:a16="http://schemas.microsoft.com/office/drawing/2014/main" id="{CE0227E9-A2C7-4F3E-9F68-AD3B4825C88A}"/>
              </a:ext>
            </a:extLst>
          </p:cNvPr>
          <p:cNvSpPr>
            <a:spLocks noGrp="1"/>
          </p:cNvSpPr>
          <p:nvPr/>
        </p:nvSpPr>
        <p:spPr>
          <a:xfrm>
            <a:off x="3137651" y="4905784"/>
            <a:ext cx="28398" cy="28398"/>
          </a:xfrm>
          <a:prstGeom prst="ellipse">
            <a:avLst/>
          </a:prstGeom>
          <a:solidFill>
            <a:srgbClr val="7F8C97">
              <a:alpha val="48000"/>
            </a:srgbClr>
          </a:solidFill>
          <a:ln w="0">
            <a:noFill/>
            <a:prstDash val="solid"/>
          </a:ln>
        </p:spPr>
      </p:sp>
      <p:sp>
        <p:nvSpPr>
          <p:cNvPr id="2731" name="01_find_only_2730">
            <a:extLst>
              <a:ext uri="{FF2B5EF4-FFF2-40B4-BE49-F238E27FC236}">
                <a16:creationId xmlns:a16="http://schemas.microsoft.com/office/drawing/2014/main" id="{84B5C48C-5ED5-4FFE-B3AD-7CE94C44E1FD}"/>
              </a:ext>
            </a:extLst>
          </p:cNvPr>
          <p:cNvSpPr>
            <a:spLocks noGrp="1"/>
          </p:cNvSpPr>
          <p:nvPr/>
        </p:nvSpPr>
        <p:spPr>
          <a:xfrm>
            <a:off x="3200031" y="4905784"/>
            <a:ext cx="28398" cy="28398"/>
          </a:xfrm>
          <a:prstGeom prst="ellipse">
            <a:avLst/>
          </a:prstGeom>
          <a:solidFill>
            <a:srgbClr val="7F8C97">
              <a:alpha val="48000"/>
            </a:srgbClr>
          </a:solidFill>
          <a:ln w="0">
            <a:noFill/>
            <a:prstDash val="solid"/>
          </a:ln>
        </p:spPr>
      </p:sp>
      <p:sp>
        <p:nvSpPr>
          <p:cNvPr id="2732" name="01_find_only_2731">
            <a:extLst>
              <a:ext uri="{FF2B5EF4-FFF2-40B4-BE49-F238E27FC236}">
                <a16:creationId xmlns:a16="http://schemas.microsoft.com/office/drawing/2014/main" id="{48458657-769C-43BA-978C-D2235958EE94}"/>
              </a:ext>
            </a:extLst>
          </p:cNvPr>
          <p:cNvSpPr>
            <a:spLocks noGrp="1"/>
          </p:cNvSpPr>
          <p:nvPr/>
        </p:nvSpPr>
        <p:spPr>
          <a:xfrm>
            <a:off x="3138510" y="4905784"/>
            <a:ext cx="28398" cy="28398"/>
          </a:xfrm>
          <a:prstGeom prst="ellipse">
            <a:avLst/>
          </a:prstGeom>
          <a:solidFill>
            <a:srgbClr val="7F8C97">
              <a:alpha val="48000"/>
            </a:srgbClr>
          </a:solidFill>
          <a:ln w="0">
            <a:noFill/>
            <a:prstDash val="solid"/>
          </a:ln>
        </p:spPr>
      </p:sp>
      <p:sp>
        <p:nvSpPr>
          <p:cNvPr id="2733" name="01_find_only_2732">
            <a:extLst>
              <a:ext uri="{FF2B5EF4-FFF2-40B4-BE49-F238E27FC236}">
                <a16:creationId xmlns:a16="http://schemas.microsoft.com/office/drawing/2014/main" id="{D7B77316-D369-4D6E-9D2A-C8F2A7C37F0E}"/>
              </a:ext>
            </a:extLst>
          </p:cNvPr>
          <p:cNvSpPr>
            <a:spLocks noGrp="1"/>
          </p:cNvSpPr>
          <p:nvPr/>
        </p:nvSpPr>
        <p:spPr>
          <a:xfrm>
            <a:off x="3218344" y="4905784"/>
            <a:ext cx="28398" cy="28398"/>
          </a:xfrm>
          <a:prstGeom prst="ellipse">
            <a:avLst/>
          </a:prstGeom>
          <a:solidFill>
            <a:srgbClr val="7F8C97">
              <a:alpha val="48000"/>
            </a:srgbClr>
          </a:solidFill>
          <a:ln w="0">
            <a:noFill/>
            <a:prstDash val="solid"/>
          </a:ln>
        </p:spPr>
      </p:sp>
      <p:sp>
        <p:nvSpPr>
          <p:cNvPr id="2734" name="01_find_only_2733">
            <a:extLst>
              <a:ext uri="{FF2B5EF4-FFF2-40B4-BE49-F238E27FC236}">
                <a16:creationId xmlns:a16="http://schemas.microsoft.com/office/drawing/2014/main" id="{71BB3596-AFF3-4E0E-BDD4-CA299EB6A5EF}"/>
              </a:ext>
            </a:extLst>
          </p:cNvPr>
          <p:cNvSpPr>
            <a:spLocks noGrp="1"/>
          </p:cNvSpPr>
          <p:nvPr/>
        </p:nvSpPr>
        <p:spPr>
          <a:xfrm>
            <a:off x="3203751" y="4905784"/>
            <a:ext cx="28398" cy="28398"/>
          </a:xfrm>
          <a:prstGeom prst="ellipse">
            <a:avLst/>
          </a:prstGeom>
          <a:solidFill>
            <a:srgbClr val="7F8C97">
              <a:alpha val="48000"/>
            </a:srgbClr>
          </a:solidFill>
          <a:ln w="0">
            <a:noFill/>
            <a:prstDash val="solid"/>
          </a:ln>
        </p:spPr>
      </p:sp>
      <p:sp>
        <p:nvSpPr>
          <p:cNvPr id="2735" name="01_find_only_2734">
            <a:extLst>
              <a:ext uri="{FF2B5EF4-FFF2-40B4-BE49-F238E27FC236}">
                <a16:creationId xmlns:a16="http://schemas.microsoft.com/office/drawing/2014/main" id="{B466983D-2D6E-42F5-91DD-CBBA88FD5F15}"/>
              </a:ext>
            </a:extLst>
          </p:cNvPr>
          <p:cNvSpPr>
            <a:spLocks noGrp="1"/>
          </p:cNvSpPr>
          <p:nvPr/>
        </p:nvSpPr>
        <p:spPr>
          <a:xfrm>
            <a:off x="3169223" y="6173800"/>
            <a:ext cx="28398" cy="28398"/>
          </a:xfrm>
          <a:prstGeom prst="ellipse">
            <a:avLst/>
          </a:prstGeom>
          <a:solidFill>
            <a:srgbClr val="7F8C97">
              <a:alpha val="48000"/>
            </a:srgbClr>
          </a:solidFill>
          <a:ln w="0">
            <a:noFill/>
            <a:prstDash val="solid"/>
          </a:ln>
        </p:spPr>
      </p:sp>
      <p:sp>
        <p:nvSpPr>
          <p:cNvPr id="2736" name="01_find_only_2735">
            <a:extLst>
              <a:ext uri="{FF2B5EF4-FFF2-40B4-BE49-F238E27FC236}">
                <a16:creationId xmlns:a16="http://schemas.microsoft.com/office/drawing/2014/main" id="{B87B9DFB-EA5C-4389-BFF6-FC88C9B3A9D4}"/>
              </a:ext>
            </a:extLst>
          </p:cNvPr>
          <p:cNvSpPr>
            <a:spLocks noGrp="1"/>
          </p:cNvSpPr>
          <p:nvPr/>
        </p:nvSpPr>
        <p:spPr>
          <a:xfrm>
            <a:off x="3153103" y="4905784"/>
            <a:ext cx="28398" cy="28398"/>
          </a:xfrm>
          <a:prstGeom prst="ellipse">
            <a:avLst/>
          </a:prstGeom>
          <a:solidFill>
            <a:srgbClr val="7F8C97">
              <a:alpha val="48000"/>
            </a:srgbClr>
          </a:solidFill>
          <a:ln w="0">
            <a:noFill/>
            <a:prstDash val="solid"/>
          </a:ln>
        </p:spPr>
      </p:sp>
      <p:sp>
        <p:nvSpPr>
          <p:cNvPr id="2737" name="01_find_only_2736">
            <a:extLst>
              <a:ext uri="{FF2B5EF4-FFF2-40B4-BE49-F238E27FC236}">
                <a16:creationId xmlns:a16="http://schemas.microsoft.com/office/drawing/2014/main" id="{6170FF0B-32F7-4F6B-9283-DD52460B4D6A}"/>
              </a:ext>
            </a:extLst>
          </p:cNvPr>
          <p:cNvSpPr>
            <a:spLocks noGrp="1"/>
          </p:cNvSpPr>
          <p:nvPr/>
        </p:nvSpPr>
        <p:spPr>
          <a:xfrm>
            <a:off x="3221015" y="5328456"/>
            <a:ext cx="28398" cy="28398"/>
          </a:xfrm>
          <a:prstGeom prst="ellipse">
            <a:avLst/>
          </a:prstGeom>
          <a:solidFill>
            <a:srgbClr val="7F8C97">
              <a:alpha val="48000"/>
            </a:srgbClr>
          </a:solidFill>
          <a:ln w="0">
            <a:noFill/>
            <a:prstDash val="solid"/>
          </a:ln>
        </p:spPr>
      </p:sp>
      <p:sp>
        <p:nvSpPr>
          <p:cNvPr id="2738" name="01_find_only_2737">
            <a:extLst>
              <a:ext uri="{FF2B5EF4-FFF2-40B4-BE49-F238E27FC236}">
                <a16:creationId xmlns:a16="http://schemas.microsoft.com/office/drawing/2014/main" id="{66B90FF9-6D80-4A88-9C3E-540E4B340CB4}"/>
              </a:ext>
            </a:extLst>
          </p:cNvPr>
          <p:cNvSpPr>
            <a:spLocks noGrp="1"/>
          </p:cNvSpPr>
          <p:nvPr/>
        </p:nvSpPr>
        <p:spPr>
          <a:xfrm>
            <a:off x="3186391" y="6173800"/>
            <a:ext cx="28398" cy="28398"/>
          </a:xfrm>
          <a:prstGeom prst="ellipse">
            <a:avLst/>
          </a:prstGeom>
          <a:solidFill>
            <a:srgbClr val="7F8C97">
              <a:alpha val="48000"/>
            </a:srgbClr>
          </a:solidFill>
          <a:ln w="0">
            <a:noFill/>
            <a:prstDash val="solid"/>
          </a:ln>
        </p:spPr>
      </p:sp>
      <p:sp>
        <p:nvSpPr>
          <p:cNvPr id="2739" name="01_find_only_2738">
            <a:extLst>
              <a:ext uri="{FF2B5EF4-FFF2-40B4-BE49-F238E27FC236}">
                <a16:creationId xmlns:a16="http://schemas.microsoft.com/office/drawing/2014/main" id="{A9C173BB-A541-40DE-A35A-2E17E0A9D10E}"/>
              </a:ext>
            </a:extLst>
          </p:cNvPr>
          <p:cNvSpPr>
            <a:spLocks noGrp="1"/>
          </p:cNvSpPr>
          <p:nvPr/>
        </p:nvSpPr>
        <p:spPr>
          <a:xfrm>
            <a:off x="3208138" y="6173800"/>
            <a:ext cx="28398" cy="28398"/>
          </a:xfrm>
          <a:prstGeom prst="ellipse">
            <a:avLst/>
          </a:prstGeom>
          <a:solidFill>
            <a:srgbClr val="7F8C97">
              <a:alpha val="48000"/>
            </a:srgbClr>
          </a:solidFill>
          <a:ln w="0">
            <a:noFill/>
            <a:prstDash val="solid"/>
          </a:ln>
        </p:spPr>
      </p:sp>
      <p:sp>
        <p:nvSpPr>
          <p:cNvPr id="2740" name="01_find_only_2739">
            <a:extLst>
              <a:ext uri="{FF2B5EF4-FFF2-40B4-BE49-F238E27FC236}">
                <a16:creationId xmlns:a16="http://schemas.microsoft.com/office/drawing/2014/main" id="{A664107F-33CE-405A-A56F-AA1D076E1F56}"/>
              </a:ext>
            </a:extLst>
          </p:cNvPr>
          <p:cNvSpPr>
            <a:spLocks noGrp="1"/>
          </p:cNvSpPr>
          <p:nvPr/>
        </p:nvSpPr>
        <p:spPr>
          <a:xfrm>
            <a:off x="3141276" y="5159387"/>
            <a:ext cx="28398" cy="28398"/>
          </a:xfrm>
          <a:prstGeom prst="ellipse">
            <a:avLst/>
          </a:prstGeom>
          <a:solidFill>
            <a:srgbClr val="7F8C97">
              <a:alpha val="48000"/>
            </a:srgbClr>
          </a:solidFill>
          <a:ln w="0">
            <a:noFill/>
            <a:prstDash val="solid"/>
          </a:ln>
        </p:spPr>
      </p:sp>
      <p:sp>
        <p:nvSpPr>
          <p:cNvPr id="2741" name="01_find_only_2740">
            <a:extLst>
              <a:ext uri="{FF2B5EF4-FFF2-40B4-BE49-F238E27FC236}">
                <a16:creationId xmlns:a16="http://schemas.microsoft.com/office/drawing/2014/main" id="{46204A71-3F4D-421E-8CFF-417A1E317686}"/>
              </a:ext>
            </a:extLst>
          </p:cNvPr>
          <p:cNvSpPr>
            <a:spLocks noGrp="1"/>
          </p:cNvSpPr>
          <p:nvPr/>
        </p:nvSpPr>
        <p:spPr>
          <a:xfrm>
            <a:off x="3202225" y="5539792"/>
            <a:ext cx="28398" cy="28398"/>
          </a:xfrm>
          <a:prstGeom prst="ellipse">
            <a:avLst/>
          </a:prstGeom>
          <a:solidFill>
            <a:srgbClr val="7F8C97">
              <a:alpha val="48000"/>
            </a:srgbClr>
          </a:solidFill>
          <a:ln w="0">
            <a:noFill/>
            <a:prstDash val="solid"/>
          </a:ln>
        </p:spPr>
      </p:sp>
      <p:sp>
        <p:nvSpPr>
          <p:cNvPr id="2742" name="01_find_only_2741">
            <a:extLst>
              <a:ext uri="{FF2B5EF4-FFF2-40B4-BE49-F238E27FC236}">
                <a16:creationId xmlns:a16="http://schemas.microsoft.com/office/drawing/2014/main" id="{4E2E8B93-3942-4CBA-BD3A-5971A903E02C}"/>
              </a:ext>
            </a:extLst>
          </p:cNvPr>
          <p:cNvSpPr>
            <a:spLocks noGrp="1"/>
          </p:cNvSpPr>
          <p:nvPr/>
        </p:nvSpPr>
        <p:spPr>
          <a:xfrm>
            <a:off x="3188394" y="5328456"/>
            <a:ext cx="28398" cy="28398"/>
          </a:xfrm>
          <a:prstGeom prst="ellipse">
            <a:avLst/>
          </a:prstGeom>
          <a:solidFill>
            <a:srgbClr val="7F8C97">
              <a:alpha val="48000"/>
            </a:srgbClr>
          </a:solidFill>
          <a:ln w="0">
            <a:noFill/>
            <a:prstDash val="solid"/>
          </a:ln>
        </p:spPr>
      </p:sp>
      <p:sp>
        <p:nvSpPr>
          <p:cNvPr id="2743" name="01_find_only_2742">
            <a:extLst>
              <a:ext uri="{FF2B5EF4-FFF2-40B4-BE49-F238E27FC236}">
                <a16:creationId xmlns:a16="http://schemas.microsoft.com/office/drawing/2014/main" id="{D2E4949C-CDE1-4B31-814A-7F1E82D43336}"/>
              </a:ext>
            </a:extLst>
          </p:cNvPr>
          <p:cNvSpPr>
            <a:spLocks noGrp="1"/>
          </p:cNvSpPr>
          <p:nvPr/>
        </p:nvSpPr>
        <p:spPr>
          <a:xfrm>
            <a:off x="3127827" y="4905784"/>
            <a:ext cx="28398" cy="28398"/>
          </a:xfrm>
          <a:prstGeom prst="ellipse">
            <a:avLst/>
          </a:prstGeom>
          <a:solidFill>
            <a:srgbClr val="7F8C97">
              <a:alpha val="48000"/>
            </a:srgbClr>
          </a:solidFill>
          <a:ln w="0">
            <a:noFill/>
            <a:prstDash val="solid"/>
          </a:ln>
        </p:spPr>
      </p:sp>
      <p:sp>
        <p:nvSpPr>
          <p:cNvPr id="2744" name="01_find_only_2743">
            <a:extLst>
              <a:ext uri="{FF2B5EF4-FFF2-40B4-BE49-F238E27FC236}">
                <a16:creationId xmlns:a16="http://schemas.microsoft.com/office/drawing/2014/main" id="{9479D5F2-3096-4387-A8C5-38FA024CD8C1}"/>
              </a:ext>
            </a:extLst>
          </p:cNvPr>
          <p:cNvSpPr>
            <a:spLocks noGrp="1"/>
          </p:cNvSpPr>
          <p:nvPr/>
        </p:nvSpPr>
        <p:spPr>
          <a:xfrm>
            <a:off x="3167124" y="6173800"/>
            <a:ext cx="28398" cy="28398"/>
          </a:xfrm>
          <a:prstGeom prst="ellipse">
            <a:avLst/>
          </a:prstGeom>
          <a:solidFill>
            <a:srgbClr val="7F8C97">
              <a:alpha val="48000"/>
            </a:srgbClr>
          </a:solidFill>
          <a:ln w="0">
            <a:noFill/>
            <a:prstDash val="solid"/>
          </a:ln>
        </p:spPr>
      </p:sp>
      <p:sp>
        <p:nvSpPr>
          <p:cNvPr id="2745" name="01_find_only_2744">
            <a:extLst>
              <a:ext uri="{FF2B5EF4-FFF2-40B4-BE49-F238E27FC236}">
                <a16:creationId xmlns:a16="http://schemas.microsoft.com/office/drawing/2014/main" id="{C58E58CB-62E5-4547-8C30-8E15F50418D1}"/>
              </a:ext>
            </a:extLst>
          </p:cNvPr>
          <p:cNvSpPr>
            <a:spLocks noGrp="1"/>
          </p:cNvSpPr>
          <p:nvPr/>
        </p:nvSpPr>
        <p:spPr>
          <a:xfrm>
            <a:off x="3155297" y="6173800"/>
            <a:ext cx="28398" cy="28398"/>
          </a:xfrm>
          <a:prstGeom prst="ellipse">
            <a:avLst/>
          </a:prstGeom>
          <a:solidFill>
            <a:srgbClr val="7F8C97">
              <a:alpha val="48000"/>
            </a:srgbClr>
          </a:solidFill>
          <a:ln w="0">
            <a:noFill/>
            <a:prstDash val="solid"/>
          </a:ln>
        </p:spPr>
      </p:sp>
      <p:sp>
        <p:nvSpPr>
          <p:cNvPr id="2746" name="01_find_only_2745">
            <a:extLst>
              <a:ext uri="{FF2B5EF4-FFF2-40B4-BE49-F238E27FC236}">
                <a16:creationId xmlns:a16="http://schemas.microsoft.com/office/drawing/2014/main" id="{B74C1447-EDA3-4513-A6E6-D0460F943B5B}"/>
              </a:ext>
            </a:extLst>
          </p:cNvPr>
          <p:cNvSpPr>
            <a:spLocks noGrp="1"/>
          </p:cNvSpPr>
          <p:nvPr/>
        </p:nvSpPr>
        <p:spPr>
          <a:xfrm>
            <a:off x="3176662" y="4905784"/>
            <a:ext cx="28398" cy="28398"/>
          </a:xfrm>
          <a:prstGeom prst="ellipse">
            <a:avLst/>
          </a:prstGeom>
          <a:solidFill>
            <a:srgbClr val="7F8C97">
              <a:alpha val="48000"/>
            </a:srgbClr>
          </a:solidFill>
          <a:ln w="0">
            <a:noFill/>
            <a:prstDash val="solid"/>
          </a:ln>
        </p:spPr>
      </p:sp>
      <p:sp>
        <p:nvSpPr>
          <p:cNvPr id="2747" name="01_find_only_2746">
            <a:extLst>
              <a:ext uri="{FF2B5EF4-FFF2-40B4-BE49-F238E27FC236}">
                <a16:creationId xmlns:a16="http://schemas.microsoft.com/office/drawing/2014/main" id="{FE5A0685-493F-4B82-86D3-05443C63BE16}"/>
              </a:ext>
            </a:extLst>
          </p:cNvPr>
          <p:cNvSpPr>
            <a:spLocks noGrp="1"/>
          </p:cNvSpPr>
          <p:nvPr/>
        </p:nvSpPr>
        <p:spPr>
          <a:xfrm>
            <a:off x="3164644" y="6068132"/>
            <a:ext cx="28398" cy="28398"/>
          </a:xfrm>
          <a:prstGeom prst="ellipse">
            <a:avLst/>
          </a:prstGeom>
          <a:solidFill>
            <a:srgbClr val="7F8C97">
              <a:alpha val="48000"/>
            </a:srgbClr>
          </a:solidFill>
          <a:ln w="0">
            <a:noFill/>
            <a:prstDash val="solid"/>
          </a:ln>
        </p:spPr>
      </p:sp>
      <p:sp>
        <p:nvSpPr>
          <p:cNvPr id="2748" name="01_find_only_2747">
            <a:extLst>
              <a:ext uri="{FF2B5EF4-FFF2-40B4-BE49-F238E27FC236}">
                <a16:creationId xmlns:a16="http://schemas.microsoft.com/office/drawing/2014/main" id="{6058A3A1-3664-4802-B10B-3CA8EB2E850D}"/>
              </a:ext>
            </a:extLst>
          </p:cNvPr>
          <p:cNvSpPr>
            <a:spLocks noGrp="1"/>
          </p:cNvSpPr>
          <p:nvPr/>
        </p:nvSpPr>
        <p:spPr>
          <a:xfrm>
            <a:off x="3205849" y="5856796"/>
            <a:ext cx="28398" cy="28398"/>
          </a:xfrm>
          <a:prstGeom prst="ellipse">
            <a:avLst/>
          </a:prstGeom>
          <a:solidFill>
            <a:srgbClr val="7F8C97">
              <a:alpha val="48000"/>
            </a:srgbClr>
          </a:solidFill>
          <a:ln w="0">
            <a:noFill/>
            <a:prstDash val="solid"/>
          </a:ln>
        </p:spPr>
      </p:sp>
      <p:sp>
        <p:nvSpPr>
          <p:cNvPr id="2749" name="01_find_only_2748">
            <a:extLst>
              <a:ext uri="{FF2B5EF4-FFF2-40B4-BE49-F238E27FC236}">
                <a16:creationId xmlns:a16="http://schemas.microsoft.com/office/drawing/2014/main" id="{D94AC11B-9957-436D-A781-DD96F8CD453F}"/>
              </a:ext>
            </a:extLst>
          </p:cNvPr>
          <p:cNvSpPr>
            <a:spLocks noGrp="1"/>
          </p:cNvSpPr>
          <p:nvPr/>
        </p:nvSpPr>
        <p:spPr>
          <a:xfrm>
            <a:off x="3138319" y="4905784"/>
            <a:ext cx="28398" cy="28398"/>
          </a:xfrm>
          <a:prstGeom prst="ellipse">
            <a:avLst/>
          </a:prstGeom>
          <a:solidFill>
            <a:srgbClr val="7F8C97">
              <a:alpha val="48000"/>
            </a:srgbClr>
          </a:solidFill>
          <a:ln w="0">
            <a:noFill/>
            <a:prstDash val="solid"/>
          </a:ln>
        </p:spPr>
      </p:sp>
      <p:sp>
        <p:nvSpPr>
          <p:cNvPr id="2750" name="01_find_only_2749">
            <a:extLst>
              <a:ext uri="{FF2B5EF4-FFF2-40B4-BE49-F238E27FC236}">
                <a16:creationId xmlns:a16="http://schemas.microsoft.com/office/drawing/2014/main" id="{25C06AB3-19B3-42B0-A0B9-2E13D2DA0425}"/>
              </a:ext>
            </a:extLst>
          </p:cNvPr>
          <p:cNvSpPr>
            <a:spLocks noGrp="1"/>
          </p:cNvSpPr>
          <p:nvPr/>
        </p:nvSpPr>
        <p:spPr>
          <a:xfrm>
            <a:off x="3142707" y="6173800"/>
            <a:ext cx="28398" cy="28398"/>
          </a:xfrm>
          <a:prstGeom prst="ellipse">
            <a:avLst/>
          </a:prstGeom>
          <a:solidFill>
            <a:srgbClr val="7F8C97">
              <a:alpha val="48000"/>
            </a:srgbClr>
          </a:solidFill>
          <a:ln w="0">
            <a:noFill/>
            <a:prstDash val="solid"/>
          </a:ln>
        </p:spPr>
      </p:sp>
      <p:sp>
        <p:nvSpPr>
          <p:cNvPr id="2751" name="01_find_only_2750">
            <a:extLst>
              <a:ext uri="{FF2B5EF4-FFF2-40B4-BE49-F238E27FC236}">
                <a16:creationId xmlns:a16="http://schemas.microsoft.com/office/drawing/2014/main" id="{FFB5E573-373D-45A1-993D-1DCA16F88334}"/>
              </a:ext>
            </a:extLst>
          </p:cNvPr>
          <p:cNvSpPr>
            <a:spLocks noGrp="1"/>
          </p:cNvSpPr>
          <p:nvPr/>
        </p:nvSpPr>
        <p:spPr>
          <a:xfrm>
            <a:off x="3182385" y="4905784"/>
            <a:ext cx="28398" cy="28398"/>
          </a:xfrm>
          <a:prstGeom prst="ellipse">
            <a:avLst/>
          </a:prstGeom>
          <a:solidFill>
            <a:srgbClr val="7F8C97">
              <a:alpha val="48000"/>
            </a:srgbClr>
          </a:solidFill>
          <a:ln w="0">
            <a:noFill/>
            <a:prstDash val="solid"/>
          </a:ln>
        </p:spPr>
      </p:sp>
      <p:sp>
        <p:nvSpPr>
          <p:cNvPr id="2752" name="01_find_only_2751">
            <a:extLst>
              <a:ext uri="{FF2B5EF4-FFF2-40B4-BE49-F238E27FC236}">
                <a16:creationId xmlns:a16="http://schemas.microsoft.com/office/drawing/2014/main" id="{A09C6717-4860-49EC-A902-AE692EF8E029}"/>
              </a:ext>
            </a:extLst>
          </p:cNvPr>
          <p:cNvSpPr>
            <a:spLocks noGrp="1"/>
          </p:cNvSpPr>
          <p:nvPr/>
        </p:nvSpPr>
        <p:spPr>
          <a:xfrm>
            <a:off x="3181527" y="4905784"/>
            <a:ext cx="28398" cy="28398"/>
          </a:xfrm>
          <a:prstGeom prst="ellipse">
            <a:avLst/>
          </a:prstGeom>
          <a:solidFill>
            <a:srgbClr val="7F8C97">
              <a:alpha val="48000"/>
            </a:srgbClr>
          </a:solidFill>
          <a:ln w="0">
            <a:noFill/>
            <a:prstDash val="solid"/>
          </a:ln>
        </p:spPr>
      </p:sp>
      <p:sp>
        <p:nvSpPr>
          <p:cNvPr id="2753" name="01_find_only_2752">
            <a:extLst>
              <a:ext uri="{FF2B5EF4-FFF2-40B4-BE49-F238E27FC236}">
                <a16:creationId xmlns:a16="http://schemas.microsoft.com/office/drawing/2014/main" id="{114F6BA9-7E44-477A-823E-F71393F54E27}"/>
              </a:ext>
            </a:extLst>
          </p:cNvPr>
          <p:cNvSpPr>
            <a:spLocks noGrp="1"/>
          </p:cNvSpPr>
          <p:nvPr/>
        </p:nvSpPr>
        <p:spPr>
          <a:xfrm>
            <a:off x="3212526" y="4905784"/>
            <a:ext cx="28398" cy="28398"/>
          </a:xfrm>
          <a:prstGeom prst="ellipse">
            <a:avLst/>
          </a:prstGeom>
          <a:solidFill>
            <a:srgbClr val="7F8C97">
              <a:alpha val="48000"/>
            </a:srgbClr>
          </a:solidFill>
          <a:ln w="0">
            <a:noFill/>
            <a:prstDash val="solid"/>
          </a:ln>
        </p:spPr>
      </p:sp>
      <p:sp>
        <p:nvSpPr>
          <p:cNvPr id="2754" name="01_find_only_2753">
            <a:extLst>
              <a:ext uri="{FF2B5EF4-FFF2-40B4-BE49-F238E27FC236}">
                <a16:creationId xmlns:a16="http://schemas.microsoft.com/office/drawing/2014/main" id="{31B42718-1C48-42C8-8753-88566BC7B097}"/>
              </a:ext>
            </a:extLst>
          </p:cNvPr>
          <p:cNvSpPr>
            <a:spLocks noGrp="1"/>
          </p:cNvSpPr>
          <p:nvPr/>
        </p:nvSpPr>
        <p:spPr>
          <a:xfrm>
            <a:off x="3198123" y="5539792"/>
            <a:ext cx="28398" cy="28398"/>
          </a:xfrm>
          <a:prstGeom prst="ellipse">
            <a:avLst/>
          </a:prstGeom>
          <a:solidFill>
            <a:srgbClr val="7F8C97">
              <a:alpha val="48000"/>
            </a:srgbClr>
          </a:solidFill>
          <a:ln w="0">
            <a:noFill/>
            <a:prstDash val="solid"/>
          </a:ln>
        </p:spPr>
      </p:sp>
      <p:sp>
        <p:nvSpPr>
          <p:cNvPr id="2755" name="01_find_only_2754">
            <a:extLst>
              <a:ext uri="{FF2B5EF4-FFF2-40B4-BE49-F238E27FC236}">
                <a16:creationId xmlns:a16="http://schemas.microsoft.com/office/drawing/2014/main" id="{40E6EB9C-9F13-4D29-BD89-B30203C028B3}"/>
              </a:ext>
            </a:extLst>
          </p:cNvPr>
          <p:cNvSpPr>
            <a:spLocks noGrp="1"/>
          </p:cNvSpPr>
          <p:nvPr/>
        </p:nvSpPr>
        <p:spPr>
          <a:xfrm>
            <a:off x="3153103" y="6173800"/>
            <a:ext cx="28398" cy="28398"/>
          </a:xfrm>
          <a:prstGeom prst="ellipse">
            <a:avLst/>
          </a:prstGeom>
          <a:solidFill>
            <a:srgbClr val="7F8C97">
              <a:alpha val="48000"/>
            </a:srgbClr>
          </a:solidFill>
          <a:ln w="0">
            <a:noFill/>
            <a:prstDash val="solid"/>
          </a:ln>
        </p:spPr>
      </p:sp>
      <p:sp>
        <p:nvSpPr>
          <p:cNvPr id="2756" name="01_find_only_2755">
            <a:extLst>
              <a:ext uri="{FF2B5EF4-FFF2-40B4-BE49-F238E27FC236}">
                <a16:creationId xmlns:a16="http://schemas.microsoft.com/office/drawing/2014/main" id="{66668D22-F79A-42E1-9E94-5F446DACDD23}"/>
              </a:ext>
            </a:extLst>
          </p:cNvPr>
          <p:cNvSpPr>
            <a:spLocks noGrp="1"/>
          </p:cNvSpPr>
          <p:nvPr/>
        </p:nvSpPr>
        <p:spPr>
          <a:xfrm>
            <a:off x="3200031" y="5539792"/>
            <a:ext cx="28398" cy="28398"/>
          </a:xfrm>
          <a:prstGeom prst="ellipse">
            <a:avLst/>
          </a:prstGeom>
          <a:solidFill>
            <a:srgbClr val="7F8C97">
              <a:alpha val="48000"/>
            </a:srgbClr>
          </a:solidFill>
          <a:ln w="0">
            <a:noFill/>
            <a:prstDash val="solid"/>
          </a:ln>
        </p:spPr>
      </p:sp>
      <p:sp>
        <p:nvSpPr>
          <p:cNvPr id="2757" name="01_find_only_2756">
            <a:extLst>
              <a:ext uri="{FF2B5EF4-FFF2-40B4-BE49-F238E27FC236}">
                <a16:creationId xmlns:a16="http://schemas.microsoft.com/office/drawing/2014/main" id="{17B3869D-3373-4AC2-A872-39DF41D5D06E}"/>
              </a:ext>
            </a:extLst>
          </p:cNvPr>
          <p:cNvSpPr>
            <a:spLocks noGrp="1"/>
          </p:cNvSpPr>
          <p:nvPr/>
        </p:nvSpPr>
        <p:spPr>
          <a:xfrm>
            <a:off x="3192305" y="5328456"/>
            <a:ext cx="28398" cy="28398"/>
          </a:xfrm>
          <a:prstGeom prst="ellipse">
            <a:avLst/>
          </a:prstGeom>
          <a:solidFill>
            <a:srgbClr val="7F8C97">
              <a:alpha val="48000"/>
            </a:srgbClr>
          </a:solidFill>
          <a:ln w="0">
            <a:noFill/>
            <a:prstDash val="solid"/>
          </a:ln>
        </p:spPr>
      </p:sp>
      <p:sp>
        <p:nvSpPr>
          <p:cNvPr id="2758" name="01_find_only_2757">
            <a:extLst>
              <a:ext uri="{FF2B5EF4-FFF2-40B4-BE49-F238E27FC236}">
                <a16:creationId xmlns:a16="http://schemas.microsoft.com/office/drawing/2014/main" id="{37431C7F-5EED-4020-8630-E822D96DAA85}"/>
              </a:ext>
            </a:extLst>
          </p:cNvPr>
          <p:cNvSpPr>
            <a:spLocks noGrp="1"/>
          </p:cNvSpPr>
          <p:nvPr/>
        </p:nvSpPr>
        <p:spPr>
          <a:xfrm>
            <a:off x="3196406" y="6173800"/>
            <a:ext cx="28398" cy="28398"/>
          </a:xfrm>
          <a:prstGeom prst="ellipse">
            <a:avLst/>
          </a:prstGeom>
          <a:solidFill>
            <a:srgbClr val="7F8C97">
              <a:alpha val="48000"/>
            </a:srgbClr>
          </a:solidFill>
          <a:ln w="0">
            <a:noFill/>
            <a:prstDash val="solid"/>
          </a:ln>
        </p:spPr>
      </p:sp>
      <p:sp>
        <p:nvSpPr>
          <p:cNvPr id="2759" name="01_find_only_2758">
            <a:extLst>
              <a:ext uri="{FF2B5EF4-FFF2-40B4-BE49-F238E27FC236}">
                <a16:creationId xmlns:a16="http://schemas.microsoft.com/office/drawing/2014/main" id="{00E320D6-2DED-40C7-9B48-28202B0B775E}"/>
              </a:ext>
            </a:extLst>
          </p:cNvPr>
          <p:cNvSpPr>
            <a:spLocks noGrp="1"/>
          </p:cNvSpPr>
          <p:nvPr/>
        </p:nvSpPr>
        <p:spPr>
          <a:xfrm>
            <a:off x="3205277" y="5539792"/>
            <a:ext cx="28398" cy="28398"/>
          </a:xfrm>
          <a:prstGeom prst="ellipse">
            <a:avLst/>
          </a:prstGeom>
          <a:solidFill>
            <a:srgbClr val="7F8C97">
              <a:alpha val="48000"/>
            </a:srgbClr>
          </a:solidFill>
          <a:ln w="0">
            <a:noFill/>
            <a:prstDash val="solid"/>
          </a:ln>
        </p:spPr>
      </p:sp>
      <p:sp>
        <p:nvSpPr>
          <p:cNvPr id="2760" name="01_find_only_2759">
            <a:extLst>
              <a:ext uri="{FF2B5EF4-FFF2-40B4-BE49-F238E27FC236}">
                <a16:creationId xmlns:a16="http://schemas.microsoft.com/office/drawing/2014/main" id="{6A10825F-50F7-4827-9E82-657C348CA901}"/>
              </a:ext>
            </a:extLst>
          </p:cNvPr>
          <p:cNvSpPr>
            <a:spLocks noGrp="1"/>
          </p:cNvSpPr>
          <p:nvPr/>
        </p:nvSpPr>
        <p:spPr>
          <a:xfrm>
            <a:off x="3144710" y="4905784"/>
            <a:ext cx="28398" cy="28398"/>
          </a:xfrm>
          <a:prstGeom prst="ellipse">
            <a:avLst/>
          </a:prstGeom>
          <a:solidFill>
            <a:srgbClr val="7F8C97">
              <a:alpha val="48000"/>
            </a:srgbClr>
          </a:solidFill>
          <a:ln w="0">
            <a:noFill/>
            <a:prstDash val="solid"/>
          </a:ln>
        </p:spPr>
      </p:sp>
      <p:sp>
        <p:nvSpPr>
          <p:cNvPr id="2761" name="01_find_only_2760">
            <a:extLst>
              <a:ext uri="{FF2B5EF4-FFF2-40B4-BE49-F238E27FC236}">
                <a16:creationId xmlns:a16="http://schemas.microsoft.com/office/drawing/2014/main" id="{C14F8A15-A9D0-49BF-84DA-1B2E746C927E}"/>
              </a:ext>
            </a:extLst>
          </p:cNvPr>
          <p:cNvSpPr>
            <a:spLocks noGrp="1"/>
          </p:cNvSpPr>
          <p:nvPr/>
        </p:nvSpPr>
        <p:spPr>
          <a:xfrm>
            <a:off x="3137556" y="5328456"/>
            <a:ext cx="28398" cy="28398"/>
          </a:xfrm>
          <a:prstGeom prst="ellipse">
            <a:avLst/>
          </a:prstGeom>
          <a:solidFill>
            <a:srgbClr val="7F8C97">
              <a:alpha val="48000"/>
            </a:srgbClr>
          </a:solidFill>
          <a:ln w="0">
            <a:noFill/>
            <a:prstDash val="solid"/>
          </a:ln>
        </p:spPr>
      </p:sp>
      <p:sp>
        <p:nvSpPr>
          <p:cNvPr id="2762" name="01_find_only_2761">
            <a:extLst>
              <a:ext uri="{FF2B5EF4-FFF2-40B4-BE49-F238E27FC236}">
                <a16:creationId xmlns:a16="http://schemas.microsoft.com/office/drawing/2014/main" id="{4147BE0B-691E-48F7-9BEE-7C410C132EFE}"/>
              </a:ext>
            </a:extLst>
          </p:cNvPr>
          <p:cNvSpPr>
            <a:spLocks noGrp="1"/>
          </p:cNvSpPr>
          <p:nvPr/>
        </p:nvSpPr>
        <p:spPr>
          <a:xfrm>
            <a:off x="3192496" y="5222788"/>
            <a:ext cx="28398" cy="28398"/>
          </a:xfrm>
          <a:prstGeom prst="ellipse">
            <a:avLst/>
          </a:prstGeom>
          <a:solidFill>
            <a:srgbClr val="7F8C97">
              <a:alpha val="48000"/>
            </a:srgbClr>
          </a:solidFill>
          <a:ln w="0">
            <a:noFill/>
            <a:prstDash val="solid"/>
          </a:ln>
        </p:spPr>
      </p:sp>
      <p:sp>
        <p:nvSpPr>
          <p:cNvPr id="2763" name="01_find_only_2762">
            <a:extLst>
              <a:ext uri="{FF2B5EF4-FFF2-40B4-BE49-F238E27FC236}">
                <a16:creationId xmlns:a16="http://schemas.microsoft.com/office/drawing/2014/main" id="{84822E67-80CA-473D-AC26-6B27F25D3615}"/>
              </a:ext>
            </a:extLst>
          </p:cNvPr>
          <p:cNvSpPr>
            <a:spLocks noGrp="1"/>
          </p:cNvSpPr>
          <p:nvPr/>
        </p:nvSpPr>
        <p:spPr>
          <a:xfrm>
            <a:off x="3217104" y="4905784"/>
            <a:ext cx="28398" cy="28398"/>
          </a:xfrm>
          <a:prstGeom prst="ellipse">
            <a:avLst/>
          </a:prstGeom>
          <a:solidFill>
            <a:srgbClr val="7F8C97">
              <a:alpha val="48000"/>
            </a:srgbClr>
          </a:solidFill>
          <a:ln w="0">
            <a:noFill/>
            <a:prstDash val="solid"/>
          </a:ln>
        </p:spPr>
      </p:sp>
      <p:sp>
        <p:nvSpPr>
          <p:cNvPr id="2764" name="01_find_only_2763">
            <a:extLst>
              <a:ext uri="{FF2B5EF4-FFF2-40B4-BE49-F238E27FC236}">
                <a16:creationId xmlns:a16="http://schemas.microsoft.com/office/drawing/2014/main" id="{9EE2AD41-DAA9-4BBC-BA42-4A865570190F}"/>
              </a:ext>
            </a:extLst>
          </p:cNvPr>
          <p:cNvSpPr>
            <a:spLocks noGrp="1"/>
          </p:cNvSpPr>
          <p:nvPr/>
        </p:nvSpPr>
        <p:spPr>
          <a:xfrm>
            <a:off x="3221206" y="4905784"/>
            <a:ext cx="28398" cy="28398"/>
          </a:xfrm>
          <a:prstGeom prst="ellipse">
            <a:avLst/>
          </a:prstGeom>
          <a:solidFill>
            <a:srgbClr val="7F8C97">
              <a:alpha val="48000"/>
            </a:srgbClr>
          </a:solidFill>
          <a:ln w="0">
            <a:noFill/>
            <a:prstDash val="solid"/>
          </a:ln>
        </p:spPr>
      </p:sp>
      <p:sp>
        <p:nvSpPr>
          <p:cNvPr id="2765" name="01_find_only_2764">
            <a:extLst>
              <a:ext uri="{FF2B5EF4-FFF2-40B4-BE49-F238E27FC236}">
                <a16:creationId xmlns:a16="http://schemas.microsoft.com/office/drawing/2014/main" id="{214F0E18-8982-457B-9C22-417D1C0B15AD}"/>
              </a:ext>
            </a:extLst>
          </p:cNvPr>
          <p:cNvSpPr>
            <a:spLocks noGrp="1"/>
          </p:cNvSpPr>
          <p:nvPr/>
        </p:nvSpPr>
        <p:spPr>
          <a:xfrm>
            <a:off x="3162260" y="4905784"/>
            <a:ext cx="28398" cy="28398"/>
          </a:xfrm>
          <a:prstGeom prst="ellipse">
            <a:avLst/>
          </a:prstGeom>
          <a:solidFill>
            <a:srgbClr val="7F8C97">
              <a:alpha val="48000"/>
            </a:srgbClr>
          </a:solidFill>
          <a:ln w="0">
            <a:noFill/>
            <a:prstDash val="solid"/>
          </a:ln>
        </p:spPr>
      </p:sp>
      <p:sp>
        <p:nvSpPr>
          <p:cNvPr id="2766" name="01_find_only_2765">
            <a:extLst>
              <a:ext uri="{FF2B5EF4-FFF2-40B4-BE49-F238E27FC236}">
                <a16:creationId xmlns:a16="http://schemas.microsoft.com/office/drawing/2014/main" id="{870FC4EF-13CD-400A-A28C-E8B703571281}"/>
              </a:ext>
            </a:extLst>
          </p:cNvPr>
          <p:cNvSpPr>
            <a:spLocks noGrp="1"/>
          </p:cNvSpPr>
          <p:nvPr/>
        </p:nvSpPr>
        <p:spPr>
          <a:xfrm>
            <a:off x="3197265" y="5751128"/>
            <a:ext cx="28398" cy="28398"/>
          </a:xfrm>
          <a:prstGeom prst="ellipse">
            <a:avLst/>
          </a:prstGeom>
          <a:solidFill>
            <a:srgbClr val="7F8C97">
              <a:alpha val="48000"/>
            </a:srgbClr>
          </a:solidFill>
          <a:ln w="0">
            <a:noFill/>
            <a:prstDash val="solid"/>
          </a:ln>
        </p:spPr>
      </p:sp>
      <p:sp>
        <p:nvSpPr>
          <p:cNvPr id="2767" name="01_find_only_2766">
            <a:extLst>
              <a:ext uri="{FF2B5EF4-FFF2-40B4-BE49-F238E27FC236}">
                <a16:creationId xmlns:a16="http://schemas.microsoft.com/office/drawing/2014/main" id="{2AD12ED9-C519-42DA-88DE-51788F0C1E79}"/>
              </a:ext>
            </a:extLst>
          </p:cNvPr>
          <p:cNvSpPr>
            <a:spLocks noGrp="1"/>
          </p:cNvSpPr>
          <p:nvPr/>
        </p:nvSpPr>
        <p:spPr>
          <a:xfrm>
            <a:off x="3204514" y="4905784"/>
            <a:ext cx="28398" cy="28398"/>
          </a:xfrm>
          <a:prstGeom prst="ellipse">
            <a:avLst/>
          </a:prstGeom>
          <a:solidFill>
            <a:srgbClr val="7F8C97">
              <a:alpha val="48000"/>
            </a:srgbClr>
          </a:solidFill>
          <a:ln w="0">
            <a:noFill/>
            <a:prstDash val="solid"/>
          </a:ln>
        </p:spPr>
      </p:sp>
      <p:sp>
        <p:nvSpPr>
          <p:cNvPr id="2768" name="01_find_only_2767">
            <a:extLst>
              <a:ext uri="{FF2B5EF4-FFF2-40B4-BE49-F238E27FC236}">
                <a16:creationId xmlns:a16="http://schemas.microsoft.com/office/drawing/2014/main" id="{63DA3B85-D364-47F4-ADC6-259A5D4CB03B}"/>
              </a:ext>
            </a:extLst>
          </p:cNvPr>
          <p:cNvSpPr>
            <a:spLocks noGrp="1"/>
          </p:cNvSpPr>
          <p:nvPr/>
        </p:nvSpPr>
        <p:spPr>
          <a:xfrm>
            <a:off x="3216055" y="4905784"/>
            <a:ext cx="28398" cy="28398"/>
          </a:xfrm>
          <a:prstGeom prst="ellipse">
            <a:avLst/>
          </a:prstGeom>
          <a:solidFill>
            <a:srgbClr val="7F8C97">
              <a:alpha val="48000"/>
            </a:srgbClr>
          </a:solidFill>
          <a:ln w="0">
            <a:noFill/>
            <a:prstDash val="solid"/>
          </a:ln>
        </p:spPr>
      </p:sp>
      <p:sp>
        <p:nvSpPr>
          <p:cNvPr id="2769" name="01_find_only_2768">
            <a:extLst>
              <a:ext uri="{FF2B5EF4-FFF2-40B4-BE49-F238E27FC236}">
                <a16:creationId xmlns:a16="http://schemas.microsoft.com/office/drawing/2014/main" id="{1EF3E23F-C9AF-44D5-8797-A7FF72B67C1E}"/>
              </a:ext>
            </a:extLst>
          </p:cNvPr>
          <p:cNvSpPr>
            <a:spLocks noGrp="1"/>
          </p:cNvSpPr>
          <p:nvPr/>
        </p:nvSpPr>
        <p:spPr>
          <a:xfrm>
            <a:off x="3205945" y="4905784"/>
            <a:ext cx="28398" cy="28398"/>
          </a:xfrm>
          <a:prstGeom prst="ellipse">
            <a:avLst/>
          </a:prstGeom>
          <a:solidFill>
            <a:srgbClr val="7F8C97">
              <a:alpha val="48000"/>
            </a:srgbClr>
          </a:solidFill>
          <a:ln w="0">
            <a:noFill/>
            <a:prstDash val="solid"/>
          </a:ln>
        </p:spPr>
      </p:sp>
      <p:sp>
        <p:nvSpPr>
          <p:cNvPr id="2770" name="01_find_only_2769">
            <a:extLst>
              <a:ext uri="{FF2B5EF4-FFF2-40B4-BE49-F238E27FC236}">
                <a16:creationId xmlns:a16="http://schemas.microsoft.com/office/drawing/2014/main" id="{76A3D294-DBFA-465A-958D-647077D8BC89}"/>
              </a:ext>
            </a:extLst>
          </p:cNvPr>
          <p:cNvSpPr>
            <a:spLocks noGrp="1"/>
          </p:cNvSpPr>
          <p:nvPr/>
        </p:nvSpPr>
        <p:spPr>
          <a:xfrm>
            <a:off x="3191542" y="4905784"/>
            <a:ext cx="28398" cy="28398"/>
          </a:xfrm>
          <a:prstGeom prst="ellipse">
            <a:avLst/>
          </a:prstGeom>
          <a:solidFill>
            <a:srgbClr val="7F8C97">
              <a:alpha val="48000"/>
            </a:srgbClr>
          </a:solidFill>
          <a:ln w="0">
            <a:noFill/>
            <a:prstDash val="solid"/>
          </a:ln>
        </p:spPr>
      </p:sp>
      <p:sp>
        <p:nvSpPr>
          <p:cNvPr id="2771" name="01_find_only_2770">
            <a:extLst>
              <a:ext uri="{FF2B5EF4-FFF2-40B4-BE49-F238E27FC236}">
                <a16:creationId xmlns:a16="http://schemas.microsoft.com/office/drawing/2014/main" id="{A5C63FA0-33D6-402C-841F-15CA04791444}"/>
              </a:ext>
            </a:extLst>
          </p:cNvPr>
          <p:cNvSpPr>
            <a:spLocks noGrp="1"/>
          </p:cNvSpPr>
          <p:nvPr/>
        </p:nvSpPr>
        <p:spPr>
          <a:xfrm>
            <a:off x="3133073" y="4905784"/>
            <a:ext cx="28398" cy="28398"/>
          </a:xfrm>
          <a:prstGeom prst="ellipse">
            <a:avLst/>
          </a:prstGeom>
          <a:solidFill>
            <a:srgbClr val="7F8C97">
              <a:alpha val="48000"/>
            </a:srgbClr>
          </a:solidFill>
          <a:ln w="0">
            <a:noFill/>
            <a:prstDash val="solid"/>
          </a:ln>
        </p:spPr>
      </p:sp>
      <p:sp>
        <p:nvSpPr>
          <p:cNvPr id="2772" name="01_find_only_2771">
            <a:extLst>
              <a:ext uri="{FF2B5EF4-FFF2-40B4-BE49-F238E27FC236}">
                <a16:creationId xmlns:a16="http://schemas.microsoft.com/office/drawing/2014/main" id="{79286AA3-6E72-49D1-9778-96DECE1471CB}"/>
              </a:ext>
            </a:extLst>
          </p:cNvPr>
          <p:cNvSpPr>
            <a:spLocks noGrp="1"/>
          </p:cNvSpPr>
          <p:nvPr/>
        </p:nvSpPr>
        <p:spPr>
          <a:xfrm>
            <a:off x="3142325" y="6173800"/>
            <a:ext cx="28398" cy="28398"/>
          </a:xfrm>
          <a:prstGeom prst="ellipse">
            <a:avLst/>
          </a:prstGeom>
          <a:solidFill>
            <a:srgbClr val="7F8C97">
              <a:alpha val="48000"/>
            </a:srgbClr>
          </a:solidFill>
          <a:ln w="0">
            <a:noFill/>
            <a:prstDash val="solid"/>
          </a:ln>
        </p:spPr>
      </p:sp>
      <p:sp>
        <p:nvSpPr>
          <p:cNvPr id="2773" name="01_find_only_2772">
            <a:extLst>
              <a:ext uri="{FF2B5EF4-FFF2-40B4-BE49-F238E27FC236}">
                <a16:creationId xmlns:a16="http://schemas.microsoft.com/office/drawing/2014/main" id="{927F5781-EFBB-4161-A016-99F0283CD48F}"/>
              </a:ext>
            </a:extLst>
          </p:cNvPr>
          <p:cNvSpPr>
            <a:spLocks noGrp="1"/>
          </p:cNvSpPr>
          <p:nvPr/>
        </p:nvSpPr>
        <p:spPr>
          <a:xfrm>
            <a:off x="3182862" y="4905784"/>
            <a:ext cx="28398" cy="28398"/>
          </a:xfrm>
          <a:prstGeom prst="ellipse">
            <a:avLst/>
          </a:prstGeom>
          <a:solidFill>
            <a:srgbClr val="7F8C97">
              <a:alpha val="48000"/>
            </a:srgbClr>
          </a:solidFill>
          <a:ln w="0">
            <a:noFill/>
            <a:prstDash val="solid"/>
          </a:ln>
        </p:spPr>
      </p:sp>
      <p:sp>
        <p:nvSpPr>
          <p:cNvPr id="2774" name="01_find_only_2773">
            <a:extLst>
              <a:ext uri="{FF2B5EF4-FFF2-40B4-BE49-F238E27FC236}">
                <a16:creationId xmlns:a16="http://schemas.microsoft.com/office/drawing/2014/main" id="{1C99DB4A-9D41-4358-B8F9-321DB395AF39}"/>
              </a:ext>
            </a:extLst>
          </p:cNvPr>
          <p:cNvSpPr>
            <a:spLocks noGrp="1"/>
          </p:cNvSpPr>
          <p:nvPr/>
        </p:nvSpPr>
        <p:spPr>
          <a:xfrm>
            <a:off x="3146331" y="4905784"/>
            <a:ext cx="28398" cy="28398"/>
          </a:xfrm>
          <a:prstGeom prst="ellipse">
            <a:avLst/>
          </a:prstGeom>
          <a:solidFill>
            <a:srgbClr val="7F8C97">
              <a:alpha val="48000"/>
            </a:srgbClr>
          </a:solidFill>
          <a:ln w="0">
            <a:noFill/>
            <a:prstDash val="solid"/>
          </a:ln>
        </p:spPr>
      </p:sp>
      <p:sp>
        <p:nvSpPr>
          <p:cNvPr id="2775" name="01_find_only_2774">
            <a:extLst>
              <a:ext uri="{FF2B5EF4-FFF2-40B4-BE49-F238E27FC236}">
                <a16:creationId xmlns:a16="http://schemas.microsoft.com/office/drawing/2014/main" id="{ADDC68F4-FE79-4E66-9BE5-3E3C02E92927}"/>
              </a:ext>
            </a:extLst>
          </p:cNvPr>
          <p:cNvSpPr>
            <a:spLocks noGrp="1"/>
          </p:cNvSpPr>
          <p:nvPr/>
        </p:nvSpPr>
        <p:spPr>
          <a:xfrm>
            <a:off x="3163595" y="4905784"/>
            <a:ext cx="28398" cy="28398"/>
          </a:xfrm>
          <a:prstGeom prst="ellipse">
            <a:avLst/>
          </a:prstGeom>
          <a:solidFill>
            <a:srgbClr val="7F8C97">
              <a:alpha val="48000"/>
            </a:srgbClr>
          </a:solidFill>
          <a:ln w="0">
            <a:noFill/>
            <a:prstDash val="solid"/>
          </a:ln>
        </p:spPr>
      </p:sp>
      <p:sp>
        <p:nvSpPr>
          <p:cNvPr id="2776" name="01_find_only_2775">
            <a:extLst>
              <a:ext uri="{FF2B5EF4-FFF2-40B4-BE49-F238E27FC236}">
                <a16:creationId xmlns:a16="http://schemas.microsoft.com/office/drawing/2014/main" id="{684FFFCE-C7D1-44B9-9AC5-190C5070DF20}"/>
              </a:ext>
            </a:extLst>
          </p:cNvPr>
          <p:cNvSpPr>
            <a:spLocks noGrp="1"/>
          </p:cNvSpPr>
          <p:nvPr/>
        </p:nvSpPr>
        <p:spPr>
          <a:xfrm>
            <a:off x="3129830" y="6173800"/>
            <a:ext cx="28398" cy="28398"/>
          </a:xfrm>
          <a:prstGeom prst="ellipse">
            <a:avLst/>
          </a:prstGeom>
          <a:solidFill>
            <a:srgbClr val="7F8C97">
              <a:alpha val="48000"/>
            </a:srgbClr>
          </a:solidFill>
          <a:ln w="0">
            <a:noFill/>
            <a:prstDash val="solid"/>
          </a:ln>
        </p:spPr>
      </p:sp>
      <p:sp>
        <p:nvSpPr>
          <p:cNvPr id="2777" name="01_find_only_2776">
            <a:extLst>
              <a:ext uri="{FF2B5EF4-FFF2-40B4-BE49-F238E27FC236}">
                <a16:creationId xmlns:a16="http://schemas.microsoft.com/office/drawing/2014/main" id="{A1F948CA-FDA1-49DB-9261-D3B80349F7D1}"/>
              </a:ext>
            </a:extLst>
          </p:cNvPr>
          <p:cNvSpPr>
            <a:spLocks noGrp="1"/>
          </p:cNvSpPr>
          <p:nvPr/>
        </p:nvSpPr>
        <p:spPr>
          <a:xfrm>
            <a:off x="3708234" y="4905784"/>
            <a:ext cx="28398" cy="28398"/>
          </a:xfrm>
          <a:prstGeom prst="ellipse">
            <a:avLst/>
          </a:prstGeom>
          <a:solidFill>
            <a:srgbClr val="7F8C97">
              <a:alpha val="48000"/>
            </a:srgbClr>
          </a:solidFill>
          <a:ln w="0">
            <a:noFill/>
            <a:prstDash val="solid"/>
          </a:ln>
        </p:spPr>
      </p:sp>
      <p:sp>
        <p:nvSpPr>
          <p:cNvPr id="2778" name="01_find_only_2777">
            <a:extLst>
              <a:ext uri="{FF2B5EF4-FFF2-40B4-BE49-F238E27FC236}">
                <a16:creationId xmlns:a16="http://schemas.microsoft.com/office/drawing/2014/main" id="{43D2FB63-E73F-423E-8AD9-C53FF6A48564}"/>
              </a:ext>
            </a:extLst>
          </p:cNvPr>
          <p:cNvSpPr>
            <a:spLocks noGrp="1"/>
          </p:cNvSpPr>
          <p:nvPr/>
        </p:nvSpPr>
        <p:spPr>
          <a:xfrm>
            <a:off x="3700603" y="6173800"/>
            <a:ext cx="28398" cy="28398"/>
          </a:xfrm>
          <a:prstGeom prst="ellipse">
            <a:avLst/>
          </a:prstGeom>
          <a:solidFill>
            <a:srgbClr val="7F8C97">
              <a:alpha val="48000"/>
            </a:srgbClr>
          </a:solidFill>
          <a:ln w="0">
            <a:noFill/>
            <a:prstDash val="solid"/>
          </a:ln>
        </p:spPr>
      </p:sp>
      <p:sp>
        <p:nvSpPr>
          <p:cNvPr id="2779" name="01_find_only_2778">
            <a:extLst>
              <a:ext uri="{FF2B5EF4-FFF2-40B4-BE49-F238E27FC236}">
                <a16:creationId xmlns:a16="http://schemas.microsoft.com/office/drawing/2014/main" id="{2C686DDD-8D23-4BDA-B852-B6FE1F84CC55}"/>
              </a:ext>
            </a:extLst>
          </p:cNvPr>
          <p:cNvSpPr>
            <a:spLocks noGrp="1"/>
          </p:cNvSpPr>
          <p:nvPr/>
        </p:nvSpPr>
        <p:spPr>
          <a:xfrm>
            <a:off x="3662737" y="4905784"/>
            <a:ext cx="28398" cy="28398"/>
          </a:xfrm>
          <a:prstGeom prst="ellipse">
            <a:avLst/>
          </a:prstGeom>
          <a:solidFill>
            <a:srgbClr val="7F8C97">
              <a:alpha val="48000"/>
            </a:srgbClr>
          </a:solidFill>
          <a:ln w="0">
            <a:noFill/>
            <a:prstDash val="solid"/>
          </a:ln>
        </p:spPr>
      </p:sp>
      <p:sp>
        <p:nvSpPr>
          <p:cNvPr id="2780" name="01_find_only_2779">
            <a:extLst>
              <a:ext uri="{FF2B5EF4-FFF2-40B4-BE49-F238E27FC236}">
                <a16:creationId xmlns:a16="http://schemas.microsoft.com/office/drawing/2014/main" id="{CEDEE31E-0EE6-43EF-BC9C-43AD486B61FD}"/>
              </a:ext>
            </a:extLst>
          </p:cNvPr>
          <p:cNvSpPr>
            <a:spLocks noGrp="1"/>
          </p:cNvSpPr>
          <p:nvPr/>
        </p:nvSpPr>
        <p:spPr>
          <a:xfrm>
            <a:off x="3715006" y="4905784"/>
            <a:ext cx="28398" cy="28398"/>
          </a:xfrm>
          <a:prstGeom prst="ellipse">
            <a:avLst/>
          </a:prstGeom>
          <a:solidFill>
            <a:srgbClr val="7F8C97">
              <a:alpha val="48000"/>
            </a:srgbClr>
          </a:solidFill>
          <a:ln w="0">
            <a:noFill/>
            <a:prstDash val="solid"/>
          </a:ln>
        </p:spPr>
      </p:sp>
      <p:sp>
        <p:nvSpPr>
          <p:cNvPr id="2781" name="01_find_only_2780">
            <a:extLst>
              <a:ext uri="{FF2B5EF4-FFF2-40B4-BE49-F238E27FC236}">
                <a16:creationId xmlns:a16="http://schemas.microsoft.com/office/drawing/2014/main" id="{9CF24020-510D-40AB-83C7-9BC291107AEE}"/>
              </a:ext>
            </a:extLst>
          </p:cNvPr>
          <p:cNvSpPr>
            <a:spLocks noGrp="1"/>
          </p:cNvSpPr>
          <p:nvPr/>
        </p:nvSpPr>
        <p:spPr>
          <a:xfrm>
            <a:off x="3693640" y="4905784"/>
            <a:ext cx="28398" cy="28398"/>
          </a:xfrm>
          <a:prstGeom prst="ellipse">
            <a:avLst/>
          </a:prstGeom>
          <a:solidFill>
            <a:srgbClr val="7F8C97">
              <a:alpha val="48000"/>
            </a:srgbClr>
          </a:solidFill>
          <a:ln w="0">
            <a:noFill/>
            <a:prstDash val="solid"/>
          </a:ln>
        </p:spPr>
      </p:sp>
      <p:sp>
        <p:nvSpPr>
          <p:cNvPr id="2782" name="01_find_only_2781">
            <a:extLst>
              <a:ext uri="{FF2B5EF4-FFF2-40B4-BE49-F238E27FC236}">
                <a16:creationId xmlns:a16="http://schemas.microsoft.com/office/drawing/2014/main" id="{1E0505F5-4219-4210-B121-B717E9AEAC43}"/>
              </a:ext>
            </a:extLst>
          </p:cNvPr>
          <p:cNvSpPr>
            <a:spLocks noGrp="1"/>
          </p:cNvSpPr>
          <p:nvPr/>
        </p:nvSpPr>
        <p:spPr>
          <a:xfrm>
            <a:off x="3630498" y="4905784"/>
            <a:ext cx="28398" cy="28398"/>
          </a:xfrm>
          <a:prstGeom prst="ellipse">
            <a:avLst/>
          </a:prstGeom>
          <a:solidFill>
            <a:srgbClr val="7F8C97">
              <a:alpha val="48000"/>
            </a:srgbClr>
          </a:solidFill>
          <a:ln w="0">
            <a:noFill/>
            <a:prstDash val="solid"/>
          </a:ln>
        </p:spPr>
      </p:sp>
      <p:sp>
        <p:nvSpPr>
          <p:cNvPr id="2783" name="01_find_only_2782">
            <a:extLst>
              <a:ext uri="{FF2B5EF4-FFF2-40B4-BE49-F238E27FC236}">
                <a16:creationId xmlns:a16="http://schemas.microsoft.com/office/drawing/2014/main" id="{2E2C345A-3647-4BE4-9EEC-6DF98E5DD36A}"/>
              </a:ext>
            </a:extLst>
          </p:cNvPr>
          <p:cNvSpPr>
            <a:spLocks noGrp="1"/>
          </p:cNvSpPr>
          <p:nvPr/>
        </p:nvSpPr>
        <p:spPr>
          <a:xfrm>
            <a:off x="3650814" y="5539792"/>
            <a:ext cx="28398" cy="28398"/>
          </a:xfrm>
          <a:prstGeom prst="ellipse">
            <a:avLst/>
          </a:prstGeom>
          <a:solidFill>
            <a:srgbClr val="7F8C97">
              <a:alpha val="48000"/>
            </a:srgbClr>
          </a:solidFill>
          <a:ln w="0">
            <a:noFill/>
            <a:prstDash val="solid"/>
          </a:ln>
        </p:spPr>
      </p:sp>
      <p:sp>
        <p:nvSpPr>
          <p:cNvPr id="2784" name="01_find_only_2783">
            <a:extLst>
              <a:ext uri="{FF2B5EF4-FFF2-40B4-BE49-F238E27FC236}">
                <a16:creationId xmlns:a16="http://schemas.microsoft.com/office/drawing/2014/main" id="{B126D3A8-903A-4DAB-A76D-778BB088031E}"/>
              </a:ext>
            </a:extLst>
          </p:cNvPr>
          <p:cNvSpPr>
            <a:spLocks noGrp="1"/>
          </p:cNvSpPr>
          <p:nvPr/>
        </p:nvSpPr>
        <p:spPr>
          <a:xfrm>
            <a:off x="3630307" y="5856796"/>
            <a:ext cx="28398" cy="28398"/>
          </a:xfrm>
          <a:prstGeom prst="ellipse">
            <a:avLst/>
          </a:prstGeom>
          <a:solidFill>
            <a:srgbClr val="7F8C97">
              <a:alpha val="48000"/>
            </a:srgbClr>
          </a:solidFill>
          <a:ln w="0">
            <a:noFill/>
            <a:prstDash val="solid"/>
          </a:ln>
        </p:spPr>
      </p:sp>
      <p:sp>
        <p:nvSpPr>
          <p:cNvPr id="2785" name="01_find_only_2784">
            <a:extLst>
              <a:ext uri="{FF2B5EF4-FFF2-40B4-BE49-F238E27FC236}">
                <a16:creationId xmlns:a16="http://schemas.microsoft.com/office/drawing/2014/main" id="{6345FCCE-C5E3-4251-B05A-0AD6AC2C4CFE}"/>
              </a:ext>
            </a:extLst>
          </p:cNvPr>
          <p:cNvSpPr>
            <a:spLocks noGrp="1"/>
          </p:cNvSpPr>
          <p:nvPr/>
        </p:nvSpPr>
        <p:spPr>
          <a:xfrm>
            <a:off x="3684198" y="5539792"/>
            <a:ext cx="28398" cy="28398"/>
          </a:xfrm>
          <a:prstGeom prst="ellipse">
            <a:avLst/>
          </a:prstGeom>
          <a:solidFill>
            <a:srgbClr val="7F8C97">
              <a:alpha val="48000"/>
            </a:srgbClr>
          </a:solidFill>
          <a:ln w="0">
            <a:noFill/>
            <a:prstDash val="solid"/>
          </a:ln>
        </p:spPr>
      </p:sp>
      <p:sp>
        <p:nvSpPr>
          <p:cNvPr id="2786" name="01_find_only_2785">
            <a:extLst>
              <a:ext uri="{FF2B5EF4-FFF2-40B4-BE49-F238E27FC236}">
                <a16:creationId xmlns:a16="http://schemas.microsoft.com/office/drawing/2014/main" id="{0AB9950D-D797-47FA-A9AC-03F3FC9FB7E0}"/>
              </a:ext>
            </a:extLst>
          </p:cNvPr>
          <p:cNvSpPr>
            <a:spLocks noGrp="1"/>
          </p:cNvSpPr>
          <p:nvPr/>
        </p:nvSpPr>
        <p:spPr>
          <a:xfrm>
            <a:off x="3671798" y="5539792"/>
            <a:ext cx="28398" cy="28398"/>
          </a:xfrm>
          <a:prstGeom prst="ellipse">
            <a:avLst/>
          </a:prstGeom>
          <a:solidFill>
            <a:srgbClr val="7F8C97">
              <a:alpha val="48000"/>
            </a:srgbClr>
          </a:solidFill>
          <a:ln w="0">
            <a:noFill/>
            <a:prstDash val="solid"/>
          </a:ln>
        </p:spPr>
      </p:sp>
      <p:sp>
        <p:nvSpPr>
          <p:cNvPr id="2787" name="01_find_only_2786">
            <a:extLst>
              <a:ext uri="{FF2B5EF4-FFF2-40B4-BE49-F238E27FC236}">
                <a16:creationId xmlns:a16="http://schemas.microsoft.com/office/drawing/2014/main" id="{7F0CBDB9-AE3E-41A7-8DF4-8813AEA6187F}"/>
              </a:ext>
            </a:extLst>
          </p:cNvPr>
          <p:cNvSpPr>
            <a:spLocks noGrp="1"/>
          </p:cNvSpPr>
          <p:nvPr/>
        </p:nvSpPr>
        <p:spPr>
          <a:xfrm>
            <a:off x="3661688" y="4905784"/>
            <a:ext cx="28398" cy="28398"/>
          </a:xfrm>
          <a:prstGeom prst="ellipse">
            <a:avLst/>
          </a:prstGeom>
          <a:solidFill>
            <a:srgbClr val="7F8C97">
              <a:alpha val="48000"/>
            </a:srgbClr>
          </a:solidFill>
          <a:ln w="0">
            <a:noFill/>
            <a:prstDash val="solid"/>
          </a:ln>
        </p:spPr>
      </p:sp>
      <p:sp>
        <p:nvSpPr>
          <p:cNvPr id="2788" name="01_find_only_2787">
            <a:extLst>
              <a:ext uri="{FF2B5EF4-FFF2-40B4-BE49-F238E27FC236}">
                <a16:creationId xmlns:a16="http://schemas.microsoft.com/office/drawing/2014/main" id="{39199BAF-319B-4201-B8AF-91E97E09EF7D}"/>
              </a:ext>
            </a:extLst>
          </p:cNvPr>
          <p:cNvSpPr>
            <a:spLocks noGrp="1"/>
          </p:cNvSpPr>
          <p:nvPr/>
        </p:nvSpPr>
        <p:spPr>
          <a:xfrm>
            <a:off x="3652245" y="6139529"/>
            <a:ext cx="28398" cy="28398"/>
          </a:xfrm>
          <a:prstGeom prst="ellipse">
            <a:avLst/>
          </a:prstGeom>
          <a:solidFill>
            <a:srgbClr val="7F8C97">
              <a:alpha val="48000"/>
            </a:srgbClr>
          </a:solidFill>
          <a:ln w="0">
            <a:noFill/>
            <a:prstDash val="solid"/>
          </a:ln>
        </p:spPr>
      </p:sp>
      <p:sp>
        <p:nvSpPr>
          <p:cNvPr id="2789" name="01_find_only_2788">
            <a:extLst>
              <a:ext uri="{FF2B5EF4-FFF2-40B4-BE49-F238E27FC236}">
                <a16:creationId xmlns:a16="http://schemas.microsoft.com/office/drawing/2014/main" id="{C488DE4E-2F50-413E-8366-E7DA10F96439}"/>
              </a:ext>
            </a:extLst>
          </p:cNvPr>
          <p:cNvSpPr>
            <a:spLocks noGrp="1"/>
          </p:cNvSpPr>
          <p:nvPr/>
        </p:nvSpPr>
        <p:spPr>
          <a:xfrm>
            <a:off x="3663118" y="4905784"/>
            <a:ext cx="28398" cy="28398"/>
          </a:xfrm>
          <a:prstGeom prst="ellipse">
            <a:avLst/>
          </a:prstGeom>
          <a:solidFill>
            <a:srgbClr val="7F8C97">
              <a:alpha val="48000"/>
            </a:srgbClr>
          </a:solidFill>
          <a:ln w="0">
            <a:noFill/>
            <a:prstDash val="solid"/>
          </a:ln>
        </p:spPr>
      </p:sp>
      <p:sp>
        <p:nvSpPr>
          <p:cNvPr id="2790" name="01_find_only_2789">
            <a:extLst>
              <a:ext uri="{FF2B5EF4-FFF2-40B4-BE49-F238E27FC236}">
                <a16:creationId xmlns:a16="http://schemas.microsoft.com/office/drawing/2014/main" id="{48E10095-F387-4A20-8B87-4D5291FC5023}"/>
              </a:ext>
            </a:extLst>
          </p:cNvPr>
          <p:cNvSpPr>
            <a:spLocks noGrp="1"/>
          </p:cNvSpPr>
          <p:nvPr/>
        </p:nvSpPr>
        <p:spPr>
          <a:xfrm>
            <a:off x="3719584" y="5539792"/>
            <a:ext cx="28398" cy="28398"/>
          </a:xfrm>
          <a:prstGeom prst="ellipse">
            <a:avLst/>
          </a:prstGeom>
          <a:solidFill>
            <a:srgbClr val="7F8C97">
              <a:alpha val="48000"/>
            </a:srgbClr>
          </a:solidFill>
          <a:ln w="0">
            <a:noFill/>
            <a:prstDash val="solid"/>
          </a:ln>
        </p:spPr>
      </p:sp>
      <p:sp>
        <p:nvSpPr>
          <p:cNvPr id="2791" name="01_find_only_2790">
            <a:extLst>
              <a:ext uri="{FF2B5EF4-FFF2-40B4-BE49-F238E27FC236}">
                <a16:creationId xmlns:a16="http://schemas.microsoft.com/office/drawing/2014/main" id="{28B4624A-BEEF-42BF-A82F-F99A6931E445}"/>
              </a:ext>
            </a:extLst>
          </p:cNvPr>
          <p:cNvSpPr>
            <a:spLocks noGrp="1"/>
          </p:cNvSpPr>
          <p:nvPr/>
        </p:nvSpPr>
        <p:spPr>
          <a:xfrm>
            <a:off x="3689730" y="4905784"/>
            <a:ext cx="28398" cy="28398"/>
          </a:xfrm>
          <a:prstGeom prst="ellipse">
            <a:avLst/>
          </a:prstGeom>
          <a:solidFill>
            <a:srgbClr val="7F8C97">
              <a:alpha val="48000"/>
            </a:srgbClr>
          </a:solidFill>
          <a:ln w="0">
            <a:noFill/>
            <a:prstDash val="solid"/>
          </a:ln>
        </p:spPr>
      </p:sp>
      <p:sp>
        <p:nvSpPr>
          <p:cNvPr id="2792" name="01_find_only_2791">
            <a:extLst>
              <a:ext uri="{FF2B5EF4-FFF2-40B4-BE49-F238E27FC236}">
                <a16:creationId xmlns:a16="http://schemas.microsoft.com/office/drawing/2014/main" id="{8ABEF0B6-4477-4357-8AA6-CCD0398959FF}"/>
              </a:ext>
            </a:extLst>
          </p:cNvPr>
          <p:cNvSpPr>
            <a:spLocks noGrp="1"/>
          </p:cNvSpPr>
          <p:nvPr/>
        </p:nvSpPr>
        <p:spPr>
          <a:xfrm>
            <a:off x="3696216" y="5892019"/>
            <a:ext cx="28398" cy="28398"/>
          </a:xfrm>
          <a:prstGeom prst="ellipse">
            <a:avLst/>
          </a:prstGeom>
          <a:solidFill>
            <a:srgbClr val="7F8C97">
              <a:alpha val="48000"/>
            </a:srgbClr>
          </a:solidFill>
          <a:ln w="0">
            <a:noFill/>
            <a:prstDash val="solid"/>
          </a:ln>
        </p:spPr>
      </p:sp>
      <p:sp>
        <p:nvSpPr>
          <p:cNvPr id="2793" name="01_find_only_2792">
            <a:extLst>
              <a:ext uri="{FF2B5EF4-FFF2-40B4-BE49-F238E27FC236}">
                <a16:creationId xmlns:a16="http://schemas.microsoft.com/office/drawing/2014/main" id="{083CEC7B-588E-4C07-BF61-BCD370223256}"/>
              </a:ext>
            </a:extLst>
          </p:cNvPr>
          <p:cNvSpPr>
            <a:spLocks noGrp="1"/>
          </p:cNvSpPr>
          <p:nvPr/>
        </p:nvSpPr>
        <p:spPr>
          <a:xfrm>
            <a:off x="3654343" y="5680683"/>
            <a:ext cx="28398" cy="28398"/>
          </a:xfrm>
          <a:prstGeom prst="ellipse">
            <a:avLst/>
          </a:prstGeom>
          <a:solidFill>
            <a:srgbClr val="7F8C97">
              <a:alpha val="48000"/>
            </a:srgbClr>
          </a:solidFill>
          <a:ln w="0">
            <a:noFill/>
            <a:prstDash val="solid"/>
          </a:ln>
        </p:spPr>
      </p:sp>
      <p:sp>
        <p:nvSpPr>
          <p:cNvPr id="2794" name="01_find_only_2793">
            <a:extLst>
              <a:ext uri="{FF2B5EF4-FFF2-40B4-BE49-F238E27FC236}">
                <a16:creationId xmlns:a16="http://schemas.microsoft.com/office/drawing/2014/main" id="{3C918E8C-A949-488C-A930-533BD052B172}"/>
              </a:ext>
            </a:extLst>
          </p:cNvPr>
          <p:cNvSpPr>
            <a:spLocks noGrp="1"/>
          </p:cNvSpPr>
          <p:nvPr/>
        </p:nvSpPr>
        <p:spPr>
          <a:xfrm>
            <a:off x="3714243" y="5328456"/>
            <a:ext cx="28398" cy="28398"/>
          </a:xfrm>
          <a:prstGeom prst="ellipse">
            <a:avLst/>
          </a:prstGeom>
          <a:solidFill>
            <a:srgbClr val="7F8C97">
              <a:alpha val="48000"/>
            </a:srgbClr>
          </a:solidFill>
          <a:ln w="0">
            <a:noFill/>
            <a:prstDash val="solid"/>
          </a:ln>
        </p:spPr>
      </p:sp>
      <p:sp>
        <p:nvSpPr>
          <p:cNvPr id="2795" name="01_find_only_2794">
            <a:extLst>
              <a:ext uri="{FF2B5EF4-FFF2-40B4-BE49-F238E27FC236}">
                <a16:creationId xmlns:a16="http://schemas.microsoft.com/office/drawing/2014/main" id="{9BC9C6D2-E63C-4A58-877E-63BE041A62E2}"/>
              </a:ext>
            </a:extLst>
          </p:cNvPr>
          <p:cNvSpPr>
            <a:spLocks noGrp="1"/>
          </p:cNvSpPr>
          <p:nvPr/>
        </p:nvSpPr>
        <p:spPr>
          <a:xfrm>
            <a:off x="3696406" y="4905784"/>
            <a:ext cx="28398" cy="28398"/>
          </a:xfrm>
          <a:prstGeom prst="ellipse">
            <a:avLst/>
          </a:prstGeom>
          <a:solidFill>
            <a:srgbClr val="7F8C97">
              <a:alpha val="48000"/>
            </a:srgbClr>
          </a:solidFill>
          <a:ln w="0">
            <a:noFill/>
            <a:prstDash val="solid"/>
          </a:ln>
        </p:spPr>
      </p:sp>
      <p:sp>
        <p:nvSpPr>
          <p:cNvPr id="2796" name="01_find_only_2795">
            <a:extLst>
              <a:ext uri="{FF2B5EF4-FFF2-40B4-BE49-F238E27FC236}">
                <a16:creationId xmlns:a16="http://schemas.microsoft.com/office/drawing/2014/main" id="{6CB692E9-8E61-4D4D-A15D-B2D373B329DE}"/>
              </a:ext>
            </a:extLst>
          </p:cNvPr>
          <p:cNvSpPr>
            <a:spLocks noGrp="1"/>
          </p:cNvSpPr>
          <p:nvPr/>
        </p:nvSpPr>
        <p:spPr>
          <a:xfrm>
            <a:off x="3641944" y="6173800"/>
            <a:ext cx="28398" cy="28398"/>
          </a:xfrm>
          <a:prstGeom prst="ellipse">
            <a:avLst/>
          </a:prstGeom>
          <a:solidFill>
            <a:srgbClr val="7F8C97">
              <a:alpha val="48000"/>
            </a:srgbClr>
          </a:solidFill>
          <a:ln w="0">
            <a:noFill/>
            <a:prstDash val="solid"/>
          </a:ln>
        </p:spPr>
      </p:sp>
      <p:sp>
        <p:nvSpPr>
          <p:cNvPr id="2797" name="01_find_only_2796">
            <a:extLst>
              <a:ext uri="{FF2B5EF4-FFF2-40B4-BE49-F238E27FC236}">
                <a16:creationId xmlns:a16="http://schemas.microsoft.com/office/drawing/2014/main" id="{984418B6-A5BF-4A41-9246-3E4031C49AF5}"/>
              </a:ext>
            </a:extLst>
          </p:cNvPr>
          <p:cNvSpPr>
            <a:spLocks noGrp="1"/>
          </p:cNvSpPr>
          <p:nvPr/>
        </p:nvSpPr>
        <p:spPr>
          <a:xfrm>
            <a:off x="3646808" y="4905784"/>
            <a:ext cx="28398" cy="28398"/>
          </a:xfrm>
          <a:prstGeom prst="ellipse">
            <a:avLst/>
          </a:prstGeom>
          <a:solidFill>
            <a:srgbClr val="7F8C97">
              <a:alpha val="48000"/>
            </a:srgbClr>
          </a:solidFill>
          <a:ln w="0">
            <a:noFill/>
            <a:prstDash val="solid"/>
          </a:ln>
        </p:spPr>
      </p:sp>
      <p:sp>
        <p:nvSpPr>
          <p:cNvPr id="2798" name="01_find_only_2797">
            <a:extLst>
              <a:ext uri="{FF2B5EF4-FFF2-40B4-BE49-F238E27FC236}">
                <a16:creationId xmlns:a16="http://schemas.microsoft.com/office/drawing/2014/main" id="{3A104079-5098-4F0E-A807-2A4E63EF27F7}"/>
              </a:ext>
            </a:extLst>
          </p:cNvPr>
          <p:cNvSpPr>
            <a:spLocks noGrp="1"/>
          </p:cNvSpPr>
          <p:nvPr/>
        </p:nvSpPr>
        <p:spPr>
          <a:xfrm>
            <a:off x="3654248" y="5328456"/>
            <a:ext cx="28398" cy="28398"/>
          </a:xfrm>
          <a:prstGeom prst="ellipse">
            <a:avLst/>
          </a:prstGeom>
          <a:solidFill>
            <a:srgbClr val="7F8C97">
              <a:alpha val="48000"/>
            </a:srgbClr>
          </a:solidFill>
          <a:ln w="0">
            <a:noFill/>
            <a:prstDash val="solid"/>
          </a:ln>
        </p:spPr>
      </p:sp>
      <p:sp>
        <p:nvSpPr>
          <p:cNvPr id="2799" name="01_find_only_2798">
            <a:extLst>
              <a:ext uri="{FF2B5EF4-FFF2-40B4-BE49-F238E27FC236}">
                <a16:creationId xmlns:a16="http://schemas.microsoft.com/office/drawing/2014/main" id="{51170867-40B7-4456-9567-DDE39E74BE76}"/>
              </a:ext>
            </a:extLst>
          </p:cNvPr>
          <p:cNvSpPr>
            <a:spLocks noGrp="1"/>
          </p:cNvSpPr>
          <p:nvPr/>
        </p:nvSpPr>
        <p:spPr>
          <a:xfrm>
            <a:off x="3713480" y="5539792"/>
            <a:ext cx="28398" cy="28398"/>
          </a:xfrm>
          <a:prstGeom prst="ellipse">
            <a:avLst/>
          </a:prstGeom>
          <a:solidFill>
            <a:srgbClr val="7F8C97">
              <a:alpha val="48000"/>
            </a:srgbClr>
          </a:solidFill>
          <a:ln w="0">
            <a:noFill/>
            <a:prstDash val="solid"/>
          </a:ln>
        </p:spPr>
      </p:sp>
      <p:sp>
        <p:nvSpPr>
          <p:cNvPr id="2800" name="01_find_only_2799">
            <a:extLst>
              <a:ext uri="{FF2B5EF4-FFF2-40B4-BE49-F238E27FC236}">
                <a16:creationId xmlns:a16="http://schemas.microsoft.com/office/drawing/2014/main" id="{DA9516E7-D91B-4040-88EF-FF38826F5286}"/>
              </a:ext>
            </a:extLst>
          </p:cNvPr>
          <p:cNvSpPr>
            <a:spLocks noGrp="1"/>
          </p:cNvSpPr>
          <p:nvPr/>
        </p:nvSpPr>
        <p:spPr>
          <a:xfrm>
            <a:off x="3655774" y="4905784"/>
            <a:ext cx="28398" cy="28398"/>
          </a:xfrm>
          <a:prstGeom prst="ellipse">
            <a:avLst/>
          </a:prstGeom>
          <a:solidFill>
            <a:srgbClr val="7F8C97">
              <a:alpha val="48000"/>
            </a:srgbClr>
          </a:solidFill>
          <a:ln w="0">
            <a:noFill/>
            <a:prstDash val="solid"/>
          </a:ln>
        </p:spPr>
      </p:sp>
      <p:sp>
        <p:nvSpPr>
          <p:cNvPr id="2801" name="01_find_only_2800">
            <a:extLst>
              <a:ext uri="{FF2B5EF4-FFF2-40B4-BE49-F238E27FC236}">
                <a16:creationId xmlns:a16="http://schemas.microsoft.com/office/drawing/2014/main" id="{0873D38D-3750-477F-A22A-2C497BFC4BA0}"/>
              </a:ext>
            </a:extLst>
          </p:cNvPr>
          <p:cNvSpPr>
            <a:spLocks noGrp="1"/>
          </p:cNvSpPr>
          <p:nvPr/>
        </p:nvSpPr>
        <p:spPr>
          <a:xfrm>
            <a:off x="3708138" y="5610237"/>
            <a:ext cx="28398" cy="28398"/>
          </a:xfrm>
          <a:prstGeom prst="ellipse">
            <a:avLst/>
          </a:prstGeom>
          <a:solidFill>
            <a:srgbClr val="7F8C97">
              <a:alpha val="48000"/>
            </a:srgbClr>
          </a:solidFill>
          <a:ln w="0">
            <a:noFill/>
            <a:prstDash val="solid"/>
          </a:ln>
        </p:spPr>
      </p:sp>
      <p:sp>
        <p:nvSpPr>
          <p:cNvPr id="2802" name="01_find_only_2801">
            <a:extLst>
              <a:ext uri="{FF2B5EF4-FFF2-40B4-BE49-F238E27FC236}">
                <a16:creationId xmlns:a16="http://schemas.microsoft.com/office/drawing/2014/main" id="{9795E570-4E9A-4F47-BB0E-DA0EB10511D3}"/>
              </a:ext>
            </a:extLst>
          </p:cNvPr>
          <p:cNvSpPr>
            <a:spLocks noGrp="1"/>
          </p:cNvSpPr>
          <p:nvPr/>
        </p:nvSpPr>
        <p:spPr>
          <a:xfrm>
            <a:off x="3708901" y="4905784"/>
            <a:ext cx="28398" cy="28398"/>
          </a:xfrm>
          <a:prstGeom prst="ellipse">
            <a:avLst/>
          </a:prstGeom>
          <a:solidFill>
            <a:srgbClr val="7F8C97">
              <a:alpha val="48000"/>
            </a:srgbClr>
          </a:solidFill>
          <a:ln w="0">
            <a:noFill/>
            <a:prstDash val="solid"/>
          </a:ln>
        </p:spPr>
      </p:sp>
      <p:sp>
        <p:nvSpPr>
          <p:cNvPr id="2803" name="01_find_only_2802">
            <a:extLst>
              <a:ext uri="{FF2B5EF4-FFF2-40B4-BE49-F238E27FC236}">
                <a16:creationId xmlns:a16="http://schemas.microsoft.com/office/drawing/2014/main" id="{32632DAE-6ED2-48C6-83DA-C021B1AC374A}"/>
              </a:ext>
            </a:extLst>
          </p:cNvPr>
          <p:cNvSpPr>
            <a:spLocks noGrp="1"/>
          </p:cNvSpPr>
          <p:nvPr/>
        </p:nvSpPr>
        <p:spPr>
          <a:xfrm>
            <a:off x="3711381" y="5539792"/>
            <a:ext cx="28398" cy="28398"/>
          </a:xfrm>
          <a:prstGeom prst="ellipse">
            <a:avLst/>
          </a:prstGeom>
          <a:solidFill>
            <a:srgbClr val="7F8C97">
              <a:alpha val="48000"/>
            </a:srgbClr>
          </a:solidFill>
          <a:ln w="0">
            <a:noFill/>
            <a:prstDash val="solid"/>
          </a:ln>
        </p:spPr>
      </p:sp>
      <p:sp>
        <p:nvSpPr>
          <p:cNvPr id="2804" name="01_find_only_2803">
            <a:extLst>
              <a:ext uri="{FF2B5EF4-FFF2-40B4-BE49-F238E27FC236}">
                <a16:creationId xmlns:a16="http://schemas.microsoft.com/office/drawing/2014/main" id="{D438DB67-CF72-40C5-9A42-7539B6403CAC}"/>
              </a:ext>
            </a:extLst>
          </p:cNvPr>
          <p:cNvSpPr>
            <a:spLocks noGrp="1"/>
          </p:cNvSpPr>
          <p:nvPr/>
        </p:nvSpPr>
        <p:spPr>
          <a:xfrm>
            <a:off x="3656537" y="5751128"/>
            <a:ext cx="28398" cy="28398"/>
          </a:xfrm>
          <a:prstGeom prst="ellipse">
            <a:avLst/>
          </a:prstGeom>
          <a:solidFill>
            <a:srgbClr val="7F8C97">
              <a:alpha val="48000"/>
            </a:srgbClr>
          </a:solidFill>
          <a:ln w="0">
            <a:noFill/>
            <a:prstDash val="solid"/>
          </a:ln>
        </p:spPr>
      </p:sp>
      <p:sp>
        <p:nvSpPr>
          <p:cNvPr id="2805" name="01_find_only_2804">
            <a:extLst>
              <a:ext uri="{FF2B5EF4-FFF2-40B4-BE49-F238E27FC236}">
                <a16:creationId xmlns:a16="http://schemas.microsoft.com/office/drawing/2014/main" id="{C35EB1CD-6702-42EE-8821-05DB750F874A}"/>
              </a:ext>
            </a:extLst>
          </p:cNvPr>
          <p:cNvSpPr>
            <a:spLocks noGrp="1"/>
          </p:cNvSpPr>
          <p:nvPr/>
        </p:nvSpPr>
        <p:spPr>
          <a:xfrm>
            <a:off x="3642134" y="4905784"/>
            <a:ext cx="28398" cy="28398"/>
          </a:xfrm>
          <a:prstGeom prst="ellipse">
            <a:avLst/>
          </a:prstGeom>
          <a:solidFill>
            <a:srgbClr val="7F8C97">
              <a:alpha val="48000"/>
            </a:srgbClr>
          </a:solidFill>
          <a:ln w="0">
            <a:noFill/>
            <a:prstDash val="solid"/>
          </a:ln>
        </p:spPr>
      </p:sp>
      <p:sp>
        <p:nvSpPr>
          <p:cNvPr id="2806" name="01_find_only_2805">
            <a:extLst>
              <a:ext uri="{FF2B5EF4-FFF2-40B4-BE49-F238E27FC236}">
                <a16:creationId xmlns:a16="http://schemas.microsoft.com/office/drawing/2014/main" id="{1055ED9C-85BB-4E50-8FE0-B048B95D5AB8}"/>
              </a:ext>
            </a:extLst>
          </p:cNvPr>
          <p:cNvSpPr>
            <a:spLocks noGrp="1"/>
          </p:cNvSpPr>
          <p:nvPr/>
        </p:nvSpPr>
        <p:spPr>
          <a:xfrm>
            <a:off x="3697646" y="6173800"/>
            <a:ext cx="28398" cy="28398"/>
          </a:xfrm>
          <a:prstGeom prst="ellipse">
            <a:avLst/>
          </a:prstGeom>
          <a:solidFill>
            <a:srgbClr val="7F8C97">
              <a:alpha val="48000"/>
            </a:srgbClr>
          </a:solidFill>
          <a:ln w="0">
            <a:noFill/>
            <a:prstDash val="solid"/>
          </a:ln>
        </p:spPr>
      </p:sp>
      <p:sp>
        <p:nvSpPr>
          <p:cNvPr id="2807" name="01_find_only_2806">
            <a:extLst>
              <a:ext uri="{FF2B5EF4-FFF2-40B4-BE49-F238E27FC236}">
                <a16:creationId xmlns:a16="http://schemas.microsoft.com/office/drawing/2014/main" id="{2E0BE654-75A1-4092-A908-A304E9B52FC5}"/>
              </a:ext>
            </a:extLst>
          </p:cNvPr>
          <p:cNvSpPr>
            <a:spLocks noGrp="1"/>
          </p:cNvSpPr>
          <p:nvPr/>
        </p:nvSpPr>
        <p:spPr>
          <a:xfrm>
            <a:off x="3637651" y="4905784"/>
            <a:ext cx="28398" cy="28398"/>
          </a:xfrm>
          <a:prstGeom prst="ellipse">
            <a:avLst/>
          </a:prstGeom>
          <a:solidFill>
            <a:srgbClr val="7F8C97">
              <a:alpha val="48000"/>
            </a:srgbClr>
          </a:solidFill>
          <a:ln w="0">
            <a:noFill/>
            <a:prstDash val="solid"/>
          </a:ln>
        </p:spPr>
      </p:sp>
      <p:sp>
        <p:nvSpPr>
          <p:cNvPr id="2808" name="01_find_only_2807">
            <a:extLst>
              <a:ext uri="{FF2B5EF4-FFF2-40B4-BE49-F238E27FC236}">
                <a16:creationId xmlns:a16="http://schemas.microsoft.com/office/drawing/2014/main" id="{2BBC8191-1249-4558-B974-893A560FEF1C}"/>
              </a:ext>
            </a:extLst>
          </p:cNvPr>
          <p:cNvSpPr>
            <a:spLocks noGrp="1"/>
          </p:cNvSpPr>
          <p:nvPr/>
        </p:nvSpPr>
        <p:spPr>
          <a:xfrm>
            <a:off x="3700031" y="4905784"/>
            <a:ext cx="28398" cy="28398"/>
          </a:xfrm>
          <a:prstGeom prst="ellipse">
            <a:avLst/>
          </a:prstGeom>
          <a:solidFill>
            <a:srgbClr val="7F8C97">
              <a:alpha val="48000"/>
            </a:srgbClr>
          </a:solidFill>
          <a:ln w="0">
            <a:noFill/>
            <a:prstDash val="solid"/>
          </a:ln>
        </p:spPr>
      </p:sp>
      <p:sp>
        <p:nvSpPr>
          <p:cNvPr id="2809" name="01_find_only_2808">
            <a:extLst>
              <a:ext uri="{FF2B5EF4-FFF2-40B4-BE49-F238E27FC236}">
                <a16:creationId xmlns:a16="http://schemas.microsoft.com/office/drawing/2014/main" id="{35CA1937-B32C-420D-8A3D-B9506FEEC8DE}"/>
              </a:ext>
            </a:extLst>
          </p:cNvPr>
          <p:cNvSpPr>
            <a:spLocks noGrp="1"/>
          </p:cNvSpPr>
          <p:nvPr/>
        </p:nvSpPr>
        <p:spPr>
          <a:xfrm>
            <a:off x="3638510" y="4905784"/>
            <a:ext cx="28398" cy="28398"/>
          </a:xfrm>
          <a:prstGeom prst="ellipse">
            <a:avLst/>
          </a:prstGeom>
          <a:solidFill>
            <a:srgbClr val="7F8C97">
              <a:alpha val="48000"/>
            </a:srgbClr>
          </a:solidFill>
          <a:ln w="0">
            <a:noFill/>
            <a:prstDash val="solid"/>
          </a:ln>
        </p:spPr>
      </p:sp>
      <p:sp>
        <p:nvSpPr>
          <p:cNvPr id="2810" name="01_find_only_2809">
            <a:extLst>
              <a:ext uri="{FF2B5EF4-FFF2-40B4-BE49-F238E27FC236}">
                <a16:creationId xmlns:a16="http://schemas.microsoft.com/office/drawing/2014/main" id="{82071123-0C4A-46A9-BE4F-CEA4148EE65B}"/>
              </a:ext>
            </a:extLst>
          </p:cNvPr>
          <p:cNvSpPr>
            <a:spLocks noGrp="1"/>
          </p:cNvSpPr>
          <p:nvPr/>
        </p:nvSpPr>
        <p:spPr>
          <a:xfrm>
            <a:off x="3718344" y="4905784"/>
            <a:ext cx="28398" cy="28398"/>
          </a:xfrm>
          <a:prstGeom prst="ellipse">
            <a:avLst/>
          </a:prstGeom>
          <a:solidFill>
            <a:srgbClr val="7F8C97">
              <a:alpha val="48000"/>
            </a:srgbClr>
          </a:solidFill>
          <a:ln w="0">
            <a:noFill/>
            <a:prstDash val="solid"/>
          </a:ln>
        </p:spPr>
      </p:sp>
      <p:sp>
        <p:nvSpPr>
          <p:cNvPr id="2811" name="01_find_only_2810">
            <a:extLst>
              <a:ext uri="{FF2B5EF4-FFF2-40B4-BE49-F238E27FC236}">
                <a16:creationId xmlns:a16="http://schemas.microsoft.com/office/drawing/2014/main" id="{AA133ECC-3BA7-4342-B127-FC83C5FFD90A}"/>
              </a:ext>
            </a:extLst>
          </p:cNvPr>
          <p:cNvSpPr>
            <a:spLocks noGrp="1"/>
          </p:cNvSpPr>
          <p:nvPr/>
        </p:nvSpPr>
        <p:spPr>
          <a:xfrm>
            <a:off x="3703751" y="4905784"/>
            <a:ext cx="28398" cy="28398"/>
          </a:xfrm>
          <a:prstGeom prst="ellipse">
            <a:avLst/>
          </a:prstGeom>
          <a:solidFill>
            <a:srgbClr val="7F8C97">
              <a:alpha val="48000"/>
            </a:srgbClr>
          </a:solidFill>
          <a:ln w="0">
            <a:noFill/>
            <a:prstDash val="solid"/>
          </a:ln>
        </p:spPr>
      </p:sp>
      <p:sp>
        <p:nvSpPr>
          <p:cNvPr id="2812" name="01_find_only_2811">
            <a:extLst>
              <a:ext uri="{FF2B5EF4-FFF2-40B4-BE49-F238E27FC236}">
                <a16:creationId xmlns:a16="http://schemas.microsoft.com/office/drawing/2014/main" id="{9AC7701F-7D61-4913-A345-6930BF7CD386}"/>
              </a:ext>
            </a:extLst>
          </p:cNvPr>
          <p:cNvSpPr>
            <a:spLocks noGrp="1"/>
          </p:cNvSpPr>
          <p:nvPr/>
        </p:nvSpPr>
        <p:spPr>
          <a:xfrm>
            <a:off x="3669223" y="4905784"/>
            <a:ext cx="28398" cy="28398"/>
          </a:xfrm>
          <a:prstGeom prst="ellipse">
            <a:avLst/>
          </a:prstGeom>
          <a:solidFill>
            <a:srgbClr val="7F8C97">
              <a:alpha val="48000"/>
            </a:srgbClr>
          </a:solidFill>
          <a:ln w="0">
            <a:noFill/>
            <a:prstDash val="solid"/>
          </a:ln>
        </p:spPr>
      </p:sp>
      <p:sp>
        <p:nvSpPr>
          <p:cNvPr id="2813" name="01_find_only_2812">
            <a:extLst>
              <a:ext uri="{FF2B5EF4-FFF2-40B4-BE49-F238E27FC236}">
                <a16:creationId xmlns:a16="http://schemas.microsoft.com/office/drawing/2014/main" id="{43EEABB7-5AD6-4F92-9CBD-82F98A337558}"/>
              </a:ext>
            </a:extLst>
          </p:cNvPr>
          <p:cNvSpPr>
            <a:spLocks noGrp="1"/>
          </p:cNvSpPr>
          <p:nvPr/>
        </p:nvSpPr>
        <p:spPr>
          <a:xfrm>
            <a:off x="3653103" y="4905784"/>
            <a:ext cx="28398" cy="28398"/>
          </a:xfrm>
          <a:prstGeom prst="ellipse">
            <a:avLst/>
          </a:prstGeom>
          <a:solidFill>
            <a:srgbClr val="7F8C97">
              <a:alpha val="48000"/>
            </a:srgbClr>
          </a:solidFill>
          <a:ln w="0">
            <a:noFill/>
            <a:prstDash val="solid"/>
          </a:ln>
        </p:spPr>
      </p:sp>
      <p:sp>
        <p:nvSpPr>
          <p:cNvPr id="2814" name="01_find_only_2813">
            <a:extLst>
              <a:ext uri="{FF2B5EF4-FFF2-40B4-BE49-F238E27FC236}">
                <a16:creationId xmlns:a16="http://schemas.microsoft.com/office/drawing/2014/main" id="{2735663F-6007-4B99-A621-02F0DF9D100A}"/>
              </a:ext>
            </a:extLst>
          </p:cNvPr>
          <p:cNvSpPr>
            <a:spLocks noGrp="1"/>
          </p:cNvSpPr>
          <p:nvPr/>
        </p:nvSpPr>
        <p:spPr>
          <a:xfrm>
            <a:off x="3721015" y="5328456"/>
            <a:ext cx="28398" cy="28398"/>
          </a:xfrm>
          <a:prstGeom prst="ellipse">
            <a:avLst/>
          </a:prstGeom>
          <a:solidFill>
            <a:srgbClr val="7F8C97">
              <a:alpha val="48000"/>
            </a:srgbClr>
          </a:solidFill>
          <a:ln w="0">
            <a:noFill/>
            <a:prstDash val="solid"/>
          </a:ln>
        </p:spPr>
      </p:sp>
      <p:sp>
        <p:nvSpPr>
          <p:cNvPr id="2815" name="01_find_only_2814">
            <a:extLst>
              <a:ext uri="{FF2B5EF4-FFF2-40B4-BE49-F238E27FC236}">
                <a16:creationId xmlns:a16="http://schemas.microsoft.com/office/drawing/2014/main" id="{3696527F-9E95-42DC-BF1A-F8817DAD8792}"/>
              </a:ext>
            </a:extLst>
          </p:cNvPr>
          <p:cNvSpPr>
            <a:spLocks noGrp="1"/>
          </p:cNvSpPr>
          <p:nvPr/>
        </p:nvSpPr>
        <p:spPr>
          <a:xfrm>
            <a:off x="3686391" y="6173800"/>
            <a:ext cx="28398" cy="28398"/>
          </a:xfrm>
          <a:prstGeom prst="ellipse">
            <a:avLst/>
          </a:prstGeom>
          <a:solidFill>
            <a:srgbClr val="7F8C97">
              <a:alpha val="48000"/>
            </a:srgbClr>
          </a:solidFill>
          <a:ln w="0">
            <a:noFill/>
            <a:prstDash val="solid"/>
          </a:ln>
        </p:spPr>
      </p:sp>
      <p:sp>
        <p:nvSpPr>
          <p:cNvPr id="2816" name="01_find_only_2815">
            <a:extLst>
              <a:ext uri="{FF2B5EF4-FFF2-40B4-BE49-F238E27FC236}">
                <a16:creationId xmlns:a16="http://schemas.microsoft.com/office/drawing/2014/main" id="{1A70DBD5-703C-4955-B36A-FFCFFCF8B5FD}"/>
              </a:ext>
            </a:extLst>
          </p:cNvPr>
          <p:cNvSpPr>
            <a:spLocks noGrp="1"/>
          </p:cNvSpPr>
          <p:nvPr/>
        </p:nvSpPr>
        <p:spPr>
          <a:xfrm>
            <a:off x="3708138" y="6173800"/>
            <a:ext cx="28398" cy="28398"/>
          </a:xfrm>
          <a:prstGeom prst="ellipse">
            <a:avLst/>
          </a:prstGeom>
          <a:solidFill>
            <a:srgbClr val="7F8C97">
              <a:alpha val="48000"/>
            </a:srgbClr>
          </a:solidFill>
          <a:ln w="0">
            <a:noFill/>
            <a:prstDash val="solid"/>
          </a:ln>
        </p:spPr>
      </p:sp>
      <p:sp>
        <p:nvSpPr>
          <p:cNvPr id="2817" name="01_find_only_2816">
            <a:extLst>
              <a:ext uri="{FF2B5EF4-FFF2-40B4-BE49-F238E27FC236}">
                <a16:creationId xmlns:a16="http://schemas.microsoft.com/office/drawing/2014/main" id="{D85119B5-45BA-4868-A6D9-4355A7A4FB07}"/>
              </a:ext>
            </a:extLst>
          </p:cNvPr>
          <p:cNvSpPr>
            <a:spLocks noGrp="1"/>
          </p:cNvSpPr>
          <p:nvPr/>
        </p:nvSpPr>
        <p:spPr>
          <a:xfrm>
            <a:off x="3641276" y="4905784"/>
            <a:ext cx="28398" cy="28398"/>
          </a:xfrm>
          <a:prstGeom prst="ellipse">
            <a:avLst/>
          </a:prstGeom>
          <a:solidFill>
            <a:srgbClr val="7F8C97">
              <a:alpha val="48000"/>
            </a:srgbClr>
          </a:solidFill>
          <a:ln w="0">
            <a:noFill/>
            <a:prstDash val="solid"/>
          </a:ln>
        </p:spPr>
      </p:sp>
      <p:sp>
        <p:nvSpPr>
          <p:cNvPr id="2818" name="01_find_only_2817">
            <a:extLst>
              <a:ext uri="{FF2B5EF4-FFF2-40B4-BE49-F238E27FC236}">
                <a16:creationId xmlns:a16="http://schemas.microsoft.com/office/drawing/2014/main" id="{5FFE4B64-FAEB-45BF-80D9-3A0CA611F0CF}"/>
              </a:ext>
            </a:extLst>
          </p:cNvPr>
          <p:cNvSpPr>
            <a:spLocks noGrp="1"/>
          </p:cNvSpPr>
          <p:nvPr/>
        </p:nvSpPr>
        <p:spPr>
          <a:xfrm>
            <a:off x="3702225" y="5539792"/>
            <a:ext cx="28398" cy="28398"/>
          </a:xfrm>
          <a:prstGeom prst="ellipse">
            <a:avLst/>
          </a:prstGeom>
          <a:solidFill>
            <a:srgbClr val="7F8C97">
              <a:alpha val="48000"/>
            </a:srgbClr>
          </a:solidFill>
          <a:ln w="0">
            <a:noFill/>
            <a:prstDash val="solid"/>
          </a:ln>
        </p:spPr>
      </p:sp>
      <p:sp>
        <p:nvSpPr>
          <p:cNvPr id="2819" name="01_find_only_2818">
            <a:extLst>
              <a:ext uri="{FF2B5EF4-FFF2-40B4-BE49-F238E27FC236}">
                <a16:creationId xmlns:a16="http://schemas.microsoft.com/office/drawing/2014/main" id="{EAC41F88-510E-4052-BE06-505AA4380FAC}"/>
              </a:ext>
            </a:extLst>
          </p:cNvPr>
          <p:cNvSpPr>
            <a:spLocks noGrp="1"/>
          </p:cNvSpPr>
          <p:nvPr/>
        </p:nvSpPr>
        <p:spPr>
          <a:xfrm>
            <a:off x="3688394" y="5328456"/>
            <a:ext cx="28398" cy="28398"/>
          </a:xfrm>
          <a:prstGeom prst="ellipse">
            <a:avLst/>
          </a:prstGeom>
          <a:solidFill>
            <a:srgbClr val="7F8C97">
              <a:alpha val="48000"/>
            </a:srgbClr>
          </a:solidFill>
          <a:ln w="0">
            <a:noFill/>
            <a:prstDash val="solid"/>
          </a:ln>
        </p:spPr>
      </p:sp>
      <p:sp>
        <p:nvSpPr>
          <p:cNvPr id="2820" name="01_find_only_2819">
            <a:extLst>
              <a:ext uri="{FF2B5EF4-FFF2-40B4-BE49-F238E27FC236}">
                <a16:creationId xmlns:a16="http://schemas.microsoft.com/office/drawing/2014/main" id="{A2A4A23A-C185-4150-B241-7A50F56A4816}"/>
              </a:ext>
            </a:extLst>
          </p:cNvPr>
          <p:cNvSpPr>
            <a:spLocks noGrp="1"/>
          </p:cNvSpPr>
          <p:nvPr/>
        </p:nvSpPr>
        <p:spPr>
          <a:xfrm>
            <a:off x="3627827" y="4905784"/>
            <a:ext cx="28398" cy="28398"/>
          </a:xfrm>
          <a:prstGeom prst="ellipse">
            <a:avLst/>
          </a:prstGeom>
          <a:solidFill>
            <a:srgbClr val="7F8C97">
              <a:alpha val="48000"/>
            </a:srgbClr>
          </a:solidFill>
          <a:ln w="0">
            <a:noFill/>
            <a:prstDash val="solid"/>
          </a:ln>
        </p:spPr>
      </p:sp>
      <p:sp>
        <p:nvSpPr>
          <p:cNvPr id="2821" name="01_find_only_2820">
            <a:extLst>
              <a:ext uri="{FF2B5EF4-FFF2-40B4-BE49-F238E27FC236}">
                <a16:creationId xmlns:a16="http://schemas.microsoft.com/office/drawing/2014/main" id="{33E3612A-E05D-40FD-ACC8-C3281BD7ABD8}"/>
              </a:ext>
            </a:extLst>
          </p:cNvPr>
          <p:cNvSpPr>
            <a:spLocks noGrp="1"/>
          </p:cNvSpPr>
          <p:nvPr/>
        </p:nvSpPr>
        <p:spPr>
          <a:xfrm>
            <a:off x="3667124" y="6173800"/>
            <a:ext cx="28398" cy="28398"/>
          </a:xfrm>
          <a:prstGeom prst="ellipse">
            <a:avLst/>
          </a:prstGeom>
          <a:solidFill>
            <a:srgbClr val="7F8C97">
              <a:alpha val="48000"/>
            </a:srgbClr>
          </a:solidFill>
          <a:ln w="0">
            <a:noFill/>
            <a:prstDash val="solid"/>
          </a:ln>
        </p:spPr>
      </p:sp>
      <p:sp>
        <p:nvSpPr>
          <p:cNvPr id="2822" name="01_find_only_2821">
            <a:extLst>
              <a:ext uri="{FF2B5EF4-FFF2-40B4-BE49-F238E27FC236}">
                <a16:creationId xmlns:a16="http://schemas.microsoft.com/office/drawing/2014/main" id="{1CA8ECB2-F794-4669-84FC-D56E0A0DBA4B}"/>
              </a:ext>
            </a:extLst>
          </p:cNvPr>
          <p:cNvSpPr>
            <a:spLocks noGrp="1"/>
          </p:cNvSpPr>
          <p:nvPr/>
        </p:nvSpPr>
        <p:spPr>
          <a:xfrm>
            <a:off x="3655297" y="6173800"/>
            <a:ext cx="28398" cy="28398"/>
          </a:xfrm>
          <a:prstGeom prst="ellipse">
            <a:avLst/>
          </a:prstGeom>
          <a:solidFill>
            <a:srgbClr val="7F8C97">
              <a:alpha val="48000"/>
            </a:srgbClr>
          </a:solidFill>
          <a:ln w="0">
            <a:noFill/>
            <a:prstDash val="solid"/>
          </a:ln>
        </p:spPr>
      </p:sp>
      <p:sp>
        <p:nvSpPr>
          <p:cNvPr id="2823" name="01_find_only_2822">
            <a:extLst>
              <a:ext uri="{FF2B5EF4-FFF2-40B4-BE49-F238E27FC236}">
                <a16:creationId xmlns:a16="http://schemas.microsoft.com/office/drawing/2014/main" id="{63765F4D-7E2E-457E-8389-B6A501181CB5}"/>
              </a:ext>
            </a:extLst>
          </p:cNvPr>
          <p:cNvSpPr>
            <a:spLocks noGrp="1"/>
          </p:cNvSpPr>
          <p:nvPr/>
        </p:nvSpPr>
        <p:spPr>
          <a:xfrm>
            <a:off x="3676662" y="4905784"/>
            <a:ext cx="28398" cy="28398"/>
          </a:xfrm>
          <a:prstGeom prst="ellipse">
            <a:avLst/>
          </a:prstGeom>
          <a:solidFill>
            <a:srgbClr val="7F8C97">
              <a:alpha val="48000"/>
            </a:srgbClr>
          </a:solidFill>
          <a:ln w="0">
            <a:noFill/>
            <a:prstDash val="solid"/>
          </a:ln>
        </p:spPr>
      </p:sp>
      <p:sp>
        <p:nvSpPr>
          <p:cNvPr id="2824" name="01_find_only_2823">
            <a:extLst>
              <a:ext uri="{FF2B5EF4-FFF2-40B4-BE49-F238E27FC236}">
                <a16:creationId xmlns:a16="http://schemas.microsoft.com/office/drawing/2014/main" id="{A271C334-871A-4453-890C-3A1022C377F8}"/>
              </a:ext>
            </a:extLst>
          </p:cNvPr>
          <p:cNvSpPr>
            <a:spLocks noGrp="1"/>
          </p:cNvSpPr>
          <p:nvPr/>
        </p:nvSpPr>
        <p:spPr>
          <a:xfrm>
            <a:off x="3664644" y="6068132"/>
            <a:ext cx="28398" cy="28398"/>
          </a:xfrm>
          <a:prstGeom prst="ellipse">
            <a:avLst/>
          </a:prstGeom>
          <a:solidFill>
            <a:srgbClr val="7F8C97">
              <a:alpha val="48000"/>
            </a:srgbClr>
          </a:solidFill>
          <a:ln w="0">
            <a:noFill/>
            <a:prstDash val="solid"/>
          </a:ln>
        </p:spPr>
      </p:sp>
      <p:sp>
        <p:nvSpPr>
          <p:cNvPr id="2825" name="01_find_only_2824">
            <a:extLst>
              <a:ext uri="{FF2B5EF4-FFF2-40B4-BE49-F238E27FC236}">
                <a16:creationId xmlns:a16="http://schemas.microsoft.com/office/drawing/2014/main" id="{E0BC10D0-0F6C-44C1-AADC-25CF7F7817B4}"/>
              </a:ext>
            </a:extLst>
          </p:cNvPr>
          <p:cNvSpPr>
            <a:spLocks noGrp="1"/>
          </p:cNvSpPr>
          <p:nvPr/>
        </p:nvSpPr>
        <p:spPr>
          <a:xfrm>
            <a:off x="3705849" y="5856796"/>
            <a:ext cx="28398" cy="28398"/>
          </a:xfrm>
          <a:prstGeom prst="ellipse">
            <a:avLst/>
          </a:prstGeom>
          <a:solidFill>
            <a:srgbClr val="7F8C97">
              <a:alpha val="48000"/>
            </a:srgbClr>
          </a:solidFill>
          <a:ln w="0">
            <a:noFill/>
            <a:prstDash val="solid"/>
          </a:ln>
        </p:spPr>
      </p:sp>
      <p:sp>
        <p:nvSpPr>
          <p:cNvPr id="2826" name="01_find_only_2825">
            <a:extLst>
              <a:ext uri="{FF2B5EF4-FFF2-40B4-BE49-F238E27FC236}">
                <a16:creationId xmlns:a16="http://schemas.microsoft.com/office/drawing/2014/main" id="{B9E279D8-764F-4DE5-8E75-16FCC8BC9E60}"/>
              </a:ext>
            </a:extLst>
          </p:cNvPr>
          <p:cNvSpPr>
            <a:spLocks noGrp="1"/>
          </p:cNvSpPr>
          <p:nvPr/>
        </p:nvSpPr>
        <p:spPr>
          <a:xfrm>
            <a:off x="3638319" y="4905784"/>
            <a:ext cx="28398" cy="28398"/>
          </a:xfrm>
          <a:prstGeom prst="ellipse">
            <a:avLst/>
          </a:prstGeom>
          <a:solidFill>
            <a:srgbClr val="7F8C97">
              <a:alpha val="48000"/>
            </a:srgbClr>
          </a:solidFill>
          <a:ln w="0">
            <a:noFill/>
            <a:prstDash val="solid"/>
          </a:ln>
        </p:spPr>
      </p:sp>
      <p:sp>
        <p:nvSpPr>
          <p:cNvPr id="2827" name="01_find_only_2826">
            <a:extLst>
              <a:ext uri="{FF2B5EF4-FFF2-40B4-BE49-F238E27FC236}">
                <a16:creationId xmlns:a16="http://schemas.microsoft.com/office/drawing/2014/main" id="{EAFF7132-AF8E-4832-939F-7DAEC58E4F45}"/>
              </a:ext>
            </a:extLst>
          </p:cNvPr>
          <p:cNvSpPr>
            <a:spLocks noGrp="1"/>
          </p:cNvSpPr>
          <p:nvPr/>
        </p:nvSpPr>
        <p:spPr>
          <a:xfrm>
            <a:off x="3642707" y="4905784"/>
            <a:ext cx="28398" cy="28398"/>
          </a:xfrm>
          <a:prstGeom prst="ellipse">
            <a:avLst/>
          </a:prstGeom>
          <a:solidFill>
            <a:srgbClr val="7F8C97">
              <a:alpha val="48000"/>
            </a:srgbClr>
          </a:solidFill>
          <a:ln w="0">
            <a:noFill/>
            <a:prstDash val="solid"/>
          </a:ln>
        </p:spPr>
      </p:sp>
      <p:sp>
        <p:nvSpPr>
          <p:cNvPr id="2828" name="01_find_only_2827">
            <a:extLst>
              <a:ext uri="{FF2B5EF4-FFF2-40B4-BE49-F238E27FC236}">
                <a16:creationId xmlns:a16="http://schemas.microsoft.com/office/drawing/2014/main" id="{0D79BA2E-B8F3-463E-A962-6DACE42AB818}"/>
              </a:ext>
            </a:extLst>
          </p:cNvPr>
          <p:cNvSpPr>
            <a:spLocks noGrp="1"/>
          </p:cNvSpPr>
          <p:nvPr/>
        </p:nvSpPr>
        <p:spPr>
          <a:xfrm>
            <a:off x="3682385" y="4905784"/>
            <a:ext cx="28398" cy="28398"/>
          </a:xfrm>
          <a:prstGeom prst="ellipse">
            <a:avLst/>
          </a:prstGeom>
          <a:solidFill>
            <a:srgbClr val="7F8C97">
              <a:alpha val="48000"/>
            </a:srgbClr>
          </a:solidFill>
          <a:ln w="0">
            <a:noFill/>
            <a:prstDash val="solid"/>
          </a:ln>
        </p:spPr>
      </p:sp>
      <p:sp>
        <p:nvSpPr>
          <p:cNvPr id="2829" name="01_find_only_2828">
            <a:extLst>
              <a:ext uri="{FF2B5EF4-FFF2-40B4-BE49-F238E27FC236}">
                <a16:creationId xmlns:a16="http://schemas.microsoft.com/office/drawing/2014/main" id="{E49B1AB0-3EA6-43BE-8F59-084F93027A6F}"/>
              </a:ext>
            </a:extLst>
          </p:cNvPr>
          <p:cNvSpPr>
            <a:spLocks noGrp="1"/>
          </p:cNvSpPr>
          <p:nvPr/>
        </p:nvSpPr>
        <p:spPr>
          <a:xfrm>
            <a:off x="3681527" y="4905784"/>
            <a:ext cx="28398" cy="28398"/>
          </a:xfrm>
          <a:prstGeom prst="ellipse">
            <a:avLst/>
          </a:prstGeom>
          <a:solidFill>
            <a:srgbClr val="7F8C97">
              <a:alpha val="48000"/>
            </a:srgbClr>
          </a:solidFill>
          <a:ln w="0">
            <a:noFill/>
            <a:prstDash val="solid"/>
          </a:ln>
        </p:spPr>
      </p:sp>
      <p:sp>
        <p:nvSpPr>
          <p:cNvPr id="2830" name="01_find_only_2829">
            <a:extLst>
              <a:ext uri="{FF2B5EF4-FFF2-40B4-BE49-F238E27FC236}">
                <a16:creationId xmlns:a16="http://schemas.microsoft.com/office/drawing/2014/main" id="{4E28063A-8248-4287-AE13-398C37FF1839}"/>
              </a:ext>
            </a:extLst>
          </p:cNvPr>
          <p:cNvSpPr>
            <a:spLocks noGrp="1"/>
          </p:cNvSpPr>
          <p:nvPr/>
        </p:nvSpPr>
        <p:spPr>
          <a:xfrm>
            <a:off x="3712526" y="4905784"/>
            <a:ext cx="28398" cy="28398"/>
          </a:xfrm>
          <a:prstGeom prst="ellipse">
            <a:avLst/>
          </a:prstGeom>
          <a:solidFill>
            <a:srgbClr val="7F8C97">
              <a:alpha val="48000"/>
            </a:srgbClr>
          </a:solidFill>
          <a:ln w="0">
            <a:noFill/>
            <a:prstDash val="solid"/>
          </a:ln>
        </p:spPr>
      </p:sp>
      <p:sp>
        <p:nvSpPr>
          <p:cNvPr id="2831" name="01_find_only_2830">
            <a:extLst>
              <a:ext uri="{FF2B5EF4-FFF2-40B4-BE49-F238E27FC236}">
                <a16:creationId xmlns:a16="http://schemas.microsoft.com/office/drawing/2014/main" id="{2244B409-2627-4231-A253-427019EF4EF6}"/>
              </a:ext>
            </a:extLst>
          </p:cNvPr>
          <p:cNvSpPr>
            <a:spLocks noGrp="1"/>
          </p:cNvSpPr>
          <p:nvPr/>
        </p:nvSpPr>
        <p:spPr>
          <a:xfrm>
            <a:off x="3698123" y="5539792"/>
            <a:ext cx="28398" cy="28398"/>
          </a:xfrm>
          <a:prstGeom prst="ellipse">
            <a:avLst/>
          </a:prstGeom>
          <a:solidFill>
            <a:srgbClr val="7F8C97">
              <a:alpha val="48000"/>
            </a:srgbClr>
          </a:solidFill>
          <a:ln w="0">
            <a:noFill/>
            <a:prstDash val="solid"/>
          </a:ln>
        </p:spPr>
      </p:sp>
      <p:sp>
        <p:nvSpPr>
          <p:cNvPr id="2832" name="01_find_only_2831">
            <a:extLst>
              <a:ext uri="{FF2B5EF4-FFF2-40B4-BE49-F238E27FC236}">
                <a16:creationId xmlns:a16="http://schemas.microsoft.com/office/drawing/2014/main" id="{B5DD8709-FC15-49F0-8DB9-D7FF79E2EE6D}"/>
              </a:ext>
            </a:extLst>
          </p:cNvPr>
          <p:cNvSpPr>
            <a:spLocks noGrp="1"/>
          </p:cNvSpPr>
          <p:nvPr/>
        </p:nvSpPr>
        <p:spPr>
          <a:xfrm>
            <a:off x="3653103" y="6173800"/>
            <a:ext cx="28398" cy="28398"/>
          </a:xfrm>
          <a:prstGeom prst="ellipse">
            <a:avLst/>
          </a:prstGeom>
          <a:solidFill>
            <a:srgbClr val="7F8C97">
              <a:alpha val="48000"/>
            </a:srgbClr>
          </a:solidFill>
          <a:ln w="0">
            <a:noFill/>
            <a:prstDash val="solid"/>
          </a:ln>
        </p:spPr>
      </p:sp>
      <p:sp>
        <p:nvSpPr>
          <p:cNvPr id="2833" name="01_find_only_2832">
            <a:extLst>
              <a:ext uri="{FF2B5EF4-FFF2-40B4-BE49-F238E27FC236}">
                <a16:creationId xmlns:a16="http://schemas.microsoft.com/office/drawing/2014/main" id="{39DB5266-D38B-43E1-A68F-E2538B950A07}"/>
              </a:ext>
            </a:extLst>
          </p:cNvPr>
          <p:cNvSpPr>
            <a:spLocks noGrp="1"/>
          </p:cNvSpPr>
          <p:nvPr/>
        </p:nvSpPr>
        <p:spPr>
          <a:xfrm>
            <a:off x="3700031" y="5539792"/>
            <a:ext cx="28398" cy="28398"/>
          </a:xfrm>
          <a:prstGeom prst="ellipse">
            <a:avLst/>
          </a:prstGeom>
          <a:solidFill>
            <a:srgbClr val="7F8C97">
              <a:alpha val="48000"/>
            </a:srgbClr>
          </a:solidFill>
          <a:ln w="0">
            <a:noFill/>
            <a:prstDash val="solid"/>
          </a:ln>
        </p:spPr>
      </p:sp>
      <p:sp>
        <p:nvSpPr>
          <p:cNvPr id="2834" name="01_find_only_2833">
            <a:extLst>
              <a:ext uri="{FF2B5EF4-FFF2-40B4-BE49-F238E27FC236}">
                <a16:creationId xmlns:a16="http://schemas.microsoft.com/office/drawing/2014/main" id="{2EB6A11E-A9D5-4F68-8C06-5283402FD49B}"/>
              </a:ext>
            </a:extLst>
          </p:cNvPr>
          <p:cNvSpPr>
            <a:spLocks noGrp="1"/>
          </p:cNvSpPr>
          <p:nvPr/>
        </p:nvSpPr>
        <p:spPr>
          <a:xfrm>
            <a:off x="3692305" y="4905784"/>
            <a:ext cx="28398" cy="28398"/>
          </a:xfrm>
          <a:prstGeom prst="ellipse">
            <a:avLst/>
          </a:prstGeom>
          <a:solidFill>
            <a:srgbClr val="7F8C97">
              <a:alpha val="48000"/>
            </a:srgbClr>
          </a:solidFill>
          <a:ln w="0">
            <a:noFill/>
            <a:prstDash val="solid"/>
          </a:ln>
        </p:spPr>
      </p:sp>
      <p:sp>
        <p:nvSpPr>
          <p:cNvPr id="2835" name="01_find_only_2834">
            <a:extLst>
              <a:ext uri="{FF2B5EF4-FFF2-40B4-BE49-F238E27FC236}">
                <a16:creationId xmlns:a16="http://schemas.microsoft.com/office/drawing/2014/main" id="{DEE2490B-1D05-4EAD-BCC8-9F8C73572E40}"/>
              </a:ext>
            </a:extLst>
          </p:cNvPr>
          <p:cNvSpPr>
            <a:spLocks noGrp="1"/>
          </p:cNvSpPr>
          <p:nvPr/>
        </p:nvSpPr>
        <p:spPr>
          <a:xfrm>
            <a:off x="3696406" y="6173800"/>
            <a:ext cx="28398" cy="28398"/>
          </a:xfrm>
          <a:prstGeom prst="ellipse">
            <a:avLst/>
          </a:prstGeom>
          <a:solidFill>
            <a:srgbClr val="7F8C97">
              <a:alpha val="48000"/>
            </a:srgbClr>
          </a:solidFill>
          <a:ln w="0">
            <a:noFill/>
            <a:prstDash val="solid"/>
          </a:ln>
        </p:spPr>
      </p:sp>
      <p:sp>
        <p:nvSpPr>
          <p:cNvPr id="2836" name="01_find_only_2835">
            <a:extLst>
              <a:ext uri="{FF2B5EF4-FFF2-40B4-BE49-F238E27FC236}">
                <a16:creationId xmlns:a16="http://schemas.microsoft.com/office/drawing/2014/main" id="{41FF5D80-FA00-4F3B-BF31-5237B58DFD3C}"/>
              </a:ext>
            </a:extLst>
          </p:cNvPr>
          <p:cNvSpPr>
            <a:spLocks noGrp="1"/>
          </p:cNvSpPr>
          <p:nvPr/>
        </p:nvSpPr>
        <p:spPr>
          <a:xfrm>
            <a:off x="3705277" y="5539792"/>
            <a:ext cx="28398" cy="28398"/>
          </a:xfrm>
          <a:prstGeom prst="ellipse">
            <a:avLst/>
          </a:prstGeom>
          <a:solidFill>
            <a:srgbClr val="7F8C97">
              <a:alpha val="48000"/>
            </a:srgbClr>
          </a:solidFill>
          <a:ln w="0">
            <a:noFill/>
            <a:prstDash val="solid"/>
          </a:ln>
        </p:spPr>
      </p:sp>
      <p:sp>
        <p:nvSpPr>
          <p:cNvPr id="2837" name="01_find_only_2836">
            <a:extLst>
              <a:ext uri="{FF2B5EF4-FFF2-40B4-BE49-F238E27FC236}">
                <a16:creationId xmlns:a16="http://schemas.microsoft.com/office/drawing/2014/main" id="{7323BFF3-8713-4469-BD53-6E4CA66BA9BC}"/>
              </a:ext>
            </a:extLst>
          </p:cNvPr>
          <p:cNvSpPr>
            <a:spLocks noGrp="1"/>
          </p:cNvSpPr>
          <p:nvPr/>
        </p:nvSpPr>
        <p:spPr>
          <a:xfrm>
            <a:off x="3644710" y="4905784"/>
            <a:ext cx="28398" cy="28398"/>
          </a:xfrm>
          <a:prstGeom prst="ellipse">
            <a:avLst/>
          </a:prstGeom>
          <a:solidFill>
            <a:srgbClr val="7F8C97">
              <a:alpha val="48000"/>
            </a:srgbClr>
          </a:solidFill>
          <a:ln w="0">
            <a:noFill/>
            <a:prstDash val="solid"/>
          </a:ln>
        </p:spPr>
      </p:sp>
      <p:sp>
        <p:nvSpPr>
          <p:cNvPr id="2838" name="01_find_only_2837">
            <a:extLst>
              <a:ext uri="{FF2B5EF4-FFF2-40B4-BE49-F238E27FC236}">
                <a16:creationId xmlns:a16="http://schemas.microsoft.com/office/drawing/2014/main" id="{CF592FED-0DBE-443A-8D66-95EADEAE890C}"/>
              </a:ext>
            </a:extLst>
          </p:cNvPr>
          <p:cNvSpPr>
            <a:spLocks noGrp="1"/>
          </p:cNvSpPr>
          <p:nvPr/>
        </p:nvSpPr>
        <p:spPr>
          <a:xfrm>
            <a:off x="3637556" y="4905784"/>
            <a:ext cx="28398" cy="28398"/>
          </a:xfrm>
          <a:prstGeom prst="ellipse">
            <a:avLst/>
          </a:prstGeom>
          <a:solidFill>
            <a:srgbClr val="7F8C97">
              <a:alpha val="48000"/>
            </a:srgbClr>
          </a:solidFill>
          <a:ln w="0">
            <a:noFill/>
            <a:prstDash val="solid"/>
          </a:ln>
        </p:spPr>
      </p:sp>
      <p:sp>
        <p:nvSpPr>
          <p:cNvPr id="2839" name="01_find_only_2838">
            <a:extLst>
              <a:ext uri="{FF2B5EF4-FFF2-40B4-BE49-F238E27FC236}">
                <a16:creationId xmlns:a16="http://schemas.microsoft.com/office/drawing/2014/main" id="{2AAA740A-5330-4B57-BC59-FF20AE465B9D}"/>
              </a:ext>
            </a:extLst>
          </p:cNvPr>
          <p:cNvSpPr>
            <a:spLocks noGrp="1"/>
          </p:cNvSpPr>
          <p:nvPr/>
        </p:nvSpPr>
        <p:spPr>
          <a:xfrm>
            <a:off x="3692496" y="5222788"/>
            <a:ext cx="28398" cy="28398"/>
          </a:xfrm>
          <a:prstGeom prst="ellipse">
            <a:avLst/>
          </a:prstGeom>
          <a:solidFill>
            <a:srgbClr val="7F8C97">
              <a:alpha val="48000"/>
            </a:srgbClr>
          </a:solidFill>
          <a:ln w="0">
            <a:noFill/>
            <a:prstDash val="solid"/>
          </a:ln>
        </p:spPr>
      </p:sp>
      <p:sp>
        <p:nvSpPr>
          <p:cNvPr id="2840" name="01_find_only_2839">
            <a:extLst>
              <a:ext uri="{FF2B5EF4-FFF2-40B4-BE49-F238E27FC236}">
                <a16:creationId xmlns:a16="http://schemas.microsoft.com/office/drawing/2014/main" id="{4F7AE2DB-8F0E-4DE4-B9D0-F0B4CF48F26B}"/>
              </a:ext>
            </a:extLst>
          </p:cNvPr>
          <p:cNvSpPr>
            <a:spLocks noGrp="1"/>
          </p:cNvSpPr>
          <p:nvPr/>
        </p:nvSpPr>
        <p:spPr>
          <a:xfrm>
            <a:off x="3717104" y="4905784"/>
            <a:ext cx="28398" cy="28398"/>
          </a:xfrm>
          <a:prstGeom prst="ellipse">
            <a:avLst/>
          </a:prstGeom>
          <a:solidFill>
            <a:srgbClr val="7F8C97">
              <a:alpha val="48000"/>
            </a:srgbClr>
          </a:solidFill>
          <a:ln w="0">
            <a:noFill/>
            <a:prstDash val="solid"/>
          </a:ln>
        </p:spPr>
      </p:sp>
      <p:sp>
        <p:nvSpPr>
          <p:cNvPr id="2841" name="01_find_only_2840">
            <a:extLst>
              <a:ext uri="{FF2B5EF4-FFF2-40B4-BE49-F238E27FC236}">
                <a16:creationId xmlns:a16="http://schemas.microsoft.com/office/drawing/2014/main" id="{1C9ED9E6-1E3D-452B-BA66-BF764F4A0620}"/>
              </a:ext>
            </a:extLst>
          </p:cNvPr>
          <p:cNvSpPr>
            <a:spLocks noGrp="1"/>
          </p:cNvSpPr>
          <p:nvPr/>
        </p:nvSpPr>
        <p:spPr>
          <a:xfrm>
            <a:off x="3721206" y="4905784"/>
            <a:ext cx="28398" cy="28398"/>
          </a:xfrm>
          <a:prstGeom prst="ellipse">
            <a:avLst/>
          </a:prstGeom>
          <a:solidFill>
            <a:srgbClr val="7F8C97">
              <a:alpha val="48000"/>
            </a:srgbClr>
          </a:solidFill>
          <a:ln w="0">
            <a:noFill/>
            <a:prstDash val="solid"/>
          </a:ln>
        </p:spPr>
      </p:sp>
      <p:sp>
        <p:nvSpPr>
          <p:cNvPr id="2842" name="01_find_only_2841">
            <a:extLst>
              <a:ext uri="{FF2B5EF4-FFF2-40B4-BE49-F238E27FC236}">
                <a16:creationId xmlns:a16="http://schemas.microsoft.com/office/drawing/2014/main" id="{5984CE73-C470-4886-98DC-F0FC62563499}"/>
              </a:ext>
            </a:extLst>
          </p:cNvPr>
          <p:cNvSpPr>
            <a:spLocks noGrp="1"/>
          </p:cNvSpPr>
          <p:nvPr/>
        </p:nvSpPr>
        <p:spPr>
          <a:xfrm>
            <a:off x="3662260" y="4905784"/>
            <a:ext cx="28398" cy="28398"/>
          </a:xfrm>
          <a:prstGeom prst="ellipse">
            <a:avLst/>
          </a:prstGeom>
          <a:solidFill>
            <a:srgbClr val="7F8C97">
              <a:alpha val="48000"/>
            </a:srgbClr>
          </a:solidFill>
          <a:ln w="0">
            <a:noFill/>
            <a:prstDash val="solid"/>
          </a:ln>
        </p:spPr>
      </p:sp>
      <p:sp>
        <p:nvSpPr>
          <p:cNvPr id="2843" name="01_find_only_2842">
            <a:extLst>
              <a:ext uri="{FF2B5EF4-FFF2-40B4-BE49-F238E27FC236}">
                <a16:creationId xmlns:a16="http://schemas.microsoft.com/office/drawing/2014/main" id="{7787B276-5EAE-4133-BD9F-B6E5EB3BA1AF}"/>
              </a:ext>
            </a:extLst>
          </p:cNvPr>
          <p:cNvSpPr>
            <a:spLocks noGrp="1"/>
          </p:cNvSpPr>
          <p:nvPr/>
        </p:nvSpPr>
        <p:spPr>
          <a:xfrm>
            <a:off x="3697265" y="5328456"/>
            <a:ext cx="28398" cy="28398"/>
          </a:xfrm>
          <a:prstGeom prst="ellipse">
            <a:avLst/>
          </a:prstGeom>
          <a:solidFill>
            <a:srgbClr val="7F8C97">
              <a:alpha val="48000"/>
            </a:srgbClr>
          </a:solidFill>
          <a:ln w="0">
            <a:noFill/>
            <a:prstDash val="solid"/>
          </a:ln>
        </p:spPr>
      </p:sp>
      <p:sp>
        <p:nvSpPr>
          <p:cNvPr id="2844" name="01_find_only_2843">
            <a:extLst>
              <a:ext uri="{FF2B5EF4-FFF2-40B4-BE49-F238E27FC236}">
                <a16:creationId xmlns:a16="http://schemas.microsoft.com/office/drawing/2014/main" id="{FA4E139C-DA57-4303-B3CB-44D459EB6614}"/>
              </a:ext>
            </a:extLst>
          </p:cNvPr>
          <p:cNvSpPr>
            <a:spLocks noGrp="1"/>
          </p:cNvSpPr>
          <p:nvPr/>
        </p:nvSpPr>
        <p:spPr>
          <a:xfrm>
            <a:off x="3704514" y="4905784"/>
            <a:ext cx="28398" cy="28398"/>
          </a:xfrm>
          <a:prstGeom prst="ellipse">
            <a:avLst/>
          </a:prstGeom>
          <a:solidFill>
            <a:srgbClr val="7F8C97">
              <a:alpha val="48000"/>
            </a:srgbClr>
          </a:solidFill>
          <a:ln w="0">
            <a:noFill/>
            <a:prstDash val="solid"/>
          </a:ln>
        </p:spPr>
      </p:sp>
      <p:sp>
        <p:nvSpPr>
          <p:cNvPr id="2845" name="01_find_only_2844">
            <a:extLst>
              <a:ext uri="{FF2B5EF4-FFF2-40B4-BE49-F238E27FC236}">
                <a16:creationId xmlns:a16="http://schemas.microsoft.com/office/drawing/2014/main" id="{D9064DAA-4468-4AC8-B38B-CCF20F4C3B30}"/>
              </a:ext>
            </a:extLst>
          </p:cNvPr>
          <p:cNvSpPr>
            <a:spLocks noGrp="1"/>
          </p:cNvSpPr>
          <p:nvPr/>
        </p:nvSpPr>
        <p:spPr>
          <a:xfrm>
            <a:off x="3716055" y="4905784"/>
            <a:ext cx="28398" cy="28398"/>
          </a:xfrm>
          <a:prstGeom prst="ellipse">
            <a:avLst/>
          </a:prstGeom>
          <a:solidFill>
            <a:srgbClr val="7F8C97">
              <a:alpha val="48000"/>
            </a:srgbClr>
          </a:solidFill>
          <a:ln w="0">
            <a:noFill/>
            <a:prstDash val="solid"/>
          </a:ln>
        </p:spPr>
      </p:sp>
      <p:sp>
        <p:nvSpPr>
          <p:cNvPr id="2846" name="01_find_only_2845">
            <a:extLst>
              <a:ext uri="{FF2B5EF4-FFF2-40B4-BE49-F238E27FC236}">
                <a16:creationId xmlns:a16="http://schemas.microsoft.com/office/drawing/2014/main" id="{6760F8F9-1B58-4BD4-B85C-96E250B91D56}"/>
              </a:ext>
            </a:extLst>
          </p:cNvPr>
          <p:cNvSpPr>
            <a:spLocks noGrp="1"/>
          </p:cNvSpPr>
          <p:nvPr/>
        </p:nvSpPr>
        <p:spPr>
          <a:xfrm>
            <a:off x="3705945" y="4905784"/>
            <a:ext cx="28398" cy="28398"/>
          </a:xfrm>
          <a:prstGeom prst="ellipse">
            <a:avLst/>
          </a:prstGeom>
          <a:solidFill>
            <a:srgbClr val="7F8C97">
              <a:alpha val="48000"/>
            </a:srgbClr>
          </a:solidFill>
          <a:ln w="0">
            <a:noFill/>
            <a:prstDash val="solid"/>
          </a:ln>
        </p:spPr>
      </p:sp>
      <p:sp>
        <p:nvSpPr>
          <p:cNvPr id="2847" name="01_find_only_2846">
            <a:extLst>
              <a:ext uri="{FF2B5EF4-FFF2-40B4-BE49-F238E27FC236}">
                <a16:creationId xmlns:a16="http://schemas.microsoft.com/office/drawing/2014/main" id="{6AD01A9F-57D6-4D61-9C9C-D722814FFD82}"/>
              </a:ext>
            </a:extLst>
          </p:cNvPr>
          <p:cNvSpPr>
            <a:spLocks noGrp="1"/>
          </p:cNvSpPr>
          <p:nvPr/>
        </p:nvSpPr>
        <p:spPr>
          <a:xfrm>
            <a:off x="3691542" y="4905784"/>
            <a:ext cx="28398" cy="28398"/>
          </a:xfrm>
          <a:prstGeom prst="ellipse">
            <a:avLst/>
          </a:prstGeom>
          <a:solidFill>
            <a:srgbClr val="7F8C97">
              <a:alpha val="48000"/>
            </a:srgbClr>
          </a:solidFill>
          <a:ln w="0">
            <a:noFill/>
            <a:prstDash val="solid"/>
          </a:ln>
        </p:spPr>
      </p:sp>
      <p:sp>
        <p:nvSpPr>
          <p:cNvPr id="2848" name="01_find_only_2847">
            <a:extLst>
              <a:ext uri="{FF2B5EF4-FFF2-40B4-BE49-F238E27FC236}">
                <a16:creationId xmlns:a16="http://schemas.microsoft.com/office/drawing/2014/main" id="{EFA14A1D-DD5A-404D-B27C-73BECB747781}"/>
              </a:ext>
            </a:extLst>
          </p:cNvPr>
          <p:cNvSpPr>
            <a:spLocks noGrp="1"/>
          </p:cNvSpPr>
          <p:nvPr/>
        </p:nvSpPr>
        <p:spPr>
          <a:xfrm>
            <a:off x="3633073" y="4905784"/>
            <a:ext cx="28398" cy="28398"/>
          </a:xfrm>
          <a:prstGeom prst="ellipse">
            <a:avLst/>
          </a:prstGeom>
          <a:solidFill>
            <a:srgbClr val="7F8C97">
              <a:alpha val="48000"/>
            </a:srgbClr>
          </a:solidFill>
          <a:ln w="0">
            <a:noFill/>
            <a:prstDash val="solid"/>
          </a:ln>
        </p:spPr>
      </p:sp>
      <p:sp>
        <p:nvSpPr>
          <p:cNvPr id="2849" name="01_find_only_2848">
            <a:extLst>
              <a:ext uri="{FF2B5EF4-FFF2-40B4-BE49-F238E27FC236}">
                <a16:creationId xmlns:a16="http://schemas.microsoft.com/office/drawing/2014/main" id="{75338294-0DC7-4824-BA6A-F50E78CA7D22}"/>
              </a:ext>
            </a:extLst>
          </p:cNvPr>
          <p:cNvSpPr>
            <a:spLocks noGrp="1"/>
          </p:cNvSpPr>
          <p:nvPr/>
        </p:nvSpPr>
        <p:spPr>
          <a:xfrm>
            <a:off x="3642325" y="6173800"/>
            <a:ext cx="28398" cy="28398"/>
          </a:xfrm>
          <a:prstGeom prst="ellipse">
            <a:avLst/>
          </a:prstGeom>
          <a:solidFill>
            <a:srgbClr val="7F8C97">
              <a:alpha val="48000"/>
            </a:srgbClr>
          </a:solidFill>
          <a:ln w="0">
            <a:noFill/>
            <a:prstDash val="solid"/>
          </a:ln>
        </p:spPr>
      </p:sp>
      <p:sp>
        <p:nvSpPr>
          <p:cNvPr id="2850" name="01_find_only_2849">
            <a:extLst>
              <a:ext uri="{FF2B5EF4-FFF2-40B4-BE49-F238E27FC236}">
                <a16:creationId xmlns:a16="http://schemas.microsoft.com/office/drawing/2014/main" id="{75031844-5CD1-41A7-A0A3-342E4F019E73}"/>
              </a:ext>
            </a:extLst>
          </p:cNvPr>
          <p:cNvSpPr>
            <a:spLocks noGrp="1"/>
          </p:cNvSpPr>
          <p:nvPr/>
        </p:nvSpPr>
        <p:spPr>
          <a:xfrm>
            <a:off x="3682862" y="4905784"/>
            <a:ext cx="28398" cy="28398"/>
          </a:xfrm>
          <a:prstGeom prst="ellipse">
            <a:avLst/>
          </a:prstGeom>
          <a:solidFill>
            <a:srgbClr val="7F8C97">
              <a:alpha val="48000"/>
            </a:srgbClr>
          </a:solidFill>
          <a:ln w="0">
            <a:noFill/>
            <a:prstDash val="solid"/>
          </a:ln>
        </p:spPr>
      </p:sp>
      <p:sp>
        <p:nvSpPr>
          <p:cNvPr id="2851" name="01_find_only_2850">
            <a:extLst>
              <a:ext uri="{FF2B5EF4-FFF2-40B4-BE49-F238E27FC236}">
                <a16:creationId xmlns:a16="http://schemas.microsoft.com/office/drawing/2014/main" id="{830E05C2-106E-4365-B1BB-EE2CBDBF09F4}"/>
              </a:ext>
            </a:extLst>
          </p:cNvPr>
          <p:cNvSpPr>
            <a:spLocks noGrp="1"/>
          </p:cNvSpPr>
          <p:nvPr/>
        </p:nvSpPr>
        <p:spPr>
          <a:xfrm>
            <a:off x="3646331" y="4905784"/>
            <a:ext cx="28398" cy="28398"/>
          </a:xfrm>
          <a:prstGeom prst="ellipse">
            <a:avLst/>
          </a:prstGeom>
          <a:solidFill>
            <a:srgbClr val="7F8C97">
              <a:alpha val="48000"/>
            </a:srgbClr>
          </a:solidFill>
          <a:ln w="0">
            <a:noFill/>
            <a:prstDash val="solid"/>
          </a:ln>
        </p:spPr>
      </p:sp>
      <p:sp>
        <p:nvSpPr>
          <p:cNvPr id="2852" name="01_find_only_2851">
            <a:extLst>
              <a:ext uri="{FF2B5EF4-FFF2-40B4-BE49-F238E27FC236}">
                <a16:creationId xmlns:a16="http://schemas.microsoft.com/office/drawing/2014/main" id="{4A4AC7BF-70D1-4DFA-8F16-75CF13FC5D6B}"/>
              </a:ext>
            </a:extLst>
          </p:cNvPr>
          <p:cNvSpPr>
            <a:spLocks noGrp="1"/>
          </p:cNvSpPr>
          <p:nvPr/>
        </p:nvSpPr>
        <p:spPr>
          <a:xfrm>
            <a:off x="3663595" y="4905784"/>
            <a:ext cx="28398" cy="28398"/>
          </a:xfrm>
          <a:prstGeom prst="ellipse">
            <a:avLst/>
          </a:prstGeom>
          <a:solidFill>
            <a:srgbClr val="7F8C97">
              <a:alpha val="48000"/>
            </a:srgbClr>
          </a:solidFill>
          <a:ln w="0">
            <a:noFill/>
            <a:prstDash val="solid"/>
          </a:ln>
        </p:spPr>
      </p:sp>
      <p:sp>
        <p:nvSpPr>
          <p:cNvPr id="2853" name="01_find_only_2852">
            <a:extLst>
              <a:ext uri="{FF2B5EF4-FFF2-40B4-BE49-F238E27FC236}">
                <a16:creationId xmlns:a16="http://schemas.microsoft.com/office/drawing/2014/main" id="{DBA5E3CD-D257-4BA4-8E1B-C1A59F9563CC}"/>
              </a:ext>
            </a:extLst>
          </p:cNvPr>
          <p:cNvSpPr>
            <a:spLocks noGrp="1"/>
          </p:cNvSpPr>
          <p:nvPr/>
        </p:nvSpPr>
        <p:spPr>
          <a:xfrm>
            <a:off x="3629830" y="6173800"/>
            <a:ext cx="28398" cy="28398"/>
          </a:xfrm>
          <a:prstGeom prst="ellipse">
            <a:avLst/>
          </a:prstGeom>
          <a:solidFill>
            <a:srgbClr val="7F8C97">
              <a:alpha val="48000"/>
            </a:srgbClr>
          </a:solidFill>
          <a:ln w="0">
            <a:noFill/>
            <a:prstDash val="solid"/>
          </a:ln>
        </p:spPr>
      </p:sp>
      <p:sp>
        <p:nvSpPr>
          <p:cNvPr id="2854" name="01_find_only_2853">
            <a:extLst>
              <a:ext uri="{FF2B5EF4-FFF2-40B4-BE49-F238E27FC236}">
                <a16:creationId xmlns:a16="http://schemas.microsoft.com/office/drawing/2014/main" id="{9DBC769B-CE93-43CD-8E64-17EA3ED3ECFF}"/>
              </a:ext>
            </a:extLst>
          </p:cNvPr>
          <p:cNvSpPr>
            <a:spLocks noGrp="1"/>
          </p:cNvSpPr>
          <p:nvPr/>
        </p:nvSpPr>
        <p:spPr>
          <a:xfrm>
            <a:off x="4208234" y="4905784"/>
            <a:ext cx="28398" cy="28398"/>
          </a:xfrm>
          <a:prstGeom prst="ellipse">
            <a:avLst/>
          </a:prstGeom>
          <a:solidFill>
            <a:srgbClr val="7F8C97">
              <a:alpha val="48000"/>
            </a:srgbClr>
          </a:solidFill>
          <a:ln w="0">
            <a:noFill/>
            <a:prstDash val="solid"/>
          </a:ln>
        </p:spPr>
      </p:sp>
      <p:sp>
        <p:nvSpPr>
          <p:cNvPr id="2855" name="01_find_only_2854">
            <a:extLst>
              <a:ext uri="{FF2B5EF4-FFF2-40B4-BE49-F238E27FC236}">
                <a16:creationId xmlns:a16="http://schemas.microsoft.com/office/drawing/2014/main" id="{6E8CEF18-62A5-4857-BC3E-A622F55017F0}"/>
              </a:ext>
            </a:extLst>
          </p:cNvPr>
          <p:cNvSpPr>
            <a:spLocks noGrp="1"/>
          </p:cNvSpPr>
          <p:nvPr/>
        </p:nvSpPr>
        <p:spPr>
          <a:xfrm>
            <a:off x="4200603" y="4905784"/>
            <a:ext cx="28398" cy="28398"/>
          </a:xfrm>
          <a:prstGeom prst="ellipse">
            <a:avLst/>
          </a:prstGeom>
          <a:solidFill>
            <a:srgbClr val="7F8C97">
              <a:alpha val="48000"/>
            </a:srgbClr>
          </a:solidFill>
          <a:ln w="0">
            <a:noFill/>
            <a:prstDash val="solid"/>
          </a:ln>
        </p:spPr>
      </p:sp>
      <p:sp>
        <p:nvSpPr>
          <p:cNvPr id="2856" name="01_find_only_2855">
            <a:extLst>
              <a:ext uri="{FF2B5EF4-FFF2-40B4-BE49-F238E27FC236}">
                <a16:creationId xmlns:a16="http://schemas.microsoft.com/office/drawing/2014/main" id="{E160D9F2-12B9-404D-9BDD-77F39D235602}"/>
              </a:ext>
            </a:extLst>
          </p:cNvPr>
          <p:cNvSpPr>
            <a:spLocks noGrp="1"/>
          </p:cNvSpPr>
          <p:nvPr/>
        </p:nvSpPr>
        <p:spPr>
          <a:xfrm>
            <a:off x="4162737" y="4905784"/>
            <a:ext cx="28398" cy="28398"/>
          </a:xfrm>
          <a:prstGeom prst="ellipse">
            <a:avLst/>
          </a:prstGeom>
          <a:solidFill>
            <a:srgbClr val="7F8C97">
              <a:alpha val="48000"/>
            </a:srgbClr>
          </a:solidFill>
          <a:ln w="0">
            <a:noFill/>
            <a:prstDash val="solid"/>
          </a:ln>
        </p:spPr>
      </p:sp>
      <p:sp>
        <p:nvSpPr>
          <p:cNvPr id="2857" name="01_find_only_2856">
            <a:extLst>
              <a:ext uri="{FF2B5EF4-FFF2-40B4-BE49-F238E27FC236}">
                <a16:creationId xmlns:a16="http://schemas.microsoft.com/office/drawing/2014/main" id="{33B7634F-80BE-4946-B439-713CC749AF59}"/>
              </a:ext>
            </a:extLst>
          </p:cNvPr>
          <p:cNvSpPr>
            <a:spLocks noGrp="1"/>
          </p:cNvSpPr>
          <p:nvPr/>
        </p:nvSpPr>
        <p:spPr>
          <a:xfrm>
            <a:off x="4215006" y="4905784"/>
            <a:ext cx="28398" cy="28398"/>
          </a:xfrm>
          <a:prstGeom prst="ellipse">
            <a:avLst/>
          </a:prstGeom>
          <a:solidFill>
            <a:srgbClr val="7F8C97">
              <a:alpha val="48000"/>
            </a:srgbClr>
          </a:solidFill>
          <a:ln w="0">
            <a:noFill/>
            <a:prstDash val="solid"/>
          </a:ln>
        </p:spPr>
      </p:sp>
      <p:sp>
        <p:nvSpPr>
          <p:cNvPr id="2858" name="01_find_only_2857">
            <a:extLst>
              <a:ext uri="{FF2B5EF4-FFF2-40B4-BE49-F238E27FC236}">
                <a16:creationId xmlns:a16="http://schemas.microsoft.com/office/drawing/2014/main" id="{7A0A74E7-1B45-4DD6-9F80-8B91F1B51BA5}"/>
              </a:ext>
            </a:extLst>
          </p:cNvPr>
          <p:cNvSpPr>
            <a:spLocks noGrp="1"/>
          </p:cNvSpPr>
          <p:nvPr/>
        </p:nvSpPr>
        <p:spPr>
          <a:xfrm>
            <a:off x="4193640" y="4905784"/>
            <a:ext cx="28398" cy="28398"/>
          </a:xfrm>
          <a:prstGeom prst="ellipse">
            <a:avLst/>
          </a:prstGeom>
          <a:solidFill>
            <a:srgbClr val="7F8C97">
              <a:alpha val="48000"/>
            </a:srgbClr>
          </a:solidFill>
          <a:ln w="0">
            <a:noFill/>
            <a:prstDash val="solid"/>
          </a:ln>
        </p:spPr>
      </p:sp>
      <p:sp>
        <p:nvSpPr>
          <p:cNvPr id="2859" name="01_find_only_2858">
            <a:extLst>
              <a:ext uri="{FF2B5EF4-FFF2-40B4-BE49-F238E27FC236}">
                <a16:creationId xmlns:a16="http://schemas.microsoft.com/office/drawing/2014/main" id="{46097590-5B8E-4AAB-99C9-F072952BE5B0}"/>
              </a:ext>
            </a:extLst>
          </p:cNvPr>
          <p:cNvSpPr>
            <a:spLocks noGrp="1"/>
          </p:cNvSpPr>
          <p:nvPr/>
        </p:nvSpPr>
        <p:spPr>
          <a:xfrm>
            <a:off x="4130498" y="4905784"/>
            <a:ext cx="28398" cy="28398"/>
          </a:xfrm>
          <a:prstGeom prst="ellipse">
            <a:avLst/>
          </a:prstGeom>
          <a:solidFill>
            <a:srgbClr val="7F8C97">
              <a:alpha val="48000"/>
            </a:srgbClr>
          </a:solidFill>
          <a:ln w="0">
            <a:noFill/>
            <a:prstDash val="solid"/>
          </a:ln>
        </p:spPr>
      </p:sp>
      <p:sp>
        <p:nvSpPr>
          <p:cNvPr id="2860" name="01_find_only_2859">
            <a:extLst>
              <a:ext uri="{FF2B5EF4-FFF2-40B4-BE49-F238E27FC236}">
                <a16:creationId xmlns:a16="http://schemas.microsoft.com/office/drawing/2014/main" id="{EB7ABE84-87E7-432B-8419-5EC84A5E9413}"/>
              </a:ext>
            </a:extLst>
          </p:cNvPr>
          <p:cNvSpPr>
            <a:spLocks noGrp="1"/>
          </p:cNvSpPr>
          <p:nvPr/>
        </p:nvSpPr>
        <p:spPr>
          <a:xfrm>
            <a:off x="4150814" y="5539792"/>
            <a:ext cx="28398" cy="28398"/>
          </a:xfrm>
          <a:prstGeom prst="ellipse">
            <a:avLst/>
          </a:prstGeom>
          <a:solidFill>
            <a:srgbClr val="7F8C97">
              <a:alpha val="48000"/>
            </a:srgbClr>
          </a:solidFill>
          <a:ln w="0">
            <a:noFill/>
            <a:prstDash val="solid"/>
          </a:ln>
        </p:spPr>
      </p:sp>
      <p:sp>
        <p:nvSpPr>
          <p:cNvPr id="2861" name="01_find_only_2860">
            <a:extLst>
              <a:ext uri="{FF2B5EF4-FFF2-40B4-BE49-F238E27FC236}">
                <a16:creationId xmlns:a16="http://schemas.microsoft.com/office/drawing/2014/main" id="{D9E47619-2A4A-45A7-B1DA-DBFEDED8A063}"/>
              </a:ext>
            </a:extLst>
          </p:cNvPr>
          <p:cNvSpPr>
            <a:spLocks noGrp="1"/>
          </p:cNvSpPr>
          <p:nvPr/>
        </p:nvSpPr>
        <p:spPr>
          <a:xfrm>
            <a:off x="4130307" y="5856796"/>
            <a:ext cx="28398" cy="28398"/>
          </a:xfrm>
          <a:prstGeom prst="ellipse">
            <a:avLst/>
          </a:prstGeom>
          <a:solidFill>
            <a:srgbClr val="7F8C97">
              <a:alpha val="48000"/>
            </a:srgbClr>
          </a:solidFill>
          <a:ln w="0">
            <a:noFill/>
            <a:prstDash val="solid"/>
          </a:ln>
        </p:spPr>
      </p:sp>
      <p:sp>
        <p:nvSpPr>
          <p:cNvPr id="2862" name="01_find_only_2861">
            <a:extLst>
              <a:ext uri="{FF2B5EF4-FFF2-40B4-BE49-F238E27FC236}">
                <a16:creationId xmlns:a16="http://schemas.microsoft.com/office/drawing/2014/main" id="{A2CE9462-8247-48BC-985F-0995B084DBF3}"/>
              </a:ext>
            </a:extLst>
          </p:cNvPr>
          <p:cNvSpPr>
            <a:spLocks noGrp="1"/>
          </p:cNvSpPr>
          <p:nvPr/>
        </p:nvSpPr>
        <p:spPr>
          <a:xfrm>
            <a:off x="4184198" y="5539792"/>
            <a:ext cx="28398" cy="28398"/>
          </a:xfrm>
          <a:prstGeom prst="ellipse">
            <a:avLst/>
          </a:prstGeom>
          <a:solidFill>
            <a:srgbClr val="7F8C97">
              <a:alpha val="48000"/>
            </a:srgbClr>
          </a:solidFill>
          <a:ln w="0">
            <a:noFill/>
            <a:prstDash val="solid"/>
          </a:ln>
        </p:spPr>
      </p:sp>
      <p:sp>
        <p:nvSpPr>
          <p:cNvPr id="2863" name="01_find_only_2862">
            <a:extLst>
              <a:ext uri="{FF2B5EF4-FFF2-40B4-BE49-F238E27FC236}">
                <a16:creationId xmlns:a16="http://schemas.microsoft.com/office/drawing/2014/main" id="{9EEED7E8-0564-4432-AFCD-FD3F6C65B620}"/>
              </a:ext>
            </a:extLst>
          </p:cNvPr>
          <p:cNvSpPr>
            <a:spLocks noGrp="1"/>
          </p:cNvSpPr>
          <p:nvPr/>
        </p:nvSpPr>
        <p:spPr>
          <a:xfrm>
            <a:off x="4171798" y="5539792"/>
            <a:ext cx="28398" cy="28398"/>
          </a:xfrm>
          <a:prstGeom prst="ellipse">
            <a:avLst/>
          </a:prstGeom>
          <a:solidFill>
            <a:srgbClr val="7F8C97">
              <a:alpha val="48000"/>
            </a:srgbClr>
          </a:solidFill>
          <a:ln w="0">
            <a:noFill/>
            <a:prstDash val="solid"/>
          </a:ln>
        </p:spPr>
      </p:sp>
      <p:sp>
        <p:nvSpPr>
          <p:cNvPr id="2864" name="01_find_only_2863">
            <a:extLst>
              <a:ext uri="{FF2B5EF4-FFF2-40B4-BE49-F238E27FC236}">
                <a16:creationId xmlns:a16="http://schemas.microsoft.com/office/drawing/2014/main" id="{E90180C1-41FA-443A-98B0-6B1336D44D84}"/>
              </a:ext>
            </a:extLst>
          </p:cNvPr>
          <p:cNvSpPr>
            <a:spLocks noGrp="1"/>
          </p:cNvSpPr>
          <p:nvPr/>
        </p:nvSpPr>
        <p:spPr>
          <a:xfrm>
            <a:off x="4161688" y="4905784"/>
            <a:ext cx="28398" cy="28398"/>
          </a:xfrm>
          <a:prstGeom prst="ellipse">
            <a:avLst/>
          </a:prstGeom>
          <a:solidFill>
            <a:srgbClr val="7F8C97">
              <a:alpha val="48000"/>
            </a:srgbClr>
          </a:solidFill>
          <a:ln w="0">
            <a:noFill/>
            <a:prstDash val="solid"/>
          </a:ln>
        </p:spPr>
      </p:sp>
      <p:sp>
        <p:nvSpPr>
          <p:cNvPr id="2865" name="01_find_only_2864">
            <a:extLst>
              <a:ext uri="{FF2B5EF4-FFF2-40B4-BE49-F238E27FC236}">
                <a16:creationId xmlns:a16="http://schemas.microsoft.com/office/drawing/2014/main" id="{0B2CE3FB-170C-4720-86A8-9C203918BD52}"/>
              </a:ext>
            </a:extLst>
          </p:cNvPr>
          <p:cNvSpPr>
            <a:spLocks noGrp="1"/>
          </p:cNvSpPr>
          <p:nvPr/>
        </p:nvSpPr>
        <p:spPr>
          <a:xfrm>
            <a:off x="4152245" y="6139529"/>
            <a:ext cx="28398" cy="28398"/>
          </a:xfrm>
          <a:prstGeom prst="ellipse">
            <a:avLst/>
          </a:prstGeom>
          <a:solidFill>
            <a:srgbClr val="7F8C97">
              <a:alpha val="48000"/>
            </a:srgbClr>
          </a:solidFill>
          <a:ln w="0">
            <a:noFill/>
            <a:prstDash val="solid"/>
          </a:ln>
        </p:spPr>
      </p:sp>
      <p:sp>
        <p:nvSpPr>
          <p:cNvPr id="2866" name="01_find_only_2865">
            <a:extLst>
              <a:ext uri="{FF2B5EF4-FFF2-40B4-BE49-F238E27FC236}">
                <a16:creationId xmlns:a16="http://schemas.microsoft.com/office/drawing/2014/main" id="{0D660E3D-D381-4C4D-A334-F1F21D486B5E}"/>
              </a:ext>
            </a:extLst>
          </p:cNvPr>
          <p:cNvSpPr>
            <a:spLocks noGrp="1"/>
          </p:cNvSpPr>
          <p:nvPr/>
        </p:nvSpPr>
        <p:spPr>
          <a:xfrm>
            <a:off x="4163118" y="4905784"/>
            <a:ext cx="28398" cy="28398"/>
          </a:xfrm>
          <a:prstGeom prst="ellipse">
            <a:avLst/>
          </a:prstGeom>
          <a:solidFill>
            <a:srgbClr val="7F8C97">
              <a:alpha val="48000"/>
            </a:srgbClr>
          </a:solidFill>
          <a:ln w="0">
            <a:noFill/>
            <a:prstDash val="solid"/>
          </a:ln>
        </p:spPr>
      </p:sp>
      <p:sp>
        <p:nvSpPr>
          <p:cNvPr id="2867" name="01_find_only_2866">
            <a:extLst>
              <a:ext uri="{FF2B5EF4-FFF2-40B4-BE49-F238E27FC236}">
                <a16:creationId xmlns:a16="http://schemas.microsoft.com/office/drawing/2014/main" id="{6D77C89B-2727-44CC-AF6B-89D50115CA57}"/>
              </a:ext>
            </a:extLst>
          </p:cNvPr>
          <p:cNvSpPr>
            <a:spLocks noGrp="1"/>
          </p:cNvSpPr>
          <p:nvPr/>
        </p:nvSpPr>
        <p:spPr>
          <a:xfrm>
            <a:off x="4219584" y="5539792"/>
            <a:ext cx="28398" cy="28398"/>
          </a:xfrm>
          <a:prstGeom prst="ellipse">
            <a:avLst/>
          </a:prstGeom>
          <a:solidFill>
            <a:srgbClr val="7F8C97">
              <a:alpha val="48000"/>
            </a:srgbClr>
          </a:solidFill>
          <a:ln w="0">
            <a:noFill/>
            <a:prstDash val="solid"/>
          </a:ln>
        </p:spPr>
      </p:sp>
      <p:sp>
        <p:nvSpPr>
          <p:cNvPr id="2868" name="01_find_only_2867">
            <a:extLst>
              <a:ext uri="{FF2B5EF4-FFF2-40B4-BE49-F238E27FC236}">
                <a16:creationId xmlns:a16="http://schemas.microsoft.com/office/drawing/2014/main" id="{73032150-6A19-4CA7-97A8-C96133010339}"/>
              </a:ext>
            </a:extLst>
          </p:cNvPr>
          <p:cNvSpPr>
            <a:spLocks noGrp="1"/>
          </p:cNvSpPr>
          <p:nvPr/>
        </p:nvSpPr>
        <p:spPr>
          <a:xfrm>
            <a:off x="4189730" y="4905784"/>
            <a:ext cx="28398" cy="28398"/>
          </a:xfrm>
          <a:prstGeom prst="ellipse">
            <a:avLst/>
          </a:prstGeom>
          <a:solidFill>
            <a:srgbClr val="7F8C97">
              <a:alpha val="48000"/>
            </a:srgbClr>
          </a:solidFill>
          <a:ln w="0">
            <a:noFill/>
            <a:prstDash val="solid"/>
          </a:ln>
        </p:spPr>
      </p:sp>
      <p:sp>
        <p:nvSpPr>
          <p:cNvPr id="2869" name="01_find_only_2868">
            <a:extLst>
              <a:ext uri="{FF2B5EF4-FFF2-40B4-BE49-F238E27FC236}">
                <a16:creationId xmlns:a16="http://schemas.microsoft.com/office/drawing/2014/main" id="{2CB64077-4100-4665-A0C2-37A74F67FFA5}"/>
              </a:ext>
            </a:extLst>
          </p:cNvPr>
          <p:cNvSpPr>
            <a:spLocks noGrp="1"/>
          </p:cNvSpPr>
          <p:nvPr/>
        </p:nvSpPr>
        <p:spPr>
          <a:xfrm>
            <a:off x="4196216" y="5892019"/>
            <a:ext cx="28398" cy="28398"/>
          </a:xfrm>
          <a:prstGeom prst="ellipse">
            <a:avLst/>
          </a:prstGeom>
          <a:solidFill>
            <a:srgbClr val="7F8C97">
              <a:alpha val="48000"/>
            </a:srgbClr>
          </a:solidFill>
          <a:ln w="0">
            <a:noFill/>
            <a:prstDash val="solid"/>
          </a:ln>
        </p:spPr>
      </p:sp>
      <p:sp>
        <p:nvSpPr>
          <p:cNvPr id="2870" name="01_find_only_2869">
            <a:extLst>
              <a:ext uri="{FF2B5EF4-FFF2-40B4-BE49-F238E27FC236}">
                <a16:creationId xmlns:a16="http://schemas.microsoft.com/office/drawing/2014/main" id="{2EDED207-C8FF-4710-8616-6B72715D23B2}"/>
              </a:ext>
            </a:extLst>
          </p:cNvPr>
          <p:cNvSpPr>
            <a:spLocks noGrp="1"/>
          </p:cNvSpPr>
          <p:nvPr/>
        </p:nvSpPr>
        <p:spPr>
          <a:xfrm>
            <a:off x="4154343" y="5680683"/>
            <a:ext cx="28398" cy="28398"/>
          </a:xfrm>
          <a:prstGeom prst="ellipse">
            <a:avLst/>
          </a:prstGeom>
          <a:solidFill>
            <a:srgbClr val="7F8C97">
              <a:alpha val="48000"/>
            </a:srgbClr>
          </a:solidFill>
          <a:ln w="0">
            <a:noFill/>
            <a:prstDash val="solid"/>
          </a:ln>
        </p:spPr>
      </p:sp>
      <p:sp>
        <p:nvSpPr>
          <p:cNvPr id="2871" name="01_find_only_2870">
            <a:extLst>
              <a:ext uri="{FF2B5EF4-FFF2-40B4-BE49-F238E27FC236}">
                <a16:creationId xmlns:a16="http://schemas.microsoft.com/office/drawing/2014/main" id="{31A8CC9C-F3DE-4B01-8251-8A720942E4DF}"/>
              </a:ext>
            </a:extLst>
          </p:cNvPr>
          <p:cNvSpPr>
            <a:spLocks noGrp="1"/>
          </p:cNvSpPr>
          <p:nvPr/>
        </p:nvSpPr>
        <p:spPr>
          <a:xfrm>
            <a:off x="4214243" y="5328456"/>
            <a:ext cx="28398" cy="28398"/>
          </a:xfrm>
          <a:prstGeom prst="ellipse">
            <a:avLst/>
          </a:prstGeom>
          <a:solidFill>
            <a:srgbClr val="7F8C97">
              <a:alpha val="48000"/>
            </a:srgbClr>
          </a:solidFill>
          <a:ln w="0">
            <a:noFill/>
            <a:prstDash val="solid"/>
          </a:ln>
        </p:spPr>
      </p:sp>
      <p:sp>
        <p:nvSpPr>
          <p:cNvPr id="2872" name="01_find_only_2871">
            <a:extLst>
              <a:ext uri="{FF2B5EF4-FFF2-40B4-BE49-F238E27FC236}">
                <a16:creationId xmlns:a16="http://schemas.microsoft.com/office/drawing/2014/main" id="{068D83CB-08B1-48C8-B06A-0A091F2BCC1A}"/>
              </a:ext>
            </a:extLst>
          </p:cNvPr>
          <p:cNvSpPr>
            <a:spLocks noGrp="1"/>
          </p:cNvSpPr>
          <p:nvPr/>
        </p:nvSpPr>
        <p:spPr>
          <a:xfrm>
            <a:off x="4196406" y="4905784"/>
            <a:ext cx="28398" cy="28398"/>
          </a:xfrm>
          <a:prstGeom prst="ellipse">
            <a:avLst/>
          </a:prstGeom>
          <a:solidFill>
            <a:srgbClr val="7F8C97">
              <a:alpha val="48000"/>
            </a:srgbClr>
          </a:solidFill>
          <a:ln w="0">
            <a:noFill/>
            <a:prstDash val="solid"/>
          </a:ln>
        </p:spPr>
      </p:sp>
      <p:sp>
        <p:nvSpPr>
          <p:cNvPr id="2873" name="01_find_only_2872">
            <a:extLst>
              <a:ext uri="{FF2B5EF4-FFF2-40B4-BE49-F238E27FC236}">
                <a16:creationId xmlns:a16="http://schemas.microsoft.com/office/drawing/2014/main" id="{622FED6D-6269-4C29-9031-93735D00A9A9}"/>
              </a:ext>
            </a:extLst>
          </p:cNvPr>
          <p:cNvSpPr>
            <a:spLocks noGrp="1"/>
          </p:cNvSpPr>
          <p:nvPr/>
        </p:nvSpPr>
        <p:spPr>
          <a:xfrm>
            <a:off x="4141944" y="6173800"/>
            <a:ext cx="28398" cy="28398"/>
          </a:xfrm>
          <a:prstGeom prst="ellipse">
            <a:avLst/>
          </a:prstGeom>
          <a:solidFill>
            <a:srgbClr val="7F8C97">
              <a:alpha val="48000"/>
            </a:srgbClr>
          </a:solidFill>
          <a:ln w="0">
            <a:noFill/>
            <a:prstDash val="solid"/>
          </a:ln>
        </p:spPr>
      </p:sp>
      <p:sp>
        <p:nvSpPr>
          <p:cNvPr id="2874" name="01_find_only_2873">
            <a:extLst>
              <a:ext uri="{FF2B5EF4-FFF2-40B4-BE49-F238E27FC236}">
                <a16:creationId xmlns:a16="http://schemas.microsoft.com/office/drawing/2014/main" id="{B423FFF1-C170-4B2B-BC9B-78BAD7A8CC0D}"/>
              </a:ext>
            </a:extLst>
          </p:cNvPr>
          <p:cNvSpPr>
            <a:spLocks noGrp="1"/>
          </p:cNvSpPr>
          <p:nvPr/>
        </p:nvSpPr>
        <p:spPr>
          <a:xfrm>
            <a:off x="4146808" y="4905784"/>
            <a:ext cx="28398" cy="28398"/>
          </a:xfrm>
          <a:prstGeom prst="ellipse">
            <a:avLst/>
          </a:prstGeom>
          <a:solidFill>
            <a:srgbClr val="7F8C97">
              <a:alpha val="48000"/>
            </a:srgbClr>
          </a:solidFill>
          <a:ln w="0">
            <a:noFill/>
            <a:prstDash val="solid"/>
          </a:ln>
        </p:spPr>
      </p:sp>
      <p:sp>
        <p:nvSpPr>
          <p:cNvPr id="2875" name="01_find_only_2874">
            <a:extLst>
              <a:ext uri="{FF2B5EF4-FFF2-40B4-BE49-F238E27FC236}">
                <a16:creationId xmlns:a16="http://schemas.microsoft.com/office/drawing/2014/main" id="{8C4DCCF0-236E-41D3-95A3-5BC12D392D1C}"/>
              </a:ext>
            </a:extLst>
          </p:cNvPr>
          <p:cNvSpPr>
            <a:spLocks noGrp="1"/>
          </p:cNvSpPr>
          <p:nvPr/>
        </p:nvSpPr>
        <p:spPr>
          <a:xfrm>
            <a:off x="4154248" y="5328456"/>
            <a:ext cx="28398" cy="28398"/>
          </a:xfrm>
          <a:prstGeom prst="ellipse">
            <a:avLst/>
          </a:prstGeom>
          <a:solidFill>
            <a:srgbClr val="7F8C97">
              <a:alpha val="48000"/>
            </a:srgbClr>
          </a:solidFill>
          <a:ln w="0">
            <a:noFill/>
            <a:prstDash val="solid"/>
          </a:ln>
        </p:spPr>
      </p:sp>
      <p:sp>
        <p:nvSpPr>
          <p:cNvPr id="2876" name="01_find_only_2875">
            <a:extLst>
              <a:ext uri="{FF2B5EF4-FFF2-40B4-BE49-F238E27FC236}">
                <a16:creationId xmlns:a16="http://schemas.microsoft.com/office/drawing/2014/main" id="{E61D65B9-5B5D-4898-A818-E7088052DF02}"/>
              </a:ext>
            </a:extLst>
          </p:cNvPr>
          <p:cNvSpPr>
            <a:spLocks noGrp="1"/>
          </p:cNvSpPr>
          <p:nvPr/>
        </p:nvSpPr>
        <p:spPr>
          <a:xfrm>
            <a:off x="4213480" y="5539792"/>
            <a:ext cx="28398" cy="28398"/>
          </a:xfrm>
          <a:prstGeom prst="ellipse">
            <a:avLst/>
          </a:prstGeom>
          <a:solidFill>
            <a:srgbClr val="7F8C97">
              <a:alpha val="48000"/>
            </a:srgbClr>
          </a:solidFill>
          <a:ln w="0">
            <a:noFill/>
            <a:prstDash val="solid"/>
          </a:ln>
        </p:spPr>
      </p:sp>
      <p:sp>
        <p:nvSpPr>
          <p:cNvPr id="2877" name="01_find_only_2876">
            <a:extLst>
              <a:ext uri="{FF2B5EF4-FFF2-40B4-BE49-F238E27FC236}">
                <a16:creationId xmlns:a16="http://schemas.microsoft.com/office/drawing/2014/main" id="{4DFF0747-1F9E-40B8-BD09-7EE70D845461}"/>
              </a:ext>
            </a:extLst>
          </p:cNvPr>
          <p:cNvSpPr>
            <a:spLocks noGrp="1"/>
          </p:cNvSpPr>
          <p:nvPr/>
        </p:nvSpPr>
        <p:spPr>
          <a:xfrm>
            <a:off x="4155774" y="4905784"/>
            <a:ext cx="28398" cy="28398"/>
          </a:xfrm>
          <a:prstGeom prst="ellipse">
            <a:avLst/>
          </a:prstGeom>
          <a:solidFill>
            <a:srgbClr val="7F8C97">
              <a:alpha val="48000"/>
            </a:srgbClr>
          </a:solidFill>
          <a:ln w="0">
            <a:noFill/>
            <a:prstDash val="solid"/>
          </a:ln>
        </p:spPr>
      </p:sp>
      <p:sp>
        <p:nvSpPr>
          <p:cNvPr id="2878" name="01_find_only_2877">
            <a:extLst>
              <a:ext uri="{FF2B5EF4-FFF2-40B4-BE49-F238E27FC236}">
                <a16:creationId xmlns:a16="http://schemas.microsoft.com/office/drawing/2014/main" id="{88A5A510-630D-4AF3-8426-14E1FAF93817}"/>
              </a:ext>
            </a:extLst>
          </p:cNvPr>
          <p:cNvSpPr>
            <a:spLocks noGrp="1"/>
          </p:cNvSpPr>
          <p:nvPr/>
        </p:nvSpPr>
        <p:spPr>
          <a:xfrm>
            <a:off x="4208138" y="5610237"/>
            <a:ext cx="28398" cy="28398"/>
          </a:xfrm>
          <a:prstGeom prst="ellipse">
            <a:avLst/>
          </a:prstGeom>
          <a:solidFill>
            <a:srgbClr val="7F8C97">
              <a:alpha val="48000"/>
            </a:srgbClr>
          </a:solidFill>
          <a:ln w="0">
            <a:noFill/>
            <a:prstDash val="solid"/>
          </a:ln>
        </p:spPr>
      </p:sp>
      <p:sp>
        <p:nvSpPr>
          <p:cNvPr id="2879" name="01_find_only_2878">
            <a:extLst>
              <a:ext uri="{FF2B5EF4-FFF2-40B4-BE49-F238E27FC236}">
                <a16:creationId xmlns:a16="http://schemas.microsoft.com/office/drawing/2014/main" id="{79621ECD-3908-4374-A875-D078F3D53C7B}"/>
              </a:ext>
            </a:extLst>
          </p:cNvPr>
          <p:cNvSpPr>
            <a:spLocks noGrp="1"/>
          </p:cNvSpPr>
          <p:nvPr/>
        </p:nvSpPr>
        <p:spPr>
          <a:xfrm>
            <a:off x="4208901" y="4905784"/>
            <a:ext cx="28398" cy="28398"/>
          </a:xfrm>
          <a:prstGeom prst="ellipse">
            <a:avLst/>
          </a:prstGeom>
          <a:solidFill>
            <a:srgbClr val="7F8C97">
              <a:alpha val="48000"/>
            </a:srgbClr>
          </a:solidFill>
          <a:ln w="0">
            <a:noFill/>
            <a:prstDash val="solid"/>
          </a:ln>
        </p:spPr>
      </p:sp>
      <p:sp>
        <p:nvSpPr>
          <p:cNvPr id="2880" name="01_find_only_2879">
            <a:extLst>
              <a:ext uri="{FF2B5EF4-FFF2-40B4-BE49-F238E27FC236}">
                <a16:creationId xmlns:a16="http://schemas.microsoft.com/office/drawing/2014/main" id="{763C03CD-C56E-474B-BD24-6885490B52E2}"/>
              </a:ext>
            </a:extLst>
          </p:cNvPr>
          <p:cNvSpPr>
            <a:spLocks noGrp="1"/>
          </p:cNvSpPr>
          <p:nvPr/>
        </p:nvSpPr>
        <p:spPr>
          <a:xfrm>
            <a:off x="4211381" y="5539792"/>
            <a:ext cx="28398" cy="28398"/>
          </a:xfrm>
          <a:prstGeom prst="ellipse">
            <a:avLst/>
          </a:prstGeom>
          <a:solidFill>
            <a:srgbClr val="7F8C97">
              <a:alpha val="48000"/>
            </a:srgbClr>
          </a:solidFill>
          <a:ln w="0">
            <a:noFill/>
            <a:prstDash val="solid"/>
          </a:ln>
        </p:spPr>
      </p:sp>
      <p:sp>
        <p:nvSpPr>
          <p:cNvPr id="2881" name="01_find_only_2880">
            <a:extLst>
              <a:ext uri="{FF2B5EF4-FFF2-40B4-BE49-F238E27FC236}">
                <a16:creationId xmlns:a16="http://schemas.microsoft.com/office/drawing/2014/main" id="{6E990C5D-BAC7-4887-857D-2D78C1663D31}"/>
              </a:ext>
            </a:extLst>
          </p:cNvPr>
          <p:cNvSpPr>
            <a:spLocks noGrp="1"/>
          </p:cNvSpPr>
          <p:nvPr/>
        </p:nvSpPr>
        <p:spPr>
          <a:xfrm>
            <a:off x="4156537" y="5751128"/>
            <a:ext cx="28398" cy="28398"/>
          </a:xfrm>
          <a:prstGeom prst="ellipse">
            <a:avLst/>
          </a:prstGeom>
          <a:solidFill>
            <a:srgbClr val="7F8C97">
              <a:alpha val="48000"/>
            </a:srgbClr>
          </a:solidFill>
          <a:ln w="0">
            <a:noFill/>
            <a:prstDash val="solid"/>
          </a:ln>
        </p:spPr>
      </p:sp>
      <p:sp>
        <p:nvSpPr>
          <p:cNvPr id="2882" name="01_find_only_2881">
            <a:extLst>
              <a:ext uri="{FF2B5EF4-FFF2-40B4-BE49-F238E27FC236}">
                <a16:creationId xmlns:a16="http://schemas.microsoft.com/office/drawing/2014/main" id="{185094A1-7E68-4179-B588-725DFCE83B54}"/>
              </a:ext>
            </a:extLst>
          </p:cNvPr>
          <p:cNvSpPr>
            <a:spLocks noGrp="1"/>
          </p:cNvSpPr>
          <p:nvPr/>
        </p:nvSpPr>
        <p:spPr>
          <a:xfrm>
            <a:off x="4142134" y="4905784"/>
            <a:ext cx="28398" cy="28398"/>
          </a:xfrm>
          <a:prstGeom prst="ellipse">
            <a:avLst/>
          </a:prstGeom>
          <a:solidFill>
            <a:srgbClr val="7F8C97">
              <a:alpha val="48000"/>
            </a:srgbClr>
          </a:solidFill>
          <a:ln w="0">
            <a:noFill/>
            <a:prstDash val="solid"/>
          </a:ln>
        </p:spPr>
      </p:sp>
      <p:sp>
        <p:nvSpPr>
          <p:cNvPr id="2883" name="01_find_only_2882">
            <a:extLst>
              <a:ext uri="{FF2B5EF4-FFF2-40B4-BE49-F238E27FC236}">
                <a16:creationId xmlns:a16="http://schemas.microsoft.com/office/drawing/2014/main" id="{C4E838D5-88FE-4BC1-ADAD-F708F5B35DDC}"/>
              </a:ext>
            </a:extLst>
          </p:cNvPr>
          <p:cNvSpPr>
            <a:spLocks noGrp="1"/>
          </p:cNvSpPr>
          <p:nvPr/>
        </p:nvSpPr>
        <p:spPr>
          <a:xfrm>
            <a:off x="4197646" y="6173800"/>
            <a:ext cx="28398" cy="28398"/>
          </a:xfrm>
          <a:prstGeom prst="ellipse">
            <a:avLst/>
          </a:prstGeom>
          <a:solidFill>
            <a:srgbClr val="7F8C97">
              <a:alpha val="48000"/>
            </a:srgbClr>
          </a:solidFill>
          <a:ln w="0">
            <a:noFill/>
            <a:prstDash val="solid"/>
          </a:ln>
        </p:spPr>
      </p:sp>
      <p:sp>
        <p:nvSpPr>
          <p:cNvPr id="2884" name="01_find_only_2883">
            <a:extLst>
              <a:ext uri="{FF2B5EF4-FFF2-40B4-BE49-F238E27FC236}">
                <a16:creationId xmlns:a16="http://schemas.microsoft.com/office/drawing/2014/main" id="{AF2588A6-518C-4A24-9E4C-EACC7890CC2E}"/>
              </a:ext>
            </a:extLst>
          </p:cNvPr>
          <p:cNvSpPr>
            <a:spLocks noGrp="1"/>
          </p:cNvSpPr>
          <p:nvPr/>
        </p:nvSpPr>
        <p:spPr>
          <a:xfrm>
            <a:off x="4137651" y="4905784"/>
            <a:ext cx="28398" cy="28398"/>
          </a:xfrm>
          <a:prstGeom prst="ellipse">
            <a:avLst/>
          </a:prstGeom>
          <a:solidFill>
            <a:srgbClr val="7F8C97">
              <a:alpha val="48000"/>
            </a:srgbClr>
          </a:solidFill>
          <a:ln w="0">
            <a:noFill/>
            <a:prstDash val="solid"/>
          </a:ln>
        </p:spPr>
      </p:sp>
      <p:sp>
        <p:nvSpPr>
          <p:cNvPr id="2885" name="01_find_only_2884">
            <a:extLst>
              <a:ext uri="{FF2B5EF4-FFF2-40B4-BE49-F238E27FC236}">
                <a16:creationId xmlns:a16="http://schemas.microsoft.com/office/drawing/2014/main" id="{4CC9E3C0-6971-4260-A276-5E67E9663313}"/>
              </a:ext>
            </a:extLst>
          </p:cNvPr>
          <p:cNvSpPr>
            <a:spLocks noGrp="1"/>
          </p:cNvSpPr>
          <p:nvPr/>
        </p:nvSpPr>
        <p:spPr>
          <a:xfrm>
            <a:off x="4200031" y="4905784"/>
            <a:ext cx="28398" cy="28398"/>
          </a:xfrm>
          <a:prstGeom prst="ellipse">
            <a:avLst/>
          </a:prstGeom>
          <a:solidFill>
            <a:srgbClr val="7F8C97">
              <a:alpha val="48000"/>
            </a:srgbClr>
          </a:solidFill>
          <a:ln w="0">
            <a:noFill/>
            <a:prstDash val="solid"/>
          </a:ln>
        </p:spPr>
      </p:sp>
      <p:sp>
        <p:nvSpPr>
          <p:cNvPr id="2886" name="01_find_only_2885">
            <a:extLst>
              <a:ext uri="{FF2B5EF4-FFF2-40B4-BE49-F238E27FC236}">
                <a16:creationId xmlns:a16="http://schemas.microsoft.com/office/drawing/2014/main" id="{9D7EAAAC-FDA5-41C0-8E83-CD0F8CD16920}"/>
              </a:ext>
            </a:extLst>
          </p:cNvPr>
          <p:cNvSpPr>
            <a:spLocks noGrp="1"/>
          </p:cNvSpPr>
          <p:nvPr/>
        </p:nvSpPr>
        <p:spPr>
          <a:xfrm>
            <a:off x="4138510" y="4905784"/>
            <a:ext cx="28398" cy="28398"/>
          </a:xfrm>
          <a:prstGeom prst="ellipse">
            <a:avLst/>
          </a:prstGeom>
          <a:solidFill>
            <a:srgbClr val="7F8C97">
              <a:alpha val="48000"/>
            </a:srgbClr>
          </a:solidFill>
          <a:ln w="0">
            <a:noFill/>
            <a:prstDash val="solid"/>
          </a:ln>
        </p:spPr>
      </p:sp>
      <p:sp>
        <p:nvSpPr>
          <p:cNvPr id="2887" name="01_find_only_2886">
            <a:extLst>
              <a:ext uri="{FF2B5EF4-FFF2-40B4-BE49-F238E27FC236}">
                <a16:creationId xmlns:a16="http://schemas.microsoft.com/office/drawing/2014/main" id="{FB42D2A7-3128-41F5-9B1E-53EE1CA75885}"/>
              </a:ext>
            </a:extLst>
          </p:cNvPr>
          <p:cNvSpPr>
            <a:spLocks noGrp="1"/>
          </p:cNvSpPr>
          <p:nvPr/>
        </p:nvSpPr>
        <p:spPr>
          <a:xfrm>
            <a:off x="4218344" y="4905784"/>
            <a:ext cx="28398" cy="28398"/>
          </a:xfrm>
          <a:prstGeom prst="ellipse">
            <a:avLst/>
          </a:prstGeom>
          <a:solidFill>
            <a:srgbClr val="7F8C97">
              <a:alpha val="48000"/>
            </a:srgbClr>
          </a:solidFill>
          <a:ln w="0">
            <a:noFill/>
            <a:prstDash val="solid"/>
          </a:ln>
        </p:spPr>
      </p:sp>
      <p:sp>
        <p:nvSpPr>
          <p:cNvPr id="2888" name="01_find_only_2887">
            <a:extLst>
              <a:ext uri="{FF2B5EF4-FFF2-40B4-BE49-F238E27FC236}">
                <a16:creationId xmlns:a16="http://schemas.microsoft.com/office/drawing/2014/main" id="{E87233E0-A7DF-4F00-B2D2-3876C9FA08D3}"/>
              </a:ext>
            </a:extLst>
          </p:cNvPr>
          <p:cNvSpPr>
            <a:spLocks noGrp="1"/>
          </p:cNvSpPr>
          <p:nvPr/>
        </p:nvSpPr>
        <p:spPr>
          <a:xfrm>
            <a:off x="4203751" y="4905784"/>
            <a:ext cx="28398" cy="28398"/>
          </a:xfrm>
          <a:prstGeom prst="ellipse">
            <a:avLst/>
          </a:prstGeom>
          <a:solidFill>
            <a:srgbClr val="7F8C97">
              <a:alpha val="48000"/>
            </a:srgbClr>
          </a:solidFill>
          <a:ln w="0">
            <a:noFill/>
            <a:prstDash val="solid"/>
          </a:ln>
        </p:spPr>
      </p:sp>
      <p:sp>
        <p:nvSpPr>
          <p:cNvPr id="2889" name="01_find_only_2888">
            <a:extLst>
              <a:ext uri="{FF2B5EF4-FFF2-40B4-BE49-F238E27FC236}">
                <a16:creationId xmlns:a16="http://schemas.microsoft.com/office/drawing/2014/main" id="{F9853F07-7686-4716-989A-AF45C3A9D93E}"/>
              </a:ext>
            </a:extLst>
          </p:cNvPr>
          <p:cNvSpPr>
            <a:spLocks noGrp="1"/>
          </p:cNvSpPr>
          <p:nvPr/>
        </p:nvSpPr>
        <p:spPr>
          <a:xfrm>
            <a:off x="4169223" y="4905784"/>
            <a:ext cx="28398" cy="28398"/>
          </a:xfrm>
          <a:prstGeom prst="ellipse">
            <a:avLst/>
          </a:prstGeom>
          <a:solidFill>
            <a:srgbClr val="7F8C97">
              <a:alpha val="48000"/>
            </a:srgbClr>
          </a:solidFill>
          <a:ln w="0">
            <a:noFill/>
            <a:prstDash val="solid"/>
          </a:ln>
        </p:spPr>
      </p:sp>
      <p:sp>
        <p:nvSpPr>
          <p:cNvPr id="2890" name="01_find_only_2889">
            <a:extLst>
              <a:ext uri="{FF2B5EF4-FFF2-40B4-BE49-F238E27FC236}">
                <a16:creationId xmlns:a16="http://schemas.microsoft.com/office/drawing/2014/main" id="{2DD4903E-1E18-44F5-9111-5DD24FA17D2C}"/>
              </a:ext>
            </a:extLst>
          </p:cNvPr>
          <p:cNvSpPr>
            <a:spLocks noGrp="1"/>
          </p:cNvSpPr>
          <p:nvPr/>
        </p:nvSpPr>
        <p:spPr>
          <a:xfrm>
            <a:off x="4153103" y="4905784"/>
            <a:ext cx="28398" cy="28398"/>
          </a:xfrm>
          <a:prstGeom prst="ellipse">
            <a:avLst/>
          </a:prstGeom>
          <a:solidFill>
            <a:srgbClr val="7F8C97">
              <a:alpha val="48000"/>
            </a:srgbClr>
          </a:solidFill>
          <a:ln w="0">
            <a:noFill/>
            <a:prstDash val="solid"/>
          </a:ln>
        </p:spPr>
      </p:sp>
      <p:sp>
        <p:nvSpPr>
          <p:cNvPr id="2891" name="01_find_only_2890">
            <a:extLst>
              <a:ext uri="{FF2B5EF4-FFF2-40B4-BE49-F238E27FC236}">
                <a16:creationId xmlns:a16="http://schemas.microsoft.com/office/drawing/2014/main" id="{8F4F6DD5-3CDE-4E95-89D7-B1C38A0B3E3B}"/>
              </a:ext>
            </a:extLst>
          </p:cNvPr>
          <p:cNvSpPr>
            <a:spLocks noGrp="1"/>
          </p:cNvSpPr>
          <p:nvPr/>
        </p:nvSpPr>
        <p:spPr>
          <a:xfrm>
            <a:off x="4221015" y="5328456"/>
            <a:ext cx="28398" cy="28398"/>
          </a:xfrm>
          <a:prstGeom prst="ellipse">
            <a:avLst/>
          </a:prstGeom>
          <a:solidFill>
            <a:srgbClr val="7F8C97">
              <a:alpha val="48000"/>
            </a:srgbClr>
          </a:solidFill>
          <a:ln w="0">
            <a:noFill/>
            <a:prstDash val="solid"/>
          </a:ln>
        </p:spPr>
      </p:sp>
      <p:sp>
        <p:nvSpPr>
          <p:cNvPr id="2892" name="01_find_only_2891">
            <a:extLst>
              <a:ext uri="{FF2B5EF4-FFF2-40B4-BE49-F238E27FC236}">
                <a16:creationId xmlns:a16="http://schemas.microsoft.com/office/drawing/2014/main" id="{4F1DAC04-56B2-455B-9F39-4FA4DA5D2E26}"/>
              </a:ext>
            </a:extLst>
          </p:cNvPr>
          <p:cNvSpPr>
            <a:spLocks noGrp="1"/>
          </p:cNvSpPr>
          <p:nvPr/>
        </p:nvSpPr>
        <p:spPr>
          <a:xfrm>
            <a:off x="4186391" y="4905784"/>
            <a:ext cx="28398" cy="28398"/>
          </a:xfrm>
          <a:prstGeom prst="ellipse">
            <a:avLst/>
          </a:prstGeom>
          <a:solidFill>
            <a:srgbClr val="7F8C97">
              <a:alpha val="48000"/>
            </a:srgbClr>
          </a:solidFill>
          <a:ln w="0">
            <a:noFill/>
            <a:prstDash val="solid"/>
          </a:ln>
        </p:spPr>
      </p:sp>
      <p:sp>
        <p:nvSpPr>
          <p:cNvPr id="2893" name="01_find_only_2892">
            <a:extLst>
              <a:ext uri="{FF2B5EF4-FFF2-40B4-BE49-F238E27FC236}">
                <a16:creationId xmlns:a16="http://schemas.microsoft.com/office/drawing/2014/main" id="{6F97E919-B943-4FBF-BBC4-63A6B3CF74B4}"/>
              </a:ext>
            </a:extLst>
          </p:cNvPr>
          <p:cNvSpPr>
            <a:spLocks noGrp="1"/>
          </p:cNvSpPr>
          <p:nvPr/>
        </p:nvSpPr>
        <p:spPr>
          <a:xfrm>
            <a:off x="4208138" y="6173800"/>
            <a:ext cx="28398" cy="28398"/>
          </a:xfrm>
          <a:prstGeom prst="ellipse">
            <a:avLst/>
          </a:prstGeom>
          <a:solidFill>
            <a:srgbClr val="7F8C97">
              <a:alpha val="48000"/>
            </a:srgbClr>
          </a:solidFill>
          <a:ln w="0">
            <a:noFill/>
            <a:prstDash val="solid"/>
          </a:ln>
        </p:spPr>
      </p:sp>
      <p:sp>
        <p:nvSpPr>
          <p:cNvPr id="2894" name="01_find_only_2893">
            <a:extLst>
              <a:ext uri="{FF2B5EF4-FFF2-40B4-BE49-F238E27FC236}">
                <a16:creationId xmlns:a16="http://schemas.microsoft.com/office/drawing/2014/main" id="{AC8B87B4-8D72-43C0-856F-A2BE7327C35A}"/>
              </a:ext>
            </a:extLst>
          </p:cNvPr>
          <p:cNvSpPr>
            <a:spLocks noGrp="1"/>
          </p:cNvSpPr>
          <p:nvPr/>
        </p:nvSpPr>
        <p:spPr>
          <a:xfrm>
            <a:off x="4141276" y="4905784"/>
            <a:ext cx="28398" cy="28398"/>
          </a:xfrm>
          <a:prstGeom prst="ellipse">
            <a:avLst/>
          </a:prstGeom>
          <a:solidFill>
            <a:srgbClr val="7F8C97">
              <a:alpha val="48000"/>
            </a:srgbClr>
          </a:solidFill>
          <a:ln w="0">
            <a:noFill/>
            <a:prstDash val="solid"/>
          </a:ln>
        </p:spPr>
      </p:sp>
      <p:sp>
        <p:nvSpPr>
          <p:cNvPr id="2895" name="01_find_only_2894">
            <a:extLst>
              <a:ext uri="{FF2B5EF4-FFF2-40B4-BE49-F238E27FC236}">
                <a16:creationId xmlns:a16="http://schemas.microsoft.com/office/drawing/2014/main" id="{0C8EE80E-5503-44A7-8DD4-D91D711601A5}"/>
              </a:ext>
            </a:extLst>
          </p:cNvPr>
          <p:cNvSpPr>
            <a:spLocks noGrp="1"/>
          </p:cNvSpPr>
          <p:nvPr/>
        </p:nvSpPr>
        <p:spPr>
          <a:xfrm>
            <a:off x="4202225" y="5539792"/>
            <a:ext cx="28398" cy="28398"/>
          </a:xfrm>
          <a:prstGeom prst="ellipse">
            <a:avLst/>
          </a:prstGeom>
          <a:solidFill>
            <a:srgbClr val="7F8C97">
              <a:alpha val="48000"/>
            </a:srgbClr>
          </a:solidFill>
          <a:ln w="0">
            <a:noFill/>
            <a:prstDash val="solid"/>
          </a:ln>
        </p:spPr>
      </p:sp>
      <p:sp>
        <p:nvSpPr>
          <p:cNvPr id="2896" name="01_find_only_2895">
            <a:extLst>
              <a:ext uri="{FF2B5EF4-FFF2-40B4-BE49-F238E27FC236}">
                <a16:creationId xmlns:a16="http://schemas.microsoft.com/office/drawing/2014/main" id="{FF129DE4-E4B3-47D9-8846-910A4F3A1A0F}"/>
              </a:ext>
            </a:extLst>
          </p:cNvPr>
          <p:cNvSpPr>
            <a:spLocks noGrp="1"/>
          </p:cNvSpPr>
          <p:nvPr/>
        </p:nvSpPr>
        <p:spPr>
          <a:xfrm>
            <a:off x="4188394" y="5117120"/>
            <a:ext cx="28398" cy="28398"/>
          </a:xfrm>
          <a:prstGeom prst="ellipse">
            <a:avLst/>
          </a:prstGeom>
          <a:solidFill>
            <a:srgbClr val="7F8C97">
              <a:alpha val="48000"/>
            </a:srgbClr>
          </a:solidFill>
          <a:ln w="0">
            <a:noFill/>
            <a:prstDash val="solid"/>
          </a:ln>
        </p:spPr>
      </p:sp>
      <p:sp>
        <p:nvSpPr>
          <p:cNvPr id="2897" name="01_find_only_2896">
            <a:extLst>
              <a:ext uri="{FF2B5EF4-FFF2-40B4-BE49-F238E27FC236}">
                <a16:creationId xmlns:a16="http://schemas.microsoft.com/office/drawing/2014/main" id="{AD1592E8-FF27-4DB3-9CBD-ED9D6502F81E}"/>
              </a:ext>
            </a:extLst>
          </p:cNvPr>
          <p:cNvSpPr>
            <a:spLocks noGrp="1"/>
          </p:cNvSpPr>
          <p:nvPr/>
        </p:nvSpPr>
        <p:spPr>
          <a:xfrm>
            <a:off x="4127827" y="4905784"/>
            <a:ext cx="28398" cy="28398"/>
          </a:xfrm>
          <a:prstGeom prst="ellipse">
            <a:avLst/>
          </a:prstGeom>
          <a:solidFill>
            <a:srgbClr val="7F8C97">
              <a:alpha val="48000"/>
            </a:srgbClr>
          </a:solidFill>
          <a:ln w="0">
            <a:noFill/>
            <a:prstDash val="solid"/>
          </a:ln>
        </p:spPr>
      </p:sp>
      <p:sp>
        <p:nvSpPr>
          <p:cNvPr id="2898" name="01_find_only_2897">
            <a:extLst>
              <a:ext uri="{FF2B5EF4-FFF2-40B4-BE49-F238E27FC236}">
                <a16:creationId xmlns:a16="http://schemas.microsoft.com/office/drawing/2014/main" id="{C6A4D50D-4817-49A5-BF4D-66C27C35F83F}"/>
              </a:ext>
            </a:extLst>
          </p:cNvPr>
          <p:cNvSpPr>
            <a:spLocks noGrp="1"/>
          </p:cNvSpPr>
          <p:nvPr/>
        </p:nvSpPr>
        <p:spPr>
          <a:xfrm>
            <a:off x="4167124" y="6173800"/>
            <a:ext cx="28398" cy="28398"/>
          </a:xfrm>
          <a:prstGeom prst="ellipse">
            <a:avLst/>
          </a:prstGeom>
          <a:solidFill>
            <a:srgbClr val="7F8C97">
              <a:alpha val="48000"/>
            </a:srgbClr>
          </a:solidFill>
          <a:ln w="0">
            <a:noFill/>
            <a:prstDash val="solid"/>
          </a:ln>
        </p:spPr>
      </p:sp>
      <p:sp>
        <p:nvSpPr>
          <p:cNvPr id="2899" name="01_find_only_2898">
            <a:extLst>
              <a:ext uri="{FF2B5EF4-FFF2-40B4-BE49-F238E27FC236}">
                <a16:creationId xmlns:a16="http://schemas.microsoft.com/office/drawing/2014/main" id="{D9780704-FB35-4004-AD1B-07398608BC4D}"/>
              </a:ext>
            </a:extLst>
          </p:cNvPr>
          <p:cNvSpPr>
            <a:spLocks noGrp="1"/>
          </p:cNvSpPr>
          <p:nvPr/>
        </p:nvSpPr>
        <p:spPr>
          <a:xfrm>
            <a:off x="4155297" y="6173800"/>
            <a:ext cx="28398" cy="28398"/>
          </a:xfrm>
          <a:prstGeom prst="ellipse">
            <a:avLst/>
          </a:prstGeom>
          <a:solidFill>
            <a:srgbClr val="7F8C97">
              <a:alpha val="48000"/>
            </a:srgbClr>
          </a:solidFill>
          <a:ln w="0">
            <a:noFill/>
            <a:prstDash val="solid"/>
          </a:ln>
        </p:spPr>
      </p:sp>
      <p:sp>
        <p:nvSpPr>
          <p:cNvPr id="2900" name="01_find_only_2899">
            <a:extLst>
              <a:ext uri="{FF2B5EF4-FFF2-40B4-BE49-F238E27FC236}">
                <a16:creationId xmlns:a16="http://schemas.microsoft.com/office/drawing/2014/main" id="{63BFC155-20CB-4266-8B0B-F4D1D96FE7EF}"/>
              </a:ext>
            </a:extLst>
          </p:cNvPr>
          <p:cNvSpPr>
            <a:spLocks noGrp="1"/>
          </p:cNvSpPr>
          <p:nvPr/>
        </p:nvSpPr>
        <p:spPr>
          <a:xfrm>
            <a:off x="4176662" y="4905784"/>
            <a:ext cx="28398" cy="28398"/>
          </a:xfrm>
          <a:prstGeom prst="ellipse">
            <a:avLst/>
          </a:prstGeom>
          <a:solidFill>
            <a:srgbClr val="7F8C97">
              <a:alpha val="48000"/>
            </a:srgbClr>
          </a:solidFill>
          <a:ln w="0">
            <a:noFill/>
            <a:prstDash val="solid"/>
          </a:ln>
        </p:spPr>
      </p:sp>
      <p:sp>
        <p:nvSpPr>
          <p:cNvPr id="2901" name="01_find_only_2900">
            <a:extLst>
              <a:ext uri="{FF2B5EF4-FFF2-40B4-BE49-F238E27FC236}">
                <a16:creationId xmlns:a16="http://schemas.microsoft.com/office/drawing/2014/main" id="{4C0AE237-C5B1-4361-86EE-64C59D2BFB7C}"/>
              </a:ext>
            </a:extLst>
          </p:cNvPr>
          <p:cNvSpPr>
            <a:spLocks noGrp="1"/>
          </p:cNvSpPr>
          <p:nvPr/>
        </p:nvSpPr>
        <p:spPr>
          <a:xfrm>
            <a:off x="4164644" y="6068132"/>
            <a:ext cx="28398" cy="28398"/>
          </a:xfrm>
          <a:prstGeom prst="ellipse">
            <a:avLst/>
          </a:prstGeom>
          <a:solidFill>
            <a:srgbClr val="7F8C97">
              <a:alpha val="48000"/>
            </a:srgbClr>
          </a:solidFill>
          <a:ln w="0">
            <a:noFill/>
            <a:prstDash val="solid"/>
          </a:ln>
        </p:spPr>
      </p:sp>
      <p:sp>
        <p:nvSpPr>
          <p:cNvPr id="2902" name="01_find_only_2901">
            <a:extLst>
              <a:ext uri="{FF2B5EF4-FFF2-40B4-BE49-F238E27FC236}">
                <a16:creationId xmlns:a16="http://schemas.microsoft.com/office/drawing/2014/main" id="{92061E7A-F522-46A8-B32F-83A0BE779FCA}"/>
              </a:ext>
            </a:extLst>
          </p:cNvPr>
          <p:cNvSpPr>
            <a:spLocks noGrp="1"/>
          </p:cNvSpPr>
          <p:nvPr/>
        </p:nvSpPr>
        <p:spPr>
          <a:xfrm>
            <a:off x="4205849" y="5856796"/>
            <a:ext cx="28398" cy="28398"/>
          </a:xfrm>
          <a:prstGeom prst="ellipse">
            <a:avLst/>
          </a:prstGeom>
          <a:solidFill>
            <a:srgbClr val="7F8C97">
              <a:alpha val="48000"/>
            </a:srgbClr>
          </a:solidFill>
          <a:ln w="0">
            <a:noFill/>
            <a:prstDash val="solid"/>
          </a:ln>
        </p:spPr>
      </p:sp>
      <p:sp>
        <p:nvSpPr>
          <p:cNvPr id="2903" name="01_find_only_2902">
            <a:extLst>
              <a:ext uri="{FF2B5EF4-FFF2-40B4-BE49-F238E27FC236}">
                <a16:creationId xmlns:a16="http://schemas.microsoft.com/office/drawing/2014/main" id="{9F2DB7C5-42C4-490F-BB76-0466479FEA17}"/>
              </a:ext>
            </a:extLst>
          </p:cNvPr>
          <p:cNvSpPr>
            <a:spLocks noGrp="1"/>
          </p:cNvSpPr>
          <p:nvPr/>
        </p:nvSpPr>
        <p:spPr>
          <a:xfrm>
            <a:off x="4138319" y="4905784"/>
            <a:ext cx="28398" cy="28398"/>
          </a:xfrm>
          <a:prstGeom prst="ellipse">
            <a:avLst/>
          </a:prstGeom>
          <a:solidFill>
            <a:srgbClr val="7F8C97">
              <a:alpha val="48000"/>
            </a:srgbClr>
          </a:solidFill>
          <a:ln w="0">
            <a:noFill/>
            <a:prstDash val="solid"/>
          </a:ln>
        </p:spPr>
      </p:sp>
      <p:sp>
        <p:nvSpPr>
          <p:cNvPr id="2904" name="01_find_only_2903">
            <a:extLst>
              <a:ext uri="{FF2B5EF4-FFF2-40B4-BE49-F238E27FC236}">
                <a16:creationId xmlns:a16="http://schemas.microsoft.com/office/drawing/2014/main" id="{C139E349-4B99-4892-9829-6E4B1ACE76EF}"/>
              </a:ext>
            </a:extLst>
          </p:cNvPr>
          <p:cNvSpPr>
            <a:spLocks noGrp="1"/>
          </p:cNvSpPr>
          <p:nvPr/>
        </p:nvSpPr>
        <p:spPr>
          <a:xfrm>
            <a:off x="4142707" y="4905784"/>
            <a:ext cx="28398" cy="28398"/>
          </a:xfrm>
          <a:prstGeom prst="ellipse">
            <a:avLst/>
          </a:prstGeom>
          <a:solidFill>
            <a:srgbClr val="7F8C97">
              <a:alpha val="48000"/>
            </a:srgbClr>
          </a:solidFill>
          <a:ln w="0">
            <a:noFill/>
            <a:prstDash val="solid"/>
          </a:ln>
        </p:spPr>
      </p:sp>
      <p:sp>
        <p:nvSpPr>
          <p:cNvPr id="2905" name="01_find_only_2904">
            <a:extLst>
              <a:ext uri="{FF2B5EF4-FFF2-40B4-BE49-F238E27FC236}">
                <a16:creationId xmlns:a16="http://schemas.microsoft.com/office/drawing/2014/main" id="{3EEAB118-2B62-4DEF-9882-BBA3244EC4F4}"/>
              </a:ext>
            </a:extLst>
          </p:cNvPr>
          <p:cNvSpPr>
            <a:spLocks noGrp="1"/>
          </p:cNvSpPr>
          <p:nvPr/>
        </p:nvSpPr>
        <p:spPr>
          <a:xfrm>
            <a:off x="4182385" y="4905784"/>
            <a:ext cx="28398" cy="28398"/>
          </a:xfrm>
          <a:prstGeom prst="ellipse">
            <a:avLst/>
          </a:prstGeom>
          <a:solidFill>
            <a:srgbClr val="7F8C97">
              <a:alpha val="48000"/>
            </a:srgbClr>
          </a:solidFill>
          <a:ln w="0">
            <a:noFill/>
            <a:prstDash val="solid"/>
          </a:ln>
        </p:spPr>
      </p:sp>
      <p:sp>
        <p:nvSpPr>
          <p:cNvPr id="2906" name="01_find_only_2905">
            <a:extLst>
              <a:ext uri="{FF2B5EF4-FFF2-40B4-BE49-F238E27FC236}">
                <a16:creationId xmlns:a16="http://schemas.microsoft.com/office/drawing/2014/main" id="{28307C58-C535-43C0-A9DB-6D7A88A6FED5}"/>
              </a:ext>
            </a:extLst>
          </p:cNvPr>
          <p:cNvSpPr>
            <a:spLocks noGrp="1"/>
          </p:cNvSpPr>
          <p:nvPr/>
        </p:nvSpPr>
        <p:spPr>
          <a:xfrm>
            <a:off x="4181527" y="4905784"/>
            <a:ext cx="28398" cy="28398"/>
          </a:xfrm>
          <a:prstGeom prst="ellipse">
            <a:avLst/>
          </a:prstGeom>
          <a:solidFill>
            <a:srgbClr val="7F8C97">
              <a:alpha val="48000"/>
            </a:srgbClr>
          </a:solidFill>
          <a:ln w="0">
            <a:noFill/>
            <a:prstDash val="solid"/>
          </a:ln>
        </p:spPr>
      </p:sp>
      <p:sp>
        <p:nvSpPr>
          <p:cNvPr id="2907" name="01_find_only_2906">
            <a:extLst>
              <a:ext uri="{FF2B5EF4-FFF2-40B4-BE49-F238E27FC236}">
                <a16:creationId xmlns:a16="http://schemas.microsoft.com/office/drawing/2014/main" id="{C9906626-766E-4149-854E-54FB1BED594D}"/>
              </a:ext>
            </a:extLst>
          </p:cNvPr>
          <p:cNvSpPr>
            <a:spLocks noGrp="1"/>
          </p:cNvSpPr>
          <p:nvPr/>
        </p:nvSpPr>
        <p:spPr>
          <a:xfrm>
            <a:off x="4212526" y="4905784"/>
            <a:ext cx="28398" cy="28398"/>
          </a:xfrm>
          <a:prstGeom prst="ellipse">
            <a:avLst/>
          </a:prstGeom>
          <a:solidFill>
            <a:srgbClr val="7F8C97">
              <a:alpha val="48000"/>
            </a:srgbClr>
          </a:solidFill>
          <a:ln w="0">
            <a:noFill/>
            <a:prstDash val="solid"/>
          </a:ln>
        </p:spPr>
      </p:sp>
      <p:sp>
        <p:nvSpPr>
          <p:cNvPr id="2908" name="01_find_only_2907">
            <a:extLst>
              <a:ext uri="{FF2B5EF4-FFF2-40B4-BE49-F238E27FC236}">
                <a16:creationId xmlns:a16="http://schemas.microsoft.com/office/drawing/2014/main" id="{3E36FFAF-7F26-4457-8318-D7039DCECF59}"/>
              </a:ext>
            </a:extLst>
          </p:cNvPr>
          <p:cNvSpPr>
            <a:spLocks noGrp="1"/>
          </p:cNvSpPr>
          <p:nvPr/>
        </p:nvSpPr>
        <p:spPr>
          <a:xfrm>
            <a:off x="4198123" y="4905784"/>
            <a:ext cx="28398" cy="28398"/>
          </a:xfrm>
          <a:prstGeom prst="ellipse">
            <a:avLst/>
          </a:prstGeom>
          <a:solidFill>
            <a:srgbClr val="7F8C97">
              <a:alpha val="48000"/>
            </a:srgbClr>
          </a:solidFill>
          <a:ln w="0">
            <a:noFill/>
            <a:prstDash val="solid"/>
          </a:ln>
        </p:spPr>
      </p:sp>
      <p:sp>
        <p:nvSpPr>
          <p:cNvPr id="2909" name="01_find_only_2908">
            <a:extLst>
              <a:ext uri="{FF2B5EF4-FFF2-40B4-BE49-F238E27FC236}">
                <a16:creationId xmlns:a16="http://schemas.microsoft.com/office/drawing/2014/main" id="{65F10403-6BA7-488A-B30E-99FB209D659D}"/>
              </a:ext>
            </a:extLst>
          </p:cNvPr>
          <p:cNvSpPr>
            <a:spLocks noGrp="1"/>
          </p:cNvSpPr>
          <p:nvPr/>
        </p:nvSpPr>
        <p:spPr>
          <a:xfrm>
            <a:off x="4153103" y="6173800"/>
            <a:ext cx="28398" cy="28398"/>
          </a:xfrm>
          <a:prstGeom prst="ellipse">
            <a:avLst/>
          </a:prstGeom>
          <a:solidFill>
            <a:srgbClr val="7F8C97">
              <a:alpha val="48000"/>
            </a:srgbClr>
          </a:solidFill>
          <a:ln w="0">
            <a:noFill/>
            <a:prstDash val="solid"/>
          </a:ln>
        </p:spPr>
      </p:sp>
      <p:sp>
        <p:nvSpPr>
          <p:cNvPr id="2910" name="01_find_only_2909">
            <a:extLst>
              <a:ext uri="{FF2B5EF4-FFF2-40B4-BE49-F238E27FC236}">
                <a16:creationId xmlns:a16="http://schemas.microsoft.com/office/drawing/2014/main" id="{B3915F26-1A5A-49C4-9050-3A5F90568387}"/>
              </a:ext>
            </a:extLst>
          </p:cNvPr>
          <p:cNvSpPr>
            <a:spLocks noGrp="1"/>
          </p:cNvSpPr>
          <p:nvPr/>
        </p:nvSpPr>
        <p:spPr>
          <a:xfrm>
            <a:off x="4200031" y="5539792"/>
            <a:ext cx="28398" cy="28398"/>
          </a:xfrm>
          <a:prstGeom prst="ellipse">
            <a:avLst/>
          </a:prstGeom>
          <a:solidFill>
            <a:srgbClr val="7F8C97">
              <a:alpha val="48000"/>
            </a:srgbClr>
          </a:solidFill>
          <a:ln w="0">
            <a:noFill/>
            <a:prstDash val="solid"/>
          </a:ln>
        </p:spPr>
      </p:sp>
      <p:sp>
        <p:nvSpPr>
          <p:cNvPr id="2911" name="01_find_only_2910">
            <a:extLst>
              <a:ext uri="{FF2B5EF4-FFF2-40B4-BE49-F238E27FC236}">
                <a16:creationId xmlns:a16="http://schemas.microsoft.com/office/drawing/2014/main" id="{689DF18F-3F48-4640-A076-594A8D0D0226}"/>
              </a:ext>
            </a:extLst>
          </p:cNvPr>
          <p:cNvSpPr>
            <a:spLocks noGrp="1"/>
          </p:cNvSpPr>
          <p:nvPr/>
        </p:nvSpPr>
        <p:spPr>
          <a:xfrm>
            <a:off x="4192305" y="4905784"/>
            <a:ext cx="28398" cy="28398"/>
          </a:xfrm>
          <a:prstGeom prst="ellipse">
            <a:avLst/>
          </a:prstGeom>
          <a:solidFill>
            <a:srgbClr val="7F8C97">
              <a:alpha val="48000"/>
            </a:srgbClr>
          </a:solidFill>
          <a:ln w="0">
            <a:noFill/>
            <a:prstDash val="solid"/>
          </a:ln>
        </p:spPr>
      </p:sp>
      <p:sp>
        <p:nvSpPr>
          <p:cNvPr id="2912" name="01_find_only_2911">
            <a:extLst>
              <a:ext uri="{FF2B5EF4-FFF2-40B4-BE49-F238E27FC236}">
                <a16:creationId xmlns:a16="http://schemas.microsoft.com/office/drawing/2014/main" id="{3436AF19-0058-41B9-B77C-0C546F2DB138}"/>
              </a:ext>
            </a:extLst>
          </p:cNvPr>
          <p:cNvSpPr>
            <a:spLocks noGrp="1"/>
          </p:cNvSpPr>
          <p:nvPr/>
        </p:nvSpPr>
        <p:spPr>
          <a:xfrm>
            <a:off x="4196406" y="6173800"/>
            <a:ext cx="28398" cy="28398"/>
          </a:xfrm>
          <a:prstGeom prst="ellipse">
            <a:avLst/>
          </a:prstGeom>
          <a:solidFill>
            <a:srgbClr val="7F8C97">
              <a:alpha val="48000"/>
            </a:srgbClr>
          </a:solidFill>
          <a:ln w="0">
            <a:noFill/>
            <a:prstDash val="solid"/>
          </a:ln>
        </p:spPr>
      </p:sp>
      <p:sp>
        <p:nvSpPr>
          <p:cNvPr id="2913" name="01_find_only_2912">
            <a:extLst>
              <a:ext uri="{FF2B5EF4-FFF2-40B4-BE49-F238E27FC236}">
                <a16:creationId xmlns:a16="http://schemas.microsoft.com/office/drawing/2014/main" id="{D1A1444B-5B00-43E3-A807-3B792ADD676F}"/>
              </a:ext>
            </a:extLst>
          </p:cNvPr>
          <p:cNvSpPr>
            <a:spLocks noGrp="1"/>
          </p:cNvSpPr>
          <p:nvPr/>
        </p:nvSpPr>
        <p:spPr>
          <a:xfrm>
            <a:off x="4205277" y="5539792"/>
            <a:ext cx="28398" cy="28398"/>
          </a:xfrm>
          <a:prstGeom prst="ellipse">
            <a:avLst/>
          </a:prstGeom>
          <a:solidFill>
            <a:srgbClr val="7F8C97">
              <a:alpha val="48000"/>
            </a:srgbClr>
          </a:solidFill>
          <a:ln w="0">
            <a:noFill/>
            <a:prstDash val="solid"/>
          </a:ln>
        </p:spPr>
      </p:sp>
      <p:sp>
        <p:nvSpPr>
          <p:cNvPr id="2914" name="01_find_only_2913">
            <a:extLst>
              <a:ext uri="{FF2B5EF4-FFF2-40B4-BE49-F238E27FC236}">
                <a16:creationId xmlns:a16="http://schemas.microsoft.com/office/drawing/2014/main" id="{1DA80B72-0B28-4978-975F-873D4C13C363}"/>
              </a:ext>
            </a:extLst>
          </p:cNvPr>
          <p:cNvSpPr>
            <a:spLocks noGrp="1"/>
          </p:cNvSpPr>
          <p:nvPr/>
        </p:nvSpPr>
        <p:spPr>
          <a:xfrm>
            <a:off x="4144710" y="4905784"/>
            <a:ext cx="28398" cy="28398"/>
          </a:xfrm>
          <a:prstGeom prst="ellipse">
            <a:avLst/>
          </a:prstGeom>
          <a:solidFill>
            <a:srgbClr val="7F8C97">
              <a:alpha val="48000"/>
            </a:srgbClr>
          </a:solidFill>
          <a:ln w="0">
            <a:noFill/>
            <a:prstDash val="solid"/>
          </a:ln>
        </p:spPr>
      </p:sp>
      <p:sp>
        <p:nvSpPr>
          <p:cNvPr id="2915" name="01_find_only_2914">
            <a:extLst>
              <a:ext uri="{FF2B5EF4-FFF2-40B4-BE49-F238E27FC236}">
                <a16:creationId xmlns:a16="http://schemas.microsoft.com/office/drawing/2014/main" id="{3D623793-7D5E-4D5F-B6AC-3ED3B1F4BF11}"/>
              </a:ext>
            </a:extLst>
          </p:cNvPr>
          <p:cNvSpPr>
            <a:spLocks noGrp="1"/>
          </p:cNvSpPr>
          <p:nvPr/>
        </p:nvSpPr>
        <p:spPr>
          <a:xfrm>
            <a:off x="4137556" y="4905784"/>
            <a:ext cx="28398" cy="28398"/>
          </a:xfrm>
          <a:prstGeom prst="ellipse">
            <a:avLst/>
          </a:prstGeom>
          <a:solidFill>
            <a:srgbClr val="7F8C97">
              <a:alpha val="48000"/>
            </a:srgbClr>
          </a:solidFill>
          <a:ln w="0">
            <a:noFill/>
            <a:prstDash val="solid"/>
          </a:ln>
        </p:spPr>
      </p:sp>
      <p:sp>
        <p:nvSpPr>
          <p:cNvPr id="2916" name="01_find_only_2915">
            <a:extLst>
              <a:ext uri="{FF2B5EF4-FFF2-40B4-BE49-F238E27FC236}">
                <a16:creationId xmlns:a16="http://schemas.microsoft.com/office/drawing/2014/main" id="{E53DCB5E-4806-437C-B647-510C5450B4F7}"/>
              </a:ext>
            </a:extLst>
          </p:cNvPr>
          <p:cNvSpPr>
            <a:spLocks noGrp="1"/>
          </p:cNvSpPr>
          <p:nvPr/>
        </p:nvSpPr>
        <p:spPr>
          <a:xfrm>
            <a:off x="4192496" y="5222788"/>
            <a:ext cx="28398" cy="28398"/>
          </a:xfrm>
          <a:prstGeom prst="ellipse">
            <a:avLst/>
          </a:prstGeom>
          <a:solidFill>
            <a:srgbClr val="7F8C97">
              <a:alpha val="48000"/>
            </a:srgbClr>
          </a:solidFill>
          <a:ln w="0">
            <a:noFill/>
            <a:prstDash val="solid"/>
          </a:ln>
        </p:spPr>
      </p:sp>
      <p:sp>
        <p:nvSpPr>
          <p:cNvPr id="2917" name="01_find_only_2916">
            <a:extLst>
              <a:ext uri="{FF2B5EF4-FFF2-40B4-BE49-F238E27FC236}">
                <a16:creationId xmlns:a16="http://schemas.microsoft.com/office/drawing/2014/main" id="{F060CBE6-CB07-4596-A8A4-556BB0B13BEA}"/>
              </a:ext>
            </a:extLst>
          </p:cNvPr>
          <p:cNvSpPr>
            <a:spLocks noGrp="1"/>
          </p:cNvSpPr>
          <p:nvPr/>
        </p:nvSpPr>
        <p:spPr>
          <a:xfrm>
            <a:off x="4217104" y="4905784"/>
            <a:ext cx="28398" cy="28398"/>
          </a:xfrm>
          <a:prstGeom prst="ellipse">
            <a:avLst/>
          </a:prstGeom>
          <a:solidFill>
            <a:srgbClr val="7F8C97">
              <a:alpha val="48000"/>
            </a:srgbClr>
          </a:solidFill>
          <a:ln w="0">
            <a:noFill/>
            <a:prstDash val="solid"/>
          </a:ln>
        </p:spPr>
      </p:sp>
      <p:sp>
        <p:nvSpPr>
          <p:cNvPr id="2918" name="01_find_only_2917">
            <a:extLst>
              <a:ext uri="{FF2B5EF4-FFF2-40B4-BE49-F238E27FC236}">
                <a16:creationId xmlns:a16="http://schemas.microsoft.com/office/drawing/2014/main" id="{0F520664-39AB-42E5-902C-73AF1A383650}"/>
              </a:ext>
            </a:extLst>
          </p:cNvPr>
          <p:cNvSpPr>
            <a:spLocks noGrp="1"/>
          </p:cNvSpPr>
          <p:nvPr/>
        </p:nvSpPr>
        <p:spPr>
          <a:xfrm>
            <a:off x="4221206" y="4905784"/>
            <a:ext cx="28398" cy="28398"/>
          </a:xfrm>
          <a:prstGeom prst="ellipse">
            <a:avLst/>
          </a:prstGeom>
          <a:solidFill>
            <a:srgbClr val="7F8C97">
              <a:alpha val="48000"/>
            </a:srgbClr>
          </a:solidFill>
          <a:ln w="0">
            <a:noFill/>
            <a:prstDash val="solid"/>
          </a:ln>
        </p:spPr>
      </p:sp>
      <p:sp>
        <p:nvSpPr>
          <p:cNvPr id="2919" name="01_find_only_2918">
            <a:extLst>
              <a:ext uri="{FF2B5EF4-FFF2-40B4-BE49-F238E27FC236}">
                <a16:creationId xmlns:a16="http://schemas.microsoft.com/office/drawing/2014/main" id="{D08C0FAA-C9C5-4375-A846-1CBE2B5AB2C6}"/>
              </a:ext>
            </a:extLst>
          </p:cNvPr>
          <p:cNvSpPr>
            <a:spLocks noGrp="1"/>
          </p:cNvSpPr>
          <p:nvPr/>
        </p:nvSpPr>
        <p:spPr>
          <a:xfrm>
            <a:off x="4162260" y="4905784"/>
            <a:ext cx="28398" cy="28398"/>
          </a:xfrm>
          <a:prstGeom prst="ellipse">
            <a:avLst/>
          </a:prstGeom>
          <a:solidFill>
            <a:srgbClr val="7F8C97">
              <a:alpha val="48000"/>
            </a:srgbClr>
          </a:solidFill>
          <a:ln w="0">
            <a:noFill/>
            <a:prstDash val="solid"/>
          </a:ln>
        </p:spPr>
      </p:sp>
      <p:sp>
        <p:nvSpPr>
          <p:cNvPr id="2920" name="01_find_only_2919">
            <a:extLst>
              <a:ext uri="{FF2B5EF4-FFF2-40B4-BE49-F238E27FC236}">
                <a16:creationId xmlns:a16="http://schemas.microsoft.com/office/drawing/2014/main" id="{ABBC9C48-8004-48C5-AC43-28A6738A4E85}"/>
              </a:ext>
            </a:extLst>
          </p:cNvPr>
          <p:cNvSpPr>
            <a:spLocks noGrp="1"/>
          </p:cNvSpPr>
          <p:nvPr/>
        </p:nvSpPr>
        <p:spPr>
          <a:xfrm>
            <a:off x="4197265" y="5328456"/>
            <a:ext cx="28398" cy="28398"/>
          </a:xfrm>
          <a:prstGeom prst="ellipse">
            <a:avLst/>
          </a:prstGeom>
          <a:solidFill>
            <a:srgbClr val="7F8C97">
              <a:alpha val="48000"/>
            </a:srgbClr>
          </a:solidFill>
          <a:ln w="0">
            <a:noFill/>
            <a:prstDash val="solid"/>
          </a:ln>
        </p:spPr>
      </p:sp>
      <p:sp>
        <p:nvSpPr>
          <p:cNvPr id="2921" name="01_find_only_2920">
            <a:extLst>
              <a:ext uri="{FF2B5EF4-FFF2-40B4-BE49-F238E27FC236}">
                <a16:creationId xmlns:a16="http://schemas.microsoft.com/office/drawing/2014/main" id="{CFDEA130-FFEA-49FB-87BB-8A0D6F24D621}"/>
              </a:ext>
            </a:extLst>
          </p:cNvPr>
          <p:cNvSpPr>
            <a:spLocks noGrp="1"/>
          </p:cNvSpPr>
          <p:nvPr/>
        </p:nvSpPr>
        <p:spPr>
          <a:xfrm>
            <a:off x="4204514" y="4905784"/>
            <a:ext cx="28398" cy="28398"/>
          </a:xfrm>
          <a:prstGeom prst="ellipse">
            <a:avLst/>
          </a:prstGeom>
          <a:solidFill>
            <a:srgbClr val="7F8C97">
              <a:alpha val="48000"/>
            </a:srgbClr>
          </a:solidFill>
          <a:ln w="0">
            <a:noFill/>
            <a:prstDash val="solid"/>
          </a:ln>
        </p:spPr>
      </p:sp>
      <p:sp>
        <p:nvSpPr>
          <p:cNvPr id="2922" name="01_find_only_2921">
            <a:extLst>
              <a:ext uri="{FF2B5EF4-FFF2-40B4-BE49-F238E27FC236}">
                <a16:creationId xmlns:a16="http://schemas.microsoft.com/office/drawing/2014/main" id="{1863D267-8941-4900-B878-0AC51995DB6B}"/>
              </a:ext>
            </a:extLst>
          </p:cNvPr>
          <p:cNvSpPr>
            <a:spLocks noGrp="1"/>
          </p:cNvSpPr>
          <p:nvPr/>
        </p:nvSpPr>
        <p:spPr>
          <a:xfrm>
            <a:off x="4216055" y="4905784"/>
            <a:ext cx="28398" cy="28398"/>
          </a:xfrm>
          <a:prstGeom prst="ellipse">
            <a:avLst/>
          </a:prstGeom>
          <a:solidFill>
            <a:srgbClr val="7F8C97">
              <a:alpha val="48000"/>
            </a:srgbClr>
          </a:solidFill>
          <a:ln w="0">
            <a:noFill/>
            <a:prstDash val="solid"/>
          </a:ln>
        </p:spPr>
      </p:sp>
      <p:sp>
        <p:nvSpPr>
          <p:cNvPr id="2923" name="01_find_only_2922">
            <a:extLst>
              <a:ext uri="{FF2B5EF4-FFF2-40B4-BE49-F238E27FC236}">
                <a16:creationId xmlns:a16="http://schemas.microsoft.com/office/drawing/2014/main" id="{18D3C7F5-9C01-4904-9EF8-5B6DF26F5944}"/>
              </a:ext>
            </a:extLst>
          </p:cNvPr>
          <p:cNvSpPr>
            <a:spLocks noGrp="1"/>
          </p:cNvSpPr>
          <p:nvPr/>
        </p:nvSpPr>
        <p:spPr>
          <a:xfrm>
            <a:off x="4205945" y="4905784"/>
            <a:ext cx="28398" cy="28398"/>
          </a:xfrm>
          <a:prstGeom prst="ellipse">
            <a:avLst/>
          </a:prstGeom>
          <a:solidFill>
            <a:srgbClr val="7F8C97">
              <a:alpha val="48000"/>
            </a:srgbClr>
          </a:solidFill>
          <a:ln w="0">
            <a:noFill/>
            <a:prstDash val="solid"/>
          </a:ln>
        </p:spPr>
      </p:sp>
      <p:sp>
        <p:nvSpPr>
          <p:cNvPr id="2924" name="01_find_only_2923">
            <a:extLst>
              <a:ext uri="{FF2B5EF4-FFF2-40B4-BE49-F238E27FC236}">
                <a16:creationId xmlns:a16="http://schemas.microsoft.com/office/drawing/2014/main" id="{F7B75178-C15C-4D00-ABAD-7165BBC52C81}"/>
              </a:ext>
            </a:extLst>
          </p:cNvPr>
          <p:cNvSpPr>
            <a:spLocks noGrp="1"/>
          </p:cNvSpPr>
          <p:nvPr/>
        </p:nvSpPr>
        <p:spPr>
          <a:xfrm>
            <a:off x="4191542" y="4905784"/>
            <a:ext cx="28398" cy="28398"/>
          </a:xfrm>
          <a:prstGeom prst="ellipse">
            <a:avLst/>
          </a:prstGeom>
          <a:solidFill>
            <a:srgbClr val="7F8C97">
              <a:alpha val="48000"/>
            </a:srgbClr>
          </a:solidFill>
          <a:ln w="0">
            <a:noFill/>
            <a:prstDash val="solid"/>
          </a:ln>
        </p:spPr>
      </p:sp>
      <p:sp>
        <p:nvSpPr>
          <p:cNvPr id="2925" name="01_find_only_2924">
            <a:extLst>
              <a:ext uri="{FF2B5EF4-FFF2-40B4-BE49-F238E27FC236}">
                <a16:creationId xmlns:a16="http://schemas.microsoft.com/office/drawing/2014/main" id="{6E41310F-F8F8-4C33-BF28-FD085891F0CA}"/>
              </a:ext>
            </a:extLst>
          </p:cNvPr>
          <p:cNvSpPr>
            <a:spLocks noGrp="1"/>
          </p:cNvSpPr>
          <p:nvPr/>
        </p:nvSpPr>
        <p:spPr>
          <a:xfrm>
            <a:off x="4133073" y="4905784"/>
            <a:ext cx="28398" cy="28398"/>
          </a:xfrm>
          <a:prstGeom prst="ellipse">
            <a:avLst/>
          </a:prstGeom>
          <a:solidFill>
            <a:srgbClr val="7F8C97">
              <a:alpha val="48000"/>
            </a:srgbClr>
          </a:solidFill>
          <a:ln w="0">
            <a:noFill/>
            <a:prstDash val="solid"/>
          </a:ln>
        </p:spPr>
      </p:sp>
      <p:sp>
        <p:nvSpPr>
          <p:cNvPr id="2926" name="01_find_only_2925">
            <a:extLst>
              <a:ext uri="{FF2B5EF4-FFF2-40B4-BE49-F238E27FC236}">
                <a16:creationId xmlns:a16="http://schemas.microsoft.com/office/drawing/2014/main" id="{6F241CA2-EA5A-4372-A2E0-C1FA2D778289}"/>
              </a:ext>
            </a:extLst>
          </p:cNvPr>
          <p:cNvSpPr>
            <a:spLocks noGrp="1"/>
          </p:cNvSpPr>
          <p:nvPr/>
        </p:nvSpPr>
        <p:spPr>
          <a:xfrm>
            <a:off x="4142325" y="6173800"/>
            <a:ext cx="28398" cy="28398"/>
          </a:xfrm>
          <a:prstGeom prst="ellipse">
            <a:avLst/>
          </a:prstGeom>
          <a:solidFill>
            <a:srgbClr val="7F8C97">
              <a:alpha val="48000"/>
            </a:srgbClr>
          </a:solidFill>
          <a:ln w="0">
            <a:noFill/>
            <a:prstDash val="solid"/>
          </a:ln>
        </p:spPr>
      </p:sp>
      <p:sp>
        <p:nvSpPr>
          <p:cNvPr id="2927" name="01_find_only_2926">
            <a:extLst>
              <a:ext uri="{FF2B5EF4-FFF2-40B4-BE49-F238E27FC236}">
                <a16:creationId xmlns:a16="http://schemas.microsoft.com/office/drawing/2014/main" id="{D315B896-4E1A-4163-AC20-DA90C8B53C3C}"/>
              </a:ext>
            </a:extLst>
          </p:cNvPr>
          <p:cNvSpPr>
            <a:spLocks noGrp="1"/>
          </p:cNvSpPr>
          <p:nvPr/>
        </p:nvSpPr>
        <p:spPr>
          <a:xfrm>
            <a:off x="4182862" y="4905784"/>
            <a:ext cx="28398" cy="28398"/>
          </a:xfrm>
          <a:prstGeom prst="ellipse">
            <a:avLst/>
          </a:prstGeom>
          <a:solidFill>
            <a:srgbClr val="7F8C97">
              <a:alpha val="48000"/>
            </a:srgbClr>
          </a:solidFill>
          <a:ln w="0">
            <a:noFill/>
            <a:prstDash val="solid"/>
          </a:ln>
        </p:spPr>
      </p:sp>
      <p:sp>
        <p:nvSpPr>
          <p:cNvPr id="2928" name="01_find_only_2927">
            <a:extLst>
              <a:ext uri="{FF2B5EF4-FFF2-40B4-BE49-F238E27FC236}">
                <a16:creationId xmlns:a16="http://schemas.microsoft.com/office/drawing/2014/main" id="{5A1B0023-83E3-4AE9-9F54-E7C5BB453A49}"/>
              </a:ext>
            </a:extLst>
          </p:cNvPr>
          <p:cNvSpPr>
            <a:spLocks noGrp="1"/>
          </p:cNvSpPr>
          <p:nvPr/>
        </p:nvSpPr>
        <p:spPr>
          <a:xfrm>
            <a:off x="4146331" y="4905784"/>
            <a:ext cx="28398" cy="28398"/>
          </a:xfrm>
          <a:prstGeom prst="ellipse">
            <a:avLst/>
          </a:prstGeom>
          <a:solidFill>
            <a:srgbClr val="7F8C97">
              <a:alpha val="48000"/>
            </a:srgbClr>
          </a:solidFill>
          <a:ln w="0">
            <a:noFill/>
            <a:prstDash val="solid"/>
          </a:ln>
        </p:spPr>
      </p:sp>
      <p:sp>
        <p:nvSpPr>
          <p:cNvPr id="2929" name="01_find_only_2928">
            <a:extLst>
              <a:ext uri="{FF2B5EF4-FFF2-40B4-BE49-F238E27FC236}">
                <a16:creationId xmlns:a16="http://schemas.microsoft.com/office/drawing/2014/main" id="{2A580571-6120-414E-A299-DF82ED4564AF}"/>
              </a:ext>
            </a:extLst>
          </p:cNvPr>
          <p:cNvSpPr>
            <a:spLocks noGrp="1"/>
          </p:cNvSpPr>
          <p:nvPr/>
        </p:nvSpPr>
        <p:spPr>
          <a:xfrm>
            <a:off x="4163595" y="4905784"/>
            <a:ext cx="28398" cy="28398"/>
          </a:xfrm>
          <a:prstGeom prst="ellipse">
            <a:avLst/>
          </a:prstGeom>
          <a:solidFill>
            <a:srgbClr val="7F8C97">
              <a:alpha val="48000"/>
            </a:srgbClr>
          </a:solidFill>
          <a:ln w="0">
            <a:noFill/>
            <a:prstDash val="solid"/>
          </a:ln>
        </p:spPr>
      </p:sp>
      <p:sp>
        <p:nvSpPr>
          <p:cNvPr id="2930" name="01_find_only_2929">
            <a:extLst>
              <a:ext uri="{FF2B5EF4-FFF2-40B4-BE49-F238E27FC236}">
                <a16:creationId xmlns:a16="http://schemas.microsoft.com/office/drawing/2014/main" id="{06DD8A2E-9754-40F5-ACAA-3A2BB68D4A36}"/>
              </a:ext>
            </a:extLst>
          </p:cNvPr>
          <p:cNvSpPr>
            <a:spLocks noGrp="1"/>
          </p:cNvSpPr>
          <p:nvPr/>
        </p:nvSpPr>
        <p:spPr>
          <a:xfrm>
            <a:off x="4129830" y="6173800"/>
            <a:ext cx="28398" cy="28398"/>
          </a:xfrm>
          <a:prstGeom prst="ellipse">
            <a:avLst/>
          </a:prstGeom>
          <a:solidFill>
            <a:srgbClr val="7F8C97">
              <a:alpha val="48000"/>
            </a:srgbClr>
          </a:solidFill>
          <a:ln w="0">
            <a:noFill/>
            <a:prstDash val="solid"/>
          </a:ln>
        </p:spPr>
      </p:sp>
      <p:sp>
        <p:nvSpPr>
          <p:cNvPr id="2931" name="01_find_only_2930">
            <a:extLst>
              <a:ext uri="{FF2B5EF4-FFF2-40B4-BE49-F238E27FC236}">
                <a16:creationId xmlns:a16="http://schemas.microsoft.com/office/drawing/2014/main" id="{5D45A54A-004B-4183-9628-CED0963ABF8A}"/>
              </a:ext>
            </a:extLst>
          </p:cNvPr>
          <p:cNvSpPr>
            <a:spLocks noGrp="1"/>
          </p:cNvSpPr>
          <p:nvPr/>
        </p:nvSpPr>
        <p:spPr>
          <a:xfrm>
            <a:off x="2673000" y="4856582"/>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2932" name="01_find_only_2931">
            <a:extLst>
              <a:ext uri="{FF2B5EF4-FFF2-40B4-BE49-F238E27FC236}">
                <a16:creationId xmlns:a16="http://schemas.microsoft.com/office/drawing/2014/main" id="{53928E23-CF23-4807-91CE-E400640F5DB1}"/>
              </a:ext>
            </a:extLst>
          </p:cNvPr>
          <p:cNvSpPr>
            <a:spLocks noGrp="1"/>
          </p:cNvSpPr>
          <p:nvPr/>
        </p:nvSpPr>
        <p:spPr>
          <a:xfrm>
            <a:off x="2673000" y="6251400"/>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2933" name="text_2932">
            <a:extLst>
              <a:ext uri="{FF2B5EF4-FFF2-40B4-BE49-F238E27FC236}">
                <a16:creationId xmlns:a16="http://schemas.microsoft.com/office/drawing/2014/main" id="{D117C714-910C-4730-9CC9-2A25CE0B9A80}"/>
              </a:ext>
            </a:extLst>
          </p:cNvPr>
          <p:cNvSpPr>
            <a:spLocks noGrp="1"/>
          </p:cNvSpPr>
          <p:nvPr/>
        </p:nvSpPr>
        <p:spPr>
          <a:xfrm>
            <a:off x="2446200" y="4665830"/>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2934" name="text_2933">
            <a:extLst>
              <a:ext uri="{FF2B5EF4-FFF2-40B4-BE49-F238E27FC236}">
                <a16:creationId xmlns:a16="http://schemas.microsoft.com/office/drawing/2014/main" id="{852813AA-864B-4DE7-90B6-E219021AC333}"/>
              </a:ext>
            </a:extLst>
          </p:cNvPr>
          <p:cNvSpPr>
            <a:spLocks noGrp="1"/>
          </p:cNvSpPr>
          <p:nvPr/>
        </p:nvSpPr>
        <p:spPr>
          <a:xfrm>
            <a:off x="2673000" y="4657002"/>
            <a:ext cx="106845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CA2</a:t>
            </a:r>
          </a:p>
        </p:txBody>
      </p:sp>
      <p:sp>
        <p:nvSpPr>
          <p:cNvPr id="2935" name="01_find_only_2934">
            <a:extLst>
              <a:ext uri="{FF2B5EF4-FFF2-40B4-BE49-F238E27FC236}">
                <a16:creationId xmlns:a16="http://schemas.microsoft.com/office/drawing/2014/main" id="{62769729-3941-40B6-BEAF-0EAC569622CF}"/>
              </a:ext>
            </a:extLst>
          </p:cNvPr>
          <p:cNvSpPr>
            <a:spLocks noGrp="1"/>
          </p:cNvSpPr>
          <p:nvPr/>
        </p:nvSpPr>
        <p:spPr>
          <a:xfrm>
            <a:off x="2688000" y="5269935"/>
            <a:ext cx="1500000" cy="918064"/>
          </a:xfrm>
          <a:custGeom>
            <a:avLst/>
            <a:gdLst/>
            <a:ahLst/>
            <a:cxnLst/>
            <a:rect l="0" t="0" r="0" b="0"/>
            <a:pathLst>
              <a:path w="1500000" h="918064">
                <a:moveTo>
                  <a:pt x="0" y="918064"/>
                </a:moveTo>
                <a:lnTo>
                  <a:pt x="25641" y="916745"/>
                </a:lnTo>
                <a:lnTo>
                  <a:pt x="25641" y="916534"/>
                </a:lnTo>
                <a:lnTo>
                  <a:pt x="27778" y="916534"/>
                </a:lnTo>
                <a:lnTo>
                  <a:pt x="27778" y="913789"/>
                </a:lnTo>
                <a:lnTo>
                  <a:pt x="38462" y="912402"/>
                </a:lnTo>
                <a:lnTo>
                  <a:pt x="38462" y="912191"/>
                </a:lnTo>
                <a:lnTo>
                  <a:pt x="41667" y="912191"/>
                </a:lnTo>
                <a:lnTo>
                  <a:pt x="41667" y="910132"/>
                </a:lnTo>
                <a:lnTo>
                  <a:pt x="45455" y="909921"/>
                </a:lnTo>
                <a:lnTo>
                  <a:pt x="45455" y="906927"/>
                </a:lnTo>
                <a:lnTo>
                  <a:pt x="50000" y="906927"/>
                </a:lnTo>
                <a:lnTo>
                  <a:pt x="51282" y="905069"/>
                </a:lnTo>
                <a:lnTo>
                  <a:pt x="55556" y="904624"/>
                </a:lnTo>
                <a:lnTo>
                  <a:pt x="55556" y="900049"/>
                </a:lnTo>
                <a:lnTo>
                  <a:pt x="71429" y="898730"/>
                </a:lnTo>
                <a:lnTo>
                  <a:pt x="71429" y="897554"/>
                </a:lnTo>
                <a:lnTo>
                  <a:pt x="83333" y="897343"/>
                </a:lnTo>
                <a:lnTo>
                  <a:pt x="83333" y="878605"/>
                </a:lnTo>
                <a:lnTo>
                  <a:pt x="90909" y="878394"/>
                </a:lnTo>
                <a:lnTo>
                  <a:pt x="90909" y="875400"/>
                </a:lnTo>
                <a:lnTo>
                  <a:pt x="100000" y="875189"/>
                </a:lnTo>
                <a:lnTo>
                  <a:pt x="100000" y="863661"/>
                </a:lnTo>
                <a:lnTo>
                  <a:pt x="107143" y="862764"/>
                </a:lnTo>
                <a:lnTo>
                  <a:pt x="107143" y="861588"/>
                </a:lnTo>
                <a:lnTo>
                  <a:pt x="111111" y="861377"/>
                </a:lnTo>
                <a:lnTo>
                  <a:pt x="111111" y="859547"/>
                </a:lnTo>
                <a:lnTo>
                  <a:pt x="125000" y="859125"/>
                </a:lnTo>
                <a:lnTo>
                  <a:pt x="125000" y="828248"/>
                </a:lnTo>
                <a:lnTo>
                  <a:pt x="136364" y="827825"/>
                </a:lnTo>
                <a:lnTo>
                  <a:pt x="136364" y="824831"/>
                </a:lnTo>
                <a:lnTo>
                  <a:pt x="138889" y="824831"/>
                </a:lnTo>
                <a:lnTo>
                  <a:pt x="138889" y="823002"/>
                </a:lnTo>
                <a:lnTo>
                  <a:pt x="142857" y="822790"/>
                </a:lnTo>
                <a:lnTo>
                  <a:pt x="142857" y="819262"/>
                </a:lnTo>
                <a:lnTo>
                  <a:pt x="150000" y="819050"/>
                </a:lnTo>
                <a:lnTo>
                  <a:pt x="150000" y="817404"/>
                </a:lnTo>
                <a:lnTo>
                  <a:pt x="166667" y="816981"/>
                </a:lnTo>
                <a:lnTo>
                  <a:pt x="166667" y="773314"/>
                </a:lnTo>
                <a:lnTo>
                  <a:pt x="179487" y="771926"/>
                </a:lnTo>
                <a:lnTo>
                  <a:pt x="179487" y="771715"/>
                </a:lnTo>
                <a:lnTo>
                  <a:pt x="181818" y="771715"/>
                </a:lnTo>
                <a:lnTo>
                  <a:pt x="181818" y="770218"/>
                </a:lnTo>
                <a:lnTo>
                  <a:pt x="200000" y="769585"/>
                </a:lnTo>
                <a:lnTo>
                  <a:pt x="200000" y="758057"/>
                </a:lnTo>
                <a:lnTo>
                  <a:pt x="208333" y="757846"/>
                </a:lnTo>
                <a:lnTo>
                  <a:pt x="208333" y="755102"/>
                </a:lnTo>
                <a:lnTo>
                  <a:pt x="214286" y="754891"/>
                </a:lnTo>
                <a:lnTo>
                  <a:pt x="214286" y="751362"/>
                </a:lnTo>
                <a:lnTo>
                  <a:pt x="222222" y="751151"/>
                </a:lnTo>
                <a:lnTo>
                  <a:pt x="222222" y="748406"/>
                </a:lnTo>
                <a:lnTo>
                  <a:pt x="227273" y="748195"/>
                </a:lnTo>
                <a:lnTo>
                  <a:pt x="227273" y="745201"/>
                </a:lnTo>
                <a:lnTo>
                  <a:pt x="250000" y="744567"/>
                </a:lnTo>
                <a:lnTo>
                  <a:pt x="250000" y="602015"/>
                </a:lnTo>
                <a:lnTo>
                  <a:pt x="272727" y="601381"/>
                </a:lnTo>
                <a:lnTo>
                  <a:pt x="272727" y="598387"/>
                </a:lnTo>
                <a:lnTo>
                  <a:pt x="285714" y="597965"/>
                </a:lnTo>
                <a:lnTo>
                  <a:pt x="285714" y="594436"/>
                </a:lnTo>
                <a:lnTo>
                  <a:pt x="291667" y="594225"/>
                </a:lnTo>
                <a:lnTo>
                  <a:pt x="291667" y="592853"/>
                </a:lnTo>
                <a:lnTo>
                  <a:pt x="300000" y="592642"/>
                </a:lnTo>
                <a:lnTo>
                  <a:pt x="301282" y="580903"/>
                </a:lnTo>
                <a:lnTo>
                  <a:pt x="305556" y="580903"/>
                </a:lnTo>
                <a:lnTo>
                  <a:pt x="305556" y="579073"/>
                </a:lnTo>
                <a:lnTo>
                  <a:pt x="318182" y="578651"/>
                </a:lnTo>
                <a:lnTo>
                  <a:pt x="318182" y="575657"/>
                </a:lnTo>
                <a:lnTo>
                  <a:pt x="326923" y="574270"/>
                </a:lnTo>
                <a:lnTo>
                  <a:pt x="326923" y="574058"/>
                </a:lnTo>
                <a:lnTo>
                  <a:pt x="333333" y="574058"/>
                </a:lnTo>
                <a:lnTo>
                  <a:pt x="333333" y="538625"/>
                </a:lnTo>
                <a:lnTo>
                  <a:pt x="350000" y="538202"/>
                </a:lnTo>
                <a:lnTo>
                  <a:pt x="350000" y="536556"/>
                </a:lnTo>
                <a:lnTo>
                  <a:pt x="357143" y="536345"/>
                </a:lnTo>
                <a:lnTo>
                  <a:pt x="357143" y="532816"/>
                </a:lnTo>
                <a:lnTo>
                  <a:pt x="363636" y="532605"/>
                </a:lnTo>
                <a:lnTo>
                  <a:pt x="363636" y="529610"/>
                </a:lnTo>
                <a:lnTo>
                  <a:pt x="375000" y="529188"/>
                </a:lnTo>
                <a:lnTo>
                  <a:pt x="375000" y="504487"/>
                </a:lnTo>
                <a:lnTo>
                  <a:pt x="392857" y="503853"/>
                </a:lnTo>
                <a:lnTo>
                  <a:pt x="392857" y="502677"/>
                </a:lnTo>
                <a:lnTo>
                  <a:pt x="400000" y="502466"/>
                </a:lnTo>
                <a:lnTo>
                  <a:pt x="400000" y="494232"/>
                </a:lnTo>
                <a:lnTo>
                  <a:pt x="409091" y="494021"/>
                </a:lnTo>
                <a:lnTo>
                  <a:pt x="410256" y="490816"/>
                </a:lnTo>
                <a:lnTo>
                  <a:pt x="416667" y="490816"/>
                </a:lnTo>
                <a:lnTo>
                  <a:pt x="416667" y="479626"/>
                </a:lnTo>
                <a:lnTo>
                  <a:pt x="429487" y="478239"/>
                </a:lnTo>
                <a:lnTo>
                  <a:pt x="429487" y="478027"/>
                </a:lnTo>
                <a:lnTo>
                  <a:pt x="444444" y="477605"/>
                </a:lnTo>
                <a:lnTo>
                  <a:pt x="444444" y="475775"/>
                </a:lnTo>
                <a:lnTo>
                  <a:pt x="450000" y="475564"/>
                </a:lnTo>
                <a:lnTo>
                  <a:pt x="450000" y="473918"/>
                </a:lnTo>
                <a:lnTo>
                  <a:pt x="454545" y="473918"/>
                </a:lnTo>
                <a:lnTo>
                  <a:pt x="455128" y="470712"/>
                </a:lnTo>
                <a:lnTo>
                  <a:pt x="467949" y="469325"/>
                </a:lnTo>
                <a:lnTo>
                  <a:pt x="467949" y="469114"/>
                </a:lnTo>
                <a:lnTo>
                  <a:pt x="500000" y="468269"/>
                </a:lnTo>
                <a:lnTo>
                  <a:pt x="500000" y="104310"/>
                </a:lnTo>
                <a:lnTo>
                  <a:pt x="545455" y="104310"/>
                </a:lnTo>
                <a:lnTo>
                  <a:pt x="545455" y="102813"/>
                </a:lnTo>
                <a:lnTo>
                  <a:pt x="571429" y="102813"/>
                </a:lnTo>
                <a:lnTo>
                  <a:pt x="571429" y="100460"/>
                </a:lnTo>
                <a:lnTo>
                  <a:pt x="583333" y="100460"/>
                </a:lnTo>
                <a:lnTo>
                  <a:pt x="583333" y="97716"/>
                </a:lnTo>
                <a:lnTo>
                  <a:pt x="590909" y="97716"/>
                </a:lnTo>
                <a:lnTo>
                  <a:pt x="590909" y="96219"/>
                </a:lnTo>
                <a:lnTo>
                  <a:pt x="600000" y="96219"/>
                </a:lnTo>
                <a:lnTo>
                  <a:pt x="600000" y="92925"/>
                </a:lnTo>
                <a:lnTo>
                  <a:pt x="666667" y="92925"/>
                </a:lnTo>
                <a:lnTo>
                  <a:pt x="666667" y="81947"/>
                </a:lnTo>
                <a:lnTo>
                  <a:pt x="714286" y="81947"/>
                </a:lnTo>
                <a:lnTo>
                  <a:pt x="714286" y="79594"/>
                </a:lnTo>
                <a:lnTo>
                  <a:pt x="1000000" y="79594"/>
                </a:lnTo>
                <a:lnTo>
                  <a:pt x="1000000" y="43914"/>
                </a:lnTo>
                <a:lnTo>
                  <a:pt x="1083333" y="43914"/>
                </a:lnTo>
                <a:lnTo>
                  <a:pt x="1083333" y="41169"/>
                </a:lnTo>
                <a:lnTo>
                  <a:pt x="1125000" y="41169"/>
                </a:lnTo>
                <a:lnTo>
                  <a:pt x="1125000" y="37052"/>
                </a:lnTo>
                <a:lnTo>
                  <a:pt x="1500000" y="37052"/>
                </a:lnTo>
                <a:lnTo>
                  <a:pt x="1500000" y="0"/>
                </a:lnTo>
                <a:lnTo>
                  <a:pt x="1500000" y="0"/>
                </a:lnTo>
              </a:path>
            </a:pathLst>
          </a:custGeom>
          <a:noFill/>
          <a:ln w="22860">
            <a:solidFill>
              <a:srgbClr val="00878B"/>
            </a:solidFill>
            <a:prstDash val="solid"/>
          </a:ln>
        </p:spPr>
      </p:sp>
      <p:sp>
        <p:nvSpPr>
          <p:cNvPr id="2936" name="01_find_only_2935">
            <a:extLst>
              <a:ext uri="{FF2B5EF4-FFF2-40B4-BE49-F238E27FC236}">
                <a16:creationId xmlns:a16="http://schemas.microsoft.com/office/drawing/2014/main" id="{99091734-E473-42AF-8F60-2AEC014A3B5E}"/>
              </a:ext>
            </a:extLst>
          </p:cNvPr>
          <p:cNvSpPr>
            <a:spLocks noGrp="1"/>
          </p:cNvSpPr>
          <p:nvPr/>
        </p:nvSpPr>
        <p:spPr>
          <a:xfrm>
            <a:off x="2688000" y="4919983"/>
            <a:ext cx="1500000" cy="1268016"/>
          </a:xfrm>
          <a:custGeom>
            <a:avLst/>
            <a:gdLst/>
            <a:ahLst/>
            <a:cxnLst/>
            <a:rect l="0" t="0" r="0" b="0"/>
            <a:pathLst>
              <a:path w="1500000" h="1268016">
                <a:moveTo>
                  <a:pt x="0" y="1268016"/>
                </a:moveTo>
                <a:lnTo>
                  <a:pt x="250000" y="1268016"/>
                </a:lnTo>
                <a:lnTo>
                  <a:pt x="250000" y="845344"/>
                </a:lnTo>
                <a:lnTo>
                  <a:pt x="333333" y="845344"/>
                </a:lnTo>
                <a:lnTo>
                  <a:pt x="333333" y="774899"/>
                </a:lnTo>
                <a:lnTo>
                  <a:pt x="444444" y="774899"/>
                </a:lnTo>
                <a:lnTo>
                  <a:pt x="444444" y="704453"/>
                </a:lnTo>
                <a:lnTo>
                  <a:pt x="500000" y="704453"/>
                </a:lnTo>
                <a:lnTo>
                  <a:pt x="500000" y="362290"/>
                </a:lnTo>
                <a:lnTo>
                  <a:pt x="571429" y="362290"/>
                </a:lnTo>
                <a:lnTo>
                  <a:pt x="571429" y="317004"/>
                </a:lnTo>
                <a:lnTo>
                  <a:pt x="583333" y="317004"/>
                </a:lnTo>
                <a:lnTo>
                  <a:pt x="583333" y="253603"/>
                </a:lnTo>
                <a:lnTo>
                  <a:pt x="600000" y="253603"/>
                </a:lnTo>
                <a:lnTo>
                  <a:pt x="600000" y="211336"/>
                </a:lnTo>
                <a:lnTo>
                  <a:pt x="666667" y="211336"/>
                </a:lnTo>
                <a:lnTo>
                  <a:pt x="666667" y="181145"/>
                </a:lnTo>
                <a:lnTo>
                  <a:pt x="714286" y="181145"/>
                </a:lnTo>
                <a:lnTo>
                  <a:pt x="714286" y="0"/>
                </a:lnTo>
                <a:lnTo>
                  <a:pt x="1500000" y="0"/>
                </a:lnTo>
                <a:lnTo>
                  <a:pt x="1500000" y="0"/>
                </a:lnTo>
              </a:path>
            </a:pathLst>
          </a:custGeom>
          <a:noFill/>
          <a:ln w="13335">
            <a:solidFill>
              <a:srgbClr val="3A64C8"/>
            </a:solidFill>
            <a:prstDash val="solid"/>
          </a:ln>
        </p:spPr>
      </p:sp>
      <p:sp>
        <p:nvSpPr>
          <p:cNvPr id="2937" name="01_find_only_2936">
            <a:extLst>
              <a:ext uri="{FF2B5EF4-FFF2-40B4-BE49-F238E27FC236}">
                <a16:creationId xmlns:a16="http://schemas.microsoft.com/office/drawing/2014/main" id="{C02A8C0C-959B-44F2-9B8E-06990CF644A4}"/>
              </a:ext>
            </a:extLst>
          </p:cNvPr>
          <p:cNvSpPr>
            <a:spLocks noGrp="1"/>
          </p:cNvSpPr>
          <p:nvPr/>
        </p:nvSpPr>
        <p:spPr>
          <a:xfrm>
            <a:off x="2916410" y="5850360"/>
            <a:ext cx="43180" cy="43180"/>
          </a:xfrm>
          <a:prstGeom prst="ellipse">
            <a:avLst/>
          </a:prstGeom>
          <a:solidFill>
            <a:srgbClr val="00878B"/>
          </a:solidFill>
          <a:ln w="4445">
            <a:solidFill>
              <a:srgbClr val="FFFFFF"/>
            </a:solidFill>
            <a:prstDash val="solid"/>
          </a:ln>
        </p:spPr>
      </p:sp>
      <p:sp>
        <p:nvSpPr>
          <p:cNvPr id="2938" name="01_find_only_2937">
            <a:extLst>
              <a:ext uri="{FF2B5EF4-FFF2-40B4-BE49-F238E27FC236}">
                <a16:creationId xmlns:a16="http://schemas.microsoft.com/office/drawing/2014/main" id="{32C6622B-EE44-482C-B171-A4F707DD879C}"/>
              </a:ext>
            </a:extLst>
          </p:cNvPr>
          <p:cNvSpPr>
            <a:spLocks noGrp="1"/>
          </p:cNvSpPr>
          <p:nvPr/>
        </p:nvSpPr>
        <p:spPr>
          <a:xfrm>
            <a:off x="3166410" y="5352655"/>
            <a:ext cx="43180" cy="43180"/>
          </a:xfrm>
          <a:prstGeom prst="ellipse">
            <a:avLst/>
          </a:prstGeom>
          <a:solidFill>
            <a:srgbClr val="00878B"/>
          </a:solidFill>
          <a:ln w="4445">
            <a:solidFill>
              <a:srgbClr val="FFFFFF"/>
            </a:solidFill>
            <a:prstDash val="solid"/>
          </a:ln>
        </p:spPr>
      </p:sp>
      <p:sp>
        <p:nvSpPr>
          <p:cNvPr id="2939" name="01_find_only_2938">
            <a:extLst>
              <a:ext uri="{FF2B5EF4-FFF2-40B4-BE49-F238E27FC236}">
                <a16:creationId xmlns:a16="http://schemas.microsoft.com/office/drawing/2014/main" id="{0B9C6979-548D-4A6A-B85B-E5E72995C766}"/>
              </a:ext>
            </a:extLst>
          </p:cNvPr>
          <p:cNvSpPr>
            <a:spLocks noGrp="1"/>
          </p:cNvSpPr>
          <p:nvPr/>
        </p:nvSpPr>
        <p:spPr>
          <a:xfrm>
            <a:off x="3666410" y="5292259"/>
            <a:ext cx="43180" cy="43180"/>
          </a:xfrm>
          <a:prstGeom prst="ellipse">
            <a:avLst/>
          </a:prstGeom>
          <a:solidFill>
            <a:srgbClr val="00878B"/>
          </a:solidFill>
          <a:ln w="4445">
            <a:solidFill>
              <a:srgbClr val="FFFFFF"/>
            </a:solidFill>
            <a:prstDash val="solid"/>
          </a:ln>
        </p:spPr>
      </p:sp>
      <p:sp>
        <p:nvSpPr>
          <p:cNvPr id="2940" name="01_find_only_2939">
            <a:extLst>
              <a:ext uri="{FF2B5EF4-FFF2-40B4-BE49-F238E27FC236}">
                <a16:creationId xmlns:a16="http://schemas.microsoft.com/office/drawing/2014/main" id="{0FBBEDB7-CB7C-45E3-B1E9-4E783216A603}"/>
              </a:ext>
            </a:extLst>
          </p:cNvPr>
          <p:cNvSpPr>
            <a:spLocks noGrp="1"/>
          </p:cNvSpPr>
          <p:nvPr/>
        </p:nvSpPr>
        <p:spPr>
          <a:xfrm>
            <a:off x="4166410" y="5248345"/>
            <a:ext cx="43180" cy="43180"/>
          </a:xfrm>
          <a:prstGeom prst="ellipse">
            <a:avLst/>
          </a:prstGeom>
          <a:solidFill>
            <a:srgbClr val="00878B"/>
          </a:solidFill>
          <a:ln w="4445">
            <a:solidFill>
              <a:srgbClr val="FFFFFF"/>
            </a:solidFill>
            <a:prstDash val="solid"/>
          </a:ln>
        </p:spPr>
      </p:sp>
      <p:sp>
        <p:nvSpPr>
          <p:cNvPr id="2941" name="01_find_only_2940">
            <a:extLst>
              <a:ext uri="{FF2B5EF4-FFF2-40B4-BE49-F238E27FC236}">
                <a16:creationId xmlns:a16="http://schemas.microsoft.com/office/drawing/2014/main" id="{6D73986D-CBF3-4679-AC6E-F0792ABD37E2}"/>
              </a:ext>
            </a:extLst>
          </p:cNvPr>
          <p:cNvSpPr>
            <a:spLocks noGrp="1"/>
          </p:cNvSpPr>
          <p:nvPr/>
        </p:nvSpPr>
        <p:spPr>
          <a:xfrm>
            <a:off x="2902079" y="572940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942" name="01_find_only_2941">
            <a:extLst>
              <a:ext uri="{FF2B5EF4-FFF2-40B4-BE49-F238E27FC236}">
                <a16:creationId xmlns:a16="http://schemas.microsoft.com/office/drawing/2014/main" id="{3B843AA1-224D-4335-AE1B-0FDD8FC681E8}"/>
              </a:ext>
            </a:extLst>
          </p:cNvPr>
          <p:cNvSpPr>
            <a:spLocks noGrp="1"/>
          </p:cNvSpPr>
          <p:nvPr/>
        </p:nvSpPr>
        <p:spPr>
          <a:xfrm>
            <a:off x="3152079" y="52463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943" name="01_find_only_2942">
            <a:extLst>
              <a:ext uri="{FF2B5EF4-FFF2-40B4-BE49-F238E27FC236}">
                <a16:creationId xmlns:a16="http://schemas.microsoft.com/office/drawing/2014/main" id="{68960217-D5AE-48B6-8E49-81835FE3CB0E}"/>
              </a:ext>
            </a:extLst>
          </p:cNvPr>
          <p:cNvSpPr>
            <a:spLocks noGrp="1"/>
          </p:cNvSpPr>
          <p:nvPr/>
        </p:nvSpPr>
        <p:spPr>
          <a:xfrm>
            <a:off x="36520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944" name="01_find_only_2943">
            <a:extLst>
              <a:ext uri="{FF2B5EF4-FFF2-40B4-BE49-F238E27FC236}">
                <a16:creationId xmlns:a16="http://schemas.microsoft.com/office/drawing/2014/main" id="{30C90B8F-9714-4E40-9C41-E31E5DB8B19A}"/>
              </a:ext>
            </a:extLst>
          </p:cNvPr>
          <p:cNvSpPr>
            <a:spLocks noGrp="1"/>
          </p:cNvSpPr>
          <p:nvPr/>
        </p:nvSpPr>
        <p:spPr>
          <a:xfrm>
            <a:off x="4152079" y="488406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945" name="01_find_only_2944">
            <a:extLst>
              <a:ext uri="{FF2B5EF4-FFF2-40B4-BE49-F238E27FC236}">
                <a16:creationId xmlns:a16="http://schemas.microsoft.com/office/drawing/2014/main" id="{60E36836-506B-4B61-9A9D-ECEF60A6E767}"/>
              </a:ext>
            </a:extLst>
          </p:cNvPr>
          <p:cNvSpPr>
            <a:spLocks noGrp="1"/>
          </p:cNvSpPr>
          <p:nvPr/>
        </p:nvSpPr>
        <p:spPr>
          <a:xfrm>
            <a:off x="4795200" y="4856582"/>
            <a:ext cx="1620000" cy="1394818"/>
          </a:xfrm>
          <a:custGeom>
            <a:avLst/>
            <a:gdLst/>
            <a:ahLst/>
            <a:cxnLst/>
            <a:rect l="0" t="0" r="0" b="0"/>
            <a:pathLst>
              <a:path w="1620000" h="1394818">
                <a:moveTo>
                  <a:pt x="0" y="1394818"/>
                </a:moveTo>
                <a:lnTo>
                  <a:pt x="1620000" y="1394818"/>
                </a:lnTo>
                <a:lnTo>
                  <a:pt x="1620000" y="0"/>
                </a:lnTo>
                <a:lnTo>
                  <a:pt x="0" y="0"/>
                </a:lnTo>
                <a:lnTo>
                  <a:pt x="0" y="1394818"/>
                </a:lnTo>
                <a:close/>
              </a:path>
            </a:pathLst>
          </a:custGeom>
          <a:solidFill>
            <a:srgbClr val="FFFFFF"/>
          </a:solidFill>
          <a:ln w="0">
            <a:noFill/>
            <a:prstDash val="solid"/>
          </a:ln>
        </p:spPr>
      </p:sp>
      <p:sp>
        <p:nvSpPr>
          <p:cNvPr id="2946" name="01_find_only_2945">
            <a:extLst>
              <a:ext uri="{FF2B5EF4-FFF2-40B4-BE49-F238E27FC236}">
                <a16:creationId xmlns:a16="http://schemas.microsoft.com/office/drawing/2014/main" id="{F0BC55A1-6911-403F-85FE-D230A6D04026}"/>
              </a:ext>
            </a:extLst>
          </p:cNvPr>
          <p:cNvSpPr>
            <a:spLocks noGrp="1"/>
          </p:cNvSpPr>
          <p:nvPr/>
        </p:nvSpPr>
        <p:spPr>
          <a:xfrm>
            <a:off x="4995200" y="4919983"/>
            <a:ext cx="130000" cy="1268016"/>
          </a:xfrm>
          <a:custGeom>
            <a:avLst/>
            <a:gdLst/>
            <a:ahLst/>
            <a:cxnLst/>
            <a:rect l="0" t="0" r="0" b="0"/>
            <a:pathLst>
              <a:path w="130000" h="1268016">
                <a:moveTo>
                  <a:pt x="130000" y="1268016"/>
                </a:moveTo>
                <a:lnTo>
                  <a:pt x="0" y="1268016"/>
                </a:lnTo>
                <a:lnTo>
                  <a:pt x="740" y="1257449"/>
                </a:lnTo>
                <a:lnTo>
                  <a:pt x="2910" y="1246883"/>
                </a:lnTo>
                <a:lnTo>
                  <a:pt x="6363" y="1236316"/>
                </a:lnTo>
                <a:lnTo>
                  <a:pt x="10874" y="1225749"/>
                </a:lnTo>
                <a:lnTo>
                  <a:pt x="16164" y="1215182"/>
                </a:lnTo>
                <a:lnTo>
                  <a:pt x="21923" y="1204615"/>
                </a:lnTo>
                <a:lnTo>
                  <a:pt x="27848" y="1194049"/>
                </a:lnTo>
                <a:lnTo>
                  <a:pt x="33662" y="1183482"/>
                </a:lnTo>
                <a:lnTo>
                  <a:pt x="39133" y="1172915"/>
                </a:lnTo>
                <a:lnTo>
                  <a:pt x="44091" y="1162348"/>
                </a:lnTo>
                <a:lnTo>
                  <a:pt x="48428" y="1151781"/>
                </a:lnTo>
                <a:lnTo>
                  <a:pt x="52093" y="1141215"/>
                </a:lnTo>
                <a:lnTo>
                  <a:pt x="55089" y="1130648"/>
                </a:lnTo>
                <a:lnTo>
                  <a:pt x="57454" y="1120081"/>
                </a:lnTo>
                <a:lnTo>
                  <a:pt x="59257" y="1109514"/>
                </a:lnTo>
                <a:lnTo>
                  <a:pt x="60577" y="1098947"/>
                </a:lnTo>
                <a:lnTo>
                  <a:pt x="61498" y="1088381"/>
                </a:lnTo>
                <a:lnTo>
                  <a:pt x="62103" y="1077814"/>
                </a:lnTo>
                <a:lnTo>
                  <a:pt x="62461" y="1067247"/>
                </a:lnTo>
                <a:lnTo>
                  <a:pt x="62634" y="1056680"/>
                </a:lnTo>
                <a:lnTo>
                  <a:pt x="62670" y="1046113"/>
                </a:lnTo>
                <a:lnTo>
                  <a:pt x="62605" y="1035547"/>
                </a:lnTo>
                <a:lnTo>
                  <a:pt x="62467" y="1024980"/>
                </a:lnTo>
                <a:lnTo>
                  <a:pt x="62272" y="1014413"/>
                </a:lnTo>
                <a:lnTo>
                  <a:pt x="62034" y="1003846"/>
                </a:lnTo>
                <a:lnTo>
                  <a:pt x="61759" y="993279"/>
                </a:lnTo>
                <a:lnTo>
                  <a:pt x="61452" y="982713"/>
                </a:lnTo>
                <a:lnTo>
                  <a:pt x="61117" y="972146"/>
                </a:lnTo>
                <a:lnTo>
                  <a:pt x="60756" y="961579"/>
                </a:lnTo>
                <a:lnTo>
                  <a:pt x="60372" y="951012"/>
                </a:lnTo>
                <a:lnTo>
                  <a:pt x="59970" y="940445"/>
                </a:lnTo>
                <a:lnTo>
                  <a:pt x="59556" y="929879"/>
                </a:lnTo>
                <a:lnTo>
                  <a:pt x="59138" y="919312"/>
                </a:lnTo>
                <a:lnTo>
                  <a:pt x="58725" y="908745"/>
                </a:lnTo>
                <a:lnTo>
                  <a:pt x="58328" y="898178"/>
                </a:lnTo>
                <a:lnTo>
                  <a:pt x="57959" y="887611"/>
                </a:lnTo>
                <a:lnTo>
                  <a:pt x="57627" y="877045"/>
                </a:lnTo>
                <a:lnTo>
                  <a:pt x="57342" y="866478"/>
                </a:lnTo>
                <a:lnTo>
                  <a:pt x="57109" y="855911"/>
                </a:lnTo>
                <a:lnTo>
                  <a:pt x="56928" y="845344"/>
                </a:lnTo>
                <a:lnTo>
                  <a:pt x="56797" y="834777"/>
                </a:lnTo>
                <a:lnTo>
                  <a:pt x="56704" y="824211"/>
                </a:lnTo>
                <a:lnTo>
                  <a:pt x="56635" y="813644"/>
                </a:lnTo>
                <a:lnTo>
                  <a:pt x="56569" y="803077"/>
                </a:lnTo>
                <a:lnTo>
                  <a:pt x="56483" y="792510"/>
                </a:lnTo>
                <a:lnTo>
                  <a:pt x="56351" y="781943"/>
                </a:lnTo>
                <a:lnTo>
                  <a:pt x="56147" y="771377"/>
                </a:lnTo>
                <a:lnTo>
                  <a:pt x="55851" y="760810"/>
                </a:lnTo>
                <a:lnTo>
                  <a:pt x="55445" y="750243"/>
                </a:lnTo>
                <a:lnTo>
                  <a:pt x="54923" y="739676"/>
                </a:lnTo>
                <a:lnTo>
                  <a:pt x="54290" y="729109"/>
                </a:lnTo>
                <a:lnTo>
                  <a:pt x="53561" y="718543"/>
                </a:lnTo>
                <a:lnTo>
                  <a:pt x="52767" y="707976"/>
                </a:lnTo>
                <a:lnTo>
                  <a:pt x="51950" y="697409"/>
                </a:lnTo>
                <a:lnTo>
                  <a:pt x="51163" y="686842"/>
                </a:lnTo>
                <a:lnTo>
                  <a:pt x="50463" y="676275"/>
                </a:lnTo>
                <a:lnTo>
                  <a:pt x="49909" y="665708"/>
                </a:lnTo>
                <a:lnTo>
                  <a:pt x="49556" y="655142"/>
                </a:lnTo>
                <a:lnTo>
                  <a:pt x="49446" y="644575"/>
                </a:lnTo>
                <a:lnTo>
                  <a:pt x="49608" y="634008"/>
                </a:lnTo>
                <a:lnTo>
                  <a:pt x="50050" y="623441"/>
                </a:lnTo>
                <a:lnTo>
                  <a:pt x="50760" y="612874"/>
                </a:lnTo>
                <a:lnTo>
                  <a:pt x="51709" y="602308"/>
                </a:lnTo>
                <a:lnTo>
                  <a:pt x="52850" y="591741"/>
                </a:lnTo>
                <a:lnTo>
                  <a:pt x="54126" y="581174"/>
                </a:lnTo>
                <a:lnTo>
                  <a:pt x="55476" y="570607"/>
                </a:lnTo>
                <a:lnTo>
                  <a:pt x="56839" y="560040"/>
                </a:lnTo>
                <a:lnTo>
                  <a:pt x="58160" y="549474"/>
                </a:lnTo>
                <a:lnTo>
                  <a:pt x="59392" y="538907"/>
                </a:lnTo>
                <a:lnTo>
                  <a:pt x="60505" y="528340"/>
                </a:lnTo>
                <a:lnTo>
                  <a:pt x="61476" y="517773"/>
                </a:lnTo>
                <a:lnTo>
                  <a:pt x="62300" y="507206"/>
                </a:lnTo>
                <a:lnTo>
                  <a:pt x="62977" y="496640"/>
                </a:lnTo>
                <a:lnTo>
                  <a:pt x="63518" y="486073"/>
                </a:lnTo>
                <a:lnTo>
                  <a:pt x="63939" y="475506"/>
                </a:lnTo>
                <a:lnTo>
                  <a:pt x="64258" y="464939"/>
                </a:lnTo>
                <a:lnTo>
                  <a:pt x="64492" y="454372"/>
                </a:lnTo>
                <a:lnTo>
                  <a:pt x="64660" y="443806"/>
                </a:lnTo>
                <a:lnTo>
                  <a:pt x="64778" y="433239"/>
                </a:lnTo>
                <a:lnTo>
                  <a:pt x="64858" y="422672"/>
                </a:lnTo>
                <a:lnTo>
                  <a:pt x="64912" y="412105"/>
                </a:lnTo>
                <a:lnTo>
                  <a:pt x="64946" y="401538"/>
                </a:lnTo>
                <a:lnTo>
                  <a:pt x="64968" y="390972"/>
                </a:lnTo>
                <a:lnTo>
                  <a:pt x="64981" y="380405"/>
                </a:lnTo>
                <a:lnTo>
                  <a:pt x="64989" y="369838"/>
                </a:lnTo>
                <a:lnTo>
                  <a:pt x="64994" y="359271"/>
                </a:lnTo>
                <a:lnTo>
                  <a:pt x="64997" y="348704"/>
                </a:lnTo>
                <a:lnTo>
                  <a:pt x="64998" y="338138"/>
                </a:lnTo>
                <a:lnTo>
                  <a:pt x="64999" y="327571"/>
                </a:lnTo>
                <a:lnTo>
                  <a:pt x="65000" y="317004"/>
                </a:lnTo>
                <a:lnTo>
                  <a:pt x="65000" y="306437"/>
                </a:lnTo>
                <a:lnTo>
                  <a:pt x="65000" y="295870"/>
                </a:lnTo>
                <a:lnTo>
                  <a:pt x="65000" y="285304"/>
                </a:lnTo>
                <a:lnTo>
                  <a:pt x="65000" y="274737"/>
                </a:lnTo>
                <a:lnTo>
                  <a:pt x="65000" y="264170"/>
                </a:lnTo>
                <a:lnTo>
                  <a:pt x="65000" y="253603"/>
                </a:lnTo>
                <a:lnTo>
                  <a:pt x="65000" y="243036"/>
                </a:lnTo>
                <a:lnTo>
                  <a:pt x="65000" y="232470"/>
                </a:lnTo>
                <a:lnTo>
                  <a:pt x="65000" y="221903"/>
                </a:lnTo>
                <a:lnTo>
                  <a:pt x="65000" y="211336"/>
                </a:lnTo>
                <a:lnTo>
                  <a:pt x="65000" y="200769"/>
                </a:lnTo>
                <a:lnTo>
                  <a:pt x="65000" y="190202"/>
                </a:lnTo>
                <a:lnTo>
                  <a:pt x="65000" y="179636"/>
                </a:lnTo>
                <a:lnTo>
                  <a:pt x="65000" y="169069"/>
                </a:lnTo>
                <a:lnTo>
                  <a:pt x="65000" y="158502"/>
                </a:lnTo>
                <a:lnTo>
                  <a:pt x="65000" y="147935"/>
                </a:lnTo>
                <a:lnTo>
                  <a:pt x="65000" y="137368"/>
                </a:lnTo>
                <a:lnTo>
                  <a:pt x="65000" y="126802"/>
                </a:lnTo>
                <a:lnTo>
                  <a:pt x="65000" y="116235"/>
                </a:lnTo>
                <a:lnTo>
                  <a:pt x="65000" y="105668"/>
                </a:lnTo>
                <a:lnTo>
                  <a:pt x="65000" y="95101"/>
                </a:lnTo>
                <a:lnTo>
                  <a:pt x="65000" y="84534"/>
                </a:lnTo>
                <a:lnTo>
                  <a:pt x="65000" y="73968"/>
                </a:lnTo>
                <a:lnTo>
                  <a:pt x="65000" y="63401"/>
                </a:lnTo>
                <a:lnTo>
                  <a:pt x="65000" y="52834"/>
                </a:lnTo>
                <a:lnTo>
                  <a:pt x="65000" y="42267"/>
                </a:lnTo>
                <a:lnTo>
                  <a:pt x="65000" y="31700"/>
                </a:lnTo>
                <a:lnTo>
                  <a:pt x="65000" y="21134"/>
                </a:lnTo>
                <a:lnTo>
                  <a:pt x="65000" y="10567"/>
                </a:lnTo>
                <a:lnTo>
                  <a:pt x="65000" y="0"/>
                </a:lnTo>
                <a:lnTo>
                  <a:pt x="65000" y="0"/>
                </a:lnTo>
                <a:lnTo>
                  <a:pt x="65000" y="0"/>
                </a:lnTo>
                <a:lnTo>
                  <a:pt x="65000" y="10567"/>
                </a:lnTo>
                <a:lnTo>
                  <a:pt x="65000" y="21134"/>
                </a:lnTo>
                <a:lnTo>
                  <a:pt x="65000" y="31700"/>
                </a:lnTo>
                <a:lnTo>
                  <a:pt x="65000" y="42267"/>
                </a:lnTo>
                <a:lnTo>
                  <a:pt x="65000" y="52834"/>
                </a:lnTo>
                <a:lnTo>
                  <a:pt x="65000" y="63401"/>
                </a:lnTo>
                <a:lnTo>
                  <a:pt x="65000" y="73968"/>
                </a:lnTo>
                <a:lnTo>
                  <a:pt x="65000" y="84534"/>
                </a:lnTo>
                <a:lnTo>
                  <a:pt x="65000" y="95101"/>
                </a:lnTo>
                <a:lnTo>
                  <a:pt x="65000" y="105668"/>
                </a:lnTo>
                <a:lnTo>
                  <a:pt x="65000" y="116235"/>
                </a:lnTo>
                <a:lnTo>
                  <a:pt x="65000" y="126802"/>
                </a:lnTo>
                <a:lnTo>
                  <a:pt x="65000" y="137368"/>
                </a:lnTo>
                <a:lnTo>
                  <a:pt x="65000" y="147935"/>
                </a:lnTo>
                <a:lnTo>
                  <a:pt x="65000" y="158502"/>
                </a:lnTo>
                <a:lnTo>
                  <a:pt x="65000" y="169069"/>
                </a:lnTo>
                <a:lnTo>
                  <a:pt x="65000" y="179636"/>
                </a:lnTo>
                <a:lnTo>
                  <a:pt x="65000" y="190202"/>
                </a:lnTo>
                <a:lnTo>
                  <a:pt x="65000" y="200769"/>
                </a:lnTo>
                <a:lnTo>
                  <a:pt x="65000" y="211336"/>
                </a:lnTo>
                <a:lnTo>
                  <a:pt x="65000" y="221903"/>
                </a:lnTo>
                <a:lnTo>
                  <a:pt x="65000" y="232470"/>
                </a:lnTo>
                <a:lnTo>
                  <a:pt x="65000" y="243036"/>
                </a:lnTo>
                <a:lnTo>
                  <a:pt x="65000" y="253603"/>
                </a:lnTo>
                <a:lnTo>
                  <a:pt x="65000" y="264170"/>
                </a:lnTo>
                <a:lnTo>
                  <a:pt x="65000" y="274737"/>
                </a:lnTo>
                <a:lnTo>
                  <a:pt x="65000" y="285304"/>
                </a:lnTo>
                <a:lnTo>
                  <a:pt x="65000" y="295870"/>
                </a:lnTo>
                <a:lnTo>
                  <a:pt x="65000" y="306437"/>
                </a:lnTo>
                <a:lnTo>
                  <a:pt x="65000" y="317004"/>
                </a:lnTo>
                <a:lnTo>
                  <a:pt x="65001" y="327571"/>
                </a:lnTo>
                <a:lnTo>
                  <a:pt x="65002" y="338138"/>
                </a:lnTo>
                <a:lnTo>
                  <a:pt x="65003" y="348704"/>
                </a:lnTo>
                <a:lnTo>
                  <a:pt x="65006" y="359271"/>
                </a:lnTo>
                <a:lnTo>
                  <a:pt x="65011" y="369838"/>
                </a:lnTo>
                <a:lnTo>
                  <a:pt x="65019" y="380405"/>
                </a:lnTo>
                <a:lnTo>
                  <a:pt x="65032" y="390972"/>
                </a:lnTo>
                <a:lnTo>
                  <a:pt x="65054" y="401538"/>
                </a:lnTo>
                <a:lnTo>
                  <a:pt x="65088" y="412105"/>
                </a:lnTo>
                <a:lnTo>
                  <a:pt x="65142" y="422672"/>
                </a:lnTo>
                <a:lnTo>
                  <a:pt x="65222" y="433239"/>
                </a:lnTo>
                <a:lnTo>
                  <a:pt x="65340" y="443806"/>
                </a:lnTo>
                <a:lnTo>
                  <a:pt x="65508" y="454372"/>
                </a:lnTo>
                <a:lnTo>
                  <a:pt x="65742" y="464939"/>
                </a:lnTo>
                <a:lnTo>
                  <a:pt x="66061" y="475506"/>
                </a:lnTo>
                <a:lnTo>
                  <a:pt x="66482" y="486073"/>
                </a:lnTo>
                <a:lnTo>
                  <a:pt x="67023" y="496640"/>
                </a:lnTo>
                <a:lnTo>
                  <a:pt x="67700" y="507206"/>
                </a:lnTo>
                <a:lnTo>
                  <a:pt x="68524" y="517773"/>
                </a:lnTo>
                <a:lnTo>
                  <a:pt x="69495" y="528340"/>
                </a:lnTo>
                <a:lnTo>
                  <a:pt x="70608" y="538907"/>
                </a:lnTo>
                <a:lnTo>
                  <a:pt x="71840" y="549474"/>
                </a:lnTo>
                <a:lnTo>
                  <a:pt x="73161" y="560040"/>
                </a:lnTo>
                <a:lnTo>
                  <a:pt x="74524" y="570607"/>
                </a:lnTo>
                <a:lnTo>
                  <a:pt x="75874" y="581174"/>
                </a:lnTo>
                <a:lnTo>
                  <a:pt x="77150" y="591741"/>
                </a:lnTo>
                <a:lnTo>
                  <a:pt x="78291" y="602308"/>
                </a:lnTo>
                <a:lnTo>
                  <a:pt x="79240" y="612874"/>
                </a:lnTo>
                <a:lnTo>
                  <a:pt x="79950" y="623441"/>
                </a:lnTo>
                <a:lnTo>
                  <a:pt x="80392" y="634008"/>
                </a:lnTo>
                <a:lnTo>
                  <a:pt x="80554" y="644575"/>
                </a:lnTo>
                <a:lnTo>
                  <a:pt x="80444" y="655142"/>
                </a:lnTo>
                <a:lnTo>
                  <a:pt x="80091" y="665708"/>
                </a:lnTo>
                <a:lnTo>
                  <a:pt x="79537" y="676275"/>
                </a:lnTo>
                <a:lnTo>
                  <a:pt x="78837" y="686842"/>
                </a:lnTo>
                <a:lnTo>
                  <a:pt x="78050" y="697409"/>
                </a:lnTo>
                <a:lnTo>
                  <a:pt x="77233" y="707976"/>
                </a:lnTo>
                <a:lnTo>
                  <a:pt x="76439" y="718543"/>
                </a:lnTo>
                <a:lnTo>
                  <a:pt x="75710" y="729109"/>
                </a:lnTo>
                <a:lnTo>
                  <a:pt x="75077" y="739676"/>
                </a:lnTo>
                <a:lnTo>
                  <a:pt x="74555" y="750243"/>
                </a:lnTo>
                <a:lnTo>
                  <a:pt x="74149" y="760810"/>
                </a:lnTo>
                <a:lnTo>
                  <a:pt x="73853" y="771377"/>
                </a:lnTo>
                <a:lnTo>
                  <a:pt x="73649" y="781943"/>
                </a:lnTo>
                <a:lnTo>
                  <a:pt x="73517" y="792510"/>
                </a:lnTo>
                <a:lnTo>
                  <a:pt x="73431" y="803077"/>
                </a:lnTo>
                <a:lnTo>
                  <a:pt x="73365" y="813644"/>
                </a:lnTo>
                <a:lnTo>
                  <a:pt x="73296" y="824211"/>
                </a:lnTo>
                <a:lnTo>
                  <a:pt x="73203" y="834777"/>
                </a:lnTo>
                <a:lnTo>
                  <a:pt x="73072" y="845344"/>
                </a:lnTo>
                <a:lnTo>
                  <a:pt x="72891" y="855911"/>
                </a:lnTo>
                <a:lnTo>
                  <a:pt x="72658" y="866478"/>
                </a:lnTo>
                <a:lnTo>
                  <a:pt x="72373" y="877045"/>
                </a:lnTo>
                <a:lnTo>
                  <a:pt x="72041" y="887611"/>
                </a:lnTo>
                <a:lnTo>
                  <a:pt x="71672" y="898178"/>
                </a:lnTo>
                <a:lnTo>
                  <a:pt x="71275" y="908745"/>
                </a:lnTo>
                <a:lnTo>
                  <a:pt x="70862" y="919312"/>
                </a:lnTo>
                <a:lnTo>
                  <a:pt x="70444" y="929879"/>
                </a:lnTo>
                <a:lnTo>
                  <a:pt x="70030" y="940445"/>
                </a:lnTo>
                <a:lnTo>
                  <a:pt x="69628" y="951012"/>
                </a:lnTo>
                <a:lnTo>
                  <a:pt x="69244" y="961579"/>
                </a:lnTo>
                <a:lnTo>
                  <a:pt x="68883" y="972146"/>
                </a:lnTo>
                <a:lnTo>
                  <a:pt x="68548" y="982713"/>
                </a:lnTo>
                <a:lnTo>
                  <a:pt x="68241" y="993279"/>
                </a:lnTo>
                <a:lnTo>
                  <a:pt x="67966" y="1003846"/>
                </a:lnTo>
                <a:lnTo>
                  <a:pt x="67728" y="1014413"/>
                </a:lnTo>
                <a:lnTo>
                  <a:pt x="67533" y="1024980"/>
                </a:lnTo>
                <a:lnTo>
                  <a:pt x="67395" y="1035547"/>
                </a:lnTo>
                <a:lnTo>
                  <a:pt x="67330" y="1046113"/>
                </a:lnTo>
                <a:lnTo>
                  <a:pt x="67366" y="1056680"/>
                </a:lnTo>
                <a:lnTo>
                  <a:pt x="67539" y="1067247"/>
                </a:lnTo>
                <a:lnTo>
                  <a:pt x="67897" y="1077814"/>
                </a:lnTo>
                <a:lnTo>
                  <a:pt x="68502" y="1088381"/>
                </a:lnTo>
                <a:lnTo>
                  <a:pt x="69423" y="1098947"/>
                </a:lnTo>
                <a:lnTo>
                  <a:pt x="70743" y="1109514"/>
                </a:lnTo>
                <a:lnTo>
                  <a:pt x="72546" y="1120081"/>
                </a:lnTo>
                <a:lnTo>
                  <a:pt x="74911" y="1130648"/>
                </a:lnTo>
                <a:lnTo>
                  <a:pt x="77907" y="1141215"/>
                </a:lnTo>
                <a:lnTo>
                  <a:pt x="81572" y="1151781"/>
                </a:lnTo>
                <a:lnTo>
                  <a:pt x="85909" y="1162348"/>
                </a:lnTo>
                <a:lnTo>
                  <a:pt x="90867" y="1172915"/>
                </a:lnTo>
                <a:lnTo>
                  <a:pt x="96338" y="1183482"/>
                </a:lnTo>
                <a:lnTo>
                  <a:pt x="102151" y="1194049"/>
                </a:lnTo>
                <a:lnTo>
                  <a:pt x="108077" y="1204615"/>
                </a:lnTo>
                <a:lnTo>
                  <a:pt x="113836" y="1215182"/>
                </a:lnTo>
                <a:lnTo>
                  <a:pt x="119126" y="1225749"/>
                </a:lnTo>
                <a:lnTo>
                  <a:pt x="123637" y="1236316"/>
                </a:lnTo>
                <a:lnTo>
                  <a:pt x="127090" y="1246883"/>
                </a:lnTo>
                <a:lnTo>
                  <a:pt x="129260"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2947" name="01_find_only_2946">
            <a:extLst>
              <a:ext uri="{FF2B5EF4-FFF2-40B4-BE49-F238E27FC236}">
                <a16:creationId xmlns:a16="http://schemas.microsoft.com/office/drawing/2014/main" id="{7F64CFC9-9AFE-4A3B-832D-FB0759AF8AF4}"/>
              </a:ext>
            </a:extLst>
          </p:cNvPr>
          <p:cNvSpPr>
            <a:spLocks noGrp="1"/>
          </p:cNvSpPr>
          <p:nvPr/>
        </p:nvSpPr>
        <p:spPr>
          <a:xfrm>
            <a:off x="5245200" y="4919983"/>
            <a:ext cx="130000" cy="1268016"/>
          </a:xfrm>
          <a:custGeom>
            <a:avLst/>
            <a:gdLst/>
            <a:ahLst/>
            <a:cxnLst/>
            <a:rect l="0" t="0" r="0" b="0"/>
            <a:pathLst>
              <a:path w="130000" h="1268016">
                <a:moveTo>
                  <a:pt x="130000" y="1268016"/>
                </a:moveTo>
                <a:lnTo>
                  <a:pt x="0" y="1268016"/>
                </a:lnTo>
                <a:lnTo>
                  <a:pt x="737" y="1257449"/>
                </a:lnTo>
                <a:lnTo>
                  <a:pt x="2896" y="1246883"/>
                </a:lnTo>
                <a:lnTo>
                  <a:pt x="6332" y="1236316"/>
                </a:lnTo>
                <a:lnTo>
                  <a:pt x="10818" y="1225749"/>
                </a:lnTo>
                <a:lnTo>
                  <a:pt x="16071" y="1215182"/>
                </a:lnTo>
                <a:lnTo>
                  <a:pt x="21784" y="1204615"/>
                </a:lnTo>
                <a:lnTo>
                  <a:pt x="27649" y="1194049"/>
                </a:lnTo>
                <a:lnTo>
                  <a:pt x="33388" y="1183482"/>
                </a:lnTo>
                <a:lnTo>
                  <a:pt x="38770" y="1172915"/>
                </a:lnTo>
                <a:lnTo>
                  <a:pt x="43623" y="1162348"/>
                </a:lnTo>
                <a:lnTo>
                  <a:pt x="47841" y="1151781"/>
                </a:lnTo>
                <a:lnTo>
                  <a:pt x="51376" y="1141215"/>
                </a:lnTo>
                <a:lnTo>
                  <a:pt x="54231" y="1130648"/>
                </a:lnTo>
                <a:lnTo>
                  <a:pt x="56451" y="1120081"/>
                </a:lnTo>
                <a:lnTo>
                  <a:pt x="58106" y="1109514"/>
                </a:lnTo>
                <a:lnTo>
                  <a:pt x="59281" y="1098947"/>
                </a:lnTo>
                <a:lnTo>
                  <a:pt x="60063" y="1088381"/>
                </a:lnTo>
                <a:lnTo>
                  <a:pt x="60535" y="1077814"/>
                </a:lnTo>
                <a:lnTo>
                  <a:pt x="60770" y="1067247"/>
                </a:lnTo>
                <a:lnTo>
                  <a:pt x="60826" y="1056680"/>
                </a:lnTo>
                <a:lnTo>
                  <a:pt x="60749" y="1046113"/>
                </a:lnTo>
                <a:lnTo>
                  <a:pt x="60572" y="1035547"/>
                </a:lnTo>
                <a:lnTo>
                  <a:pt x="60318" y="1024980"/>
                </a:lnTo>
                <a:lnTo>
                  <a:pt x="60004" y="1014413"/>
                </a:lnTo>
                <a:lnTo>
                  <a:pt x="59641" y="1003846"/>
                </a:lnTo>
                <a:lnTo>
                  <a:pt x="59239" y="993279"/>
                </a:lnTo>
                <a:lnTo>
                  <a:pt x="58810" y="982713"/>
                </a:lnTo>
                <a:lnTo>
                  <a:pt x="58365" y="972146"/>
                </a:lnTo>
                <a:lnTo>
                  <a:pt x="57919" y="961579"/>
                </a:lnTo>
                <a:lnTo>
                  <a:pt x="57488" y="951012"/>
                </a:lnTo>
                <a:lnTo>
                  <a:pt x="57092" y="940445"/>
                </a:lnTo>
                <a:lnTo>
                  <a:pt x="56749" y="929879"/>
                </a:lnTo>
                <a:lnTo>
                  <a:pt x="56475" y="919312"/>
                </a:lnTo>
                <a:lnTo>
                  <a:pt x="56288" y="908745"/>
                </a:lnTo>
                <a:lnTo>
                  <a:pt x="56199" y="898178"/>
                </a:lnTo>
                <a:lnTo>
                  <a:pt x="56219" y="887611"/>
                </a:lnTo>
                <a:lnTo>
                  <a:pt x="56350" y="877045"/>
                </a:lnTo>
                <a:lnTo>
                  <a:pt x="56593" y="866478"/>
                </a:lnTo>
                <a:lnTo>
                  <a:pt x="56942" y="855911"/>
                </a:lnTo>
                <a:lnTo>
                  <a:pt x="57385" y="845344"/>
                </a:lnTo>
                <a:lnTo>
                  <a:pt x="57906" y="834777"/>
                </a:lnTo>
                <a:lnTo>
                  <a:pt x="58487" y="824211"/>
                </a:lnTo>
                <a:lnTo>
                  <a:pt x="59103" y="813644"/>
                </a:lnTo>
                <a:lnTo>
                  <a:pt x="59729" y="803077"/>
                </a:lnTo>
                <a:lnTo>
                  <a:pt x="60341" y="792510"/>
                </a:lnTo>
                <a:lnTo>
                  <a:pt x="60913" y="781943"/>
                </a:lnTo>
                <a:lnTo>
                  <a:pt x="61424" y="771377"/>
                </a:lnTo>
                <a:lnTo>
                  <a:pt x="61856" y="760810"/>
                </a:lnTo>
                <a:lnTo>
                  <a:pt x="62196" y="750243"/>
                </a:lnTo>
                <a:lnTo>
                  <a:pt x="62437" y="739676"/>
                </a:lnTo>
                <a:lnTo>
                  <a:pt x="62577" y="729109"/>
                </a:lnTo>
                <a:lnTo>
                  <a:pt x="62620" y="718543"/>
                </a:lnTo>
                <a:lnTo>
                  <a:pt x="62577" y="707976"/>
                </a:lnTo>
                <a:lnTo>
                  <a:pt x="62463" y="697409"/>
                </a:lnTo>
                <a:lnTo>
                  <a:pt x="62295" y="686842"/>
                </a:lnTo>
                <a:lnTo>
                  <a:pt x="62094" y="676275"/>
                </a:lnTo>
                <a:lnTo>
                  <a:pt x="61880" y="665708"/>
                </a:lnTo>
                <a:lnTo>
                  <a:pt x="61673" y="655142"/>
                </a:lnTo>
                <a:lnTo>
                  <a:pt x="61491" y="644575"/>
                </a:lnTo>
                <a:lnTo>
                  <a:pt x="61346" y="634008"/>
                </a:lnTo>
                <a:lnTo>
                  <a:pt x="61246" y="623441"/>
                </a:lnTo>
                <a:lnTo>
                  <a:pt x="61196" y="612874"/>
                </a:lnTo>
                <a:lnTo>
                  <a:pt x="61194" y="602308"/>
                </a:lnTo>
                <a:lnTo>
                  <a:pt x="61233" y="591741"/>
                </a:lnTo>
                <a:lnTo>
                  <a:pt x="61303" y="581174"/>
                </a:lnTo>
                <a:lnTo>
                  <a:pt x="61392" y="570607"/>
                </a:lnTo>
                <a:lnTo>
                  <a:pt x="61488" y="560040"/>
                </a:lnTo>
                <a:lnTo>
                  <a:pt x="61578" y="549474"/>
                </a:lnTo>
                <a:lnTo>
                  <a:pt x="61652" y="538907"/>
                </a:lnTo>
                <a:lnTo>
                  <a:pt x="61701" y="528340"/>
                </a:lnTo>
                <a:lnTo>
                  <a:pt x="61721" y="517773"/>
                </a:lnTo>
                <a:lnTo>
                  <a:pt x="61709" y="507206"/>
                </a:lnTo>
                <a:lnTo>
                  <a:pt x="61668" y="496640"/>
                </a:lnTo>
                <a:lnTo>
                  <a:pt x="61601" y="486073"/>
                </a:lnTo>
                <a:lnTo>
                  <a:pt x="61513" y="475506"/>
                </a:lnTo>
                <a:lnTo>
                  <a:pt x="61412" y="464939"/>
                </a:lnTo>
                <a:lnTo>
                  <a:pt x="61304" y="454372"/>
                </a:lnTo>
                <a:lnTo>
                  <a:pt x="61197" y="443806"/>
                </a:lnTo>
                <a:lnTo>
                  <a:pt x="61096" y="433239"/>
                </a:lnTo>
                <a:lnTo>
                  <a:pt x="61007" y="422672"/>
                </a:lnTo>
                <a:lnTo>
                  <a:pt x="60933" y="412105"/>
                </a:lnTo>
                <a:lnTo>
                  <a:pt x="60875" y="401538"/>
                </a:lnTo>
                <a:lnTo>
                  <a:pt x="60832" y="390972"/>
                </a:lnTo>
                <a:lnTo>
                  <a:pt x="60804" y="380405"/>
                </a:lnTo>
                <a:lnTo>
                  <a:pt x="60786" y="369838"/>
                </a:lnTo>
                <a:lnTo>
                  <a:pt x="60775" y="359271"/>
                </a:lnTo>
                <a:lnTo>
                  <a:pt x="60766" y="348704"/>
                </a:lnTo>
                <a:lnTo>
                  <a:pt x="60755" y="338138"/>
                </a:lnTo>
                <a:lnTo>
                  <a:pt x="60736" y="327571"/>
                </a:lnTo>
                <a:lnTo>
                  <a:pt x="60706" y="317004"/>
                </a:lnTo>
                <a:lnTo>
                  <a:pt x="60664" y="306437"/>
                </a:lnTo>
                <a:lnTo>
                  <a:pt x="60609" y="295870"/>
                </a:lnTo>
                <a:lnTo>
                  <a:pt x="60541" y="285304"/>
                </a:lnTo>
                <a:lnTo>
                  <a:pt x="60464" y="274737"/>
                </a:lnTo>
                <a:lnTo>
                  <a:pt x="60380" y="264170"/>
                </a:lnTo>
                <a:lnTo>
                  <a:pt x="60293" y="253603"/>
                </a:lnTo>
                <a:lnTo>
                  <a:pt x="60201" y="243036"/>
                </a:lnTo>
                <a:lnTo>
                  <a:pt x="60101" y="232470"/>
                </a:lnTo>
                <a:lnTo>
                  <a:pt x="59982" y="221903"/>
                </a:lnTo>
                <a:lnTo>
                  <a:pt x="59823" y="211336"/>
                </a:lnTo>
                <a:lnTo>
                  <a:pt x="59593" y="200769"/>
                </a:lnTo>
                <a:lnTo>
                  <a:pt x="59245" y="190202"/>
                </a:lnTo>
                <a:lnTo>
                  <a:pt x="58722" y="179636"/>
                </a:lnTo>
                <a:lnTo>
                  <a:pt x="57952" y="169069"/>
                </a:lnTo>
                <a:lnTo>
                  <a:pt x="56853" y="158502"/>
                </a:lnTo>
                <a:lnTo>
                  <a:pt x="55341" y="147935"/>
                </a:lnTo>
                <a:lnTo>
                  <a:pt x="53331" y="137368"/>
                </a:lnTo>
                <a:lnTo>
                  <a:pt x="50756" y="126802"/>
                </a:lnTo>
                <a:lnTo>
                  <a:pt x="47570" y="116235"/>
                </a:lnTo>
                <a:lnTo>
                  <a:pt x="43764" y="105668"/>
                </a:lnTo>
                <a:lnTo>
                  <a:pt x="39380" y="95101"/>
                </a:lnTo>
                <a:lnTo>
                  <a:pt x="34512" y="84534"/>
                </a:lnTo>
                <a:lnTo>
                  <a:pt x="29313" y="73968"/>
                </a:lnTo>
                <a:lnTo>
                  <a:pt x="23993" y="63401"/>
                </a:lnTo>
                <a:lnTo>
                  <a:pt x="18806" y="52834"/>
                </a:lnTo>
                <a:lnTo>
                  <a:pt x="14031" y="42267"/>
                </a:lnTo>
                <a:lnTo>
                  <a:pt x="9950" y="31700"/>
                </a:lnTo>
                <a:lnTo>
                  <a:pt x="6823" y="21134"/>
                </a:lnTo>
                <a:lnTo>
                  <a:pt x="4857" y="10567"/>
                </a:lnTo>
                <a:lnTo>
                  <a:pt x="4186" y="0"/>
                </a:lnTo>
                <a:lnTo>
                  <a:pt x="125814" y="0"/>
                </a:lnTo>
                <a:lnTo>
                  <a:pt x="125814" y="0"/>
                </a:lnTo>
                <a:lnTo>
                  <a:pt x="125143" y="10567"/>
                </a:lnTo>
                <a:lnTo>
                  <a:pt x="123177" y="21134"/>
                </a:lnTo>
                <a:lnTo>
                  <a:pt x="120050" y="31700"/>
                </a:lnTo>
                <a:lnTo>
                  <a:pt x="115969" y="42267"/>
                </a:lnTo>
                <a:lnTo>
                  <a:pt x="111194" y="52834"/>
                </a:lnTo>
                <a:lnTo>
                  <a:pt x="106007" y="63401"/>
                </a:lnTo>
                <a:lnTo>
                  <a:pt x="100687" y="73968"/>
                </a:lnTo>
                <a:lnTo>
                  <a:pt x="95488" y="84534"/>
                </a:lnTo>
                <a:lnTo>
                  <a:pt x="90620" y="95101"/>
                </a:lnTo>
                <a:lnTo>
                  <a:pt x="86236" y="105668"/>
                </a:lnTo>
                <a:lnTo>
                  <a:pt x="82430" y="116235"/>
                </a:lnTo>
                <a:lnTo>
                  <a:pt x="79244" y="126802"/>
                </a:lnTo>
                <a:lnTo>
                  <a:pt x="76669" y="137368"/>
                </a:lnTo>
                <a:lnTo>
                  <a:pt x="74659" y="147935"/>
                </a:lnTo>
                <a:lnTo>
                  <a:pt x="73147" y="158502"/>
                </a:lnTo>
                <a:lnTo>
                  <a:pt x="72048" y="169069"/>
                </a:lnTo>
                <a:lnTo>
                  <a:pt x="71278" y="179636"/>
                </a:lnTo>
                <a:lnTo>
                  <a:pt x="70755" y="190202"/>
                </a:lnTo>
                <a:lnTo>
                  <a:pt x="70407" y="200769"/>
                </a:lnTo>
                <a:lnTo>
                  <a:pt x="70177" y="211336"/>
                </a:lnTo>
                <a:lnTo>
                  <a:pt x="70018" y="221903"/>
                </a:lnTo>
                <a:lnTo>
                  <a:pt x="69899" y="232470"/>
                </a:lnTo>
                <a:lnTo>
                  <a:pt x="69799" y="243036"/>
                </a:lnTo>
                <a:lnTo>
                  <a:pt x="69707" y="253603"/>
                </a:lnTo>
                <a:lnTo>
                  <a:pt x="69620" y="264170"/>
                </a:lnTo>
                <a:lnTo>
                  <a:pt x="69536" y="274737"/>
                </a:lnTo>
                <a:lnTo>
                  <a:pt x="69459" y="285304"/>
                </a:lnTo>
                <a:lnTo>
                  <a:pt x="69391" y="295870"/>
                </a:lnTo>
                <a:lnTo>
                  <a:pt x="69336" y="306437"/>
                </a:lnTo>
                <a:lnTo>
                  <a:pt x="69294" y="317004"/>
                </a:lnTo>
                <a:lnTo>
                  <a:pt x="69264" y="327571"/>
                </a:lnTo>
                <a:lnTo>
                  <a:pt x="69245" y="338138"/>
                </a:lnTo>
                <a:lnTo>
                  <a:pt x="69234" y="348704"/>
                </a:lnTo>
                <a:lnTo>
                  <a:pt x="69225" y="359271"/>
                </a:lnTo>
                <a:lnTo>
                  <a:pt x="69214" y="369838"/>
                </a:lnTo>
                <a:lnTo>
                  <a:pt x="69196" y="380405"/>
                </a:lnTo>
                <a:lnTo>
                  <a:pt x="69168" y="390972"/>
                </a:lnTo>
                <a:lnTo>
                  <a:pt x="69125" y="401538"/>
                </a:lnTo>
                <a:lnTo>
                  <a:pt x="69067" y="412105"/>
                </a:lnTo>
                <a:lnTo>
                  <a:pt x="68993" y="422672"/>
                </a:lnTo>
                <a:lnTo>
                  <a:pt x="68904" y="433239"/>
                </a:lnTo>
                <a:lnTo>
                  <a:pt x="68803" y="443806"/>
                </a:lnTo>
                <a:lnTo>
                  <a:pt x="68696" y="454372"/>
                </a:lnTo>
                <a:lnTo>
                  <a:pt x="68588" y="464939"/>
                </a:lnTo>
                <a:lnTo>
                  <a:pt x="68487" y="475506"/>
                </a:lnTo>
                <a:lnTo>
                  <a:pt x="68399" y="486073"/>
                </a:lnTo>
                <a:lnTo>
                  <a:pt x="68332" y="496640"/>
                </a:lnTo>
                <a:lnTo>
                  <a:pt x="68291" y="507206"/>
                </a:lnTo>
                <a:lnTo>
                  <a:pt x="68279" y="517773"/>
                </a:lnTo>
                <a:lnTo>
                  <a:pt x="68299" y="528340"/>
                </a:lnTo>
                <a:lnTo>
                  <a:pt x="68348" y="538907"/>
                </a:lnTo>
                <a:lnTo>
                  <a:pt x="68422" y="549474"/>
                </a:lnTo>
                <a:lnTo>
                  <a:pt x="68512" y="560040"/>
                </a:lnTo>
                <a:lnTo>
                  <a:pt x="68608" y="570607"/>
                </a:lnTo>
                <a:lnTo>
                  <a:pt x="68697" y="581174"/>
                </a:lnTo>
                <a:lnTo>
                  <a:pt x="68767" y="591741"/>
                </a:lnTo>
                <a:lnTo>
                  <a:pt x="68806" y="602308"/>
                </a:lnTo>
                <a:lnTo>
                  <a:pt x="68804" y="612874"/>
                </a:lnTo>
                <a:lnTo>
                  <a:pt x="68754" y="623441"/>
                </a:lnTo>
                <a:lnTo>
                  <a:pt x="68654" y="634008"/>
                </a:lnTo>
                <a:lnTo>
                  <a:pt x="68509" y="644575"/>
                </a:lnTo>
                <a:lnTo>
                  <a:pt x="68327" y="655142"/>
                </a:lnTo>
                <a:lnTo>
                  <a:pt x="68120" y="665708"/>
                </a:lnTo>
                <a:lnTo>
                  <a:pt x="67906" y="676275"/>
                </a:lnTo>
                <a:lnTo>
                  <a:pt x="67705" y="686842"/>
                </a:lnTo>
                <a:lnTo>
                  <a:pt x="67537" y="697409"/>
                </a:lnTo>
                <a:lnTo>
                  <a:pt x="67423" y="707976"/>
                </a:lnTo>
                <a:lnTo>
                  <a:pt x="67380" y="718543"/>
                </a:lnTo>
                <a:lnTo>
                  <a:pt x="67423" y="729109"/>
                </a:lnTo>
                <a:lnTo>
                  <a:pt x="67563" y="739676"/>
                </a:lnTo>
                <a:lnTo>
                  <a:pt x="67804" y="750243"/>
                </a:lnTo>
                <a:lnTo>
                  <a:pt x="68144" y="760810"/>
                </a:lnTo>
                <a:lnTo>
                  <a:pt x="68576" y="771377"/>
                </a:lnTo>
                <a:lnTo>
                  <a:pt x="69087" y="781943"/>
                </a:lnTo>
                <a:lnTo>
                  <a:pt x="69659" y="792510"/>
                </a:lnTo>
                <a:lnTo>
                  <a:pt x="70271" y="803077"/>
                </a:lnTo>
                <a:lnTo>
                  <a:pt x="70897" y="813644"/>
                </a:lnTo>
                <a:lnTo>
                  <a:pt x="71513" y="824211"/>
                </a:lnTo>
                <a:lnTo>
                  <a:pt x="72094" y="834777"/>
                </a:lnTo>
                <a:lnTo>
                  <a:pt x="72615" y="845344"/>
                </a:lnTo>
                <a:lnTo>
                  <a:pt x="73058" y="855911"/>
                </a:lnTo>
                <a:lnTo>
                  <a:pt x="73407" y="866478"/>
                </a:lnTo>
                <a:lnTo>
                  <a:pt x="73650" y="877045"/>
                </a:lnTo>
                <a:lnTo>
                  <a:pt x="73781" y="887611"/>
                </a:lnTo>
                <a:lnTo>
                  <a:pt x="73801" y="898178"/>
                </a:lnTo>
                <a:lnTo>
                  <a:pt x="73712" y="908745"/>
                </a:lnTo>
                <a:lnTo>
                  <a:pt x="73525" y="919312"/>
                </a:lnTo>
                <a:lnTo>
                  <a:pt x="73251" y="929879"/>
                </a:lnTo>
                <a:lnTo>
                  <a:pt x="72908" y="940445"/>
                </a:lnTo>
                <a:lnTo>
                  <a:pt x="72512" y="951012"/>
                </a:lnTo>
                <a:lnTo>
                  <a:pt x="72081" y="961579"/>
                </a:lnTo>
                <a:lnTo>
                  <a:pt x="71635" y="972146"/>
                </a:lnTo>
                <a:lnTo>
                  <a:pt x="71190" y="982713"/>
                </a:lnTo>
                <a:lnTo>
                  <a:pt x="70761" y="993279"/>
                </a:lnTo>
                <a:lnTo>
                  <a:pt x="70359" y="1003846"/>
                </a:lnTo>
                <a:lnTo>
                  <a:pt x="69996" y="1014413"/>
                </a:lnTo>
                <a:lnTo>
                  <a:pt x="69682" y="1024980"/>
                </a:lnTo>
                <a:lnTo>
                  <a:pt x="69428" y="1035547"/>
                </a:lnTo>
                <a:lnTo>
                  <a:pt x="69251" y="1046113"/>
                </a:lnTo>
                <a:lnTo>
                  <a:pt x="69174" y="1056680"/>
                </a:lnTo>
                <a:lnTo>
                  <a:pt x="69230" y="1067247"/>
                </a:lnTo>
                <a:lnTo>
                  <a:pt x="69465" y="1077814"/>
                </a:lnTo>
                <a:lnTo>
                  <a:pt x="69937" y="1088381"/>
                </a:lnTo>
                <a:lnTo>
                  <a:pt x="70719" y="1098947"/>
                </a:lnTo>
                <a:lnTo>
                  <a:pt x="71894" y="1109514"/>
                </a:lnTo>
                <a:lnTo>
                  <a:pt x="73549" y="1120081"/>
                </a:lnTo>
                <a:lnTo>
                  <a:pt x="75769" y="1130648"/>
                </a:lnTo>
                <a:lnTo>
                  <a:pt x="78624" y="1141215"/>
                </a:lnTo>
                <a:lnTo>
                  <a:pt x="82159" y="1151781"/>
                </a:lnTo>
                <a:lnTo>
                  <a:pt x="86377" y="1162348"/>
                </a:lnTo>
                <a:lnTo>
                  <a:pt x="91230" y="1172915"/>
                </a:lnTo>
                <a:lnTo>
                  <a:pt x="96612" y="1183482"/>
                </a:lnTo>
                <a:lnTo>
                  <a:pt x="102351" y="1194049"/>
                </a:lnTo>
                <a:lnTo>
                  <a:pt x="108216" y="1204615"/>
                </a:lnTo>
                <a:lnTo>
                  <a:pt x="113929" y="1215182"/>
                </a:lnTo>
                <a:lnTo>
                  <a:pt x="119182" y="1225749"/>
                </a:lnTo>
                <a:lnTo>
                  <a:pt x="123668" y="1236316"/>
                </a:lnTo>
                <a:lnTo>
                  <a:pt x="127104" y="1246883"/>
                </a:lnTo>
                <a:lnTo>
                  <a:pt x="129263" y="1257449"/>
                </a:lnTo>
                <a:lnTo>
                  <a:pt x="130000" y="1268016"/>
                </a:lnTo>
                <a:lnTo>
                  <a:pt x="130000" y="1268016"/>
                </a:lnTo>
                <a:close/>
              </a:path>
            </a:pathLst>
          </a:custGeom>
          <a:solidFill>
            <a:srgbClr val="A57948">
              <a:alpha val="12000"/>
            </a:srgbClr>
          </a:solidFill>
          <a:ln w="6985">
            <a:solidFill>
              <a:srgbClr val="A57948">
                <a:alpha val="12000"/>
              </a:srgbClr>
            </a:solidFill>
            <a:prstDash val="solid"/>
          </a:ln>
        </p:spPr>
      </p:sp>
      <p:sp>
        <p:nvSpPr>
          <p:cNvPr id="2948" name="01_find_only_2947">
            <a:extLst>
              <a:ext uri="{FF2B5EF4-FFF2-40B4-BE49-F238E27FC236}">
                <a16:creationId xmlns:a16="http://schemas.microsoft.com/office/drawing/2014/main" id="{2171C012-A383-410B-8EB0-726BD18A1C28}"/>
              </a:ext>
            </a:extLst>
          </p:cNvPr>
          <p:cNvSpPr>
            <a:spLocks noGrp="1"/>
          </p:cNvSpPr>
          <p:nvPr/>
        </p:nvSpPr>
        <p:spPr>
          <a:xfrm>
            <a:off x="5745200" y="4919983"/>
            <a:ext cx="130000" cy="1268016"/>
          </a:xfrm>
          <a:custGeom>
            <a:avLst/>
            <a:gdLst/>
            <a:ahLst/>
            <a:cxnLst/>
            <a:rect l="0" t="0" r="0" b="0"/>
            <a:pathLst>
              <a:path w="130000" h="1268016">
                <a:moveTo>
                  <a:pt x="111795" y="1268016"/>
                </a:moveTo>
                <a:lnTo>
                  <a:pt x="18205" y="1268016"/>
                </a:lnTo>
                <a:lnTo>
                  <a:pt x="18727" y="1257449"/>
                </a:lnTo>
                <a:lnTo>
                  <a:pt x="20258" y="1246883"/>
                </a:lnTo>
                <a:lnTo>
                  <a:pt x="22697" y="1236316"/>
                </a:lnTo>
                <a:lnTo>
                  <a:pt x="25886" y="1225749"/>
                </a:lnTo>
                <a:lnTo>
                  <a:pt x="29628" y="1215182"/>
                </a:lnTo>
                <a:lnTo>
                  <a:pt x="33708" y="1204615"/>
                </a:lnTo>
                <a:lnTo>
                  <a:pt x="37911" y="1194049"/>
                </a:lnTo>
                <a:lnTo>
                  <a:pt x="42041" y="1183482"/>
                </a:lnTo>
                <a:lnTo>
                  <a:pt x="45934" y="1172915"/>
                </a:lnTo>
                <a:lnTo>
                  <a:pt x="49467" y="1162348"/>
                </a:lnTo>
                <a:lnTo>
                  <a:pt x="52561" y="1151781"/>
                </a:lnTo>
                <a:lnTo>
                  <a:pt x="55176" y="1141215"/>
                </a:lnTo>
                <a:lnTo>
                  <a:pt x="57310" y="1130648"/>
                </a:lnTo>
                <a:lnTo>
                  <a:pt x="58989" y="1120081"/>
                </a:lnTo>
                <a:lnTo>
                  <a:pt x="60254" y="1109514"/>
                </a:lnTo>
                <a:lnTo>
                  <a:pt x="61161" y="1098947"/>
                </a:lnTo>
                <a:lnTo>
                  <a:pt x="61766" y="1088381"/>
                </a:lnTo>
                <a:lnTo>
                  <a:pt x="62123" y="1077814"/>
                </a:lnTo>
                <a:lnTo>
                  <a:pt x="62281" y="1067247"/>
                </a:lnTo>
                <a:lnTo>
                  <a:pt x="62281" y="1056680"/>
                </a:lnTo>
                <a:lnTo>
                  <a:pt x="62157" y="1046113"/>
                </a:lnTo>
                <a:lnTo>
                  <a:pt x="61936" y="1035547"/>
                </a:lnTo>
                <a:lnTo>
                  <a:pt x="61640" y="1024980"/>
                </a:lnTo>
                <a:lnTo>
                  <a:pt x="61286" y="1014413"/>
                </a:lnTo>
                <a:lnTo>
                  <a:pt x="60892" y="1003846"/>
                </a:lnTo>
                <a:lnTo>
                  <a:pt x="60470" y="993279"/>
                </a:lnTo>
                <a:lnTo>
                  <a:pt x="60037" y="982713"/>
                </a:lnTo>
                <a:lnTo>
                  <a:pt x="59608" y="972146"/>
                </a:lnTo>
                <a:lnTo>
                  <a:pt x="59196" y="961579"/>
                </a:lnTo>
                <a:lnTo>
                  <a:pt x="58817" y="951012"/>
                </a:lnTo>
                <a:lnTo>
                  <a:pt x="58483" y="940445"/>
                </a:lnTo>
                <a:lnTo>
                  <a:pt x="58207" y="929879"/>
                </a:lnTo>
                <a:lnTo>
                  <a:pt x="57999" y="919312"/>
                </a:lnTo>
                <a:lnTo>
                  <a:pt x="57867" y="908745"/>
                </a:lnTo>
                <a:lnTo>
                  <a:pt x="57817" y="898178"/>
                </a:lnTo>
                <a:lnTo>
                  <a:pt x="57852" y="887611"/>
                </a:lnTo>
                <a:lnTo>
                  <a:pt x="57973" y="877045"/>
                </a:lnTo>
                <a:lnTo>
                  <a:pt x="58178" y="866478"/>
                </a:lnTo>
                <a:lnTo>
                  <a:pt x="58462" y="855911"/>
                </a:lnTo>
                <a:lnTo>
                  <a:pt x="58816" y="845344"/>
                </a:lnTo>
                <a:lnTo>
                  <a:pt x="59228" y="834777"/>
                </a:lnTo>
                <a:lnTo>
                  <a:pt x="59684" y="824211"/>
                </a:lnTo>
                <a:lnTo>
                  <a:pt x="60165" y="813644"/>
                </a:lnTo>
                <a:lnTo>
                  <a:pt x="60653" y="803077"/>
                </a:lnTo>
                <a:lnTo>
                  <a:pt x="61126" y="792510"/>
                </a:lnTo>
                <a:lnTo>
                  <a:pt x="61566" y="781943"/>
                </a:lnTo>
                <a:lnTo>
                  <a:pt x="61954" y="771377"/>
                </a:lnTo>
                <a:lnTo>
                  <a:pt x="62276" y="760810"/>
                </a:lnTo>
                <a:lnTo>
                  <a:pt x="62521" y="750243"/>
                </a:lnTo>
                <a:lnTo>
                  <a:pt x="62684" y="739676"/>
                </a:lnTo>
                <a:lnTo>
                  <a:pt x="62766" y="729109"/>
                </a:lnTo>
                <a:lnTo>
                  <a:pt x="62772" y="718543"/>
                </a:lnTo>
                <a:lnTo>
                  <a:pt x="62714" y="707976"/>
                </a:lnTo>
                <a:lnTo>
                  <a:pt x="62606" y="697409"/>
                </a:lnTo>
                <a:lnTo>
                  <a:pt x="62468" y="686842"/>
                </a:lnTo>
                <a:lnTo>
                  <a:pt x="62319" y="676275"/>
                </a:lnTo>
                <a:lnTo>
                  <a:pt x="62179" y="665708"/>
                </a:lnTo>
                <a:lnTo>
                  <a:pt x="62065" y="655142"/>
                </a:lnTo>
                <a:lnTo>
                  <a:pt x="61990" y="644575"/>
                </a:lnTo>
                <a:lnTo>
                  <a:pt x="61964" y="634008"/>
                </a:lnTo>
                <a:lnTo>
                  <a:pt x="61990" y="623441"/>
                </a:lnTo>
                <a:lnTo>
                  <a:pt x="62064" y="612874"/>
                </a:lnTo>
                <a:lnTo>
                  <a:pt x="62179" y="602308"/>
                </a:lnTo>
                <a:lnTo>
                  <a:pt x="62320" y="591741"/>
                </a:lnTo>
                <a:lnTo>
                  <a:pt x="62469" y="581174"/>
                </a:lnTo>
                <a:lnTo>
                  <a:pt x="62609" y="570607"/>
                </a:lnTo>
                <a:lnTo>
                  <a:pt x="62719" y="560040"/>
                </a:lnTo>
                <a:lnTo>
                  <a:pt x="62783" y="549474"/>
                </a:lnTo>
                <a:lnTo>
                  <a:pt x="62785" y="538907"/>
                </a:lnTo>
                <a:lnTo>
                  <a:pt x="62718" y="528340"/>
                </a:lnTo>
                <a:lnTo>
                  <a:pt x="62576" y="517773"/>
                </a:lnTo>
                <a:lnTo>
                  <a:pt x="62362" y="507206"/>
                </a:lnTo>
                <a:lnTo>
                  <a:pt x="62085" y="496640"/>
                </a:lnTo>
                <a:lnTo>
                  <a:pt x="61759" y="486073"/>
                </a:lnTo>
                <a:lnTo>
                  <a:pt x="61403" y="475506"/>
                </a:lnTo>
                <a:lnTo>
                  <a:pt x="61038" y="464939"/>
                </a:lnTo>
                <a:lnTo>
                  <a:pt x="60687" y="454372"/>
                </a:lnTo>
                <a:lnTo>
                  <a:pt x="60373" y="443806"/>
                </a:lnTo>
                <a:lnTo>
                  <a:pt x="60114" y="433239"/>
                </a:lnTo>
                <a:lnTo>
                  <a:pt x="59925" y="422672"/>
                </a:lnTo>
                <a:lnTo>
                  <a:pt x="59818" y="412105"/>
                </a:lnTo>
                <a:lnTo>
                  <a:pt x="59795" y="401538"/>
                </a:lnTo>
                <a:lnTo>
                  <a:pt x="59854" y="390972"/>
                </a:lnTo>
                <a:lnTo>
                  <a:pt x="59988" y="380405"/>
                </a:lnTo>
                <a:lnTo>
                  <a:pt x="60185" y="369838"/>
                </a:lnTo>
                <a:lnTo>
                  <a:pt x="60431" y="359271"/>
                </a:lnTo>
                <a:lnTo>
                  <a:pt x="60710" y="348704"/>
                </a:lnTo>
                <a:lnTo>
                  <a:pt x="61006" y="338138"/>
                </a:lnTo>
                <a:lnTo>
                  <a:pt x="61307" y="327571"/>
                </a:lnTo>
                <a:lnTo>
                  <a:pt x="61601" y="317004"/>
                </a:lnTo>
                <a:lnTo>
                  <a:pt x="61879" y="306437"/>
                </a:lnTo>
                <a:lnTo>
                  <a:pt x="62135" y="295870"/>
                </a:lnTo>
                <a:lnTo>
                  <a:pt x="62368" y="285304"/>
                </a:lnTo>
                <a:lnTo>
                  <a:pt x="62574" y="274737"/>
                </a:lnTo>
                <a:lnTo>
                  <a:pt x="62751" y="264170"/>
                </a:lnTo>
                <a:lnTo>
                  <a:pt x="62898" y="253603"/>
                </a:lnTo>
                <a:lnTo>
                  <a:pt x="63008" y="243036"/>
                </a:lnTo>
                <a:lnTo>
                  <a:pt x="63071" y="232470"/>
                </a:lnTo>
                <a:lnTo>
                  <a:pt x="63069" y="221903"/>
                </a:lnTo>
                <a:lnTo>
                  <a:pt x="62976" y="211336"/>
                </a:lnTo>
                <a:lnTo>
                  <a:pt x="62754" y="200769"/>
                </a:lnTo>
                <a:lnTo>
                  <a:pt x="62356" y="190202"/>
                </a:lnTo>
                <a:lnTo>
                  <a:pt x="61719" y="179636"/>
                </a:lnTo>
                <a:lnTo>
                  <a:pt x="60769" y="169069"/>
                </a:lnTo>
                <a:lnTo>
                  <a:pt x="59425" y="158502"/>
                </a:lnTo>
                <a:lnTo>
                  <a:pt x="57601" y="147935"/>
                </a:lnTo>
                <a:lnTo>
                  <a:pt x="55216" y="137368"/>
                </a:lnTo>
                <a:lnTo>
                  <a:pt x="52203" y="126802"/>
                </a:lnTo>
                <a:lnTo>
                  <a:pt x="48520" y="116235"/>
                </a:lnTo>
                <a:lnTo>
                  <a:pt x="44168" y="105668"/>
                </a:lnTo>
                <a:lnTo>
                  <a:pt x="39195" y="95101"/>
                </a:lnTo>
                <a:lnTo>
                  <a:pt x="33710" y="84534"/>
                </a:lnTo>
                <a:lnTo>
                  <a:pt x="27885" y="73968"/>
                </a:lnTo>
                <a:lnTo>
                  <a:pt x="21950" y="63401"/>
                </a:lnTo>
                <a:lnTo>
                  <a:pt x="16182" y="52834"/>
                </a:lnTo>
                <a:lnTo>
                  <a:pt x="10886" y="42267"/>
                </a:lnTo>
                <a:lnTo>
                  <a:pt x="6369" y="31700"/>
                </a:lnTo>
                <a:lnTo>
                  <a:pt x="2912" y="21134"/>
                </a:lnTo>
                <a:lnTo>
                  <a:pt x="741" y="10567"/>
                </a:lnTo>
                <a:lnTo>
                  <a:pt x="0" y="0"/>
                </a:lnTo>
                <a:lnTo>
                  <a:pt x="130000" y="0"/>
                </a:lnTo>
                <a:lnTo>
                  <a:pt x="130000" y="0"/>
                </a:lnTo>
                <a:lnTo>
                  <a:pt x="129259" y="10567"/>
                </a:lnTo>
                <a:lnTo>
                  <a:pt x="127088" y="21134"/>
                </a:lnTo>
                <a:lnTo>
                  <a:pt x="123631" y="31700"/>
                </a:lnTo>
                <a:lnTo>
                  <a:pt x="119114" y="42267"/>
                </a:lnTo>
                <a:lnTo>
                  <a:pt x="113818" y="52834"/>
                </a:lnTo>
                <a:lnTo>
                  <a:pt x="108050" y="63401"/>
                </a:lnTo>
                <a:lnTo>
                  <a:pt x="102115" y="73968"/>
                </a:lnTo>
                <a:lnTo>
                  <a:pt x="96290" y="84534"/>
                </a:lnTo>
                <a:lnTo>
                  <a:pt x="90805" y="95101"/>
                </a:lnTo>
                <a:lnTo>
                  <a:pt x="85832" y="105668"/>
                </a:lnTo>
                <a:lnTo>
                  <a:pt x="81480" y="116235"/>
                </a:lnTo>
                <a:lnTo>
                  <a:pt x="77797" y="126802"/>
                </a:lnTo>
                <a:lnTo>
                  <a:pt x="74784" y="137368"/>
                </a:lnTo>
                <a:lnTo>
                  <a:pt x="72399" y="147935"/>
                </a:lnTo>
                <a:lnTo>
                  <a:pt x="70575" y="158502"/>
                </a:lnTo>
                <a:lnTo>
                  <a:pt x="69231" y="169069"/>
                </a:lnTo>
                <a:lnTo>
                  <a:pt x="68281" y="179636"/>
                </a:lnTo>
                <a:lnTo>
                  <a:pt x="67644" y="190202"/>
                </a:lnTo>
                <a:lnTo>
                  <a:pt x="67246" y="200769"/>
                </a:lnTo>
                <a:lnTo>
                  <a:pt x="67024" y="211336"/>
                </a:lnTo>
                <a:lnTo>
                  <a:pt x="66931" y="221903"/>
                </a:lnTo>
                <a:lnTo>
                  <a:pt x="66929" y="232470"/>
                </a:lnTo>
                <a:lnTo>
                  <a:pt x="66992" y="243036"/>
                </a:lnTo>
                <a:lnTo>
                  <a:pt x="67102" y="253603"/>
                </a:lnTo>
                <a:lnTo>
                  <a:pt x="67249" y="264170"/>
                </a:lnTo>
                <a:lnTo>
                  <a:pt x="67426" y="274737"/>
                </a:lnTo>
                <a:lnTo>
                  <a:pt x="67632" y="285304"/>
                </a:lnTo>
                <a:lnTo>
                  <a:pt x="67864" y="295870"/>
                </a:lnTo>
                <a:lnTo>
                  <a:pt x="68121" y="306437"/>
                </a:lnTo>
                <a:lnTo>
                  <a:pt x="68399" y="317004"/>
                </a:lnTo>
                <a:lnTo>
                  <a:pt x="68693" y="327571"/>
                </a:lnTo>
                <a:lnTo>
                  <a:pt x="68994" y="338138"/>
                </a:lnTo>
                <a:lnTo>
                  <a:pt x="69290" y="348704"/>
                </a:lnTo>
                <a:lnTo>
                  <a:pt x="69569" y="359271"/>
                </a:lnTo>
                <a:lnTo>
                  <a:pt x="69815" y="369838"/>
                </a:lnTo>
                <a:lnTo>
                  <a:pt x="70012" y="380405"/>
                </a:lnTo>
                <a:lnTo>
                  <a:pt x="70146" y="390972"/>
                </a:lnTo>
                <a:lnTo>
                  <a:pt x="70205" y="401538"/>
                </a:lnTo>
                <a:lnTo>
                  <a:pt x="70182" y="412105"/>
                </a:lnTo>
                <a:lnTo>
                  <a:pt x="70075" y="422672"/>
                </a:lnTo>
                <a:lnTo>
                  <a:pt x="69886" y="433239"/>
                </a:lnTo>
                <a:lnTo>
                  <a:pt x="69627" y="443806"/>
                </a:lnTo>
                <a:lnTo>
                  <a:pt x="69313" y="454372"/>
                </a:lnTo>
                <a:lnTo>
                  <a:pt x="68962" y="464939"/>
                </a:lnTo>
                <a:lnTo>
                  <a:pt x="68597" y="475506"/>
                </a:lnTo>
                <a:lnTo>
                  <a:pt x="68241" y="486073"/>
                </a:lnTo>
                <a:lnTo>
                  <a:pt x="67915" y="496640"/>
                </a:lnTo>
                <a:lnTo>
                  <a:pt x="67638" y="507206"/>
                </a:lnTo>
                <a:lnTo>
                  <a:pt x="67424" y="517773"/>
                </a:lnTo>
                <a:lnTo>
                  <a:pt x="67282" y="528340"/>
                </a:lnTo>
                <a:lnTo>
                  <a:pt x="67215" y="538907"/>
                </a:lnTo>
                <a:lnTo>
                  <a:pt x="67217" y="549474"/>
                </a:lnTo>
                <a:lnTo>
                  <a:pt x="67281" y="560040"/>
                </a:lnTo>
                <a:lnTo>
                  <a:pt x="67391" y="570607"/>
                </a:lnTo>
                <a:lnTo>
                  <a:pt x="67531" y="581174"/>
                </a:lnTo>
                <a:lnTo>
                  <a:pt x="67680" y="591741"/>
                </a:lnTo>
                <a:lnTo>
                  <a:pt x="67821" y="602308"/>
                </a:lnTo>
                <a:lnTo>
                  <a:pt x="67936" y="612874"/>
                </a:lnTo>
                <a:lnTo>
                  <a:pt x="68010" y="623441"/>
                </a:lnTo>
                <a:lnTo>
                  <a:pt x="68036" y="634008"/>
                </a:lnTo>
                <a:lnTo>
                  <a:pt x="68010" y="644575"/>
                </a:lnTo>
                <a:lnTo>
                  <a:pt x="67935" y="655142"/>
                </a:lnTo>
                <a:lnTo>
                  <a:pt x="67821" y="665708"/>
                </a:lnTo>
                <a:lnTo>
                  <a:pt x="67681" y="676275"/>
                </a:lnTo>
                <a:lnTo>
                  <a:pt x="67532" y="686842"/>
                </a:lnTo>
                <a:lnTo>
                  <a:pt x="67394" y="697409"/>
                </a:lnTo>
                <a:lnTo>
                  <a:pt x="67286" y="707976"/>
                </a:lnTo>
                <a:lnTo>
                  <a:pt x="67228" y="718543"/>
                </a:lnTo>
                <a:lnTo>
                  <a:pt x="67234" y="729109"/>
                </a:lnTo>
                <a:lnTo>
                  <a:pt x="67316" y="739676"/>
                </a:lnTo>
                <a:lnTo>
                  <a:pt x="67479" y="750243"/>
                </a:lnTo>
                <a:lnTo>
                  <a:pt x="67724" y="760810"/>
                </a:lnTo>
                <a:lnTo>
                  <a:pt x="68046" y="771377"/>
                </a:lnTo>
                <a:lnTo>
                  <a:pt x="68434" y="781943"/>
                </a:lnTo>
                <a:lnTo>
                  <a:pt x="68874" y="792510"/>
                </a:lnTo>
                <a:lnTo>
                  <a:pt x="69347" y="803077"/>
                </a:lnTo>
                <a:lnTo>
                  <a:pt x="69835" y="813644"/>
                </a:lnTo>
                <a:lnTo>
                  <a:pt x="70316" y="824211"/>
                </a:lnTo>
                <a:lnTo>
                  <a:pt x="70772" y="834777"/>
                </a:lnTo>
                <a:lnTo>
                  <a:pt x="71184" y="845344"/>
                </a:lnTo>
                <a:lnTo>
                  <a:pt x="71538" y="855911"/>
                </a:lnTo>
                <a:lnTo>
                  <a:pt x="71822" y="866478"/>
                </a:lnTo>
                <a:lnTo>
                  <a:pt x="72027" y="877045"/>
                </a:lnTo>
                <a:lnTo>
                  <a:pt x="72148" y="887611"/>
                </a:lnTo>
                <a:lnTo>
                  <a:pt x="72183" y="898178"/>
                </a:lnTo>
                <a:lnTo>
                  <a:pt x="72133" y="908745"/>
                </a:lnTo>
                <a:lnTo>
                  <a:pt x="72001" y="919312"/>
                </a:lnTo>
                <a:lnTo>
                  <a:pt x="71793" y="929879"/>
                </a:lnTo>
                <a:lnTo>
                  <a:pt x="71517" y="940445"/>
                </a:lnTo>
                <a:lnTo>
                  <a:pt x="71183" y="951012"/>
                </a:lnTo>
                <a:lnTo>
                  <a:pt x="70804" y="961579"/>
                </a:lnTo>
                <a:lnTo>
                  <a:pt x="70392" y="972146"/>
                </a:lnTo>
                <a:lnTo>
                  <a:pt x="69963" y="982713"/>
                </a:lnTo>
                <a:lnTo>
                  <a:pt x="69530" y="993279"/>
                </a:lnTo>
                <a:lnTo>
                  <a:pt x="69108" y="1003846"/>
                </a:lnTo>
                <a:lnTo>
                  <a:pt x="68714" y="1014413"/>
                </a:lnTo>
                <a:lnTo>
                  <a:pt x="68360" y="1024980"/>
                </a:lnTo>
                <a:lnTo>
                  <a:pt x="68064" y="1035547"/>
                </a:lnTo>
                <a:lnTo>
                  <a:pt x="67843" y="1046113"/>
                </a:lnTo>
                <a:lnTo>
                  <a:pt x="67719" y="1056680"/>
                </a:lnTo>
                <a:lnTo>
                  <a:pt x="67719" y="1067247"/>
                </a:lnTo>
                <a:lnTo>
                  <a:pt x="67877" y="1077814"/>
                </a:lnTo>
                <a:lnTo>
                  <a:pt x="68234" y="1088381"/>
                </a:lnTo>
                <a:lnTo>
                  <a:pt x="68839" y="1098947"/>
                </a:lnTo>
                <a:lnTo>
                  <a:pt x="69746" y="1109514"/>
                </a:lnTo>
                <a:lnTo>
                  <a:pt x="71011" y="1120081"/>
                </a:lnTo>
                <a:lnTo>
                  <a:pt x="72690" y="1130648"/>
                </a:lnTo>
                <a:lnTo>
                  <a:pt x="74824" y="1141215"/>
                </a:lnTo>
                <a:lnTo>
                  <a:pt x="77439" y="1151781"/>
                </a:lnTo>
                <a:lnTo>
                  <a:pt x="80533" y="1162348"/>
                </a:lnTo>
                <a:lnTo>
                  <a:pt x="84066" y="1172915"/>
                </a:lnTo>
                <a:lnTo>
                  <a:pt x="87959" y="1183482"/>
                </a:lnTo>
                <a:lnTo>
                  <a:pt x="92089" y="1194049"/>
                </a:lnTo>
                <a:lnTo>
                  <a:pt x="96292" y="1204615"/>
                </a:lnTo>
                <a:lnTo>
                  <a:pt x="100372" y="1215182"/>
                </a:lnTo>
                <a:lnTo>
                  <a:pt x="104114" y="1225749"/>
                </a:lnTo>
                <a:lnTo>
                  <a:pt x="107303" y="1236316"/>
                </a:lnTo>
                <a:lnTo>
                  <a:pt x="109742" y="1246883"/>
                </a:lnTo>
                <a:lnTo>
                  <a:pt x="111273" y="1257449"/>
                </a:lnTo>
                <a:lnTo>
                  <a:pt x="111795" y="1268016"/>
                </a:lnTo>
                <a:lnTo>
                  <a:pt x="111795" y="1268016"/>
                </a:lnTo>
                <a:close/>
              </a:path>
            </a:pathLst>
          </a:custGeom>
          <a:solidFill>
            <a:srgbClr val="A57948">
              <a:alpha val="12000"/>
            </a:srgbClr>
          </a:solidFill>
          <a:ln w="6985">
            <a:solidFill>
              <a:srgbClr val="A57948">
                <a:alpha val="12000"/>
              </a:srgbClr>
            </a:solidFill>
            <a:prstDash val="solid"/>
          </a:ln>
        </p:spPr>
      </p:sp>
      <p:sp>
        <p:nvSpPr>
          <p:cNvPr id="2949" name="01_find_only_2948">
            <a:extLst>
              <a:ext uri="{FF2B5EF4-FFF2-40B4-BE49-F238E27FC236}">
                <a16:creationId xmlns:a16="http://schemas.microsoft.com/office/drawing/2014/main" id="{CDA3A87A-50AA-4EF3-8953-E5F0C1177342}"/>
              </a:ext>
            </a:extLst>
          </p:cNvPr>
          <p:cNvSpPr>
            <a:spLocks noGrp="1"/>
          </p:cNvSpPr>
          <p:nvPr/>
        </p:nvSpPr>
        <p:spPr>
          <a:xfrm>
            <a:off x="6245200" y="4919983"/>
            <a:ext cx="130000" cy="1268016"/>
          </a:xfrm>
          <a:custGeom>
            <a:avLst/>
            <a:gdLst/>
            <a:ahLst/>
            <a:cxnLst/>
            <a:rect l="0" t="0" r="0" b="0"/>
            <a:pathLst>
              <a:path w="130000" h="1268016">
                <a:moveTo>
                  <a:pt x="107252" y="1268016"/>
                </a:moveTo>
                <a:lnTo>
                  <a:pt x="22748" y="1268016"/>
                </a:lnTo>
                <a:lnTo>
                  <a:pt x="23219" y="1257449"/>
                </a:lnTo>
                <a:lnTo>
                  <a:pt x="24600" y="1246883"/>
                </a:lnTo>
                <a:lnTo>
                  <a:pt x="26800" y="1236316"/>
                </a:lnTo>
                <a:lnTo>
                  <a:pt x="29677" y="1225749"/>
                </a:lnTo>
                <a:lnTo>
                  <a:pt x="33052" y="1215182"/>
                </a:lnTo>
                <a:lnTo>
                  <a:pt x="36733" y="1204615"/>
                </a:lnTo>
                <a:lnTo>
                  <a:pt x="40524" y="1194049"/>
                </a:lnTo>
                <a:lnTo>
                  <a:pt x="44250" y="1183482"/>
                </a:lnTo>
                <a:lnTo>
                  <a:pt x="47761" y="1172915"/>
                </a:lnTo>
                <a:lnTo>
                  <a:pt x="50948" y="1162348"/>
                </a:lnTo>
                <a:lnTo>
                  <a:pt x="53738" y="1151781"/>
                </a:lnTo>
                <a:lnTo>
                  <a:pt x="56095" y="1141215"/>
                </a:lnTo>
                <a:lnTo>
                  <a:pt x="58019" y="1130648"/>
                </a:lnTo>
                <a:lnTo>
                  <a:pt x="59530" y="1120081"/>
                </a:lnTo>
                <a:lnTo>
                  <a:pt x="60667" y="1109514"/>
                </a:lnTo>
                <a:lnTo>
                  <a:pt x="61480" y="1098947"/>
                </a:lnTo>
                <a:lnTo>
                  <a:pt x="62019" y="1088381"/>
                </a:lnTo>
                <a:lnTo>
                  <a:pt x="62333" y="1077814"/>
                </a:lnTo>
                <a:lnTo>
                  <a:pt x="62466" y="1067247"/>
                </a:lnTo>
                <a:lnTo>
                  <a:pt x="62456" y="1056680"/>
                </a:lnTo>
                <a:lnTo>
                  <a:pt x="62332" y="1046113"/>
                </a:lnTo>
                <a:lnTo>
                  <a:pt x="62119" y="1035547"/>
                </a:lnTo>
                <a:lnTo>
                  <a:pt x="61837" y="1024980"/>
                </a:lnTo>
                <a:lnTo>
                  <a:pt x="61502" y="1014413"/>
                </a:lnTo>
                <a:lnTo>
                  <a:pt x="61129" y="1003846"/>
                </a:lnTo>
                <a:lnTo>
                  <a:pt x="60731" y="993279"/>
                </a:lnTo>
                <a:lnTo>
                  <a:pt x="60323" y="982713"/>
                </a:lnTo>
                <a:lnTo>
                  <a:pt x="59918" y="972146"/>
                </a:lnTo>
                <a:lnTo>
                  <a:pt x="59530" y="961579"/>
                </a:lnTo>
                <a:lnTo>
                  <a:pt x="59172" y="951012"/>
                </a:lnTo>
                <a:lnTo>
                  <a:pt x="58857" y="940445"/>
                </a:lnTo>
                <a:lnTo>
                  <a:pt x="58597" y="929879"/>
                </a:lnTo>
                <a:lnTo>
                  <a:pt x="58401" y="919312"/>
                </a:lnTo>
                <a:lnTo>
                  <a:pt x="58277" y="908745"/>
                </a:lnTo>
                <a:lnTo>
                  <a:pt x="58230" y="898178"/>
                </a:lnTo>
                <a:lnTo>
                  <a:pt x="58264" y="887611"/>
                </a:lnTo>
                <a:lnTo>
                  <a:pt x="58379" y="877045"/>
                </a:lnTo>
                <a:lnTo>
                  <a:pt x="58573" y="866478"/>
                </a:lnTo>
                <a:lnTo>
                  <a:pt x="58843" y="855911"/>
                </a:lnTo>
                <a:lnTo>
                  <a:pt x="59180" y="845344"/>
                </a:lnTo>
                <a:lnTo>
                  <a:pt x="59574" y="834777"/>
                </a:lnTo>
                <a:lnTo>
                  <a:pt x="60011" y="824211"/>
                </a:lnTo>
                <a:lnTo>
                  <a:pt x="60476" y="813644"/>
                </a:lnTo>
                <a:lnTo>
                  <a:pt x="60951" y="803077"/>
                </a:lnTo>
                <a:lnTo>
                  <a:pt x="61419" y="792510"/>
                </a:lnTo>
                <a:lnTo>
                  <a:pt x="61861" y="781943"/>
                </a:lnTo>
                <a:lnTo>
                  <a:pt x="62263" y="771377"/>
                </a:lnTo>
                <a:lnTo>
                  <a:pt x="62610" y="760810"/>
                </a:lnTo>
                <a:lnTo>
                  <a:pt x="62895" y="750243"/>
                </a:lnTo>
                <a:lnTo>
                  <a:pt x="63112" y="739676"/>
                </a:lnTo>
                <a:lnTo>
                  <a:pt x="63260" y="729109"/>
                </a:lnTo>
                <a:lnTo>
                  <a:pt x="63345" y="718543"/>
                </a:lnTo>
                <a:lnTo>
                  <a:pt x="63374" y="707976"/>
                </a:lnTo>
                <a:lnTo>
                  <a:pt x="63358" y="697409"/>
                </a:lnTo>
                <a:lnTo>
                  <a:pt x="63312" y="686842"/>
                </a:lnTo>
                <a:lnTo>
                  <a:pt x="63248" y="676275"/>
                </a:lnTo>
                <a:lnTo>
                  <a:pt x="63182" y="665708"/>
                </a:lnTo>
                <a:lnTo>
                  <a:pt x="63127" y="655142"/>
                </a:lnTo>
                <a:lnTo>
                  <a:pt x="63093" y="644575"/>
                </a:lnTo>
                <a:lnTo>
                  <a:pt x="63086" y="634008"/>
                </a:lnTo>
                <a:lnTo>
                  <a:pt x="63111" y="623441"/>
                </a:lnTo>
                <a:lnTo>
                  <a:pt x="63167" y="612874"/>
                </a:lnTo>
                <a:lnTo>
                  <a:pt x="63249" y="602308"/>
                </a:lnTo>
                <a:lnTo>
                  <a:pt x="63351" y="591741"/>
                </a:lnTo>
                <a:lnTo>
                  <a:pt x="63462" y="581174"/>
                </a:lnTo>
                <a:lnTo>
                  <a:pt x="63572" y="570607"/>
                </a:lnTo>
                <a:lnTo>
                  <a:pt x="63670" y="560040"/>
                </a:lnTo>
                <a:lnTo>
                  <a:pt x="63746" y="549474"/>
                </a:lnTo>
                <a:lnTo>
                  <a:pt x="63792" y="538907"/>
                </a:lnTo>
                <a:lnTo>
                  <a:pt x="63801" y="528340"/>
                </a:lnTo>
                <a:lnTo>
                  <a:pt x="63772" y="517773"/>
                </a:lnTo>
                <a:lnTo>
                  <a:pt x="63705" y="507206"/>
                </a:lnTo>
                <a:lnTo>
                  <a:pt x="63601" y="496640"/>
                </a:lnTo>
                <a:lnTo>
                  <a:pt x="63466" y="486073"/>
                </a:lnTo>
                <a:lnTo>
                  <a:pt x="63308" y="475506"/>
                </a:lnTo>
                <a:lnTo>
                  <a:pt x="63133" y="464939"/>
                </a:lnTo>
                <a:lnTo>
                  <a:pt x="62949" y="454372"/>
                </a:lnTo>
                <a:lnTo>
                  <a:pt x="62762" y="443806"/>
                </a:lnTo>
                <a:lnTo>
                  <a:pt x="62579" y="433239"/>
                </a:lnTo>
                <a:lnTo>
                  <a:pt x="62403" y="422672"/>
                </a:lnTo>
                <a:lnTo>
                  <a:pt x="62235" y="412105"/>
                </a:lnTo>
                <a:lnTo>
                  <a:pt x="62075" y="401538"/>
                </a:lnTo>
                <a:lnTo>
                  <a:pt x="61924" y="390972"/>
                </a:lnTo>
                <a:lnTo>
                  <a:pt x="61778" y="380405"/>
                </a:lnTo>
                <a:lnTo>
                  <a:pt x="61637" y="369838"/>
                </a:lnTo>
                <a:lnTo>
                  <a:pt x="61501" y="359271"/>
                </a:lnTo>
                <a:lnTo>
                  <a:pt x="61371" y="348704"/>
                </a:lnTo>
                <a:lnTo>
                  <a:pt x="61249" y="338138"/>
                </a:lnTo>
                <a:lnTo>
                  <a:pt x="61138" y="327571"/>
                </a:lnTo>
                <a:lnTo>
                  <a:pt x="61044" y="317004"/>
                </a:lnTo>
                <a:lnTo>
                  <a:pt x="60972" y="306437"/>
                </a:lnTo>
                <a:lnTo>
                  <a:pt x="60927" y="295870"/>
                </a:lnTo>
                <a:lnTo>
                  <a:pt x="60912" y="285304"/>
                </a:lnTo>
                <a:lnTo>
                  <a:pt x="60930" y="274737"/>
                </a:lnTo>
                <a:lnTo>
                  <a:pt x="60980" y="264170"/>
                </a:lnTo>
                <a:lnTo>
                  <a:pt x="61055" y="253603"/>
                </a:lnTo>
                <a:lnTo>
                  <a:pt x="61147" y="243036"/>
                </a:lnTo>
                <a:lnTo>
                  <a:pt x="61238" y="232470"/>
                </a:lnTo>
                <a:lnTo>
                  <a:pt x="61304" y="221903"/>
                </a:lnTo>
                <a:lnTo>
                  <a:pt x="61311" y="211336"/>
                </a:lnTo>
                <a:lnTo>
                  <a:pt x="61214" y="200769"/>
                </a:lnTo>
                <a:lnTo>
                  <a:pt x="60957" y="190202"/>
                </a:lnTo>
                <a:lnTo>
                  <a:pt x="60471" y="179636"/>
                </a:lnTo>
                <a:lnTo>
                  <a:pt x="59676" y="169069"/>
                </a:lnTo>
                <a:lnTo>
                  <a:pt x="58485" y="158502"/>
                </a:lnTo>
                <a:lnTo>
                  <a:pt x="56807" y="147935"/>
                </a:lnTo>
                <a:lnTo>
                  <a:pt x="54558" y="137368"/>
                </a:lnTo>
                <a:lnTo>
                  <a:pt x="51668" y="126802"/>
                </a:lnTo>
                <a:lnTo>
                  <a:pt x="48094" y="116235"/>
                </a:lnTo>
                <a:lnTo>
                  <a:pt x="43836" y="105668"/>
                </a:lnTo>
                <a:lnTo>
                  <a:pt x="38943" y="95101"/>
                </a:lnTo>
                <a:lnTo>
                  <a:pt x="33524" y="84534"/>
                </a:lnTo>
                <a:lnTo>
                  <a:pt x="27751" y="73968"/>
                </a:lnTo>
                <a:lnTo>
                  <a:pt x="21858" y="63401"/>
                </a:lnTo>
                <a:lnTo>
                  <a:pt x="16121" y="52834"/>
                </a:lnTo>
                <a:lnTo>
                  <a:pt x="10849" y="42267"/>
                </a:lnTo>
                <a:lnTo>
                  <a:pt x="6350" y="31700"/>
                </a:lnTo>
                <a:lnTo>
                  <a:pt x="2904" y="21134"/>
                </a:lnTo>
                <a:lnTo>
                  <a:pt x="739" y="10567"/>
                </a:lnTo>
                <a:lnTo>
                  <a:pt x="0" y="0"/>
                </a:lnTo>
                <a:lnTo>
                  <a:pt x="130000" y="0"/>
                </a:lnTo>
                <a:lnTo>
                  <a:pt x="130000" y="0"/>
                </a:lnTo>
                <a:lnTo>
                  <a:pt x="129261" y="10567"/>
                </a:lnTo>
                <a:lnTo>
                  <a:pt x="127096" y="21134"/>
                </a:lnTo>
                <a:lnTo>
                  <a:pt x="123650" y="31700"/>
                </a:lnTo>
                <a:lnTo>
                  <a:pt x="119151" y="42267"/>
                </a:lnTo>
                <a:lnTo>
                  <a:pt x="113879" y="52834"/>
                </a:lnTo>
                <a:lnTo>
                  <a:pt x="108142" y="63401"/>
                </a:lnTo>
                <a:lnTo>
                  <a:pt x="102249" y="73968"/>
                </a:lnTo>
                <a:lnTo>
                  <a:pt x="96476" y="84534"/>
                </a:lnTo>
                <a:lnTo>
                  <a:pt x="91057" y="95101"/>
                </a:lnTo>
                <a:lnTo>
                  <a:pt x="86164" y="105668"/>
                </a:lnTo>
                <a:lnTo>
                  <a:pt x="81906" y="116235"/>
                </a:lnTo>
                <a:lnTo>
                  <a:pt x="78333" y="126802"/>
                </a:lnTo>
                <a:lnTo>
                  <a:pt x="75442" y="137368"/>
                </a:lnTo>
                <a:lnTo>
                  <a:pt x="73193" y="147935"/>
                </a:lnTo>
                <a:lnTo>
                  <a:pt x="71516" y="158502"/>
                </a:lnTo>
                <a:lnTo>
                  <a:pt x="70324" y="169069"/>
                </a:lnTo>
                <a:lnTo>
                  <a:pt x="69529" y="179636"/>
                </a:lnTo>
                <a:lnTo>
                  <a:pt x="69043" y="190202"/>
                </a:lnTo>
                <a:lnTo>
                  <a:pt x="68786" y="200769"/>
                </a:lnTo>
                <a:lnTo>
                  <a:pt x="68689" y="211336"/>
                </a:lnTo>
                <a:lnTo>
                  <a:pt x="68696" y="221903"/>
                </a:lnTo>
                <a:lnTo>
                  <a:pt x="68762" y="232470"/>
                </a:lnTo>
                <a:lnTo>
                  <a:pt x="68853" y="243036"/>
                </a:lnTo>
                <a:lnTo>
                  <a:pt x="68945" y="253603"/>
                </a:lnTo>
                <a:lnTo>
                  <a:pt x="69020" y="264170"/>
                </a:lnTo>
                <a:lnTo>
                  <a:pt x="69070" y="274737"/>
                </a:lnTo>
                <a:lnTo>
                  <a:pt x="69088" y="285304"/>
                </a:lnTo>
                <a:lnTo>
                  <a:pt x="69073" y="295870"/>
                </a:lnTo>
                <a:lnTo>
                  <a:pt x="69028" y="306437"/>
                </a:lnTo>
                <a:lnTo>
                  <a:pt x="68956" y="317004"/>
                </a:lnTo>
                <a:lnTo>
                  <a:pt x="68862" y="327571"/>
                </a:lnTo>
                <a:lnTo>
                  <a:pt x="68751" y="338138"/>
                </a:lnTo>
                <a:lnTo>
                  <a:pt x="68629" y="348704"/>
                </a:lnTo>
                <a:lnTo>
                  <a:pt x="68499" y="359271"/>
                </a:lnTo>
                <a:lnTo>
                  <a:pt x="68363" y="369838"/>
                </a:lnTo>
                <a:lnTo>
                  <a:pt x="68222" y="380405"/>
                </a:lnTo>
                <a:lnTo>
                  <a:pt x="68076" y="390972"/>
                </a:lnTo>
                <a:lnTo>
                  <a:pt x="67925" y="401538"/>
                </a:lnTo>
                <a:lnTo>
                  <a:pt x="67765" y="412105"/>
                </a:lnTo>
                <a:lnTo>
                  <a:pt x="67597" y="422672"/>
                </a:lnTo>
                <a:lnTo>
                  <a:pt x="67421" y="433239"/>
                </a:lnTo>
                <a:lnTo>
                  <a:pt x="67238" y="443806"/>
                </a:lnTo>
                <a:lnTo>
                  <a:pt x="67052" y="454372"/>
                </a:lnTo>
                <a:lnTo>
                  <a:pt x="66867" y="464939"/>
                </a:lnTo>
                <a:lnTo>
                  <a:pt x="66692" y="475506"/>
                </a:lnTo>
                <a:lnTo>
                  <a:pt x="66534" y="486073"/>
                </a:lnTo>
                <a:lnTo>
                  <a:pt x="66399" y="496640"/>
                </a:lnTo>
                <a:lnTo>
                  <a:pt x="66295" y="507206"/>
                </a:lnTo>
                <a:lnTo>
                  <a:pt x="66228" y="517773"/>
                </a:lnTo>
                <a:lnTo>
                  <a:pt x="66199" y="528340"/>
                </a:lnTo>
                <a:lnTo>
                  <a:pt x="66208" y="538907"/>
                </a:lnTo>
                <a:lnTo>
                  <a:pt x="66254" y="549474"/>
                </a:lnTo>
                <a:lnTo>
                  <a:pt x="66330" y="560040"/>
                </a:lnTo>
                <a:lnTo>
                  <a:pt x="66428" y="570607"/>
                </a:lnTo>
                <a:lnTo>
                  <a:pt x="66538" y="581174"/>
                </a:lnTo>
                <a:lnTo>
                  <a:pt x="66649" y="591741"/>
                </a:lnTo>
                <a:lnTo>
                  <a:pt x="66751" y="602308"/>
                </a:lnTo>
                <a:lnTo>
                  <a:pt x="66833" y="612874"/>
                </a:lnTo>
                <a:lnTo>
                  <a:pt x="66889" y="623441"/>
                </a:lnTo>
                <a:lnTo>
                  <a:pt x="66914" y="634008"/>
                </a:lnTo>
                <a:lnTo>
                  <a:pt x="66907" y="644575"/>
                </a:lnTo>
                <a:lnTo>
                  <a:pt x="66873" y="655142"/>
                </a:lnTo>
                <a:lnTo>
                  <a:pt x="66818" y="665708"/>
                </a:lnTo>
                <a:lnTo>
                  <a:pt x="66752" y="676275"/>
                </a:lnTo>
                <a:lnTo>
                  <a:pt x="66688" y="686842"/>
                </a:lnTo>
                <a:lnTo>
                  <a:pt x="66642" y="697409"/>
                </a:lnTo>
                <a:lnTo>
                  <a:pt x="66626" y="707976"/>
                </a:lnTo>
                <a:lnTo>
                  <a:pt x="66655" y="718543"/>
                </a:lnTo>
                <a:lnTo>
                  <a:pt x="66740" y="729109"/>
                </a:lnTo>
                <a:lnTo>
                  <a:pt x="66888" y="739676"/>
                </a:lnTo>
                <a:lnTo>
                  <a:pt x="67105" y="750243"/>
                </a:lnTo>
                <a:lnTo>
                  <a:pt x="67390" y="760810"/>
                </a:lnTo>
                <a:lnTo>
                  <a:pt x="67737" y="771377"/>
                </a:lnTo>
                <a:lnTo>
                  <a:pt x="68139" y="781943"/>
                </a:lnTo>
                <a:lnTo>
                  <a:pt x="68581" y="792510"/>
                </a:lnTo>
                <a:lnTo>
                  <a:pt x="69049" y="803077"/>
                </a:lnTo>
                <a:lnTo>
                  <a:pt x="69524" y="813644"/>
                </a:lnTo>
                <a:lnTo>
                  <a:pt x="69989" y="824211"/>
                </a:lnTo>
                <a:lnTo>
                  <a:pt x="70426" y="834777"/>
                </a:lnTo>
                <a:lnTo>
                  <a:pt x="70820" y="845344"/>
                </a:lnTo>
                <a:lnTo>
                  <a:pt x="71157" y="855911"/>
                </a:lnTo>
                <a:lnTo>
                  <a:pt x="71427" y="866478"/>
                </a:lnTo>
                <a:lnTo>
                  <a:pt x="71621" y="877045"/>
                </a:lnTo>
                <a:lnTo>
                  <a:pt x="71736" y="887611"/>
                </a:lnTo>
                <a:lnTo>
                  <a:pt x="71770" y="898178"/>
                </a:lnTo>
                <a:lnTo>
                  <a:pt x="71723" y="908745"/>
                </a:lnTo>
                <a:lnTo>
                  <a:pt x="71599" y="919312"/>
                </a:lnTo>
                <a:lnTo>
                  <a:pt x="71403" y="929879"/>
                </a:lnTo>
                <a:lnTo>
                  <a:pt x="71143" y="940445"/>
                </a:lnTo>
                <a:lnTo>
                  <a:pt x="70828" y="951012"/>
                </a:lnTo>
                <a:lnTo>
                  <a:pt x="70470" y="961579"/>
                </a:lnTo>
                <a:lnTo>
                  <a:pt x="70082" y="972146"/>
                </a:lnTo>
                <a:lnTo>
                  <a:pt x="69677" y="982713"/>
                </a:lnTo>
                <a:lnTo>
                  <a:pt x="69269" y="993279"/>
                </a:lnTo>
                <a:lnTo>
                  <a:pt x="68871" y="1003846"/>
                </a:lnTo>
                <a:lnTo>
                  <a:pt x="68498" y="1014413"/>
                </a:lnTo>
                <a:lnTo>
                  <a:pt x="68163" y="1024980"/>
                </a:lnTo>
                <a:lnTo>
                  <a:pt x="67881" y="1035547"/>
                </a:lnTo>
                <a:lnTo>
                  <a:pt x="67668" y="1046113"/>
                </a:lnTo>
                <a:lnTo>
                  <a:pt x="67544" y="1056680"/>
                </a:lnTo>
                <a:lnTo>
                  <a:pt x="67534" y="1067247"/>
                </a:lnTo>
                <a:lnTo>
                  <a:pt x="67667" y="1077814"/>
                </a:lnTo>
                <a:lnTo>
                  <a:pt x="67981" y="1088381"/>
                </a:lnTo>
                <a:lnTo>
                  <a:pt x="68520" y="1098947"/>
                </a:lnTo>
                <a:lnTo>
                  <a:pt x="69333" y="1109514"/>
                </a:lnTo>
                <a:lnTo>
                  <a:pt x="70470" y="1120081"/>
                </a:lnTo>
                <a:lnTo>
                  <a:pt x="71981" y="1130648"/>
                </a:lnTo>
                <a:lnTo>
                  <a:pt x="73905" y="1141215"/>
                </a:lnTo>
                <a:lnTo>
                  <a:pt x="76262" y="1151781"/>
                </a:lnTo>
                <a:lnTo>
                  <a:pt x="79052" y="1162348"/>
                </a:lnTo>
                <a:lnTo>
                  <a:pt x="82239" y="1172915"/>
                </a:lnTo>
                <a:lnTo>
                  <a:pt x="85750" y="1183482"/>
                </a:lnTo>
                <a:lnTo>
                  <a:pt x="89476" y="1194049"/>
                </a:lnTo>
                <a:lnTo>
                  <a:pt x="93267" y="1204615"/>
                </a:lnTo>
                <a:lnTo>
                  <a:pt x="96948" y="1215182"/>
                </a:lnTo>
                <a:lnTo>
                  <a:pt x="100323" y="1225749"/>
                </a:lnTo>
                <a:lnTo>
                  <a:pt x="103200" y="1236316"/>
                </a:lnTo>
                <a:lnTo>
                  <a:pt x="105400" y="1246883"/>
                </a:lnTo>
                <a:lnTo>
                  <a:pt x="106781" y="1257449"/>
                </a:lnTo>
                <a:lnTo>
                  <a:pt x="107252" y="1268016"/>
                </a:lnTo>
                <a:lnTo>
                  <a:pt x="107252" y="1268016"/>
                </a:lnTo>
                <a:close/>
              </a:path>
            </a:pathLst>
          </a:custGeom>
          <a:solidFill>
            <a:srgbClr val="A57948">
              <a:alpha val="12000"/>
            </a:srgbClr>
          </a:solidFill>
          <a:ln w="6985">
            <a:solidFill>
              <a:srgbClr val="A57948">
                <a:alpha val="12000"/>
              </a:srgbClr>
            </a:solidFill>
            <a:prstDash val="solid"/>
          </a:ln>
        </p:spPr>
      </p:sp>
      <p:sp>
        <p:nvSpPr>
          <p:cNvPr id="2950" name="01_find_only_2949">
            <a:extLst>
              <a:ext uri="{FF2B5EF4-FFF2-40B4-BE49-F238E27FC236}">
                <a16:creationId xmlns:a16="http://schemas.microsoft.com/office/drawing/2014/main" id="{C89AF994-31C5-4AD2-A9FC-70D9CDE5120A}"/>
              </a:ext>
            </a:extLst>
          </p:cNvPr>
          <p:cNvSpPr>
            <a:spLocks noGrp="1"/>
          </p:cNvSpPr>
          <p:nvPr/>
        </p:nvSpPr>
        <p:spPr>
          <a:xfrm>
            <a:off x="48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951" name="text_2950">
            <a:extLst>
              <a:ext uri="{FF2B5EF4-FFF2-40B4-BE49-F238E27FC236}">
                <a16:creationId xmlns:a16="http://schemas.microsoft.com/office/drawing/2014/main" id="{2E4C41BD-F869-4303-A36E-AD36E49E3748}"/>
              </a:ext>
            </a:extLst>
          </p:cNvPr>
          <p:cNvSpPr>
            <a:spLocks noGrp="1"/>
          </p:cNvSpPr>
          <p:nvPr/>
        </p:nvSpPr>
        <p:spPr>
          <a:xfrm>
            <a:off x="4784427" y="63207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952" name="01_find_only_2951">
            <a:extLst>
              <a:ext uri="{FF2B5EF4-FFF2-40B4-BE49-F238E27FC236}">
                <a16:creationId xmlns:a16="http://schemas.microsoft.com/office/drawing/2014/main" id="{BE954DC7-0F4F-427F-9AD4-30B97B665EFE}"/>
              </a:ext>
            </a:extLst>
          </p:cNvPr>
          <p:cNvSpPr>
            <a:spLocks noGrp="1"/>
          </p:cNvSpPr>
          <p:nvPr/>
        </p:nvSpPr>
        <p:spPr>
          <a:xfrm>
            <a:off x="506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953" name="text_2952">
            <a:extLst>
              <a:ext uri="{FF2B5EF4-FFF2-40B4-BE49-F238E27FC236}">
                <a16:creationId xmlns:a16="http://schemas.microsoft.com/office/drawing/2014/main" id="{3E4B4D17-BABC-48C9-9399-CDE70F0F7DF4}"/>
              </a:ext>
            </a:extLst>
          </p:cNvPr>
          <p:cNvSpPr>
            <a:spLocks noGrp="1"/>
          </p:cNvSpPr>
          <p:nvPr/>
        </p:nvSpPr>
        <p:spPr>
          <a:xfrm>
            <a:off x="5008653" y="63207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954" name="01_find_only_2953">
            <a:extLst>
              <a:ext uri="{FF2B5EF4-FFF2-40B4-BE49-F238E27FC236}">
                <a16:creationId xmlns:a16="http://schemas.microsoft.com/office/drawing/2014/main" id="{AF6E3D70-5294-45C9-879D-4E1671284248}"/>
              </a:ext>
            </a:extLst>
          </p:cNvPr>
          <p:cNvSpPr>
            <a:spLocks noGrp="1"/>
          </p:cNvSpPr>
          <p:nvPr/>
        </p:nvSpPr>
        <p:spPr>
          <a:xfrm>
            <a:off x="53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955" name="text_2954">
            <a:extLst>
              <a:ext uri="{FF2B5EF4-FFF2-40B4-BE49-F238E27FC236}">
                <a16:creationId xmlns:a16="http://schemas.microsoft.com/office/drawing/2014/main" id="{7B8F999A-F6CB-414D-872B-1B7895D90461}"/>
              </a:ext>
            </a:extLst>
          </p:cNvPr>
          <p:cNvSpPr>
            <a:spLocks noGrp="1"/>
          </p:cNvSpPr>
          <p:nvPr/>
        </p:nvSpPr>
        <p:spPr>
          <a:xfrm>
            <a:off x="52328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956" name="01_find_only_2955">
            <a:extLst>
              <a:ext uri="{FF2B5EF4-FFF2-40B4-BE49-F238E27FC236}">
                <a16:creationId xmlns:a16="http://schemas.microsoft.com/office/drawing/2014/main" id="{ADB0CFBA-440B-4978-8A86-AAA3F7574C14}"/>
              </a:ext>
            </a:extLst>
          </p:cNvPr>
          <p:cNvSpPr>
            <a:spLocks noGrp="1"/>
          </p:cNvSpPr>
          <p:nvPr/>
        </p:nvSpPr>
        <p:spPr>
          <a:xfrm>
            <a:off x="58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957" name="text_2956">
            <a:extLst>
              <a:ext uri="{FF2B5EF4-FFF2-40B4-BE49-F238E27FC236}">
                <a16:creationId xmlns:a16="http://schemas.microsoft.com/office/drawing/2014/main" id="{9D6EF494-C0BA-46C1-9160-937B0FD67C8E}"/>
              </a:ext>
            </a:extLst>
          </p:cNvPr>
          <p:cNvSpPr>
            <a:spLocks noGrp="1"/>
          </p:cNvSpPr>
          <p:nvPr/>
        </p:nvSpPr>
        <p:spPr>
          <a:xfrm>
            <a:off x="57328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2958" name="01_find_only_2957">
            <a:extLst>
              <a:ext uri="{FF2B5EF4-FFF2-40B4-BE49-F238E27FC236}">
                <a16:creationId xmlns:a16="http://schemas.microsoft.com/office/drawing/2014/main" id="{B28E7C99-2CDF-44F7-866C-7A923640F90A}"/>
              </a:ext>
            </a:extLst>
          </p:cNvPr>
          <p:cNvSpPr>
            <a:spLocks noGrp="1"/>
          </p:cNvSpPr>
          <p:nvPr/>
        </p:nvSpPr>
        <p:spPr>
          <a:xfrm>
            <a:off x="6310200" y="62514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959" name="text_2958">
            <a:extLst>
              <a:ext uri="{FF2B5EF4-FFF2-40B4-BE49-F238E27FC236}">
                <a16:creationId xmlns:a16="http://schemas.microsoft.com/office/drawing/2014/main" id="{AD403714-B52A-4651-8C3C-3DECD5AB6764}"/>
              </a:ext>
            </a:extLst>
          </p:cNvPr>
          <p:cNvSpPr>
            <a:spLocks noGrp="1"/>
          </p:cNvSpPr>
          <p:nvPr/>
        </p:nvSpPr>
        <p:spPr>
          <a:xfrm>
            <a:off x="6232880" y="63207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2960" name="text_2959">
            <a:extLst>
              <a:ext uri="{FF2B5EF4-FFF2-40B4-BE49-F238E27FC236}">
                <a16:creationId xmlns:a16="http://schemas.microsoft.com/office/drawing/2014/main" id="{4E7CA88D-C2A4-47B5-8093-30591F5F5A29}"/>
              </a:ext>
            </a:extLst>
          </p:cNvPr>
          <p:cNvSpPr>
            <a:spLocks noGrp="1"/>
          </p:cNvSpPr>
          <p:nvPr/>
        </p:nvSpPr>
        <p:spPr>
          <a:xfrm>
            <a:off x="4996410" y="6457278"/>
            <a:ext cx="1230281"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Relative candidate count (%)</a:t>
            </a:r>
          </a:p>
        </p:txBody>
      </p:sp>
      <p:sp>
        <p:nvSpPr>
          <p:cNvPr id="2961" name="01_find_only_2960">
            <a:extLst>
              <a:ext uri="{FF2B5EF4-FFF2-40B4-BE49-F238E27FC236}">
                <a16:creationId xmlns:a16="http://schemas.microsoft.com/office/drawing/2014/main" id="{553C1650-D246-407D-8E42-46FA1D30FC48}"/>
              </a:ext>
            </a:extLst>
          </p:cNvPr>
          <p:cNvSpPr>
            <a:spLocks noGrp="1"/>
          </p:cNvSpPr>
          <p:nvPr/>
        </p:nvSpPr>
        <p:spPr>
          <a:xfrm>
            <a:off x="4795200" y="6187999"/>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962" name="01_find_only_2961">
            <a:extLst>
              <a:ext uri="{FF2B5EF4-FFF2-40B4-BE49-F238E27FC236}">
                <a16:creationId xmlns:a16="http://schemas.microsoft.com/office/drawing/2014/main" id="{20D18BBE-9249-41AB-812B-2A521AF25585}"/>
              </a:ext>
            </a:extLst>
          </p:cNvPr>
          <p:cNvSpPr>
            <a:spLocks noGrp="1"/>
          </p:cNvSpPr>
          <p:nvPr/>
        </p:nvSpPr>
        <p:spPr>
          <a:xfrm>
            <a:off x="4757100" y="618799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963" name="text_2962">
            <a:extLst>
              <a:ext uri="{FF2B5EF4-FFF2-40B4-BE49-F238E27FC236}">
                <a16:creationId xmlns:a16="http://schemas.microsoft.com/office/drawing/2014/main" id="{2EC67755-3EC3-4A5F-8C8D-F147DF1CEB7F}"/>
              </a:ext>
            </a:extLst>
          </p:cNvPr>
          <p:cNvSpPr>
            <a:spLocks noGrp="1"/>
          </p:cNvSpPr>
          <p:nvPr/>
        </p:nvSpPr>
        <p:spPr>
          <a:xfrm>
            <a:off x="4667453" y="6147938"/>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964" name="01_find_only_2963">
            <a:extLst>
              <a:ext uri="{FF2B5EF4-FFF2-40B4-BE49-F238E27FC236}">
                <a16:creationId xmlns:a16="http://schemas.microsoft.com/office/drawing/2014/main" id="{8C096754-0415-4AAC-8E96-B65109141F9C}"/>
              </a:ext>
            </a:extLst>
          </p:cNvPr>
          <p:cNvSpPr>
            <a:spLocks noGrp="1"/>
          </p:cNvSpPr>
          <p:nvPr/>
        </p:nvSpPr>
        <p:spPr>
          <a:xfrm>
            <a:off x="4795200" y="5553991"/>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965" name="01_find_only_2964">
            <a:extLst>
              <a:ext uri="{FF2B5EF4-FFF2-40B4-BE49-F238E27FC236}">
                <a16:creationId xmlns:a16="http://schemas.microsoft.com/office/drawing/2014/main" id="{BA10CCBA-CACB-49F4-8794-09264B30BEE1}"/>
              </a:ext>
            </a:extLst>
          </p:cNvPr>
          <p:cNvSpPr>
            <a:spLocks noGrp="1"/>
          </p:cNvSpPr>
          <p:nvPr/>
        </p:nvSpPr>
        <p:spPr>
          <a:xfrm>
            <a:off x="4757100" y="555399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966" name="text_2965">
            <a:extLst>
              <a:ext uri="{FF2B5EF4-FFF2-40B4-BE49-F238E27FC236}">
                <a16:creationId xmlns:a16="http://schemas.microsoft.com/office/drawing/2014/main" id="{8070F9C9-6F83-471C-9CDF-1A15DB43EC96}"/>
              </a:ext>
            </a:extLst>
          </p:cNvPr>
          <p:cNvSpPr>
            <a:spLocks noGrp="1"/>
          </p:cNvSpPr>
          <p:nvPr/>
        </p:nvSpPr>
        <p:spPr>
          <a:xfrm>
            <a:off x="4615906" y="551393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967" name="01_find_only_2966">
            <a:extLst>
              <a:ext uri="{FF2B5EF4-FFF2-40B4-BE49-F238E27FC236}">
                <a16:creationId xmlns:a16="http://schemas.microsoft.com/office/drawing/2014/main" id="{17774F85-AFC1-4DB7-B9E1-960C2D34C396}"/>
              </a:ext>
            </a:extLst>
          </p:cNvPr>
          <p:cNvSpPr>
            <a:spLocks noGrp="1"/>
          </p:cNvSpPr>
          <p:nvPr/>
        </p:nvSpPr>
        <p:spPr>
          <a:xfrm>
            <a:off x="4795200" y="4919983"/>
            <a:ext cx="1620000" cy="191"/>
          </a:xfrm>
          <a:custGeom>
            <a:avLst/>
            <a:gdLst/>
            <a:ahLst/>
            <a:cxnLst/>
            <a:rect l="0" t="0" r="0" b="0"/>
            <a:pathLst>
              <a:path w="1620000" h="191">
                <a:moveTo>
                  <a:pt x="0" y="0"/>
                </a:moveTo>
                <a:lnTo>
                  <a:pt x="1620000" y="0"/>
                </a:lnTo>
              </a:path>
            </a:pathLst>
          </a:custGeom>
          <a:noFill/>
          <a:ln w="6985">
            <a:solidFill>
              <a:srgbClr val="DEE5EA"/>
            </a:solidFill>
            <a:prstDash val="solid"/>
          </a:ln>
        </p:spPr>
      </p:sp>
      <p:sp>
        <p:nvSpPr>
          <p:cNvPr id="2968" name="01_find_only_2967">
            <a:extLst>
              <a:ext uri="{FF2B5EF4-FFF2-40B4-BE49-F238E27FC236}">
                <a16:creationId xmlns:a16="http://schemas.microsoft.com/office/drawing/2014/main" id="{47FAFF86-4897-446D-A6F2-AFDB6BC9184B}"/>
              </a:ext>
            </a:extLst>
          </p:cNvPr>
          <p:cNvSpPr>
            <a:spLocks noGrp="1"/>
          </p:cNvSpPr>
          <p:nvPr/>
        </p:nvSpPr>
        <p:spPr>
          <a:xfrm>
            <a:off x="4757100" y="491998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969" name="text_2968">
            <a:extLst>
              <a:ext uri="{FF2B5EF4-FFF2-40B4-BE49-F238E27FC236}">
                <a16:creationId xmlns:a16="http://schemas.microsoft.com/office/drawing/2014/main" id="{6CE5CB93-5ED9-4EB1-B75C-5D7F840A46C1}"/>
              </a:ext>
            </a:extLst>
          </p:cNvPr>
          <p:cNvSpPr>
            <a:spLocks noGrp="1"/>
          </p:cNvSpPr>
          <p:nvPr/>
        </p:nvSpPr>
        <p:spPr>
          <a:xfrm>
            <a:off x="4564360" y="4879922"/>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970" name="01_find_only_2969">
            <a:extLst>
              <a:ext uri="{FF2B5EF4-FFF2-40B4-BE49-F238E27FC236}">
                <a16:creationId xmlns:a16="http://schemas.microsoft.com/office/drawing/2014/main" id="{DA9A34C9-2345-4D09-BF0F-D283D3D82822}"/>
              </a:ext>
            </a:extLst>
          </p:cNvPr>
          <p:cNvSpPr>
            <a:spLocks noGrp="1"/>
          </p:cNvSpPr>
          <p:nvPr/>
        </p:nvSpPr>
        <p:spPr>
          <a:xfrm>
            <a:off x="5080434" y="5653588"/>
            <a:ext cx="28398" cy="28398"/>
          </a:xfrm>
          <a:prstGeom prst="ellipse">
            <a:avLst/>
          </a:prstGeom>
          <a:solidFill>
            <a:srgbClr val="7F8C97">
              <a:alpha val="48000"/>
            </a:srgbClr>
          </a:solidFill>
          <a:ln w="0">
            <a:noFill/>
            <a:prstDash val="solid"/>
          </a:ln>
        </p:spPr>
      </p:sp>
      <p:sp>
        <p:nvSpPr>
          <p:cNvPr id="2971" name="01_find_only_2970">
            <a:extLst>
              <a:ext uri="{FF2B5EF4-FFF2-40B4-BE49-F238E27FC236}">
                <a16:creationId xmlns:a16="http://schemas.microsoft.com/office/drawing/2014/main" id="{576CD987-6332-43E0-8152-B81FCD589BAF}"/>
              </a:ext>
            </a:extLst>
          </p:cNvPr>
          <p:cNvSpPr>
            <a:spLocks noGrp="1"/>
          </p:cNvSpPr>
          <p:nvPr/>
        </p:nvSpPr>
        <p:spPr>
          <a:xfrm>
            <a:off x="5072803" y="6173800"/>
            <a:ext cx="28398" cy="28398"/>
          </a:xfrm>
          <a:prstGeom prst="ellipse">
            <a:avLst/>
          </a:prstGeom>
          <a:solidFill>
            <a:srgbClr val="7F8C97">
              <a:alpha val="48000"/>
            </a:srgbClr>
          </a:solidFill>
          <a:ln w="0">
            <a:noFill/>
            <a:prstDash val="solid"/>
          </a:ln>
        </p:spPr>
      </p:sp>
      <p:sp>
        <p:nvSpPr>
          <p:cNvPr id="2972" name="01_find_only_2971">
            <a:extLst>
              <a:ext uri="{FF2B5EF4-FFF2-40B4-BE49-F238E27FC236}">
                <a16:creationId xmlns:a16="http://schemas.microsoft.com/office/drawing/2014/main" id="{D21CF285-AF9C-4A6F-8D2F-C025E2461CA3}"/>
              </a:ext>
            </a:extLst>
          </p:cNvPr>
          <p:cNvSpPr>
            <a:spLocks noGrp="1"/>
          </p:cNvSpPr>
          <p:nvPr/>
        </p:nvSpPr>
        <p:spPr>
          <a:xfrm>
            <a:off x="5034937" y="6173800"/>
            <a:ext cx="28398" cy="28398"/>
          </a:xfrm>
          <a:prstGeom prst="ellipse">
            <a:avLst/>
          </a:prstGeom>
          <a:solidFill>
            <a:srgbClr val="7F8C97">
              <a:alpha val="48000"/>
            </a:srgbClr>
          </a:solidFill>
          <a:ln w="0">
            <a:noFill/>
            <a:prstDash val="solid"/>
          </a:ln>
        </p:spPr>
      </p:sp>
      <p:sp>
        <p:nvSpPr>
          <p:cNvPr id="2973" name="01_find_only_2972">
            <a:extLst>
              <a:ext uri="{FF2B5EF4-FFF2-40B4-BE49-F238E27FC236}">
                <a16:creationId xmlns:a16="http://schemas.microsoft.com/office/drawing/2014/main" id="{82674EA4-7FDF-4BE6-8FE4-EB78A653EA88}"/>
              </a:ext>
            </a:extLst>
          </p:cNvPr>
          <p:cNvSpPr>
            <a:spLocks noGrp="1"/>
          </p:cNvSpPr>
          <p:nvPr/>
        </p:nvSpPr>
        <p:spPr>
          <a:xfrm>
            <a:off x="5087206" y="5539792"/>
            <a:ext cx="28398" cy="28398"/>
          </a:xfrm>
          <a:prstGeom prst="ellipse">
            <a:avLst/>
          </a:prstGeom>
          <a:solidFill>
            <a:srgbClr val="7F8C97">
              <a:alpha val="48000"/>
            </a:srgbClr>
          </a:solidFill>
          <a:ln w="0">
            <a:noFill/>
            <a:prstDash val="solid"/>
          </a:ln>
        </p:spPr>
      </p:sp>
      <p:sp>
        <p:nvSpPr>
          <p:cNvPr id="2974" name="01_find_only_2973">
            <a:extLst>
              <a:ext uri="{FF2B5EF4-FFF2-40B4-BE49-F238E27FC236}">
                <a16:creationId xmlns:a16="http://schemas.microsoft.com/office/drawing/2014/main" id="{F21736C9-30A5-4F0A-853E-5F740C83A9CF}"/>
              </a:ext>
            </a:extLst>
          </p:cNvPr>
          <p:cNvSpPr>
            <a:spLocks noGrp="1"/>
          </p:cNvSpPr>
          <p:nvPr/>
        </p:nvSpPr>
        <p:spPr>
          <a:xfrm>
            <a:off x="5065840" y="5630365"/>
            <a:ext cx="28398" cy="28398"/>
          </a:xfrm>
          <a:prstGeom prst="ellipse">
            <a:avLst/>
          </a:prstGeom>
          <a:solidFill>
            <a:srgbClr val="7F8C97">
              <a:alpha val="48000"/>
            </a:srgbClr>
          </a:solidFill>
          <a:ln w="0">
            <a:noFill/>
            <a:prstDash val="solid"/>
          </a:ln>
        </p:spPr>
      </p:sp>
      <p:sp>
        <p:nvSpPr>
          <p:cNvPr id="2975" name="01_find_only_2974">
            <a:extLst>
              <a:ext uri="{FF2B5EF4-FFF2-40B4-BE49-F238E27FC236}">
                <a16:creationId xmlns:a16="http://schemas.microsoft.com/office/drawing/2014/main" id="{EFD08CD8-9C45-484C-B2F0-81CFC9698482}"/>
              </a:ext>
            </a:extLst>
          </p:cNvPr>
          <p:cNvSpPr>
            <a:spLocks noGrp="1"/>
          </p:cNvSpPr>
          <p:nvPr/>
        </p:nvSpPr>
        <p:spPr>
          <a:xfrm>
            <a:off x="5002698" y="5597429"/>
            <a:ext cx="28398" cy="28398"/>
          </a:xfrm>
          <a:prstGeom prst="ellipse">
            <a:avLst/>
          </a:prstGeom>
          <a:solidFill>
            <a:srgbClr val="7F8C97">
              <a:alpha val="48000"/>
            </a:srgbClr>
          </a:solidFill>
          <a:ln w="0">
            <a:noFill/>
            <a:prstDash val="solid"/>
          </a:ln>
        </p:spPr>
      </p:sp>
      <p:sp>
        <p:nvSpPr>
          <p:cNvPr id="2976" name="01_find_only_2975">
            <a:extLst>
              <a:ext uri="{FF2B5EF4-FFF2-40B4-BE49-F238E27FC236}">
                <a16:creationId xmlns:a16="http://schemas.microsoft.com/office/drawing/2014/main" id="{32F73981-8501-4D9A-8B13-C8A421723909}"/>
              </a:ext>
            </a:extLst>
          </p:cNvPr>
          <p:cNvSpPr>
            <a:spLocks noGrp="1"/>
          </p:cNvSpPr>
          <p:nvPr/>
        </p:nvSpPr>
        <p:spPr>
          <a:xfrm>
            <a:off x="5023014" y="6173800"/>
            <a:ext cx="28398" cy="28398"/>
          </a:xfrm>
          <a:prstGeom prst="ellipse">
            <a:avLst/>
          </a:prstGeom>
          <a:solidFill>
            <a:srgbClr val="7F8C97">
              <a:alpha val="48000"/>
            </a:srgbClr>
          </a:solidFill>
          <a:ln w="0">
            <a:noFill/>
            <a:prstDash val="solid"/>
          </a:ln>
        </p:spPr>
      </p:sp>
      <p:sp>
        <p:nvSpPr>
          <p:cNvPr id="2977" name="01_find_only_2976">
            <a:extLst>
              <a:ext uri="{FF2B5EF4-FFF2-40B4-BE49-F238E27FC236}">
                <a16:creationId xmlns:a16="http://schemas.microsoft.com/office/drawing/2014/main" id="{A0E61483-B743-4B05-A3EC-B37CB6EF80FB}"/>
              </a:ext>
            </a:extLst>
          </p:cNvPr>
          <p:cNvSpPr>
            <a:spLocks noGrp="1"/>
          </p:cNvSpPr>
          <p:nvPr/>
        </p:nvSpPr>
        <p:spPr>
          <a:xfrm>
            <a:off x="5002507" y="6173800"/>
            <a:ext cx="28398" cy="28398"/>
          </a:xfrm>
          <a:prstGeom prst="ellipse">
            <a:avLst/>
          </a:prstGeom>
          <a:solidFill>
            <a:srgbClr val="7F8C97">
              <a:alpha val="48000"/>
            </a:srgbClr>
          </a:solidFill>
          <a:ln w="0">
            <a:noFill/>
            <a:prstDash val="solid"/>
          </a:ln>
        </p:spPr>
      </p:sp>
      <p:sp>
        <p:nvSpPr>
          <p:cNvPr id="2978" name="01_find_only_2977">
            <a:extLst>
              <a:ext uri="{FF2B5EF4-FFF2-40B4-BE49-F238E27FC236}">
                <a16:creationId xmlns:a16="http://schemas.microsoft.com/office/drawing/2014/main" id="{801F807E-00FF-45E9-AFFD-94D68F7F02EB}"/>
              </a:ext>
            </a:extLst>
          </p:cNvPr>
          <p:cNvSpPr>
            <a:spLocks noGrp="1"/>
          </p:cNvSpPr>
          <p:nvPr/>
        </p:nvSpPr>
        <p:spPr>
          <a:xfrm>
            <a:off x="5056398" y="6173800"/>
            <a:ext cx="28398" cy="28398"/>
          </a:xfrm>
          <a:prstGeom prst="ellipse">
            <a:avLst/>
          </a:prstGeom>
          <a:solidFill>
            <a:srgbClr val="7F8C97">
              <a:alpha val="48000"/>
            </a:srgbClr>
          </a:solidFill>
          <a:ln w="0">
            <a:noFill/>
            <a:prstDash val="solid"/>
          </a:ln>
        </p:spPr>
      </p:sp>
      <p:sp>
        <p:nvSpPr>
          <p:cNvPr id="2979" name="01_find_only_2978">
            <a:extLst>
              <a:ext uri="{FF2B5EF4-FFF2-40B4-BE49-F238E27FC236}">
                <a16:creationId xmlns:a16="http://schemas.microsoft.com/office/drawing/2014/main" id="{AB6DEBAE-5E1B-43DA-BD4F-B517DDDAA38E}"/>
              </a:ext>
            </a:extLst>
          </p:cNvPr>
          <p:cNvSpPr>
            <a:spLocks noGrp="1"/>
          </p:cNvSpPr>
          <p:nvPr/>
        </p:nvSpPr>
        <p:spPr>
          <a:xfrm>
            <a:off x="5043998" y="6173800"/>
            <a:ext cx="28398" cy="28398"/>
          </a:xfrm>
          <a:prstGeom prst="ellipse">
            <a:avLst/>
          </a:prstGeom>
          <a:solidFill>
            <a:srgbClr val="7F8C97">
              <a:alpha val="48000"/>
            </a:srgbClr>
          </a:solidFill>
          <a:ln w="0">
            <a:noFill/>
            <a:prstDash val="solid"/>
          </a:ln>
        </p:spPr>
      </p:sp>
      <p:sp>
        <p:nvSpPr>
          <p:cNvPr id="2980" name="01_find_only_2979">
            <a:extLst>
              <a:ext uri="{FF2B5EF4-FFF2-40B4-BE49-F238E27FC236}">
                <a16:creationId xmlns:a16="http://schemas.microsoft.com/office/drawing/2014/main" id="{AF3128A2-AEAE-450E-B632-13607778273F}"/>
              </a:ext>
            </a:extLst>
          </p:cNvPr>
          <p:cNvSpPr>
            <a:spLocks noGrp="1"/>
          </p:cNvSpPr>
          <p:nvPr/>
        </p:nvSpPr>
        <p:spPr>
          <a:xfrm>
            <a:off x="5033888" y="6173800"/>
            <a:ext cx="28398" cy="28398"/>
          </a:xfrm>
          <a:prstGeom prst="ellipse">
            <a:avLst/>
          </a:prstGeom>
          <a:solidFill>
            <a:srgbClr val="7F8C97">
              <a:alpha val="48000"/>
            </a:srgbClr>
          </a:solidFill>
          <a:ln w="0">
            <a:noFill/>
            <a:prstDash val="solid"/>
          </a:ln>
        </p:spPr>
      </p:sp>
      <p:sp>
        <p:nvSpPr>
          <p:cNvPr id="2981" name="01_find_only_2980">
            <a:extLst>
              <a:ext uri="{FF2B5EF4-FFF2-40B4-BE49-F238E27FC236}">
                <a16:creationId xmlns:a16="http://schemas.microsoft.com/office/drawing/2014/main" id="{9B92E6C1-B4CD-4F27-959B-7A1A9D6B9354}"/>
              </a:ext>
            </a:extLst>
          </p:cNvPr>
          <p:cNvSpPr>
            <a:spLocks noGrp="1"/>
          </p:cNvSpPr>
          <p:nvPr/>
        </p:nvSpPr>
        <p:spPr>
          <a:xfrm>
            <a:off x="5024445" y="6173800"/>
            <a:ext cx="28398" cy="28398"/>
          </a:xfrm>
          <a:prstGeom prst="ellipse">
            <a:avLst/>
          </a:prstGeom>
          <a:solidFill>
            <a:srgbClr val="7F8C97">
              <a:alpha val="48000"/>
            </a:srgbClr>
          </a:solidFill>
          <a:ln w="0">
            <a:noFill/>
            <a:prstDash val="solid"/>
          </a:ln>
        </p:spPr>
      </p:sp>
      <p:sp>
        <p:nvSpPr>
          <p:cNvPr id="2982" name="01_find_only_2981">
            <a:extLst>
              <a:ext uri="{FF2B5EF4-FFF2-40B4-BE49-F238E27FC236}">
                <a16:creationId xmlns:a16="http://schemas.microsoft.com/office/drawing/2014/main" id="{D68E3CDE-71DC-4024-B000-59966896E90A}"/>
              </a:ext>
            </a:extLst>
          </p:cNvPr>
          <p:cNvSpPr>
            <a:spLocks noGrp="1"/>
          </p:cNvSpPr>
          <p:nvPr/>
        </p:nvSpPr>
        <p:spPr>
          <a:xfrm>
            <a:off x="5035318" y="6173800"/>
            <a:ext cx="28398" cy="28398"/>
          </a:xfrm>
          <a:prstGeom prst="ellipse">
            <a:avLst/>
          </a:prstGeom>
          <a:solidFill>
            <a:srgbClr val="7F8C97">
              <a:alpha val="48000"/>
            </a:srgbClr>
          </a:solidFill>
          <a:ln w="0">
            <a:noFill/>
            <a:prstDash val="solid"/>
          </a:ln>
        </p:spPr>
      </p:sp>
      <p:sp>
        <p:nvSpPr>
          <p:cNvPr id="2983" name="01_find_only_2982">
            <a:extLst>
              <a:ext uri="{FF2B5EF4-FFF2-40B4-BE49-F238E27FC236}">
                <a16:creationId xmlns:a16="http://schemas.microsoft.com/office/drawing/2014/main" id="{E464E075-B3A6-454B-B43F-A9E655BBB382}"/>
              </a:ext>
            </a:extLst>
          </p:cNvPr>
          <p:cNvSpPr>
            <a:spLocks noGrp="1"/>
          </p:cNvSpPr>
          <p:nvPr/>
        </p:nvSpPr>
        <p:spPr>
          <a:xfrm>
            <a:off x="5091784" y="5539792"/>
            <a:ext cx="28398" cy="28398"/>
          </a:xfrm>
          <a:prstGeom prst="ellipse">
            <a:avLst/>
          </a:prstGeom>
          <a:solidFill>
            <a:srgbClr val="7F8C97">
              <a:alpha val="48000"/>
            </a:srgbClr>
          </a:solidFill>
          <a:ln w="0">
            <a:noFill/>
            <a:prstDash val="solid"/>
          </a:ln>
        </p:spPr>
      </p:sp>
      <p:sp>
        <p:nvSpPr>
          <p:cNvPr id="2984" name="01_find_only_2983">
            <a:extLst>
              <a:ext uri="{FF2B5EF4-FFF2-40B4-BE49-F238E27FC236}">
                <a16:creationId xmlns:a16="http://schemas.microsoft.com/office/drawing/2014/main" id="{F862D700-6EFB-4603-8CFA-367476B6945E}"/>
              </a:ext>
            </a:extLst>
          </p:cNvPr>
          <p:cNvSpPr>
            <a:spLocks noGrp="1"/>
          </p:cNvSpPr>
          <p:nvPr/>
        </p:nvSpPr>
        <p:spPr>
          <a:xfrm>
            <a:off x="5061930" y="5751128"/>
            <a:ext cx="28398" cy="28398"/>
          </a:xfrm>
          <a:prstGeom prst="ellipse">
            <a:avLst/>
          </a:prstGeom>
          <a:solidFill>
            <a:srgbClr val="7F8C97">
              <a:alpha val="48000"/>
            </a:srgbClr>
          </a:solidFill>
          <a:ln w="0">
            <a:noFill/>
            <a:prstDash val="solid"/>
          </a:ln>
        </p:spPr>
      </p:sp>
      <p:sp>
        <p:nvSpPr>
          <p:cNvPr id="2985" name="01_find_only_2984">
            <a:extLst>
              <a:ext uri="{FF2B5EF4-FFF2-40B4-BE49-F238E27FC236}">
                <a16:creationId xmlns:a16="http://schemas.microsoft.com/office/drawing/2014/main" id="{0B63E115-96D0-4AD7-941A-041060EEBFD4}"/>
              </a:ext>
            </a:extLst>
          </p:cNvPr>
          <p:cNvSpPr>
            <a:spLocks noGrp="1"/>
          </p:cNvSpPr>
          <p:nvPr/>
        </p:nvSpPr>
        <p:spPr>
          <a:xfrm>
            <a:off x="5068416" y="6173800"/>
            <a:ext cx="28398" cy="28398"/>
          </a:xfrm>
          <a:prstGeom prst="ellipse">
            <a:avLst/>
          </a:prstGeom>
          <a:solidFill>
            <a:srgbClr val="7F8C97">
              <a:alpha val="48000"/>
            </a:srgbClr>
          </a:solidFill>
          <a:ln w="0">
            <a:noFill/>
            <a:prstDash val="solid"/>
          </a:ln>
        </p:spPr>
      </p:sp>
      <p:sp>
        <p:nvSpPr>
          <p:cNvPr id="2986" name="01_find_only_2985">
            <a:extLst>
              <a:ext uri="{FF2B5EF4-FFF2-40B4-BE49-F238E27FC236}">
                <a16:creationId xmlns:a16="http://schemas.microsoft.com/office/drawing/2014/main" id="{387A102A-6AA9-436F-BCE7-232F1EE8FC01}"/>
              </a:ext>
            </a:extLst>
          </p:cNvPr>
          <p:cNvSpPr>
            <a:spLocks noGrp="1"/>
          </p:cNvSpPr>
          <p:nvPr/>
        </p:nvSpPr>
        <p:spPr>
          <a:xfrm>
            <a:off x="5026543" y="5821573"/>
            <a:ext cx="28398" cy="28398"/>
          </a:xfrm>
          <a:prstGeom prst="ellipse">
            <a:avLst/>
          </a:prstGeom>
          <a:solidFill>
            <a:srgbClr val="7F8C97">
              <a:alpha val="48000"/>
            </a:srgbClr>
          </a:solidFill>
          <a:ln w="0">
            <a:noFill/>
            <a:prstDash val="solid"/>
          </a:ln>
        </p:spPr>
      </p:sp>
      <p:sp>
        <p:nvSpPr>
          <p:cNvPr id="2987" name="01_find_only_2986">
            <a:extLst>
              <a:ext uri="{FF2B5EF4-FFF2-40B4-BE49-F238E27FC236}">
                <a16:creationId xmlns:a16="http://schemas.microsoft.com/office/drawing/2014/main" id="{6BC04918-A095-475C-8C00-4140C185F575}"/>
              </a:ext>
            </a:extLst>
          </p:cNvPr>
          <p:cNvSpPr>
            <a:spLocks noGrp="1"/>
          </p:cNvSpPr>
          <p:nvPr/>
        </p:nvSpPr>
        <p:spPr>
          <a:xfrm>
            <a:off x="5086443" y="5751128"/>
            <a:ext cx="28398" cy="28398"/>
          </a:xfrm>
          <a:prstGeom prst="ellipse">
            <a:avLst/>
          </a:prstGeom>
          <a:solidFill>
            <a:srgbClr val="7F8C97">
              <a:alpha val="48000"/>
            </a:srgbClr>
          </a:solidFill>
          <a:ln w="0">
            <a:noFill/>
            <a:prstDash val="solid"/>
          </a:ln>
        </p:spPr>
      </p:sp>
      <p:sp>
        <p:nvSpPr>
          <p:cNvPr id="2988" name="01_find_only_2987">
            <a:extLst>
              <a:ext uri="{FF2B5EF4-FFF2-40B4-BE49-F238E27FC236}">
                <a16:creationId xmlns:a16="http://schemas.microsoft.com/office/drawing/2014/main" id="{DBF01490-03A5-42CA-884F-9B312E05E9F8}"/>
              </a:ext>
            </a:extLst>
          </p:cNvPr>
          <p:cNvSpPr>
            <a:spLocks noGrp="1"/>
          </p:cNvSpPr>
          <p:nvPr/>
        </p:nvSpPr>
        <p:spPr>
          <a:xfrm>
            <a:off x="5068606" y="5712703"/>
            <a:ext cx="28398" cy="28398"/>
          </a:xfrm>
          <a:prstGeom prst="ellipse">
            <a:avLst/>
          </a:prstGeom>
          <a:solidFill>
            <a:srgbClr val="7F8C97">
              <a:alpha val="48000"/>
            </a:srgbClr>
          </a:solidFill>
          <a:ln w="0">
            <a:noFill/>
            <a:prstDash val="solid"/>
          </a:ln>
        </p:spPr>
      </p:sp>
      <p:sp>
        <p:nvSpPr>
          <p:cNvPr id="2989" name="01_find_only_2988">
            <a:extLst>
              <a:ext uri="{FF2B5EF4-FFF2-40B4-BE49-F238E27FC236}">
                <a16:creationId xmlns:a16="http://schemas.microsoft.com/office/drawing/2014/main" id="{DE246EDF-DE55-4085-B4EA-84AD0F343C40}"/>
              </a:ext>
            </a:extLst>
          </p:cNvPr>
          <p:cNvSpPr>
            <a:spLocks noGrp="1"/>
          </p:cNvSpPr>
          <p:nvPr/>
        </p:nvSpPr>
        <p:spPr>
          <a:xfrm>
            <a:off x="5014144" y="6173800"/>
            <a:ext cx="28398" cy="28398"/>
          </a:xfrm>
          <a:prstGeom prst="ellipse">
            <a:avLst/>
          </a:prstGeom>
          <a:solidFill>
            <a:srgbClr val="7F8C97">
              <a:alpha val="48000"/>
            </a:srgbClr>
          </a:solidFill>
          <a:ln w="0">
            <a:noFill/>
            <a:prstDash val="solid"/>
          </a:ln>
        </p:spPr>
      </p:sp>
      <p:sp>
        <p:nvSpPr>
          <p:cNvPr id="2990" name="01_find_only_2989">
            <a:extLst>
              <a:ext uri="{FF2B5EF4-FFF2-40B4-BE49-F238E27FC236}">
                <a16:creationId xmlns:a16="http://schemas.microsoft.com/office/drawing/2014/main" id="{C9CB87A9-91AF-46A1-A825-95C1686DDC17}"/>
              </a:ext>
            </a:extLst>
          </p:cNvPr>
          <p:cNvSpPr>
            <a:spLocks noGrp="1"/>
          </p:cNvSpPr>
          <p:nvPr/>
        </p:nvSpPr>
        <p:spPr>
          <a:xfrm>
            <a:off x="5019008" y="6173800"/>
            <a:ext cx="28398" cy="28398"/>
          </a:xfrm>
          <a:prstGeom prst="ellipse">
            <a:avLst/>
          </a:prstGeom>
          <a:solidFill>
            <a:srgbClr val="7F8C97">
              <a:alpha val="48000"/>
            </a:srgbClr>
          </a:solidFill>
          <a:ln w="0">
            <a:noFill/>
            <a:prstDash val="solid"/>
          </a:ln>
        </p:spPr>
      </p:sp>
      <p:sp>
        <p:nvSpPr>
          <p:cNvPr id="2991" name="01_find_only_2990">
            <a:extLst>
              <a:ext uri="{FF2B5EF4-FFF2-40B4-BE49-F238E27FC236}">
                <a16:creationId xmlns:a16="http://schemas.microsoft.com/office/drawing/2014/main" id="{B7B85683-5F48-4BA9-A078-2B20DD9889D8}"/>
              </a:ext>
            </a:extLst>
          </p:cNvPr>
          <p:cNvSpPr>
            <a:spLocks noGrp="1"/>
          </p:cNvSpPr>
          <p:nvPr/>
        </p:nvSpPr>
        <p:spPr>
          <a:xfrm>
            <a:off x="5026448" y="5751128"/>
            <a:ext cx="28398" cy="28398"/>
          </a:xfrm>
          <a:prstGeom prst="ellipse">
            <a:avLst/>
          </a:prstGeom>
          <a:solidFill>
            <a:srgbClr val="7F8C97">
              <a:alpha val="48000"/>
            </a:srgbClr>
          </a:solidFill>
          <a:ln w="0">
            <a:noFill/>
            <a:prstDash val="solid"/>
          </a:ln>
        </p:spPr>
      </p:sp>
      <p:sp>
        <p:nvSpPr>
          <p:cNvPr id="2992" name="01_find_only_2991">
            <a:extLst>
              <a:ext uri="{FF2B5EF4-FFF2-40B4-BE49-F238E27FC236}">
                <a16:creationId xmlns:a16="http://schemas.microsoft.com/office/drawing/2014/main" id="{D4A6E614-1D80-4265-A124-6EEBC42763D6}"/>
              </a:ext>
            </a:extLst>
          </p:cNvPr>
          <p:cNvSpPr>
            <a:spLocks noGrp="1"/>
          </p:cNvSpPr>
          <p:nvPr/>
        </p:nvSpPr>
        <p:spPr>
          <a:xfrm>
            <a:off x="5085680" y="6173800"/>
            <a:ext cx="28398" cy="28398"/>
          </a:xfrm>
          <a:prstGeom prst="ellipse">
            <a:avLst/>
          </a:prstGeom>
          <a:solidFill>
            <a:srgbClr val="7F8C97">
              <a:alpha val="48000"/>
            </a:srgbClr>
          </a:solidFill>
          <a:ln w="0">
            <a:noFill/>
            <a:prstDash val="solid"/>
          </a:ln>
        </p:spPr>
      </p:sp>
      <p:sp>
        <p:nvSpPr>
          <p:cNvPr id="2993" name="01_find_only_2992">
            <a:extLst>
              <a:ext uri="{FF2B5EF4-FFF2-40B4-BE49-F238E27FC236}">
                <a16:creationId xmlns:a16="http://schemas.microsoft.com/office/drawing/2014/main" id="{286D3EC6-BC72-464D-9827-EB65E4B5E295}"/>
              </a:ext>
            </a:extLst>
          </p:cNvPr>
          <p:cNvSpPr>
            <a:spLocks noGrp="1"/>
          </p:cNvSpPr>
          <p:nvPr/>
        </p:nvSpPr>
        <p:spPr>
          <a:xfrm>
            <a:off x="5027974" y="5539792"/>
            <a:ext cx="28398" cy="28398"/>
          </a:xfrm>
          <a:prstGeom prst="ellipse">
            <a:avLst/>
          </a:prstGeom>
          <a:solidFill>
            <a:srgbClr val="7F8C97">
              <a:alpha val="48000"/>
            </a:srgbClr>
          </a:solidFill>
          <a:ln w="0">
            <a:noFill/>
            <a:prstDash val="solid"/>
          </a:ln>
        </p:spPr>
      </p:sp>
      <p:sp>
        <p:nvSpPr>
          <p:cNvPr id="2994" name="01_find_only_2993">
            <a:extLst>
              <a:ext uri="{FF2B5EF4-FFF2-40B4-BE49-F238E27FC236}">
                <a16:creationId xmlns:a16="http://schemas.microsoft.com/office/drawing/2014/main" id="{0F42E09C-FFE6-4734-B914-684B87734324}"/>
              </a:ext>
            </a:extLst>
          </p:cNvPr>
          <p:cNvSpPr>
            <a:spLocks noGrp="1"/>
          </p:cNvSpPr>
          <p:nvPr/>
        </p:nvSpPr>
        <p:spPr>
          <a:xfrm>
            <a:off x="5080338" y="6173800"/>
            <a:ext cx="28398" cy="28398"/>
          </a:xfrm>
          <a:prstGeom prst="ellipse">
            <a:avLst/>
          </a:prstGeom>
          <a:solidFill>
            <a:srgbClr val="7F8C97">
              <a:alpha val="48000"/>
            </a:srgbClr>
          </a:solidFill>
          <a:ln w="0">
            <a:noFill/>
            <a:prstDash val="solid"/>
          </a:ln>
        </p:spPr>
      </p:sp>
      <p:sp>
        <p:nvSpPr>
          <p:cNvPr id="2995" name="01_find_only_2994">
            <a:extLst>
              <a:ext uri="{FF2B5EF4-FFF2-40B4-BE49-F238E27FC236}">
                <a16:creationId xmlns:a16="http://schemas.microsoft.com/office/drawing/2014/main" id="{0B39D2EE-0E98-49EF-9A92-1A1B797B29CF}"/>
              </a:ext>
            </a:extLst>
          </p:cNvPr>
          <p:cNvSpPr>
            <a:spLocks noGrp="1"/>
          </p:cNvSpPr>
          <p:nvPr/>
        </p:nvSpPr>
        <p:spPr>
          <a:xfrm>
            <a:off x="5081101" y="5539792"/>
            <a:ext cx="28398" cy="28398"/>
          </a:xfrm>
          <a:prstGeom prst="ellipse">
            <a:avLst/>
          </a:prstGeom>
          <a:solidFill>
            <a:srgbClr val="7F8C97">
              <a:alpha val="48000"/>
            </a:srgbClr>
          </a:solidFill>
          <a:ln w="0">
            <a:noFill/>
            <a:prstDash val="solid"/>
          </a:ln>
        </p:spPr>
      </p:sp>
      <p:sp>
        <p:nvSpPr>
          <p:cNvPr id="2996" name="01_find_only_2995">
            <a:extLst>
              <a:ext uri="{FF2B5EF4-FFF2-40B4-BE49-F238E27FC236}">
                <a16:creationId xmlns:a16="http://schemas.microsoft.com/office/drawing/2014/main" id="{A32A90DD-3F35-4293-B252-B17EFC3A4521}"/>
              </a:ext>
            </a:extLst>
          </p:cNvPr>
          <p:cNvSpPr>
            <a:spLocks noGrp="1"/>
          </p:cNvSpPr>
          <p:nvPr/>
        </p:nvSpPr>
        <p:spPr>
          <a:xfrm>
            <a:off x="5083581" y="6173800"/>
            <a:ext cx="28398" cy="28398"/>
          </a:xfrm>
          <a:prstGeom prst="ellipse">
            <a:avLst/>
          </a:prstGeom>
          <a:solidFill>
            <a:srgbClr val="7F8C97">
              <a:alpha val="48000"/>
            </a:srgbClr>
          </a:solidFill>
          <a:ln w="0">
            <a:noFill/>
            <a:prstDash val="solid"/>
          </a:ln>
        </p:spPr>
      </p:sp>
      <p:sp>
        <p:nvSpPr>
          <p:cNvPr id="2997" name="01_find_only_2996">
            <a:extLst>
              <a:ext uri="{FF2B5EF4-FFF2-40B4-BE49-F238E27FC236}">
                <a16:creationId xmlns:a16="http://schemas.microsoft.com/office/drawing/2014/main" id="{CC49C3AB-6F31-4E46-A1C2-F39C45605AEE}"/>
              </a:ext>
            </a:extLst>
          </p:cNvPr>
          <p:cNvSpPr>
            <a:spLocks noGrp="1"/>
          </p:cNvSpPr>
          <p:nvPr/>
        </p:nvSpPr>
        <p:spPr>
          <a:xfrm>
            <a:off x="5028737" y="5751128"/>
            <a:ext cx="28398" cy="28398"/>
          </a:xfrm>
          <a:prstGeom prst="ellipse">
            <a:avLst/>
          </a:prstGeom>
          <a:solidFill>
            <a:srgbClr val="7F8C97">
              <a:alpha val="48000"/>
            </a:srgbClr>
          </a:solidFill>
          <a:ln w="0">
            <a:noFill/>
            <a:prstDash val="solid"/>
          </a:ln>
        </p:spPr>
      </p:sp>
      <p:sp>
        <p:nvSpPr>
          <p:cNvPr id="2998" name="01_find_only_2997">
            <a:extLst>
              <a:ext uri="{FF2B5EF4-FFF2-40B4-BE49-F238E27FC236}">
                <a16:creationId xmlns:a16="http://schemas.microsoft.com/office/drawing/2014/main" id="{F90E7AA8-739D-410E-AEA0-E0C458F7189A}"/>
              </a:ext>
            </a:extLst>
          </p:cNvPr>
          <p:cNvSpPr>
            <a:spLocks noGrp="1"/>
          </p:cNvSpPr>
          <p:nvPr/>
        </p:nvSpPr>
        <p:spPr>
          <a:xfrm>
            <a:off x="5014334" y="5539792"/>
            <a:ext cx="28398" cy="28398"/>
          </a:xfrm>
          <a:prstGeom prst="ellipse">
            <a:avLst/>
          </a:prstGeom>
          <a:solidFill>
            <a:srgbClr val="7F8C97">
              <a:alpha val="48000"/>
            </a:srgbClr>
          </a:solidFill>
          <a:ln w="0">
            <a:noFill/>
            <a:prstDash val="solid"/>
          </a:ln>
        </p:spPr>
      </p:sp>
      <p:sp>
        <p:nvSpPr>
          <p:cNvPr id="2999" name="01_find_only_2998">
            <a:extLst>
              <a:ext uri="{FF2B5EF4-FFF2-40B4-BE49-F238E27FC236}">
                <a16:creationId xmlns:a16="http://schemas.microsoft.com/office/drawing/2014/main" id="{48CCD1AC-A5E6-475A-A0C8-299621AE6DF0}"/>
              </a:ext>
            </a:extLst>
          </p:cNvPr>
          <p:cNvSpPr>
            <a:spLocks noGrp="1"/>
          </p:cNvSpPr>
          <p:nvPr/>
        </p:nvSpPr>
        <p:spPr>
          <a:xfrm>
            <a:off x="5069846" y="6173800"/>
            <a:ext cx="28398" cy="28398"/>
          </a:xfrm>
          <a:prstGeom prst="ellipse">
            <a:avLst/>
          </a:prstGeom>
          <a:solidFill>
            <a:srgbClr val="7F8C97">
              <a:alpha val="48000"/>
            </a:srgbClr>
          </a:solidFill>
          <a:ln w="0">
            <a:noFill/>
            <a:prstDash val="solid"/>
          </a:ln>
        </p:spPr>
      </p:sp>
      <p:sp>
        <p:nvSpPr>
          <p:cNvPr id="3000" name="01_find_only_2999">
            <a:extLst>
              <a:ext uri="{FF2B5EF4-FFF2-40B4-BE49-F238E27FC236}">
                <a16:creationId xmlns:a16="http://schemas.microsoft.com/office/drawing/2014/main" id="{46A3C160-1549-4D58-B559-30A5E64940DA}"/>
              </a:ext>
            </a:extLst>
          </p:cNvPr>
          <p:cNvSpPr>
            <a:spLocks noGrp="1"/>
          </p:cNvSpPr>
          <p:nvPr/>
        </p:nvSpPr>
        <p:spPr>
          <a:xfrm>
            <a:off x="5009851" y="6173800"/>
            <a:ext cx="28398" cy="28398"/>
          </a:xfrm>
          <a:prstGeom prst="ellipse">
            <a:avLst/>
          </a:prstGeom>
          <a:solidFill>
            <a:srgbClr val="7F8C97">
              <a:alpha val="48000"/>
            </a:srgbClr>
          </a:solidFill>
          <a:ln w="0">
            <a:noFill/>
            <a:prstDash val="solid"/>
          </a:ln>
        </p:spPr>
      </p:sp>
      <p:sp>
        <p:nvSpPr>
          <p:cNvPr id="3001" name="01_find_only_3000">
            <a:extLst>
              <a:ext uri="{FF2B5EF4-FFF2-40B4-BE49-F238E27FC236}">
                <a16:creationId xmlns:a16="http://schemas.microsoft.com/office/drawing/2014/main" id="{F467A921-4B3B-459E-9C08-915BE594E89F}"/>
              </a:ext>
            </a:extLst>
          </p:cNvPr>
          <p:cNvSpPr>
            <a:spLocks noGrp="1"/>
          </p:cNvSpPr>
          <p:nvPr/>
        </p:nvSpPr>
        <p:spPr>
          <a:xfrm>
            <a:off x="5072231" y="5666594"/>
            <a:ext cx="28398" cy="28398"/>
          </a:xfrm>
          <a:prstGeom prst="ellipse">
            <a:avLst/>
          </a:prstGeom>
          <a:solidFill>
            <a:srgbClr val="7F8C97">
              <a:alpha val="48000"/>
            </a:srgbClr>
          </a:solidFill>
          <a:ln w="0">
            <a:noFill/>
            <a:prstDash val="solid"/>
          </a:ln>
        </p:spPr>
      </p:sp>
      <p:sp>
        <p:nvSpPr>
          <p:cNvPr id="3002" name="01_find_only_3001">
            <a:extLst>
              <a:ext uri="{FF2B5EF4-FFF2-40B4-BE49-F238E27FC236}">
                <a16:creationId xmlns:a16="http://schemas.microsoft.com/office/drawing/2014/main" id="{109B71D9-12AD-405E-A563-3BA75B7182C9}"/>
              </a:ext>
            </a:extLst>
          </p:cNvPr>
          <p:cNvSpPr>
            <a:spLocks noGrp="1"/>
          </p:cNvSpPr>
          <p:nvPr/>
        </p:nvSpPr>
        <p:spPr>
          <a:xfrm>
            <a:off x="5010710" y="5539792"/>
            <a:ext cx="28398" cy="28398"/>
          </a:xfrm>
          <a:prstGeom prst="ellipse">
            <a:avLst/>
          </a:prstGeom>
          <a:solidFill>
            <a:srgbClr val="7F8C97">
              <a:alpha val="48000"/>
            </a:srgbClr>
          </a:solidFill>
          <a:ln w="0">
            <a:noFill/>
            <a:prstDash val="solid"/>
          </a:ln>
        </p:spPr>
      </p:sp>
      <p:sp>
        <p:nvSpPr>
          <p:cNvPr id="3003" name="01_find_only_3002">
            <a:extLst>
              <a:ext uri="{FF2B5EF4-FFF2-40B4-BE49-F238E27FC236}">
                <a16:creationId xmlns:a16="http://schemas.microsoft.com/office/drawing/2014/main" id="{263DFFA7-5260-4AAC-B06A-D2C6C13398AD}"/>
              </a:ext>
            </a:extLst>
          </p:cNvPr>
          <p:cNvSpPr>
            <a:spLocks noGrp="1"/>
          </p:cNvSpPr>
          <p:nvPr/>
        </p:nvSpPr>
        <p:spPr>
          <a:xfrm>
            <a:off x="5090544" y="6173800"/>
            <a:ext cx="28398" cy="28398"/>
          </a:xfrm>
          <a:prstGeom prst="ellipse">
            <a:avLst/>
          </a:prstGeom>
          <a:solidFill>
            <a:srgbClr val="7F8C97">
              <a:alpha val="48000"/>
            </a:srgbClr>
          </a:solidFill>
          <a:ln w="0">
            <a:noFill/>
            <a:prstDash val="solid"/>
          </a:ln>
        </p:spPr>
      </p:sp>
      <p:sp>
        <p:nvSpPr>
          <p:cNvPr id="3004" name="01_find_only_3003">
            <a:extLst>
              <a:ext uri="{FF2B5EF4-FFF2-40B4-BE49-F238E27FC236}">
                <a16:creationId xmlns:a16="http://schemas.microsoft.com/office/drawing/2014/main" id="{76879774-3EE7-4457-B9B4-DBB5828B24B9}"/>
              </a:ext>
            </a:extLst>
          </p:cNvPr>
          <p:cNvSpPr>
            <a:spLocks noGrp="1"/>
          </p:cNvSpPr>
          <p:nvPr/>
        </p:nvSpPr>
        <p:spPr>
          <a:xfrm>
            <a:off x="5075951" y="6173800"/>
            <a:ext cx="28398" cy="28398"/>
          </a:xfrm>
          <a:prstGeom prst="ellipse">
            <a:avLst/>
          </a:prstGeom>
          <a:solidFill>
            <a:srgbClr val="7F8C97">
              <a:alpha val="48000"/>
            </a:srgbClr>
          </a:solidFill>
          <a:ln w="0">
            <a:noFill/>
            <a:prstDash val="solid"/>
          </a:ln>
        </p:spPr>
      </p:sp>
      <p:sp>
        <p:nvSpPr>
          <p:cNvPr id="3005" name="01_find_only_3004">
            <a:extLst>
              <a:ext uri="{FF2B5EF4-FFF2-40B4-BE49-F238E27FC236}">
                <a16:creationId xmlns:a16="http://schemas.microsoft.com/office/drawing/2014/main" id="{F7A458C8-54B4-4C3E-8844-B46A02DEFC44}"/>
              </a:ext>
            </a:extLst>
          </p:cNvPr>
          <p:cNvSpPr>
            <a:spLocks noGrp="1"/>
          </p:cNvSpPr>
          <p:nvPr/>
        </p:nvSpPr>
        <p:spPr>
          <a:xfrm>
            <a:off x="5041423" y="6173800"/>
            <a:ext cx="28398" cy="28398"/>
          </a:xfrm>
          <a:prstGeom prst="ellipse">
            <a:avLst/>
          </a:prstGeom>
          <a:solidFill>
            <a:srgbClr val="7F8C97">
              <a:alpha val="48000"/>
            </a:srgbClr>
          </a:solidFill>
          <a:ln w="0">
            <a:noFill/>
            <a:prstDash val="solid"/>
          </a:ln>
        </p:spPr>
      </p:sp>
      <p:sp>
        <p:nvSpPr>
          <p:cNvPr id="3006" name="01_find_only_3005">
            <a:extLst>
              <a:ext uri="{FF2B5EF4-FFF2-40B4-BE49-F238E27FC236}">
                <a16:creationId xmlns:a16="http://schemas.microsoft.com/office/drawing/2014/main" id="{3C4F435D-3D00-47EC-BEF8-22ADD62C18DA}"/>
              </a:ext>
            </a:extLst>
          </p:cNvPr>
          <p:cNvSpPr>
            <a:spLocks noGrp="1"/>
          </p:cNvSpPr>
          <p:nvPr/>
        </p:nvSpPr>
        <p:spPr>
          <a:xfrm>
            <a:off x="5025303" y="6173800"/>
            <a:ext cx="28398" cy="28398"/>
          </a:xfrm>
          <a:prstGeom prst="ellipse">
            <a:avLst/>
          </a:prstGeom>
          <a:solidFill>
            <a:srgbClr val="7F8C97">
              <a:alpha val="48000"/>
            </a:srgbClr>
          </a:solidFill>
          <a:ln w="0">
            <a:noFill/>
            <a:prstDash val="solid"/>
          </a:ln>
        </p:spPr>
      </p:sp>
      <p:sp>
        <p:nvSpPr>
          <p:cNvPr id="3007" name="01_find_only_3006">
            <a:extLst>
              <a:ext uri="{FF2B5EF4-FFF2-40B4-BE49-F238E27FC236}">
                <a16:creationId xmlns:a16="http://schemas.microsoft.com/office/drawing/2014/main" id="{FB6F3F6E-C57E-4E05-A444-65665DF825FD}"/>
              </a:ext>
            </a:extLst>
          </p:cNvPr>
          <p:cNvSpPr>
            <a:spLocks noGrp="1"/>
          </p:cNvSpPr>
          <p:nvPr/>
        </p:nvSpPr>
        <p:spPr>
          <a:xfrm>
            <a:off x="5093215" y="5751128"/>
            <a:ext cx="28398" cy="28398"/>
          </a:xfrm>
          <a:prstGeom prst="ellipse">
            <a:avLst/>
          </a:prstGeom>
          <a:solidFill>
            <a:srgbClr val="7F8C97">
              <a:alpha val="48000"/>
            </a:srgbClr>
          </a:solidFill>
          <a:ln w="0">
            <a:noFill/>
            <a:prstDash val="solid"/>
          </a:ln>
        </p:spPr>
      </p:sp>
      <p:sp>
        <p:nvSpPr>
          <p:cNvPr id="3008" name="01_find_only_3007">
            <a:extLst>
              <a:ext uri="{FF2B5EF4-FFF2-40B4-BE49-F238E27FC236}">
                <a16:creationId xmlns:a16="http://schemas.microsoft.com/office/drawing/2014/main" id="{D234DEFB-BD36-43A4-B857-7FC27DB51F71}"/>
              </a:ext>
            </a:extLst>
          </p:cNvPr>
          <p:cNvSpPr>
            <a:spLocks noGrp="1"/>
          </p:cNvSpPr>
          <p:nvPr/>
        </p:nvSpPr>
        <p:spPr>
          <a:xfrm>
            <a:off x="5058591" y="6173800"/>
            <a:ext cx="28398" cy="28398"/>
          </a:xfrm>
          <a:prstGeom prst="ellipse">
            <a:avLst/>
          </a:prstGeom>
          <a:solidFill>
            <a:srgbClr val="7F8C97">
              <a:alpha val="48000"/>
            </a:srgbClr>
          </a:solidFill>
          <a:ln w="0">
            <a:noFill/>
            <a:prstDash val="solid"/>
          </a:ln>
        </p:spPr>
      </p:sp>
      <p:sp>
        <p:nvSpPr>
          <p:cNvPr id="3009" name="01_find_only_3008">
            <a:extLst>
              <a:ext uri="{FF2B5EF4-FFF2-40B4-BE49-F238E27FC236}">
                <a16:creationId xmlns:a16="http://schemas.microsoft.com/office/drawing/2014/main" id="{B241FD62-C27D-4AF9-BDE3-8ADD59972C5C}"/>
              </a:ext>
            </a:extLst>
          </p:cNvPr>
          <p:cNvSpPr>
            <a:spLocks noGrp="1"/>
          </p:cNvSpPr>
          <p:nvPr/>
        </p:nvSpPr>
        <p:spPr>
          <a:xfrm>
            <a:off x="5080338" y="6173800"/>
            <a:ext cx="28398" cy="28398"/>
          </a:xfrm>
          <a:prstGeom prst="ellipse">
            <a:avLst/>
          </a:prstGeom>
          <a:solidFill>
            <a:srgbClr val="7F8C97">
              <a:alpha val="48000"/>
            </a:srgbClr>
          </a:solidFill>
          <a:ln w="0">
            <a:noFill/>
            <a:prstDash val="solid"/>
          </a:ln>
        </p:spPr>
      </p:sp>
      <p:sp>
        <p:nvSpPr>
          <p:cNvPr id="3010" name="01_find_only_3009">
            <a:extLst>
              <a:ext uri="{FF2B5EF4-FFF2-40B4-BE49-F238E27FC236}">
                <a16:creationId xmlns:a16="http://schemas.microsoft.com/office/drawing/2014/main" id="{3641DD2F-CAB2-4145-98BF-9242A9B675DC}"/>
              </a:ext>
            </a:extLst>
          </p:cNvPr>
          <p:cNvSpPr>
            <a:spLocks noGrp="1"/>
          </p:cNvSpPr>
          <p:nvPr/>
        </p:nvSpPr>
        <p:spPr>
          <a:xfrm>
            <a:off x="5013476" y="5666594"/>
            <a:ext cx="28398" cy="28398"/>
          </a:xfrm>
          <a:prstGeom prst="ellipse">
            <a:avLst/>
          </a:prstGeom>
          <a:solidFill>
            <a:srgbClr val="7F8C97">
              <a:alpha val="48000"/>
            </a:srgbClr>
          </a:solidFill>
          <a:ln w="0">
            <a:noFill/>
            <a:prstDash val="solid"/>
          </a:ln>
        </p:spPr>
      </p:sp>
      <p:sp>
        <p:nvSpPr>
          <p:cNvPr id="3011" name="01_find_only_3010">
            <a:extLst>
              <a:ext uri="{FF2B5EF4-FFF2-40B4-BE49-F238E27FC236}">
                <a16:creationId xmlns:a16="http://schemas.microsoft.com/office/drawing/2014/main" id="{E497DDD4-7D8B-46B1-AD4D-03E0C5035B70}"/>
              </a:ext>
            </a:extLst>
          </p:cNvPr>
          <p:cNvSpPr>
            <a:spLocks noGrp="1"/>
          </p:cNvSpPr>
          <p:nvPr/>
        </p:nvSpPr>
        <p:spPr>
          <a:xfrm>
            <a:off x="5074425" y="6173800"/>
            <a:ext cx="28398" cy="28398"/>
          </a:xfrm>
          <a:prstGeom prst="ellipse">
            <a:avLst/>
          </a:prstGeom>
          <a:solidFill>
            <a:srgbClr val="7F8C97">
              <a:alpha val="48000"/>
            </a:srgbClr>
          </a:solidFill>
          <a:ln w="0">
            <a:noFill/>
            <a:prstDash val="solid"/>
          </a:ln>
        </p:spPr>
      </p:sp>
      <p:sp>
        <p:nvSpPr>
          <p:cNvPr id="3012" name="01_find_only_3011">
            <a:extLst>
              <a:ext uri="{FF2B5EF4-FFF2-40B4-BE49-F238E27FC236}">
                <a16:creationId xmlns:a16="http://schemas.microsoft.com/office/drawing/2014/main" id="{DEB8BE88-ACE2-4B77-9830-04956BD4B7B9}"/>
              </a:ext>
            </a:extLst>
          </p:cNvPr>
          <p:cNvSpPr>
            <a:spLocks noGrp="1"/>
          </p:cNvSpPr>
          <p:nvPr/>
        </p:nvSpPr>
        <p:spPr>
          <a:xfrm>
            <a:off x="5060594" y="6173800"/>
            <a:ext cx="28398" cy="28398"/>
          </a:xfrm>
          <a:prstGeom prst="ellipse">
            <a:avLst/>
          </a:prstGeom>
          <a:solidFill>
            <a:srgbClr val="7F8C97">
              <a:alpha val="48000"/>
            </a:srgbClr>
          </a:solidFill>
          <a:ln w="0">
            <a:noFill/>
            <a:prstDash val="solid"/>
          </a:ln>
        </p:spPr>
      </p:sp>
      <p:sp>
        <p:nvSpPr>
          <p:cNvPr id="3013" name="01_find_only_3012">
            <a:extLst>
              <a:ext uri="{FF2B5EF4-FFF2-40B4-BE49-F238E27FC236}">
                <a16:creationId xmlns:a16="http://schemas.microsoft.com/office/drawing/2014/main" id="{0E28FAFF-1DE3-42D1-9218-4F1277F13B15}"/>
              </a:ext>
            </a:extLst>
          </p:cNvPr>
          <p:cNvSpPr>
            <a:spLocks noGrp="1"/>
          </p:cNvSpPr>
          <p:nvPr/>
        </p:nvSpPr>
        <p:spPr>
          <a:xfrm>
            <a:off x="5000027" y="5539792"/>
            <a:ext cx="28398" cy="28398"/>
          </a:xfrm>
          <a:prstGeom prst="ellipse">
            <a:avLst/>
          </a:prstGeom>
          <a:solidFill>
            <a:srgbClr val="7F8C97">
              <a:alpha val="48000"/>
            </a:srgbClr>
          </a:solidFill>
          <a:ln w="0">
            <a:noFill/>
            <a:prstDash val="solid"/>
          </a:ln>
        </p:spPr>
      </p:sp>
      <p:sp>
        <p:nvSpPr>
          <p:cNvPr id="3014" name="01_find_only_3013">
            <a:extLst>
              <a:ext uri="{FF2B5EF4-FFF2-40B4-BE49-F238E27FC236}">
                <a16:creationId xmlns:a16="http://schemas.microsoft.com/office/drawing/2014/main" id="{06FCE6F0-2C86-4447-A8CA-D7A192BABC80}"/>
              </a:ext>
            </a:extLst>
          </p:cNvPr>
          <p:cNvSpPr>
            <a:spLocks noGrp="1"/>
          </p:cNvSpPr>
          <p:nvPr/>
        </p:nvSpPr>
        <p:spPr>
          <a:xfrm>
            <a:off x="5039324" y="6173800"/>
            <a:ext cx="28398" cy="28398"/>
          </a:xfrm>
          <a:prstGeom prst="ellipse">
            <a:avLst/>
          </a:prstGeom>
          <a:solidFill>
            <a:srgbClr val="7F8C97">
              <a:alpha val="48000"/>
            </a:srgbClr>
          </a:solidFill>
          <a:ln w="0">
            <a:noFill/>
            <a:prstDash val="solid"/>
          </a:ln>
        </p:spPr>
      </p:sp>
      <p:sp>
        <p:nvSpPr>
          <p:cNvPr id="3015" name="01_find_only_3014">
            <a:extLst>
              <a:ext uri="{FF2B5EF4-FFF2-40B4-BE49-F238E27FC236}">
                <a16:creationId xmlns:a16="http://schemas.microsoft.com/office/drawing/2014/main" id="{D17A1AED-9C0D-4463-9888-4A63C3B751D9}"/>
              </a:ext>
            </a:extLst>
          </p:cNvPr>
          <p:cNvSpPr>
            <a:spLocks noGrp="1"/>
          </p:cNvSpPr>
          <p:nvPr/>
        </p:nvSpPr>
        <p:spPr>
          <a:xfrm>
            <a:off x="5027497" y="6173800"/>
            <a:ext cx="28398" cy="28398"/>
          </a:xfrm>
          <a:prstGeom prst="ellipse">
            <a:avLst/>
          </a:prstGeom>
          <a:solidFill>
            <a:srgbClr val="7F8C97">
              <a:alpha val="48000"/>
            </a:srgbClr>
          </a:solidFill>
          <a:ln w="0">
            <a:noFill/>
            <a:prstDash val="solid"/>
          </a:ln>
        </p:spPr>
      </p:sp>
      <p:sp>
        <p:nvSpPr>
          <p:cNvPr id="3016" name="01_find_only_3015">
            <a:extLst>
              <a:ext uri="{FF2B5EF4-FFF2-40B4-BE49-F238E27FC236}">
                <a16:creationId xmlns:a16="http://schemas.microsoft.com/office/drawing/2014/main" id="{2BA953F8-6F34-4668-95F2-EA88FF990982}"/>
              </a:ext>
            </a:extLst>
          </p:cNvPr>
          <p:cNvSpPr>
            <a:spLocks noGrp="1"/>
          </p:cNvSpPr>
          <p:nvPr/>
        </p:nvSpPr>
        <p:spPr>
          <a:xfrm>
            <a:off x="5048862" y="5539792"/>
            <a:ext cx="28398" cy="28398"/>
          </a:xfrm>
          <a:prstGeom prst="ellipse">
            <a:avLst/>
          </a:prstGeom>
          <a:solidFill>
            <a:srgbClr val="7F8C97">
              <a:alpha val="48000"/>
            </a:srgbClr>
          </a:solidFill>
          <a:ln w="0">
            <a:noFill/>
            <a:prstDash val="solid"/>
          </a:ln>
        </p:spPr>
      </p:sp>
      <p:sp>
        <p:nvSpPr>
          <p:cNvPr id="3017" name="01_find_only_3016">
            <a:extLst>
              <a:ext uri="{FF2B5EF4-FFF2-40B4-BE49-F238E27FC236}">
                <a16:creationId xmlns:a16="http://schemas.microsoft.com/office/drawing/2014/main" id="{653C14DA-7FFF-4AD7-BECA-F5A8375DF587}"/>
              </a:ext>
            </a:extLst>
          </p:cNvPr>
          <p:cNvSpPr>
            <a:spLocks noGrp="1"/>
          </p:cNvSpPr>
          <p:nvPr/>
        </p:nvSpPr>
        <p:spPr>
          <a:xfrm>
            <a:off x="5036844" y="5962464"/>
            <a:ext cx="28398" cy="28398"/>
          </a:xfrm>
          <a:prstGeom prst="ellipse">
            <a:avLst/>
          </a:prstGeom>
          <a:solidFill>
            <a:srgbClr val="7F8C97">
              <a:alpha val="48000"/>
            </a:srgbClr>
          </a:solidFill>
          <a:ln w="0">
            <a:noFill/>
            <a:prstDash val="solid"/>
          </a:ln>
        </p:spPr>
      </p:sp>
      <p:sp>
        <p:nvSpPr>
          <p:cNvPr id="3018" name="01_find_only_3017">
            <a:extLst>
              <a:ext uri="{FF2B5EF4-FFF2-40B4-BE49-F238E27FC236}">
                <a16:creationId xmlns:a16="http://schemas.microsoft.com/office/drawing/2014/main" id="{65348967-4CD7-4243-8C1C-AAF96BE85DB6}"/>
              </a:ext>
            </a:extLst>
          </p:cNvPr>
          <p:cNvSpPr>
            <a:spLocks noGrp="1"/>
          </p:cNvSpPr>
          <p:nvPr/>
        </p:nvSpPr>
        <p:spPr>
          <a:xfrm>
            <a:off x="5078049" y="6173800"/>
            <a:ext cx="28398" cy="28398"/>
          </a:xfrm>
          <a:prstGeom prst="ellipse">
            <a:avLst/>
          </a:prstGeom>
          <a:solidFill>
            <a:srgbClr val="7F8C97">
              <a:alpha val="48000"/>
            </a:srgbClr>
          </a:solidFill>
          <a:ln w="0">
            <a:noFill/>
            <a:prstDash val="solid"/>
          </a:ln>
        </p:spPr>
      </p:sp>
      <p:sp>
        <p:nvSpPr>
          <p:cNvPr id="3019" name="01_find_only_3018">
            <a:extLst>
              <a:ext uri="{FF2B5EF4-FFF2-40B4-BE49-F238E27FC236}">
                <a16:creationId xmlns:a16="http://schemas.microsoft.com/office/drawing/2014/main" id="{B93F89BC-1EAF-4519-8B9E-7F40A1E518D5}"/>
              </a:ext>
            </a:extLst>
          </p:cNvPr>
          <p:cNvSpPr>
            <a:spLocks noGrp="1"/>
          </p:cNvSpPr>
          <p:nvPr/>
        </p:nvSpPr>
        <p:spPr>
          <a:xfrm>
            <a:off x="5010519" y="5539792"/>
            <a:ext cx="28398" cy="28398"/>
          </a:xfrm>
          <a:prstGeom prst="ellipse">
            <a:avLst/>
          </a:prstGeom>
          <a:solidFill>
            <a:srgbClr val="7F8C97">
              <a:alpha val="48000"/>
            </a:srgbClr>
          </a:solidFill>
          <a:ln w="0">
            <a:noFill/>
            <a:prstDash val="solid"/>
          </a:ln>
        </p:spPr>
      </p:sp>
      <p:sp>
        <p:nvSpPr>
          <p:cNvPr id="3020" name="01_find_only_3019">
            <a:extLst>
              <a:ext uri="{FF2B5EF4-FFF2-40B4-BE49-F238E27FC236}">
                <a16:creationId xmlns:a16="http://schemas.microsoft.com/office/drawing/2014/main" id="{DA80D992-624E-407D-872C-2EA08227693E}"/>
              </a:ext>
            </a:extLst>
          </p:cNvPr>
          <p:cNvSpPr>
            <a:spLocks noGrp="1"/>
          </p:cNvSpPr>
          <p:nvPr/>
        </p:nvSpPr>
        <p:spPr>
          <a:xfrm>
            <a:off x="5014907" y="6173800"/>
            <a:ext cx="28398" cy="28398"/>
          </a:xfrm>
          <a:prstGeom prst="ellipse">
            <a:avLst/>
          </a:prstGeom>
          <a:solidFill>
            <a:srgbClr val="7F8C97">
              <a:alpha val="48000"/>
            </a:srgbClr>
          </a:solidFill>
          <a:ln w="0">
            <a:noFill/>
            <a:prstDash val="solid"/>
          </a:ln>
        </p:spPr>
      </p:sp>
      <p:sp>
        <p:nvSpPr>
          <p:cNvPr id="3021" name="01_find_only_3020">
            <a:extLst>
              <a:ext uri="{FF2B5EF4-FFF2-40B4-BE49-F238E27FC236}">
                <a16:creationId xmlns:a16="http://schemas.microsoft.com/office/drawing/2014/main" id="{B5518733-8D4F-423C-A7B3-2262D0A8A56D}"/>
              </a:ext>
            </a:extLst>
          </p:cNvPr>
          <p:cNvSpPr>
            <a:spLocks noGrp="1"/>
          </p:cNvSpPr>
          <p:nvPr/>
        </p:nvSpPr>
        <p:spPr>
          <a:xfrm>
            <a:off x="5054585" y="5539792"/>
            <a:ext cx="28398" cy="28398"/>
          </a:xfrm>
          <a:prstGeom prst="ellipse">
            <a:avLst/>
          </a:prstGeom>
          <a:solidFill>
            <a:srgbClr val="7F8C97">
              <a:alpha val="48000"/>
            </a:srgbClr>
          </a:solidFill>
          <a:ln w="0">
            <a:noFill/>
            <a:prstDash val="solid"/>
          </a:ln>
        </p:spPr>
      </p:sp>
      <p:sp>
        <p:nvSpPr>
          <p:cNvPr id="3022" name="01_find_only_3021">
            <a:extLst>
              <a:ext uri="{FF2B5EF4-FFF2-40B4-BE49-F238E27FC236}">
                <a16:creationId xmlns:a16="http://schemas.microsoft.com/office/drawing/2014/main" id="{45F944FF-448C-463B-887B-14018F02CDC2}"/>
              </a:ext>
            </a:extLst>
          </p:cNvPr>
          <p:cNvSpPr>
            <a:spLocks noGrp="1"/>
          </p:cNvSpPr>
          <p:nvPr/>
        </p:nvSpPr>
        <p:spPr>
          <a:xfrm>
            <a:off x="5053727" y="5539792"/>
            <a:ext cx="28398" cy="28398"/>
          </a:xfrm>
          <a:prstGeom prst="ellipse">
            <a:avLst/>
          </a:prstGeom>
          <a:solidFill>
            <a:srgbClr val="7F8C97">
              <a:alpha val="48000"/>
            </a:srgbClr>
          </a:solidFill>
          <a:ln w="0">
            <a:noFill/>
            <a:prstDash val="solid"/>
          </a:ln>
        </p:spPr>
      </p:sp>
      <p:sp>
        <p:nvSpPr>
          <p:cNvPr id="3023" name="01_find_only_3022">
            <a:extLst>
              <a:ext uri="{FF2B5EF4-FFF2-40B4-BE49-F238E27FC236}">
                <a16:creationId xmlns:a16="http://schemas.microsoft.com/office/drawing/2014/main" id="{748D2B9A-7611-4729-8B31-04300F1C35BE}"/>
              </a:ext>
            </a:extLst>
          </p:cNvPr>
          <p:cNvSpPr>
            <a:spLocks noGrp="1"/>
          </p:cNvSpPr>
          <p:nvPr/>
        </p:nvSpPr>
        <p:spPr>
          <a:xfrm>
            <a:off x="5084726" y="6173800"/>
            <a:ext cx="28398" cy="28398"/>
          </a:xfrm>
          <a:prstGeom prst="ellipse">
            <a:avLst/>
          </a:prstGeom>
          <a:solidFill>
            <a:srgbClr val="7F8C97">
              <a:alpha val="48000"/>
            </a:srgbClr>
          </a:solidFill>
          <a:ln w="0">
            <a:noFill/>
            <a:prstDash val="solid"/>
          </a:ln>
        </p:spPr>
      </p:sp>
      <p:sp>
        <p:nvSpPr>
          <p:cNvPr id="3024" name="01_find_only_3023">
            <a:extLst>
              <a:ext uri="{FF2B5EF4-FFF2-40B4-BE49-F238E27FC236}">
                <a16:creationId xmlns:a16="http://schemas.microsoft.com/office/drawing/2014/main" id="{DBF73783-C15E-4A9A-BFDD-DF4118BA049E}"/>
              </a:ext>
            </a:extLst>
          </p:cNvPr>
          <p:cNvSpPr>
            <a:spLocks noGrp="1"/>
          </p:cNvSpPr>
          <p:nvPr/>
        </p:nvSpPr>
        <p:spPr>
          <a:xfrm>
            <a:off x="5070323" y="6173800"/>
            <a:ext cx="28398" cy="28398"/>
          </a:xfrm>
          <a:prstGeom prst="ellipse">
            <a:avLst/>
          </a:prstGeom>
          <a:solidFill>
            <a:srgbClr val="7F8C97">
              <a:alpha val="48000"/>
            </a:srgbClr>
          </a:solidFill>
          <a:ln w="0">
            <a:noFill/>
            <a:prstDash val="solid"/>
          </a:ln>
        </p:spPr>
      </p:sp>
      <p:sp>
        <p:nvSpPr>
          <p:cNvPr id="3025" name="01_find_only_3024">
            <a:extLst>
              <a:ext uri="{FF2B5EF4-FFF2-40B4-BE49-F238E27FC236}">
                <a16:creationId xmlns:a16="http://schemas.microsoft.com/office/drawing/2014/main" id="{4494CA6C-0ED3-4093-A741-F93F41CFD3CE}"/>
              </a:ext>
            </a:extLst>
          </p:cNvPr>
          <p:cNvSpPr>
            <a:spLocks noGrp="1"/>
          </p:cNvSpPr>
          <p:nvPr/>
        </p:nvSpPr>
        <p:spPr>
          <a:xfrm>
            <a:off x="5025303" y="6173800"/>
            <a:ext cx="28398" cy="28398"/>
          </a:xfrm>
          <a:prstGeom prst="ellipse">
            <a:avLst/>
          </a:prstGeom>
          <a:solidFill>
            <a:srgbClr val="7F8C97">
              <a:alpha val="48000"/>
            </a:srgbClr>
          </a:solidFill>
          <a:ln w="0">
            <a:noFill/>
            <a:prstDash val="solid"/>
          </a:ln>
        </p:spPr>
      </p:sp>
      <p:sp>
        <p:nvSpPr>
          <p:cNvPr id="3026" name="01_find_only_3025">
            <a:extLst>
              <a:ext uri="{FF2B5EF4-FFF2-40B4-BE49-F238E27FC236}">
                <a16:creationId xmlns:a16="http://schemas.microsoft.com/office/drawing/2014/main" id="{65DA2D30-DE9C-4679-9CD9-93B5706B0751}"/>
              </a:ext>
            </a:extLst>
          </p:cNvPr>
          <p:cNvSpPr>
            <a:spLocks noGrp="1"/>
          </p:cNvSpPr>
          <p:nvPr/>
        </p:nvSpPr>
        <p:spPr>
          <a:xfrm>
            <a:off x="5072231" y="5539792"/>
            <a:ext cx="28398" cy="28398"/>
          </a:xfrm>
          <a:prstGeom prst="ellipse">
            <a:avLst/>
          </a:prstGeom>
          <a:solidFill>
            <a:srgbClr val="7F8C97">
              <a:alpha val="48000"/>
            </a:srgbClr>
          </a:solidFill>
          <a:ln w="0">
            <a:noFill/>
            <a:prstDash val="solid"/>
          </a:ln>
        </p:spPr>
      </p:sp>
      <p:sp>
        <p:nvSpPr>
          <p:cNvPr id="3027" name="01_find_only_3026">
            <a:extLst>
              <a:ext uri="{FF2B5EF4-FFF2-40B4-BE49-F238E27FC236}">
                <a16:creationId xmlns:a16="http://schemas.microsoft.com/office/drawing/2014/main" id="{D8CC677D-0F41-4849-A6EC-1854324F2263}"/>
              </a:ext>
            </a:extLst>
          </p:cNvPr>
          <p:cNvSpPr>
            <a:spLocks noGrp="1"/>
          </p:cNvSpPr>
          <p:nvPr/>
        </p:nvSpPr>
        <p:spPr>
          <a:xfrm>
            <a:off x="5064505" y="5751128"/>
            <a:ext cx="28398" cy="28398"/>
          </a:xfrm>
          <a:prstGeom prst="ellipse">
            <a:avLst/>
          </a:prstGeom>
          <a:solidFill>
            <a:srgbClr val="7F8C97">
              <a:alpha val="48000"/>
            </a:srgbClr>
          </a:solidFill>
          <a:ln w="0">
            <a:noFill/>
            <a:prstDash val="solid"/>
          </a:ln>
        </p:spPr>
      </p:sp>
      <p:sp>
        <p:nvSpPr>
          <p:cNvPr id="3028" name="01_find_only_3027">
            <a:extLst>
              <a:ext uri="{FF2B5EF4-FFF2-40B4-BE49-F238E27FC236}">
                <a16:creationId xmlns:a16="http://schemas.microsoft.com/office/drawing/2014/main" id="{01451D77-32EB-43B0-9E43-3C9E73FAED88}"/>
              </a:ext>
            </a:extLst>
          </p:cNvPr>
          <p:cNvSpPr>
            <a:spLocks noGrp="1"/>
          </p:cNvSpPr>
          <p:nvPr/>
        </p:nvSpPr>
        <p:spPr>
          <a:xfrm>
            <a:off x="5068606" y="6173800"/>
            <a:ext cx="28398" cy="28398"/>
          </a:xfrm>
          <a:prstGeom prst="ellipse">
            <a:avLst/>
          </a:prstGeom>
          <a:solidFill>
            <a:srgbClr val="7F8C97">
              <a:alpha val="48000"/>
            </a:srgbClr>
          </a:solidFill>
          <a:ln w="0">
            <a:noFill/>
            <a:prstDash val="solid"/>
          </a:ln>
        </p:spPr>
      </p:sp>
      <p:sp>
        <p:nvSpPr>
          <p:cNvPr id="3029" name="01_find_only_3028">
            <a:extLst>
              <a:ext uri="{FF2B5EF4-FFF2-40B4-BE49-F238E27FC236}">
                <a16:creationId xmlns:a16="http://schemas.microsoft.com/office/drawing/2014/main" id="{267AD498-ACD4-42D5-95A6-2A39C7599581}"/>
              </a:ext>
            </a:extLst>
          </p:cNvPr>
          <p:cNvSpPr>
            <a:spLocks noGrp="1"/>
          </p:cNvSpPr>
          <p:nvPr/>
        </p:nvSpPr>
        <p:spPr>
          <a:xfrm>
            <a:off x="5077477" y="5892019"/>
            <a:ext cx="28398" cy="28398"/>
          </a:xfrm>
          <a:prstGeom prst="ellipse">
            <a:avLst/>
          </a:prstGeom>
          <a:solidFill>
            <a:srgbClr val="7F8C97">
              <a:alpha val="48000"/>
            </a:srgbClr>
          </a:solidFill>
          <a:ln w="0">
            <a:noFill/>
            <a:prstDash val="solid"/>
          </a:ln>
        </p:spPr>
      </p:sp>
      <p:sp>
        <p:nvSpPr>
          <p:cNvPr id="3030" name="01_find_only_3029">
            <a:extLst>
              <a:ext uri="{FF2B5EF4-FFF2-40B4-BE49-F238E27FC236}">
                <a16:creationId xmlns:a16="http://schemas.microsoft.com/office/drawing/2014/main" id="{321A16D8-4F93-465F-B317-30F49DEBE62E}"/>
              </a:ext>
            </a:extLst>
          </p:cNvPr>
          <p:cNvSpPr>
            <a:spLocks noGrp="1"/>
          </p:cNvSpPr>
          <p:nvPr/>
        </p:nvSpPr>
        <p:spPr>
          <a:xfrm>
            <a:off x="5016910" y="5539792"/>
            <a:ext cx="28398" cy="28398"/>
          </a:xfrm>
          <a:prstGeom prst="ellipse">
            <a:avLst/>
          </a:prstGeom>
          <a:solidFill>
            <a:srgbClr val="7F8C97">
              <a:alpha val="48000"/>
            </a:srgbClr>
          </a:solidFill>
          <a:ln w="0">
            <a:noFill/>
            <a:prstDash val="solid"/>
          </a:ln>
        </p:spPr>
      </p:sp>
      <p:sp>
        <p:nvSpPr>
          <p:cNvPr id="3031" name="01_find_only_3030">
            <a:extLst>
              <a:ext uri="{FF2B5EF4-FFF2-40B4-BE49-F238E27FC236}">
                <a16:creationId xmlns:a16="http://schemas.microsoft.com/office/drawing/2014/main" id="{32B2B681-6CA3-417D-AE83-50EFD9C3DAF2}"/>
              </a:ext>
            </a:extLst>
          </p:cNvPr>
          <p:cNvSpPr>
            <a:spLocks noGrp="1"/>
          </p:cNvSpPr>
          <p:nvPr/>
        </p:nvSpPr>
        <p:spPr>
          <a:xfrm>
            <a:off x="5009756" y="5539792"/>
            <a:ext cx="28398" cy="28398"/>
          </a:xfrm>
          <a:prstGeom prst="ellipse">
            <a:avLst/>
          </a:prstGeom>
          <a:solidFill>
            <a:srgbClr val="7F8C97">
              <a:alpha val="48000"/>
            </a:srgbClr>
          </a:solidFill>
          <a:ln w="0">
            <a:noFill/>
            <a:prstDash val="solid"/>
          </a:ln>
        </p:spPr>
      </p:sp>
      <p:sp>
        <p:nvSpPr>
          <p:cNvPr id="3032" name="01_find_only_3031">
            <a:extLst>
              <a:ext uri="{FF2B5EF4-FFF2-40B4-BE49-F238E27FC236}">
                <a16:creationId xmlns:a16="http://schemas.microsoft.com/office/drawing/2014/main" id="{0423D317-D74B-45B2-8331-E40C3A6EFDE5}"/>
              </a:ext>
            </a:extLst>
          </p:cNvPr>
          <p:cNvSpPr>
            <a:spLocks noGrp="1"/>
          </p:cNvSpPr>
          <p:nvPr/>
        </p:nvSpPr>
        <p:spPr>
          <a:xfrm>
            <a:off x="5064696" y="5856796"/>
            <a:ext cx="28398" cy="28398"/>
          </a:xfrm>
          <a:prstGeom prst="ellipse">
            <a:avLst/>
          </a:prstGeom>
          <a:solidFill>
            <a:srgbClr val="7F8C97">
              <a:alpha val="48000"/>
            </a:srgbClr>
          </a:solidFill>
          <a:ln w="0">
            <a:noFill/>
            <a:prstDash val="solid"/>
          </a:ln>
        </p:spPr>
      </p:sp>
      <p:sp>
        <p:nvSpPr>
          <p:cNvPr id="3033" name="01_find_only_3032">
            <a:extLst>
              <a:ext uri="{FF2B5EF4-FFF2-40B4-BE49-F238E27FC236}">
                <a16:creationId xmlns:a16="http://schemas.microsoft.com/office/drawing/2014/main" id="{0ACD8963-1A82-4977-86B3-EE8D074527BD}"/>
              </a:ext>
            </a:extLst>
          </p:cNvPr>
          <p:cNvSpPr>
            <a:spLocks noGrp="1"/>
          </p:cNvSpPr>
          <p:nvPr/>
        </p:nvSpPr>
        <p:spPr>
          <a:xfrm>
            <a:off x="5089304" y="5811510"/>
            <a:ext cx="28398" cy="28398"/>
          </a:xfrm>
          <a:prstGeom prst="ellipse">
            <a:avLst/>
          </a:prstGeom>
          <a:solidFill>
            <a:srgbClr val="7F8C97">
              <a:alpha val="48000"/>
            </a:srgbClr>
          </a:solidFill>
          <a:ln w="0">
            <a:noFill/>
            <a:prstDash val="solid"/>
          </a:ln>
        </p:spPr>
      </p:sp>
      <p:sp>
        <p:nvSpPr>
          <p:cNvPr id="3034" name="01_find_only_3033">
            <a:extLst>
              <a:ext uri="{FF2B5EF4-FFF2-40B4-BE49-F238E27FC236}">
                <a16:creationId xmlns:a16="http://schemas.microsoft.com/office/drawing/2014/main" id="{75050274-982D-4FCD-8203-EBCF3BC995A2}"/>
              </a:ext>
            </a:extLst>
          </p:cNvPr>
          <p:cNvSpPr>
            <a:spLocks noGrp="1"/>
          </p:cNvSpPr>
          <p:nvPr/>
        </p:nvSpPr>
        <p:spPr>
          <a:xfrm>
            <a:off x="5093406" y="5539792"/>
            <a:ext cx="28398" cy="28398"/>
          </a:xfrm>
          <a:prstGeom prst="ellipse">
            <a:avLst/>
          </a:prstGeom>
          <a:solidFill>
            <a:srgbClr val="7F8C97">
              <a:alpha val="48000"/>
            </a:srgbClr>
          </a:solidFill>
          <a:ln w="0">
            <a:noFill/>
            <a:prstDash val="solid"/>
          </a:ln>
        </p:spPr>
      </p:sp>
      <p:sp>
        <p:nvSpPr>
          <p:cNvPr id="3035" name="01_find_only_3034">
            <a:extLst>
              <a:ext uri="{FF2B5EF4-FFF2-40B4-BE49-F238E27FC236}">
                <a16:creationId xmlns:a16="http://schemas.microsoft.com/office/drawing/2014/main" id="{80869C87-4415-4C90-91E6-3DB82C586443}"/>
              </a:ext>
            </a:extLst>
          </p:cNvPr>
          <p:cNvSpPr>
            <a:spLocks noGrp="1"/>
          </p:cNvSpPr>
          <p:nvPr/>
        </p:nvSpPr>
        <p:spPr>
          <a:xfrm>
            <a:off x="5034460" y="5539792"/>
            <a:ext cx="28398" cy="28398"/>
          </a:xfrm>
          <a:prstGeom prst="ellipse">
            <a:avLst/>
          </a:prstGeom>
          <a:solidFill>
            <a:srgbClr val="7F8C97">
              <a:alpha val="48000"/>
            </a:srgbClr>
          </a:solidFill>
          <a:ln w="0">
            <a:noFill/>
            <a:prstDash val="solid"/>
          </a:ln>
        </p:spPr>
      </p:sp>
      <p:sp>
        <p:nvSpPr>
          <p:cNvPr id="3036" name="01_find_only_3035">
            <a:extLst>
              <a:ext uri="{FF2B5EF4-FFF2-40B4-BE49-F238E27FC236}">
                <a16:creationId xmlns:a16="http://schemas.microsoft.com/office/drawing/2014/main" id="{E0E3B494-0A4F-4178-9D8F-7E6F92A62E4C}"/>
              </a:ext>
            </a:extLst>
          </p:cNvPr>
          <p:cNvSpPr>
            <a:spLocks noGrp="1"/>
          </p:cNvSpPr>
          <p:nvPr/>
        </p:nvSpPr>
        <p:spPr>
          <a:xfrm>
            <a:off x="5069465" y="6173800"/>
            <a:ext cx="28398" cy="28398"/>
          </a:xfrm>
          <a:prstGeom prst="ellipse">
            <a:avLst/>
          </a:prstGeom>
          <a:solidFill>
            <a:srgbClr val="7F8C97">
              <a:alpha val="48000"/>
            </a:srgbClr>
          </a:solidFill>
          <a:ln w="0">
            <a:noFill/>
            <a:prstDash val="solid"/>
          </a:ln>
        </p:spPr>
      </p:sp>
      <p:sp>
        <p:nvSpPr>
          <p:cNvPr id="3037" name="01_find_only_3036">
            <a:extLst>
              <a:ext uri="{FF2B5EF4-FFF2-40B4-BE49-F238E27FC236}">
                <a16:creationId xmlns:a16="http://schemas.microsoft.com/office/drawing/2014/main" id="{240207D2-87F4-465D-AE64-17F77AB9EFAE}"/>
              </a:ext>
            </a:extLst>
          </p:cNvPr>
          <p:cNvSpPr>
            <a:spLocks noGrp="1"/>
          </p:cNvSpPr>
          <p:nvPr/>
        </p:nvSpPr>
        <p:spPr>
          <a:xfrm>
            <a:off x="5076714" y="6173800"/>
            <a:ext cx="28398" cy="28398"/>
          </a:xfrm>
          <a:prstGeom prst="ellipse">
            <a:avLst/>
          </a:prstGeom>
          <a:solidFill>
            <a:srgbClr val="7F8C97">
              <a:alpha val="48000"/>
            </a:srgbClr>
          </a:solidFill>
          <a:ln w="0">
            <a:noFill/>
            <a:prstDash val="solid"/>
          </a:ln>
        </p:spPr>
      </p:sp>
      <p:sp>
        <p:nvSpPr>
          <p:cNvPr id="3038" name="01_find_only_3037">
            <a:extLst>
              <a:ext uri="{FF2B5EF4-FFF2-40B4-BE49-F238E27FC236}">
                <a16:creationId xmlns:a16="http://schemas.microsoft.com/office/drawing/2014/main" id="{0BD86215-5A53-4C20-B398-F451755233AE}"/>
              </a:ext>
            </a:extLst>
          </p:cNvPr>
          <p:cNvSpPr>
            <a:spLocks noGrp="1"/>
          </p:cNvSpPr>
          <p:nvPr/>
        </p:nvSpPr>
        <p:spPr>
          <a:xfrm>
            <a:off x="5088255" y="6173800"/>
            <a:ext cx="28398" cy="28398"/>
          </a:xfrm>
          <a:prstGeom prst="ellipse">
            <a:avLst/>
          </a:prstGeom>
          <a:solidFill>
            <a:srgbClr val="7F8C97">
              <a:alpha val="48000"/>
            </a:srgbClr>
          </a:solidFill>
          <a:ln w="0">
            <a:noFill/>
            <a:prstDash val="solid"/>
          </a:ln>
        </p:spPr>
      </p:sp>
      <p:sp>
        <p:nvSpPr>
          <p:cNvPr id="3039" name="01_find_only_3038">
            <a:extLst>
              <a:ext uri="{FF2B5EF4-FFF2-40B4-BE49-F238E27FC236}">
                <a16:creationId xmlns:a16="http://schemas.microsoft.com/office/drawing/2014/main" id="{6EFA0A58-827F-46F8-903F-6228C154E762}"/>
              </a:ext>
            </a:extLst>
          </p:cNvPr>
          <p:cNvSpPr>
            <a:spLocks noGrp="1"/>
          </p:cNvSpPr>
          <p:nvPr/>
        </p:nvSpPr>
        <p:spPr>
          <a:xfrm>
            <a:off x="5078145" y="6173800"/>
            <a:ext cx="28398" cy="28398"/>
          </a:xfrm>
          <a:prstGeom prst="ellipse">
            <a:avLst/>
          </a:prstGeom>
          <a:solidFill>
            <a:srgbClr val="7F8C97">
              <a:alpha val="48000"/>
            </a:srgbClr>
          </a:solidFill>
          <a:ln w="0">
            <a:noFill/>
            <a:prstDash val="solid"/>
          </a:ln>
        </p:spPr>
      </p:sp>
      <p:sp>
        <p:nvSpPr>
          <p:cNvPr id="3040" name="01_find_only_3039">
            <a:extLst>
              <a:ext uri="{FF2B5EF4-FFF2-40B4-BE49-F238E27FC236}">
                <a16:creationId xmlns:a16="http://schemas.microsoft.com/office/drawing/2014/main" id="{D1E26965-69AB-4A62-A615-8C3E9B0DA4CF}"/>
              </a:ext>
            </a:extLst>
          </p:cNvPr>
          <p:cNvSpPr>
            <a:spLocks noGrp="1"/>
          </p:cNvSpPr>
          <p:nvPr/>
        </p:nvSpPr>
        <p:spPr>
          <a:xfrm>
            <a:off x="5063742" y="6173800"/>
            <a:ext cx="28398" cy="28398"/>
          </a:xfrm>
          <a:prstGeom prst="ellipse">
            <a:avLst/>
          </a:prstGeom>
          <a:solidFill>
            <a:srgbClr val="7F8C97">
              <a:alpha val="48000"/>
            </a:srgbClr>
          </a:solidFill>
          <a:ln w="0">
            <a:noFill/>
            <a:prstDash val="solid"/>
          </a:ln>
        </p:spPr>
      </p:sp>
      <p:sp>
        <p:nvSpPr>
          <p:cNvPr id="3041" name="01_find_only_3040">
            <a:extLst>
              <a:ext uri="{FF2B5EF4-FFF2-40B4-BE49-F238E27FC236}">
                <a16:creationId xmlns:a16="http://schemas.microsoft.com/office/drawing/2014/main" id="{CF1FB411-4CBB-4245-A600-D2F371CB7E96}"/>
              </a:ext>
            </a:extLst>
          </p:cNvPr>
          <p:cNvSpPr>
            <a:spLocks noGrp="1"/>
          </p:cNvSpPr>
          <p:nvPr/>
        </p:nvSpPr>
        <p:spPr>
          <a:xfrm>
            <a:off x="5005273" y="5539792"/>
            <a:ext cx="28398" cy="28398"/>
          </a:xfrm>
          <a:prstGeom prst="ellipse">
            <a:avLst/>
          </a:prstGeom>
          <a:solidFill>
            <a:srgbClr val="7F8C97">
              <a:alpha val="48000"/>
            </a:srgbClr>
          </a:solidFill>
          <a:ln w="0">
            <a:noFill/>
            <a:prstDash val="solid"/>
          </a:ln>
        </p:spPr>
      </p:sp>
      <p:sp>
        <p:nvSpPr>
          <p:cNvPr id="3042" name="01_find_only_3041">
            <a:extLst>
              <a:ext uri="{FF2B5EF4-FFF2-40B4-BE49-F238E27FC236}">
                <a16:creationId xmlns:a16="http://schemas.microsoft.com/office/drawing/2014/main" id="{6B6E97C1-510F-4A54-B5E8-3D32A7A16554}"/>
              </a:ext>
            </a:extLst>
          </p:cNvPr>
          <p:cNvSpPr>
            <a:spLocks noGrp="1"/>
          </p:cNvSpPr>
          <p:nvPr/>
        </p:nvSpPr>
        <p:spPr>
          <a:xfrm>
            <a:off x="5014525" y="6173800"/>
            <a:ext cx="28398" cy="28398"/>
          </a:xfrm>
          <a:prstGeom prst="ellipse">
            <a:avLst/>
          </a:prstGeom>
          <a:solidFill>
            <a:srgbClr val="7F8C97">
              <a:alpha val="48000"/>
            </a:srgbClr>
          </a:solidFill>
          <a:ln w="0">
            <a:noFill/>
            <a:prstDash val="solid"/>
          </a:ln>
        </p:spPr>
      </p:sp>
      <p:sp>
        <p:nvSpPr>
          <p:cNvPr id="3043" name="01_find_only_3042">
            <a:extLst>
              <a:ext uri="{FF2B5EF4-FFF2-40B4-BE49-F238E27FC236}">
                <a16:creationId xmlns:a16="http://schemas.microsoft.com/office/drawing/2014/main" id="{76A95598-EFC9-443A-88AF-5581E155158F}"/>
              </a:ext>
            </a:extLst>
          </p:cNvPr>
          <p:cNvSpPr>
            <a:spLocks noGrp="1"/>
          </p:cNvSpPr>
          <p:nvPr/>
        </p:nvSpPr>
        <p:spPr>
          <a:xfrm>
            <a:off x="5055062" y="5539792"/>
            <a:ext cx="28398" cy="28398"/>
          </a:xfrm>
          <a:prstGeom prst="ellipse">
            <a:avLst/>
          </a:prstGeom>
          <a:solidFill>
            <a:srgbClr val="7F8C97">
              <a:alpha val="48000"/>
            </a:srgbClr>
          </a:solidFill>
          <a:ln w="0">
            <a:noFill/>
            <a:prstDash val="solid"/>
          </a:ln>
        </p:spPr>
      </p:sp>
      <p:sp>
        <p:nvSpPr>
          <p:cNvPr id="3044" name="01_find_only_3043">
            <a:extLst>
              <a:ext uri="{FF2B5EF4-FFF2-40B4-BE49-F238E27FC236}">
                <a16:creationId xmlns:a16="http://schemas.microsoft.com/office/drawing/2014/main" id="{4BB03842-453A-4B50-8D41-894F9F46D9D7}"/>
              </a:ext>
            </a:extLst>
          </p:cNvPr>
          <p:cNvSpPr>
            <a:spLocks noGrp="1"/>
          </p:cNvSpPr>
          <p:nvPr/>
        </p:nvSpPr>
        <p:spPr>
          <a:xfrm>
            <a:off x="5018531" y="6173800"/>
            <a:ext cx="28398" cy="28398"/>
          </a:xfrm>
          <a:prstGeom prst="ellipse">
            <a:avLst/>
          </a:prstGeom>
          <a:solidFill>
            <a:srgbClr val="7F8C97">
              <a:alpha val="48000"/>
            </a:srgbClr>
          </a:solidFill>
          <a:ln w="0">
            <a:noFill/>
            <a:prstDash val="solid"/>
          </a:ln>
        </p:spPr>
      </p:sp>
      <p:sp>
        <p:nvSpPr>
          <p:cNvPr id="3045" name="01_find_only_3044">
            <a:extLst>
              <a:ext uri="{FF2B5EF4-FFF2-40B4-BE49-F238E27FC236}">
                <a16:creationId xmlns:a16="http://schemas.microsoft.com/office/drawing/2014/main" id="{DCB9DC07-5664-4FDD-A50B-F84ACD0EF28A}"/>
              </a:ext>
            </a:extLst>
          </p:cNvPr>
          <p:cNvSpPr>
            <a:spLocks noGrp="1"/>
          </p:cNvSpPr>
          <p:nvPr/>
        </p:nvSpPr>
        <p:spPr>
          <a:xfrm>
            <a:off x="5035795" y="6173800"/>
            <a:ext cx="28398" cy="28398"/>
          </a:xfrm>
          <a:prstGeom prst="ellipse">
            <a:avLst/>
          </a:prstGeom>
          <a:solidFill>
            <a:srgbClr val="7F8C97">
              <a:alpha val="48000"/>
            </a:srgbClr>
          </a:solidFill>
          <a:ln w="0">
            <a:noFill/>
            <a:prstDash val="solid"/>
          </a:ln>
        </p:spPr>
      </p:sp>
      <p:sp>
        <p:nvSpPr>
          <p:cNvPr id="3046" name="01_find_only_3045">
            <a:extLst>
              <a:ext uri="{FF2B5EF4-FFF2-40B4-BE49-F238E27FC236}">
                <a16:creationId xmlns:a16="http://schemas.microsoft.com/office/drawing/2014/main" id="{0F890E1D-B92C-4448-A814-EB6B32CD201B}"/>
              </a:ext>
            </a:extLst>
          </p:cNvPr>
          <p:cNvSpPr>
            <a:spLocks noGrp="1"/>
          </p:cNvSpPr>
          <p:nvPr/>
        </p:nvSpPr>
        <p:spPr>
          <a:xfrm>
            <a:off x="5002030" y="6173800"/>
            <a:ext cx="28398" cy="28398"/>
          </a:xfrm>
          <a:prstGeom prst="ellipse">
            <a:avLst/>
          </a:prstGeom>
          <a:solidFill>
            <a:srgbClr val="7F8C97">
              <a:alpha val="48000"/>
            </a:srgbClr>
          </a:solidFill>
          <a:ln w="0">
            <a:noFill/>
            <a:prstDash val="solid"/>
          </a:ln>
        </p:spPr>
      </p:sp>
      <p:sp>
        <p:nvSpPr>
          <p:cNvPr id="3047" name="01_find_only_3046">
            <a:extLst>
              <a:ext uri="{FF2B5EF4-FFF2-40B4-BE49-F238E27FC236}">
                <a16:creationId xmlns:a16="http://schemas.microsoft.com/office/drawing/2014/main" id="{33B2CE2E-0A7E-432A-967A-1F4ACC51F4B8}"/>
              </a:ext>
            </a:extLst>
          </p:cNvPr>
          <p:cNvSpPr>
            <a:spLocks noGrp="1"/>
          </p:cNvSpPr>
          <p:nvPr/>
        </p:nvSpPr>
        <p:spPr>
          <a:xfrm>
            <a:off x="5330434" y="5507279"/>
            <a:ext cx="28398" cy="28398"/>
          </a:xfrm>
          <a:prstGeom prst="ellipse">
            <a:avLst/>
          </a:prstGeom>
          <a:solidFill>
            <a:srgbClr val="7F8C97">
              <a:alpha val="48000"/>
            </a:srgbClr>
          </a:solidFill>
          <a:ln w="0">
            <a:noFill/>
            <a:prstDash val="solid"/>
          </a:ln>
        </p:spPr>
      </p:sp>
      <p:sp>
        <p:nvSpPr>
          <p:cNvPr id="3048" name="01_find_only_3047">
            <a:extLst>
              <a:ext uri="{FF2B5EF4-FFF2-40B4-BE49-F238E27FC236}">
                <a16:creationId xmlns:a16="http://schemas.microsoft.com/office/drawing/2014/main" id="{FBDF4F5A-A919-41D6-AC10-06E8511A5249}"/>
              </a:ext>
            </a:extLst>
          </p:cNvPr>
          <p:cNvSpPr>
            <a:spLocks noGrp="1"/>
          </p:cNvSpPr>
          <p:nvPr/>
        </p:nvSpPr>
        <p:spPr>
          <a:xfrm>
            <a:off x="5322803" y="6173800"/>
            <a:ext cx="28398" cy="28398"/>
          </a:xfrm>
          <a:prstGeom prst="ellipse">
            <a:avLst/>
          </a:prstGeom>
          <a:solidFill>
            <a:srgbClr val="7F8C97">
              <a:alpha val="48000"/>
            </a:srgbClr>
          </a:solidFill>
          <a:ln w="0">
            <a:noFill/>
            <a:prstDash val="solid"/>
          </a:ln>
        </p:spPr>
      </p:sp>
      <p:sp>
        <p:nvSpPr>
          <p:cNvPr id="3049" name="01_find_only_3048">
            <a:extLst>
              <a:ext uri="{FF2B5EF4-FFF2-40B4-BE49-F238E27FC236}">
                <a16:creationId xmlns:a16="http://schemas.microsoft.com/office/drawing/2014/main" id="{AFAE489A-4BED-49CC-9CC2-D9AD39FAC039}"/>
              </a:ext>
            </a:extLst>
          </p:cNvPr>
          <p:cNvSpPr>
            <a:spLocks noGrp="1"/>
          </p:cNvSpPr>
          <p:nvPr/>
        </p:nvSpPr>
        <p:spPr>
          <a:xfrm>
            <a:off x="5284937" y="6173800"/>
            <a:ext cx="28398" cy="28398"/>
          </a:xfrm>
          <a:prstGeom prst="ellipse">
            <a:avLst/>
          </a:prstGeom>
          <a:solidFill>
            <a:srgbClr val="7F8C97">
              <a:alpha val="48000"/>
            </a:srgbClr>
          </a:solidFill>
          <a:ln w="0">
            <a:noFill/>
            <a:prstDash val="solid"/>
          </a:ln>
        </p:spPr>
      </p:sp>
      <p:sp>
        <p:nvSpPr>
          <p:cNvPr id="3050" name="01_find_only_3049">
            <a:extLst>
              <a:ext uri="{FF2B5EF4-FFF2-40B4-BE49-F238E27FC236}">
                <a16:creationId xmlns:a16="http://schemas.microsoft.com/office/drawing/2014/main" id="{EF1CB5C5-7657-4B0D-9D8A-F657E6E80EC9}"/>
              </a:ext>
            </a:extLst>
          </p:cNvPr>
          <p:cNvSpPr>
            <a:spLocks noGrp="1"/>
          </p:cNvSpPr>
          <p:nvPr/>
        </p:nvSpPr>
        <p:spPr>
          <a:xfrm>
            <a:off x="5337206" y="4905784"/>
            <a:ext cx="28398" cy="28398"/>
          </a:xfrm>
          <a:prstGeom prst="ellipse">
            <a:avLst/>
          </a:prstGeom>
          <a:solidFill>
            <a:srgbClr val="7F8C97">
              <a:alpha val="48000"/>
            </a:srgbClr>
          </a:solidFill>
          <a:ln w="0">
            <a:noFill/>
            <a:prstDash val="solid"/>
          </a:ln>
        </p:spPr>
      </p:sp>
      <p:sp>
        <p:nvSpPr>
          <p:cNvPr id="3051" name="01_find_only_3050">
            <a:extLst>
              <a:ext uri="{FF2B5EF4-FFF2-40B4-BE49-F238E27FC236}">
                <a16:creationId xmlns:a16="http://schemas.microsoft.com/office/drawing/2014/main" id="{286E70AD-8BC1-4A7A-85A3-C01DE6A78C23}"/>
              </a:ext>
            </a:extLst>
          </p:cNvPr>
          <p:cNvSpPr>
            <a:spLocks noGrp="1"/>
          </p:cNvSpPr>
          <p:nvPr/>
        </p:nvSpPr>
        <p:spPr>
          <a:xfrm>
            <a:off x="5315840" y="4905784"/>
            <a:ext cx="28398" cy="28398"/>
          </a:xfrm>
          <a:prstGeom prst="ellipse">
            <a:avLst/>
          </a:prstGeom>
          <a:solidFill>
            <a:srgbClr val="7F8C97">
              <a:alpha val="48000"/>
            </a:srgbClr>
          </a:solidFill>
          <a:ln w="0">
            <a:noFill/>
            <a:prstDash val="solid"/>
          </a:ln>
        </p:spPr>
      </p:sp>
      <p:sp>
        <p:nvSpPr>
          <p:cNvPr id="3052" name="01_find_only_3051">
            <a:extLst>
              <a:ext uri="{FF2B5EF4-FFF2-40B4-BE49-F238E27FC236}">
                <a16:creationId xmlns:a16="http://schemas.microsoft.com/office/drawing/2014/main" id="{46474B0F-0A00-49C9-B677-C366A79DE668}"/>
              </a:ext>
            </a:extLst>
          </p:cNvPr>
          <p:cNvSpPr>
            <a:spLocks noGrp="1"/>
          </p:cNvSpPr>
          <p:nvPr/>
        </p:nvSpPr>
        <p:spPr>
          <a:xfrm>
            <a:off x="5252698" y="5136332"/>
            <a:ext cx="28398" cy="28398"/>
          </a:xfrm>
          <a:prstGeom prst="ellipse">
            <a:avLst/>
          </a:prstGeom>
          <a:solidFill>
            <a:srgbClr val="7F8C97">
              <a:alpha val="48000"/>
            </a:srgbClr>
          </a:solidFill>
          <a:ln w="0">
            <a:noFill/>
            <a:prstDash val="solid"/>
          </a:ln>
        </p:spPr>
      </p:sp>
      <p:sp>
        <p:nvSpPr>
          <p:cNvPr id="3053" name="01_find_only_3052">
            <a:extLst>
              <a:ext uri="{FF2B5EF4-FFF2-40B4-BE49-F238E27FC236}">
                <a16:creationId xmlns:a16="http://schemas.microsoft.com/office/drawing/2014/main" id="{5C5E6CA8-9372-47AB-85A1-D1FAE51E4E33}"/>
              </a:ext>
            </a:extLst>
          </p:cNvPr>
          <p:cNvSpPr>
            <a:spLocks noGrp="1"/>
          </p:cNvSpPr>
          <p:nvPr/>
        </p:nvSpPr>
        <p:spPr>
          <a:xfrm>
            <a:off x="5273014" y="6173800"/>
            <a:ext cx="28398" cy="28398"/>
          </a:xfrm>
          <a:prstGeom prst="ellipse">
            <a:avLst/>
          </a:prstGeom>
          <a:solidFill>
            <a:srgbClr val="7F8C97">
              <a:alpha val="48000"/>
            </a:srgbClr>
          </a:solidFill>
          <a:ln w="0">
            <a:noFill/>
            <a:prstDash val="solid"/>
          </a:ln>
        </p:spPr>
      </p:sp>
      <p:sp>
        <p:nvSpPr>
          <p:cNvPr id="3054" name="01_find_only_3053">
            <a:extLst>
              <a:ext uri="{FF2B5EF4-FFF2-40B4-BE49-F238E27FC236}">
                <a16:creationId xmlns:a16="http://schemas.microsoft.com/office/drawing/2014/main" id="{730A749D-3EBD-4488-A298-C6BCED0E4A3B}"/>
              </a:ext>
            </a:extLst>
          </p:cNvPr>
          <p:cNvSpPr>
            <a:spLocks noGrp="1"/>
          </p:cNvSpPr>
          <p:nvPr/>
        </p:nvSpPr>
        <p:spPr>
          <a:xfrm>
            <a:off x="5252507" y="6173800"/>
            <a:ext cx="28398" cy="28398"/>
          </a:xfrm>
          <a:prstGeom prst="ellipse">
            <a:avLst/>
          </a:prstGeom>
          <a:solidFill>
            <a:srgbClr val="7F8C97">
              <a:alpha val="48000"/>
            </a:srgbClr>
          </a:solidFill>
          <a:ln w="0">
            <a:noFill/>
            <a:prstDash val="solid"/>
          </a:ln>
        </p:spPr>
      </p:sp>
      <p:sp>
        <p:nvSpPr>
          <p:cNvPr id="3055" name="01_find_only_3054">
            <a:extLst>
              <a:ext uri="{FF2B5EF4-FFF2-40B4-BE49-F238E27FC236}">
                <a16:creationId xmlns:a16="http://schemas.microsoft.com/office/drawing/2014/main" id="{098C1C0B-C6B4-4CBB-9D3D-ACD1C5FB8EAE}"/>
              </a:ext>
            </a:extLst>
          </p:cNvPr>
          <p:cNvSpPr>
            <a:spLocks noGrp="1"/>
          </p:cNvSpPr>
          <p:nvPr/>
        </p:nvSpPr>
        <p:spPr>
          <a:xfrm>
            <a:off x="5306398" y="6173800"/>
            <a:ext cx="28398" cy="28398"/>
          </a:xfrm>
          <a:prstGeom prst="ellipse">
            <a:avLst/>
          </a:prstGeom>
          <a:solidFill>
            <a:srgbClr val="7F8C97">
              <a:alpha val="48000"/>
            </a:srgbClr>
          </a:solidFill>
          <a:ln w="0">
            <a:noFill/>
            <a:prstDash val="solid"/>
          </a:ln>
        </p:spPr>
      </p:sp>
      <p:sp>
        <p:nvSpPr>
          <p:cNvPr id="3056" name="01_find_only_3055">
            <a:extLst>
              <a:ext uri="{FF2B5EF4-FFF2-40B4-BE49-F238E27FC236}">
                <a16:creationId xmlns:a16="http://schemas.microsoft.com/office/drawing/2014/main" id="{E834C540-6CE6-44C6-9FC8-0754F9EC4685}"/>
              </a:ext>
            </a:extLst>
          </p:cNvPr>
          <p:cNvSpPr>
            <a:spLocks noGrp="1"/>
          </p:cNvSpPr>
          <p:nvPr/>
        </p:nvSpPr>
        <p:spPr>
          <a:xfrm>
            <a:off x="5293998" y="6173800"/>
            <a:ext cx="28398" cy="28398"/>
          </a:xfrm>
          <a:prstGeom prst="ellipse">
            <a:avLst/>
          </a:prstGeom>
          <a:solidFill>
            <a:srgbClr val="7F8C97">
              <a:alpha val="48000"/>
            </a:srgbClr>
          </a:solidFill>
          <a:ln w="0">
            <a:noFill/>
            <a:prstDash val="solid"/>
          </a:ln>
        </p:spPr>
      </p:sp>
      <p:sp>
        <p:nvSpPr>
          <p:cNvPr id="3057" name="01_find_only_3056">
            <a:extLst>
              <a:ext uri="{FF2B5EF4-FFF2-40B4-BE49-F238E27FC236}">
                <a16:creationId xmlns:a16="http://schemas.microsoft.com/office/drawing/2014/main" id="{2E47E100-EB9F-4527-8714-9F9733190E04}"/>
              </a:ext>
            </a:extLst>
          </p:cNvPr>
          <p:cNvSpPr>
            <a:spLocks noGrp="1"/>
          </p:cNvSpPr>
          <p:nvPr/>
        </p:nvSpPr>
        <p:spPr>
          <a:xfrm>
            <a:off x="5283888" y="6173800"/>
            <a:ext cx="28398" cy="28398"/>
          </a:xfrm>
          <a:prstGeom prst="ellipse">
            <a:avLst/>
          </a:prstGeom>
          <a:solidFill>
            <a:srgbClr val="7F8C97">
              <a:alpha val="48000"/>
            </a:srgbClr>
          </a:solidFill>
          <a:ln w="0">
            <a:noFill/>
            <a:prstDash val="solid"/>
          </a:ln>
        </p:spPr>
      </p:sp>
      <p:sp>
        <p:nvSpPr>
          <p:cNvPr id="3058" name="01_find_only_3057">
            <a:extLst>
              <a:ext uri="{FF2B5EF4-FFF2-40B4-BE49-F238E27FC236}">
                <a16:creationId xmlns:a16="http://schemas.microsoft.com/office/drawing/2014/main" id="{366DA78E-5858-42F7-B21F-D0F736F5C298}"/>
              </a:ext>
            </a:extLst>
          </p:cNvPr>
          <p:cNvSpPr>
            <a:spLocks noGrp="1"/>
          </p:cNvSpPr>
          <p:nvPr/>
        </p:nvSpPr>
        <p:spPr>
          <a:xfrm>
            <a:off x="5274445" y="6173800"/>
            <a:ext cx="28398" cy="28398"/>
          </a:xfrm>
          <a:prstGeom prst="ellipse">
            <a:avLst/>
          </a:prstGeom>
          <a:solidFill>
            <a:srgbClr val="7F8C97">
              <a:alpha val="48000"/>
            </a:srgbClr>
          </a:solidFill>
          <a:ln w="0">
            <a:noFill/>
            <a:prstDash val="solid"/>
          </a:ln>
        </p:spPr>
      </p:sp>
      <p:sp>
        <p:nvSpPr>
          <p:cNvPr id="3059" name="01_find_only_3058">
            <a:extLst>
              <a:ext uri="{FF2B5EF4-FFF2-40B4-BE49-F238E27FC236}">
                <a16:creationId xmlns:a16="http://schemas.microsoft.com/office/drawing/2014/main" id="{A18F0E7E-66DF-4057-A272-066EDD9982E1}"/>
              </a:ext>
            </a:extLst>
          </p:cNvPr>
          <p:cNvSpPr>
            <a:spLocks noGrp="1"/>
          </p:cNvSpPr>
          <p:nvPr/>
        </p:nvSpPr>
        <p:spPr>
          <a:xfrm>
            <a:off x="5285318" y="4905784"/>
            <a:ext cx="28398" cy="28398"/>
          </a:xfrm>
          <a:prstGeom prst="ellipse">
            <a:avLst/>
          </a:prstGeom>
          <a:solidFill>
            <a:srgbClr val="7F8C97">
              <a:alpha val="48000"/>
            </a:srgbClr>
          </a:solidFill>
          <a:ln w="0">
            <a:noFill/>
            <a:prstDash val="solid"/>
          </a:ln>
        </p:spPr>
      </p:sp>
      <p:sp>
        <p:nvSpPr>
          <p:cNvPr id="3060" name="01_find_only_3059">
            <a:extLst>
              <a:ext uri="{FF2B5EF4-FFF2-40B4-BE49-F238E27FC236}">
                <a16:creationId xmlns:a16="http://schemas.microsoft.com/office/drawing/2014/main" id="{515C404F-C01F-45F5-9B78-772037F91D07}"/>
              </a:ext>
            </a:extLst>
          </p:cNvPr>
          <p:cNvSpPr>
            <a:spLocks noGrp="1"/>
          </p:cNvSpPr>
          <p:nvPr/>
        </p:nvSpPr>
        <p:spPr>
          <a:xfrm>
            <a:off x="5341784" y="5222788"/>
            <a:ext cx="28398" cy="28398"/>
          </a:xfrm>
          <a:prstGeom prst="ellipse">
            <a:avLst/>
          </a:prstGeom>
          <a:solidFill>
            <a:srgbClr val="7F8C97">
              <a:alpha val="48000"/>
            </a:srgbClr>
          </a:solidFill>
          <a:ln w="0">
            <a:noFill/>
            <a:prstDash val="solid"/>
          </a:ln>
        </p:spPr>
      </p:sp>
      <p:sp>
        <p:nvSpPr>
          <p:cNvPr id="3061" name="01_find_only_3060">
            <a:extLst>
              <a:ext uri="{FF2B5EF4-FFF2-40B4-BE49-F238E27FC236}">
                <a16:creationId xmlns:a16="http://schemas.microsoft.com/office/drawing/2014/main" id="{016A2C14-5ADA-4211-A85A-21BAB96B8838}"/>
              </a:ext>
            </a:extLst>
          </p:cNvPr>
          <p:cNvSpPr>
            <a:spLocks noGrp="1"/>
          </p:cNvSpPr>
          <p:nvPr/>
        </p:nvSpPr>
        <p:spPr>
          <a:xfrm>
            <a:off x="5311930" y="4905784"/>
            <a:ext cx="28398" cy="28398"/>
          </a:xfrm>
          <a:prstGeom prst="ellipse">
            <a:avLst/>
          </a:prstGeom>
          <a:solidFill>
            <a:srgbClr val="7F8C97">
              <a:alpha val="48000"/>
            </a:srgbClr>
          </a:solidFill>
          <a:ln w="0">
            <a:noFill/>
            <a:prstDash val="solid"/>
          </a:ln>
        </p:spPr>
      </p:sp>
      <p:sp>
        <p:nvSpPr>
          <p:cNvPr id="3062" name="01_find_only_3061">
            <a:extLst>
              <a:ext uri="{FF2B5EF4-FFF2-40B4-BE49-F238E27FC236}">
                <a16:creationId xmlns:a16="http://schemas.microsoft.com/office/drawing/2014/main" id="{C436C9C7-C237-4691-A93F-7C9D0486488D}"/>
              </a:ext>
            </a:extLst>
          </p:cNvPr>
          <p:cNvSpPr>
            <a:spLocks noGrp="1"/>
          </p:cNvSpPr>
          <p:nvPr/>
        </p:nvSpPr>
        <p:spPr>
          <a:xfrm>
            <a:off x="5318416" y="6173800"/>
            <a:ext cx="28398" cy="28398"/>
          </a:xfrm>
          <a:prstGeom prst="ellipse">
            <a:avLst/>
          </a:prstGeom>
          <a:solidFill>
            <a:srgbClr val="7F8C97">
              <a:alpha val="48000"/>
            </a:srgbClr>
          </a:solidFill>
          <a:ln w="0">
            <a:noFill/>
            <a:prstDash val="solid"/>
          </a:ln>
        </p:spPr>
      </p:sp>
      <p:sp>
        <p:nvSpPr>
          <p:cNvPr id="3063" name="01_find_only_3062">
            <a:extLst>
              <a:ext uri="{FF2B5EF4-FFF2-40B4-BE49-F238E27FC236}">
                <a16:creationId xmlns:a16="http://schemas.microsoft.com/office/drawing/2014/main" id="{1AFA9691-FB57-443A-BD99-F02F754626D1}"/>
              </a:ext>
            </a:extLst>
          </p:cNvPr>
          <p:cNvSpPr>
            <a:spLocks noGrp="1"/>
          </p:cNvSpPr>
          <p:nvPr/>
        </p:nvSpPr>
        <p:spPr>
          <a:xfrm>
            <a:off x="5276543" y="5821573"/>
            <a:ext cx="28398" cy="28398"/>
          </a:xfrm>
          <a:prstGeom prst="ellipse">
            <a:avLst/>
          </a:prstGeom>
          <a:solidFill>
            <a:srgbClr val="7F8C97">
              <a:alpha val="48000"/>
            </a:srgbClr>
          </a:solidFill>
          <a:ln w="0">
            <a:noFill/>
            <a:prstDash val="solid"/>
          </a:ln>
        </p:spPr>
      </p:sp>
      <p:sp>
        <p:nvSpPr>
          <p:cNvPr id="3064" name="01_find_only_3063">
            <a:extLst>
              <a:ext uri="{FF2B5EF4-FFF2-40B4-BE49-F238E27FC236}">
                <a16:creationId xmlns:a16="http://schemas.microsoft.com/office/drawing/2014/main" id="{A46C216C-8743-499C-B344-E8BF9BDF7A54}"/>
              </a:ext>
            </a:extLst>
          </p:cNvPr>
          <p:cNvSpPr>
            <a:spLocks noGrp="1"/>
          </p:cNvSpPr>
          <p:nvPr/>
        </p:nvSpPr>
        <p:spPr>
          <a:xfrm>
            <a:off x="5336443" y="5751128"/>
            <a:ext cx="28398" cy="28398"/>
          </a:xfrm>
          <a:prstGeom prst="ellipse">
            <a:avLst/>
          </a:prstGeom>
          <a:solidFill>
            <a:srgbClr val="7F8C97">
              <a:alpha val="48000"/>
            </a:srgbClr>
          </a:solidFill>
          <a:ln w="0">
            <a:noFill/>
            <a:prstDash val="solid"/>
          </a:ln>
        </p:spPr>
      </p:sp>
      <p:sp>
        <p:nvSpPr>
          <p:cNvPr id="3065" name="01_find_only_3064">
            <a:extLst>
              <a:ext uri="{FF2B5EF4-FFF2-40B4-BE49-F238E27FC236}">
                <a16:creationId xmlns:a16="http://schemas.microsoft.com/office/drawing/2014/main" id="{40EE85AB-000D-4C10-AC8C-0F66301AF97C}"/>
              </a:ext>
            </a:extLst>
          </p:cNvPr>
          <p:cNvSpPr>
            <a:spLocks noGrp="1"/>
          </p:cNvSpPr>
          <p:nvPr/>
        </p:nvSpPr>
        <p:spPr>
          <a:xfrm>
            <a:off x="5318606" y="5251607"/>
            <a:ext cx="28398" cy="28398"/>
          </a:xfrm>
          <a:prstGeom prst="ellipse">
            <a:avLst/>
          </a:prstGeom>
          <a:solidFill>
            <a:srgbClr val="7F8C97">
              <a:alpha val="48000"/>
            </a:srgbClr>
          </a:solidFill>
          <a:ln w="0">
            <a:noFill/>
            <a:prstDash val="solid"/>
          </a:ln>
        </p:spPr>
      </p:sp>
      <p:sp>
        <p:nvSpPr>
          <p:cNvPr id="3066" name="01_find_only_3065">
            <a:extLst>
              <a:ext uri="{FF2B5EF4-FFF2-40B4-BE49-F238E27FC236}">
                <a16:creationId xmlns:a16="http://schemas.microsoft.com/office/drawing/2014/main" id="{C0F4A0CD-B2FB-4808-89BB-688D193E722B}"/>
              </a:ext>
            </a:extLst>
          </p:cNvPr>
          <p:cNvSpPr>
            <a:spLocks noGrp="1"/>
          </p:cNvSpPr>
          <p:nvPr/>
        </p:nvSpPr>
        <p:spPr>
          <a:xfrm>
            <a:off x="5264144" y="6173800"/>
            <a:ext cx="28398" cy="28398"/>
          </a:xfrm>
          <a:prstGeom prst="ellipse">
            <a:avLst/>
          </a:prstGeom>
          <a:solidFill>
            <a:srgbClr val="7F8C97">
              <a:alpha val="48000"/>
            </a:srgbClr>
          </a:solidFill>
          <a:ln w="0">
            <a:noFill/>
            <a:prstDash val="solid"/>
          </a:ln>
        </p:spPr>
      </p:sp>
      <p:sp>
        <p:nvSpPr>
          <p:cNvPr id="3067" name="01_find_only_3066">
            <a:extLst>
              <a:ext uri="{FF2B5EF4-FFF2-40B4-BE49-F238E27FC236}">
                <a16:creationId xmlns:a16="http://schemas.microsoft.com/office/drawing/2014/main" id="{DBFE333E-F8E1-4926-A485-19E1692683CD}"/>
              </a:ext>
            </a:extLst>
          </p:cNvPr>
          <p:cNvSpPr>
            <a:spLocks noGrp="1"/>
          </p:cNvSpPr>
          <p:nvPr/>
        </p:nvSpPr>
        <p:spPr>
          <a:xfrm>
            <a:off x="5269008" y="6173800"/>
            <a:ext cx="28398" cy="28398"/>
          </a:xfrm>
          <a:prstGeom prst="ellipse">
            <a:avLst/>
          </a:prstGeom>
          <a:solidFill>
            <a:srgbClr val="7F8C97">
              <a:alpha val="48000"/>
            </a:srgbClr>
          </a:solidFill>
          <a:ln w="0">
            <a:noFill/>
            <a:prstDash val="solid"/>
          </a:ln>
        </p:spPr>
      </p:sp>
      <p:sp>
        <p:nvSpPr>
          <p:cNvPr id="3068" name="01_find_only_3067">
            <a:extLst>
              <a:ext uri="{FF2B5EF4-FFF2-40B4-BE49-F238E27FC236}">
                <a16:creationId xmlns:a16="http://schemas.microsoft.com/office/drawing/2014/main" id="{1208E37F-CE38-4CA9-8F64-67C6AA03E697}"/>
              </a:ext>
            </a:extLst>
          </p:cNvPr>
          <p:cNvSpPr>
            <a:spLocks noGrp="1"/>
          </p:cNvSpPr>
          <p:nvPr/>
        </p:nvSpPr>
        <p:spPr>
          <a:xfrm>
            <a:off x="5276448" y="5751128"/>
            <a:ext cx="28398" cy="28398"/>
          </a:xfrm>
          <a:prstGeom prst="ellipse">
            <a:avLst/>
          </a:prstGeom>
          <a:solidFill>
            <a:srgbClr val="7F8C97">
              <a:alpha val="48000"/>
            </a:srgbClr>
          </a:solidFill>
          <a:ln w="0">
            <a:noFill/>
            <a:prstDash val="solid"/>
          </a:ln>
        </p:spPr>
      </p:sp>
      <p:sp>
        <p:nvSpPr>
          <p:cNvPr id="3069" name="01_find_only_3068">
            <a:extLst>
              <a:ext uri="{FF2B5EF4-FFF2-40B4-BE49-F238E27FC236}">
                <a16:creationId xmlns:a16="http://schemas.microsoft.com/office/drawing/2014/main" id="{6EB41C28-F6F4-4BD4-9E52-E9F50C3B0A49}"/>
              </a:ext>
            </a:extLst>
          </p:cNvPr>
          <p:cNvSpPr>
            <a:spLocks noGrp="1"/>
          </p:cNvSpPr>
          <p:nvPr/>
        </p:nvSpPr>
        <p:spPr>
          <a:xfrm>
            <a:off x="5335680" y="6173800"/>
            <a:ext cx="28398" cy="28398"/>
          </a:xfrm>
          <a:prstGeom prst="ellipse">
            <a:avLst/>
          </a:prstGeom>
          <a:solidFill>
            <a:srgbClr val="7F8C97">
              <a:alpha val="48000"/>
            </a:srgbClr>
          </a:solidFill>
          <a:ln w="0">
            <a:noFill/>
            <a:prstDash val="solid"/>
          </a:ln>
        </p:spPr>
      </p:sp>
      <p:sp>
        <p:nvSpPr>
          <p:cNvPr id="3070" name="01_find_only_3069">
            <a:extLst>
              <a:ext uri="{FF2B5EF4-FFF2-40B4-BE49-F238E27FC236}">
                <a16:creationId xmlns:a16="http://schemas.microsoft.com/office/drawing/2014/main" id="{98BE9C8A-AFAC-41B9-8457-11F8421E1530}"/>
              </a:ext>
            </a:extLst>
          </p:cNvPr>
          <p:cNvSpPr>
            <a:spLocks noGrp="1"/>
          </p:cNvSpPr>
          <p:nvPr/>
        </p:nvSpPr>
        <p:spPr>
          <a:xfrm>
            <a:off x="5277974" y="4905784"/>
            <a:ext cx="28398" cy="28398"/>
          </a:xfrm>
          <a:prstGeom prst="ellipse">
            <a:avLst/>
          </a:prstGeom>
          <a:solidFill>
            <a:srgbClr val="7F8C97">
              <a:alpha val="48000"/>
            </a:srgbClr>
          </a:solidFill>
          <a:ln w="0">
            <a:noFill/>
            <a:prstDash val="solid"/>
          </a:ln>
        </p:spPr>
      </p:sp>
      <p:sp>
        <p:nvSpPr>
          <p:cNvPr id="3071" name="01_find_only_3070">
            <a:extLst>
              <a:ext uri="{FF2B5EF4-FFF2-40B4-BE49-F238E27FC236}">
                <a16:creationId xmlns:a16="http://schemas.microsoft.com/office/drawing/2014/main" id="{3C28AF36-849B-4314-9D25-449741DC8ED5}"/>
              </a:ext>
            </a:extLst>
          </p:cNvPr>
          <p:cNvSpPr>
            <a:spLocks noGrp="1"/>
          </p:cNvSpPr>
          <p:nvPr/>
        </p:nvSpPr>
        <p:spPr>
          <a:xfrm>
            <a:off x="5330338" y="6173800"/>
            <a:ext cx="28398" cy="28398"/>
          </a:xfrm>
          <a:prstGeom prst="ellipse">
            <a:avLst/>
          </a:prstGeom>
          <a:solidFill>
            <a:srgbClr val="7F8C97">
              <a:alpha val="48000"/>
            </a:srgbClr>
          </a:solidFill>
          <a:ln w="0">
            <a:noFill/>
            <a:prstDash val="solid"/>
          </a:ln>
        </p:spPr>
      </p:sp>
      <p:sp>
        <p:nvSpPr>
          <p:cNvPr id="3072" name="01_find_only_3071">
            <a:extLst>
              <a:ext uri="{FF2B5EF4-FFF2-40B4-BE49-F238E27FC236}">
                <a16:creationId xmlns:a16="http://schemas.microsoft.com/office/drawing/2014/main" id="{EC21C875-AC3B-4983-802B-2C8366CA5F15}"/>
              </a:ext>
            </a:extLst>
          </p:cNvPr>
          <p:cNvSpPr>
            <a:spLocks noGrp="1"/>
          </p:cNvSpPr>
          <p:nvPr/>
        </p:nvSpPr>
        <p:spPr>
          <a:xfrm>
            <a:off x="5331101" y="4905784"/>
            <a:ext cx="28398" cy="28398"/>
          </a:xfrm>
          <a:prstGeom prst="ellipse">
            <a:avLst/>
          </a:prstGeom>
          <a:solidFill>
            <a:srgbClr val="7F8C97">
              <a:alpha val="48000"/>
            </a:srgbClr>
          </a:solidFill>
          <a:ln w="0">
            <a:noFill/>
            <a:prstDash val="solid"/>
          </a:ln>
        </p:spPr>
      </p:sp>
      <p:sp>
        <p:nvSpPr>
          <p:cNvPr id="3073" name="01_find_only_3072">
            <a:extLst>
              <a:ext uri="{FF2B5EF4-FFF2-40B4-BE49-F238E27FC236}">
                <a16:creationId xmlns:a16="http://schemas.microsoft.com/office/drawing/2014/main" id="{351A74F3-D5A5-468E-92ED-9C7DB3BA0F09}"/>
              </a:ext>
            </a:extLst>
          </p:cNvPr>
          <p:cNvSpPr>
            <a:spLocks noGrp="1"/>
          </p:cNvSpPr>
          <p:nvPr/>
        </p:nvSpPr>
        <p:spPr>
          <a:xfrm>
            <a:off x="5333581" y="6173800"/>
            <a:ext cx="28398" cy="28398"/>
          </a:xfrm>
          <a:prstGeom prst="ellipse">
            <a:avLst/>
          </a:prstGeom>
          <a:solidFill>
            <a:srgbClr val="7F8C97">
              <a:alpha val="48000"/>
            </a:srgbClr>
          </a:solidFill>
          <a:ln w="0">
            <a:noFill/>
            <a:prstDash val="solid"/>
          </a:ln>
        </p:spPr>
      </p:sp>
      <p:sp>
        <p:nvSpPr>
          <p:cNvPr id="3074" name="01_find_only_3073">
            <a:extLst>
              <a:ext uri="{FF2B5EF4-FFF2-40B4-BE49-F238E27FC236}">
                <a16:creationId xmlns:a16="http://schemas.microsoft.com/office/drawing/2014/main" id="{B1737BDC-3E54-43E2-B3F6-439A97F697DD}"/>
              </a:ext>
            </a:extLst>
          </p:cNvPr>
          <p:cNvSpPr>
            <a:spLocks noGrp="1"/>
          </p:cNvSpPr>
          <p:nvPr/>
        </p:nvSpPr>
        <p:spPr>
          <a:xfrm>
            <a:off x="5278737" y="5751128"/>
            <a:ext cx="28398" cy="28398"/>
          </a:xfrm>
          <a:prstGeom prst="ellipse">
            <a:avLst/>
          </a:prstGeom>
          <a:solidFill>
            <a:srgbClr val="7F8C97">
              <a:alpha val="48000"/>
            </a:srgbClr>
          </a:solidFill>
          <a:ln w="0">
            <a:noFill/>
            <a:prstDash val="solid"/>
          </a:ln>
        </p:spPr>
      </p:sp>
      <p:sp>
        <p:nvSpPr>
          <p:cNvPr id="3075" name="01_find_only_3074">
            <a:extLst>
              <a:ext uri="{FF2B5EF4-FFF2-40B4-BE49-F238E27FC236}">
                <a16:creationId xmlns:a16="http://schemas.microsoft.com/office/drawing/2014/main" id="{B39AD723-4C61-45EB-964B-3DB7B172CB7D}"/>
              </a:ext>
            </a:extLst>
          </p:cNvPr>
          <p:cNvSpPr>
            <a:spLocks noGrp="1"/>
          </p:cNvSpPr>
          <p:nvPr/>
        </p:nvSpPr>
        <p:spPr>
          <a:xfrm>
            <a:off x="5264334" y="4905784"/>
            <a:ext cx="28398" cy="28398"/>
          </a:xfrm>
          <a:prstGeom prst="ellipse">
            <a:avLst/>
          </a:prstGeom>
          <a:solidFill>
            <a:srgbClr val="7F8C97">
              <a:alpha val="48000"/>
            </a:srgbClr>
          </a:solidFill>
          <a:ln w="0">
            <a:noFill/>
            <a:prstDash val="solid"/>
          </a:ln>
        </p:spPr>
      </p:sp>
      <p:sp>
        <p:nvSpPr>
          <p:cNvPr id="3076" name="01_find_only_3075">
            <a:extLst>
              <a:ext uri="{FF2B5EF4-FFF2-40B4-BE49-F238E27FC236}">
                <a16:creationId xmlns:a16="http://schemas.microsoft.com/office/drawing/2014/main" id="{21CB9DDE-A291-411C-B218-0EC4060660D9}"/>
              </a:ext>
            </a:extLst>
          </p:cNvPr>
          <p:cNvSpPr>
            <a:spLocks noGrp="1"/>
          </p:cNvSpPr>
          <p:nvPr/>
        </p:nvSpPr>
        <p:spPr>
          <a:xfrm>
            <a:off x="5319846" y="6173800"/>
            <a:ext cx="28398" cy="28398"/>
          </a:xfrm>
          <a:prstGeom prst="ellipse">
            <a:avLst/>
          </a:prstGeom>
          <a:solidFill>
            <a:srgbClr val="7F8C97">
              <a:alpha val="48000"/>
            </a:srgbClr>
          </a:solidFill>
          <a:ln w="0">
            <a:noFill/>
            <a:prstDash val="solid"/>
          </a:ln>
        </p:spPr>
      </p:sp>
      <p:sp>
        <p:nvSpPr>
          <p:cNvPr id="3077" name="01_find_only_3076">
            <a:extLst>
              <a:ext uri="{FF2B5EF4-FFF2-40B4-BE49-F238E27FC236}">
                <a16:creationId xmlns:a16="http://schemas.microsoft.com/office/drawing/2014/main" id="{EE994F8E-C1B7-4E27-8275-31D18E18D796}"/>
              </a:ext>
            </a:extLst>
          </p:cNvPr>
          <p:cNvSpPr>
            <a:spLocks noGrp="1"/>
          </p:cNvSpPr>
          <p:nvPr/>
        </p:nvSpPr>
        <p:spPr>
          <a:xfrm>
            <a:off x="5259851" y="6173800"/>
            <a:ext cx="28398" cy="28398"/>
          </a:xfrm>
          <a:prstGeom prst="ellipse">
            <a:avLst/>
          </a:prstGeom>
          <a:solidFill>
            <a:srgbClr val="7F8C97">
              <a:alpha val="48000"/>
            </a:srgbClr>
          </a:solidFill>
          <a:ln w="0">
            <a:noFill/>
            <a:prstDash val="solid"/>
          </a:ln>
        </p:spPr>
      </p:sp>
      <p:sp>
        <p:nvSpPr>
          <p:cNvPr id="3078" name="01_find_only_3077">
            <a:extLst>
              <a:ext uri="{FF2B5EF4-FFF2-40B4-BE49-F238E27FC236}">
                <a16:creationId xmlns:a16="http://schemas.microsoft.com/office/drawing/2014/main" id="{A3297DCA-BD71-408A-9404-53F532175C04}"/>
              </a:ext>
            </a:extLst>
          </p:cNvPr>
          <p:cNvSpPr>
            <a:spLocks noGrp="1"/>
          </p:cNvSpPr>
          <p:nvPr/>
        </p:nvSpPr>
        <p:spPr>
          <a:xfrm>
            <a:off x="5322231" y="4905784"/>
            <a:ext cx="28398" cy="28398"/>
          </a:xfrm>
          <a:prstGeom prst="ellipse">
            <a:avLst/>
          </a:prstGeom>
          <a:solidFill>
            <a:srgbClr val="7F8C97">
              <a:alpha val="48000"/>
            </a:srgbClr>
          </a:solidFill>
          <a:ln w="0">
            <a:noFill/>
            <a:prstDash val="solid"/>
          </a:ln>
        </p:spPr>
      </p:sp>
      <p:sp>
        <p:nvSpPr>
          <p:cNvPr id="3079" name="01_find_only_3078">
            <a:extLst>
              <a:ext uri="{FF2B5EF4-FFF2-40B4-BE49-F238E27FC236}">
                <a16:creationId xmlns:a16="http://schemas.microsoft.com/office/drawing/2014/main" id="{2F5F8EA2-683C-4DBA-BE5C-351DC07B3725}"/>
              </a:ext>
            </a:extLst>
          </p:cNvPr>
          <p:cNvSpPr>
            <a:spLocks noGrp="1"/>
          </p:cNvSpPr>
          <p:nvPr/>
        </p:nvSpPr>
        <p:spPr>
          <a:xfrm>
            <a:off x="5260710" y="4905784"/>
            <a:ext cx="28398" cy="28398"/>
          </a:xfrm>
          <a:prstGeom prst="ellipse">
            <a:avLst/>
          </a:prstGeom>
          <a:solidFill>
            <a:srgbClr val="7F8C97">
              <a:alpha val="48000"/>
            </a:srgbClr>
          </a:solidFill>
          <a:ln w="0">
            <a:noFill/>
            <a:prstDash val="solid"/>
          </a:ln>
        </p:spPr>
      </p:sp>
      <p:sp>
        <p:nvSpPr>
          <p:cNvPr id="3080" name="01_find_only_3079">
            <a:extLst>
              <a:ext uri="{FF2B5EF4-FFF2-40B4-BE49-F238E27FC236}">
                <a16:creationId xmlns:a16="http://schemas.microsoft.com/office/drawing/2014/main" id="{89C466BD-808F-443C-B1D0-8A421DAE834D}"/>
              </a:ext>
            </a:extLst>
          </p:cNvPr>
          <p:cNvSpPr>
            <a:spLocks noGrp="1"/>
          </p:cNvSpPr>
          <p:nvPr/>
        </p:nvSpPr>
        <p:spPr>
          <a:xfrm>
            <a:off x="5340544" y="4905784"/>
            <a:ext cx="28398" cy="28398"/>
          </a:xfrm>
          <a:prstGeom prst="ellipse">
            <a:avLst/>
          </a:prstGeom>
          <a:solidFill>
            <a:srgbClr val="7F8C97">
              <a:alpha val="48000"/>
            </a:srgbClr>
          </a:solidFill>
          <a:ln w="0">
            <a:noFill/>
            <a:prstDash val="solid"/>
          </a:ln>
        </p:spPr>
      </p:sp>
      <p:sp>
        <p:nvSpPr>
          <p:cNvPr id="3081" name="01_find_only_3080">
            <a:extLst>
              <a:ext uri="{FF2B5EF4-FFF2-40B4-BE49-F238E27FC236}">
                <a16:creationId xmlns:a16="http://schemas.microsoft.com/office/drawing/2014/main" id="{2452C80E-67AE-47A3-BC92-9791AD6A8D99}"/>
              </a:ext>
            </a:extLst>
          </p:cNvPr>
          <p:cNvSpPr>
            <a:spLocks noGrp="1"/>
          </p:cNvSpPr>
          <p:nvPr/>
        </p:nvSpPr>
        <p:spPr>
          <a:xfrm>
            <a:off x="5325951" y="4905784"/>
            <a:ext cx="28398" cy="28398"/>
          </a:xfrm>
          <a:prstGeom prst="ellipse">
            <a:avLst/>
          </a:prstGeom>
          <a:solidFill>
            <a:srgbClr val="7F8C97">
              <a:alpha val="48000"/>
            </a:srgbClr>
          </a:solidFill>
          <a:ln w="0">
            <a:noFill/>
            <a:prstDash val="solid"/>
          </a:ln>
        </p:spPr>
      </p:sp>
      <p:sp>
        <p:nvSpPr>
          <p:cNvPr id="3082" name="01_find_only_3081">
            <a:extLst>
              <a:ext uri="{FF2B5EF4-FFF2-40B4-BE49-F238E27FC236}">
                <a16:creationId xmlns:a16="http://schemas.microsoft.com/office/drawing/2014/main" id="{4E40F55E-92CB-4DD4-9BF7-0FA5A3CE2408}"/>
              </a:ext>
            </a:extLst>
          </p:cNvPr>
          <p:cNvSpPr>
            <a:spLocks noGrp="1"/>
          </p:cNvSpPr>
          <p:nvPr/>
        </p:nvSpPr>
        <p:spPr>
          <a:xfrm>
            <a:off x="5291423" y="4905784"/>
            <a:ext cx="28398" cy="28398"/>
          </a:xfrm>
          <a:prstGeom prst="ellipse">
            <a:avLst/>
          </a:prstGeom>
          <a:solidFill>
            <a:srgbClr val="7F8C97">
              <a:alpha val="48000"/>
            </a:srgbClr>
          </a:solidFill>
          <a:ln w="0">
            <a:noFill/>
            <a:prstDash val="solid"/>
          </a:ln>
        </p:spPr>
      </p:sp>
      <p:sp>
        <p:nvSpPr>
          <p:cNvPr id="3083" name="01_find_only_3082">
            <a:extLst>
              <a:ext uri="{FF2B5EF4-FFF2-40B4-BE49-F238E27FC236}">
                <a16:creationId xmlns:a16="http://schemas.microsoft.com/office/drawing/2014/main" id="{8F3CF789-0CF5-4F06-9438-A7E7BC07D67C}"/>
              </a:ext>
            </a:extLst>
          </p:cNvPr>
          <p:cNvSpPr>
            <a:spLocks noGrp="1"/>
          </p:cNvSpPr>
          <p:nvPr/>
        </p:nvSpPr>
        <p:spPr>
          <a:xfrm>
            <a:off x="5275303" y="6173800"/>
            <a:ext cx="28398" cy="28398"/>
          </a:xfrm>
          <a:prstGeom prst="ellipse">
            <a:avLst/>
          </a:prstGeom>
          <a:solidFill>
            <a:srgbClr val="7F8C97">
              <a:alpha val="48000"/>
            </a:srgbClr>
          </a:solidFill>
          <a:ln w="0">
            <a:noFill/>
            <a:prstDash val="solid"/>
          </a:ln>
        </p:spPr>
      </p:sp>
      <p:sp>
        <p:nvSpPr>
          <p:cNvPr id="3084" name="01_find_only_3083">
            <a:extLst>
              <a:ext uri="{FF2B5EF4-FFF2-40B4-BE49-F238E27FC236}">
                <a16:creationId xmlns:a16="http://schemas.microsoft.com/office/drawing/2014/main" id="{7129608A-73EE-4D49-881B-9EA4887D22C3}"/>
              </a:ext>
            </a:extLst>
          </p:cNvPr>
          <p:cNvSpPr>
            <a:spLocks noGrp="1"/>
          </p:cNvSpPr>
          <p:nvPr/>
        </p:nvSpPr>
        <p:spPr>
          <a:xfrm>
            <a:off x="5343215" y="5328456"/>
            <a:ext cx="28398" cy="28398"/>
          </a:xfrm>
          <a:prstGeom prst="ellipse">
            <a:avLst/>
          </a:prstGeom>
          <a:solidFill>
            <a:srgbClr val="7F8C97">
              <a:alpha val="48000"/>
            </a:srgbClr>
          </a:solidFill>
          <a:ln w="0">
            <a:noFill/>
            <a:prstDash val="solid"/>
          </a:ln>
        </p:spPr>
      </p:sp>
      <p:sp>
        <p:nvSpPr>
          <p:cNvPr id="3085" name="01_find_only_3084">
            <a:extLst>
              <a:ext uri="{FF2B5EF4-FFF2-40B4-BE49-F238E27FC236}">
                <a16:creationId xmlns:a16="http://schemas.microsoft.com/office/drawing/2014/main" id="{78A4FE02-7968-4791-9A11-C1568DE784BF}"/>
              </a:ext>
            </a:extLst>
          </p:cNvPr>
          <p:cNvSpPr>
            <a:spLocks noGrp="1"/>
          </p:cNvSpPr>
          <p:nvPr/>
        </p:nvSpPr>
        <p:spPr>
          <a:xfrm>
            <a:off x="5308591" y="6173800"/>
            <a:ext cx="28398" cy="28398"/>
          </a:xfrm>
          <a:prstGeom prst="ellipse">
            <a:avLst/>
          </a:prstGeom>
          <a:solidFill>
            <a:srgbClr val="7F8C97">
              <a:alpha val="48000"/>
            </a:srgbClr>
          </a:solidFill>
          <a:ln w="0">
            <a:noFill/>
            <a:prstDash val="solid"/>
          </a:ln>
        </p:spPr>
      </p:sp>
      <p:sp>
        <p:nvSpPr>
          <p:cNvPr id="3086" name="01_find_only_3085">
            <a:extLst>
              <a:ext uri="{FF2B5EF4-FFF2-40B4-BE49-F238E27FC236}">
                <a16:creationId xmlns:a16="http://schemas.microsoft.com/office/drawing/2014/main" id="{8096BE01-5976-4996-80C1-5E1B05AE4CFD}"/>
              </a:ext>
            </a:extLst>
          </p:cNvPr>
          <p:cNvSpPr>
            <a:spLocks noGrp="1"/>
          </p:cNvSpPr>
          <p:nvPr/>
        </p:nvSpPr>
        <p:spPr>
          <a:xfrm>
            <a:off x="5330338" y="6173800"/>
            <a:ext cx="28398" cy="28398"/>
          </a:xfrm>
          <a:prstGeom prst="ellipse">
            <a:avLst/>
          </a:prstGeom>
          <a:solidFill>
            <a:srgbClr val="7F8C97">
              <a:alpha val="48000"/>
            </a:srgbClr>
          </a:solidFill>
          <a:ln w="0">
            <a:noFill/>
            <a:prstDash val="solid"/>
          </a:ln>
        </p:spPr>
      </p:sp>
      <p:sp>
        <p:nvSpPr>
          <p:cNvPr id="3087" name="01_find_only_3086">
            <a:extLst>
              <a:ext uri="{FF2B5EF4-FFF2-40B4-BE49-F238E27FC236}">
                <a16:creationId xmlns:a16="http://schemas.microsoft.com/office/drawing/2014/main" id="{74AFB2BC-BAAF-4EB6-9441-6A4E5B378932}"/>
              </a:ext>
            </a:extLst>
          </p:cNvPr>
          <p:cNvSpPr>
            <a:spLocks noGrp="1"/>
          </p:cNvSpPr>
          <p:nvPr/>
        </p:nvSpPr>
        <p:spPr>
          <a:xfrm>
            <a:off x="5263476" y="5412990"/>
            <a:ext cx="28398" cy="28398"/>
          </a:xfrm>
          <a:prstGeom prst="ellipse">
            <a:avLst/>
          </a:prstGeom>
          <a:solidFill>
            <a:srgbClr val="7F8C97">
              <a:alpha val="48000"/>
            </a:srgbClr>
          </a:solidFill>
          <a:ln w="0">
            <a:noFill/>
            <a:prstDash val="solid"/>
          </a:ln>
        </p:spPr>
      </p:sp>
      <p:sp>
        <p:nvSpPr>
          <p:cNvPr id="3088" name="01_find_only_3087">
            <a:extLst>
              <a:ext uri="{FF2B5EF4-FFF2-40B4-BE49-F238E27FC236}">
                <a16:creationId xmlns:a16="http://schemas.microsoft.com/office/drawing/2014/main" id="{DE5E52D1-5EEA-464E-A2CA-9195308B189E}"/>
              </a:ext>
            </a:extLst>
          </p:cNvPr>
          <p:cNvSpPr>
            <a:spLocks noGrp="1"/>
          </p:cNvSpPr>
          <p:nvPr/>
        </p:nvSpPr>
        <p:spPr>
          <a:xfrm>
            <a:off x="5324425" y="6173800"/>
            <a:ext cx="28398" cy="28398"/>
          </a:xfrm>
          <a:prstGeom prst="ellipse">
            <a:avLst/>
          </a:prstGeom>
          <a:solidFill>
            <a:srgbClr val="7F8C97">
              <a:alpha val="48000"/>
            </a:srgbClr>
          </a:solidFill>
          <a:ln w="0">
            <a:noFill/>
            <a:prstDash val="solid"/>
          </a:ln>
        </p:spPr>
      </p:sp>
      <p:sp>
        <p:nvSpPr>
          <p:cNvPr id="3089" name="01_find_only_3088">
            <a:extLst>
              <a:ext uri="{FF2B5EF4-FFF2-40B4-BE49-F238E27FC236}">
                <a16:creationId xmlns:a16="http://schemas.microsoft.com/office/drawing/2014/main" id="{8678A0CC-74D5-413F-BCEB-F4D39B51323C}"/>
              </a:ext>
            </a:extLst>
          </p:cNvPr>
          <p:cNvSpPr>
            <a:spLocks noGrp="1"/>
          </p:cNvSpPr>
          <p:nvPr/>
        </p:nvSpPr>
        <p:spPr>
          <a:xfrm>
            <a:off x="5310594" y="5962464"/>
            <a:ext cx="28398" cy="28398"/>
          </a:xfrm>
          <a:prstGeom prst="ellipse">
            <a:avLst/>
          </a:prstGeom>
          <a:solidFill>
            <a:srgbClr val="7F8C97">
              <a:alpha val="48000"/>
            </a:srgbClr>
          </a:solidFill>
          <a:ln w="0">
            <a:noFill/>
            <a:prstDash val="solid"/>
          </a:ln>
        </p:spPr>
      </p:sp>
      <p:sp>
        <p:nvSpPr>
          <p:cNvPr id="3090" name="01_find_only_3089">
            <a:extLst>
              <a:ext uri="{FF2B5EF4-FFF2-40B4-BE49-F238E27FC236}">
                <a16:creationId xmlns:a16="http://schemas.microsoft.com/office/drawing/2014/main" id="{4511C937-0D02-49A9-8902-C9A2A47A93B3}"/>
              </a:ext>
            </a:extLst>
          </p:cNvPr>
          <p:cNvSpPr>
            <a:spLocks noGrp="1"/>
          </p:cNvSpPr>
          <p:nvPr/>
        </p:nvSpPr>
        <p:spPr>
          <a:xfrm>
            <a:off x="5250027" y="4905784"/>
            <a:ext cx="28398" cy="28398"/>
          </a:xfrm>
          <a:prstGeom prst="ellipse">
            <a:avLst/>
          </a:prstGeom>
          <a:solidFill>
            <a:srgbClr val="7F8C97">
              <a:alpha val="48000"/>
            </a:srgbClr>
          </a:solidFill>
          <a:ln w="0">
            <a:noFill/>
            <a:prstDash val="solid"/>
          </a:ln>
        </p:spPr>
      </p:sp>
      <p:sp>
        <p:nvSpPr>
          <p:cNvPr id="3091" name="01_find_only_3090">
            <a:extLst>
              <a:ext uri="{FF2B5EF4-FFF2-40B4-BE49-F238E27FC236}">
                <a16:creationId xmlns:a16="http://schemas.microsoft.com/office/drawing/2014/main" id="{EF0A9974-B0D2-40CB-BB99-886FCEB24E0D}"/>
              </a:ext>
            </a:extLst>
          </p:cNvPr>
          <p:cNvSpPr>
            <a:spLocks noGrp="1"/>
          </p:cNvSpPr>
          <p:nvPr/>
        </p:nvSpPr>
        <p:spPr>
          <a:xfrm>
            <a:off x="5289324" y="6173800"/>
            <a:ext cx="28398" cy="28398"/>
          </a:xfrm>
          <a:prstGeom prst="ellipse">
            <a:avLst/>
          </a:prstGeom>
          <a:solidFill>
            <a:srgbClr val="7F8C97">
              <a:alpha val="48000"/>
            </a:srgbClr>
          </a:solidFill>
          <a:ln w="0">
            <a:noFill/>
            <a:prstDash val="solid"/>
          </a:ln>
        </p:spPr>
      </p:sp>
      <p:sp>
        <p:nvSpPr>
          <p:cNvPr id="3092" name="01_find_only_3091">
            <a:extLst>
              <a:ext uri="{FF2B5EF4-FFF2-40B4-BE49-F238E27FC236}">
                <a16:creationId xmlns:a16="http://schemas.microsoft.com/office/drawing/2014/main" id="{0807002B-A26B-4B60-9712-34E1E90E9900}"/>
              </a:ext>
            </a:extLst>
          </p:cNvPr>
          <p:cNvSpPr>
            <a:spLocks noGrp="1"/>
          </p:cNvSpPr>
          <p:nvPr/>
        </p:nvSpPr>
        <p:spPr>
          <a:xfrm>
            <a:off x="5277497" y="6173800"/>
            <a:ext cx="28398" cy="28398"/>
          </a:xfrm>
          <a:prstGeom prst="ellipse">
            <a:avLst/>
          </a:prstGeom>
          <a:solidFill>
            <a:srgbClr val="7F8C97">
              <a:alpha val="48000"/>
            </a:srgbClr>
          </a:solidFill>
          <a:ln w="0">
            <a:noFill/>
            <a:prstDash val="solid"/>
          </a:ln>
        </p:spPr>
      </p:sp>
      <p:sp>
        <p:nvSpPr>
          <p:cNvPr id="3093" name="01_find_only_3092">
            <a:extLst>
              <a:ext uri="{FF2B5EF4-FFF2-40B4-BE49-F238E27FC236}">
                <a16:creationId xmlns:a16="http://schemas.microsoft.com/office/drawing/2014/main" id="{5A72DAAE-A235-40AD-A874-EB384E0CE410}"/>
              </a:ext>
            </a:extLst>
          </p:cNvPr>
          <p:cNvSpPr>
            <a:spLocks noGrp="1"/>
          </p:cNvSpPr>
          <p:nvPr/>
        </p:nvSpPr>
        <p:spPr>
          <a:xfrm>
            <a:off x="5298862" y="5117120"/>
            <a:ext cx="28398" cy="28398"/>
          </a:xfrm>
          <a:prstGeom prst="ellipse">
            <a:avLst/>
          </a:prstGeom>
          <a:solidFill>
            <a:srgbClr val="7F8C97">
              <a:alpha val="48000"/>
            </a:srgbClr>
          </a:solidFill>
          <a:ln w="0">
            <a:noFill/>
            <a:prstDash val="solid"/>
          </a:ln>
        </p:spPr>
      </p:sp>
      <p:sp>
        <p:nvSpPr>
          <p:cNvPr id="3094" name="01_find_only_3093">
            <a:extLst>
              <a:ext uri="{FF2B5EF4-FFF2-40B4-BE49-F238E27FC236}">
                <a16:creationId xmlns:a16="http://schemas.microsoft.com/office/drawing/2014/main" id="{92089BA4-2725-4521-8ABD-2AADBD5F8709}"/>
              </a:ext>
            </a:extLst>
          </p:cNvPr>
          <p:cNvSpPr>
            <a:spLocks noGrp="1"/>
          </p:cNvSpPr>
          <p:nvPr/>
        </p:nvSpPr>
        <p:spPr>
          <a:xfrm>
            <a:off x="5286844" y="5962464"/>
            <a:ext cx="28398" cy="28398"/>
          </a:xfrm>
          <a:prstGeom prst="ellipse">
            <a:avLst/>
          </a:prstGeom>
          <a:solidFill>
            <a:srgbClr val="7F8C97">
              <a:alpha val="48000"/>
            </a:srgbClr>
          </a:solidFill>
          <a:ln w="0">
            <a:noFill/>
            <a:prstDash val="solid"/>
          </a:ln>
        </p:spPr>
      </p:sp>
      <p:sp>
        <p:nvSpPr>
          <p:cNvPr id="3095" name="01_find_only_3094">
            <a:extLst>
              <a:ext uri="{FF2B5EF4-FFF2-40B4-BE49-F238E27FC236}">
                <a16:creationId xmlns:a16="http://schemas.microsoft.com/office/drawing/2014/main" id="{ED8AB6D8-C2C2-4477-A59B-1B01CCF8D14C}"/>
              </a:ext>
            </a:extLst>
          </p:cNvPr>
          <p:cNvSpPr>
            <a:spLocks noGrp="1"/>
          </p:cNvSpPr>
          <p:nvPr/>
        </p:nvSpPr>
        <p:spPr>
          <a:xfrm>
            <a:off x="5328049" y="5856796"/>
            <a:ext cx="28398" cy="28398"/>
          </a:xfrm>
          <a:prstGeom prst="ellipse">
            <a:avLst/>
          </a:prstGeom>
          <a:solidFill>
            <a:srgbClr val="7F8C97">
              <a:alpha val="48000"/>
            </a:srgbClr>
          </a:solidFill>
          <a:ln w="0">
            <a:noFill/>
            <a:prstDash val="solid"/>
          </a:ln>
        </p:spPr>
      </p:sp>
      <p:sp>
        <p:nvSpPr>
          <p:cNvPr id="3096" name="01_find_only_3095">
            <a:extLst>
              <a:ext uri="{FF2B5EF4-FFF2-40B4-BE49-F238E27FC236}">
                <a16:creationId xmlns:a16="http://schemas.microsoft.com/office/drawing/2014/main" id="{48218CEC-DBD4-401C-BBE1-9CAE1D80004D}"/>
              </a:ext>
            </a:extLst>
          </p:cNvPr>
          <p:cNvSpPr>
            <a:spLocks noGrp="1"/>
          </p:cNvSpPr>
          <p:nvPr/>
        </p:nvSpPr>
        <p:spPr>
          <a:xfrm>
            <a:off x="5260519" y="5032586"/>
            <a:ext cx="28398" cy="28398"/>
          </a:xfrm>
          <a:prstGeom prst="ellipse">
            <a:avLst/>
          </a:prstGeom>
          <a:solidFill>
            <a:srgbClr val="7F8C97">
              <a:alpha val="48000"/>
            </a:srgbClr>
          </a:solidFill>
          <a:ln w="0">
            <a:noFill/>
            <a:prstDash val="solid"/>
          </a:ln>
        </p:spPr>
      </p:sp>
      <p:sp>
        <p:nvSpPr>
          <p:cNvPr id="3097" name="01_find_only_3096">
            <a:extLst>
              <a:ext uri="{FF2B5EF4-FFF2-40B4-BE49-F238E27FC236}">
                <a16:creationId xmlns:a16="http://schemas.microsoft.com/office/drawing/2014/main" id="{37698494-EB09-4497-B60A-474639E8A66D}"/>
              </a:ext>
            </a:extLst>
          </p:cNvPr>
          <p:cNvSpPr>
            <a:spLocks noGrp="1"/>
          </p:cNvSpPr>
          <p:nvPr/>
        </p:nvSpPr>
        <p:spPr>
          <a:xfrm>
            <a:off x="5264907" y="6173800"/>
            <a:ext cx="28398" cy="28398"/>
          </a:xfrm>
          <a:prstGeom prst="ellipse">
            <a:avLst/>
          </a:prstGeom>
          <a:solidFill>
            <a:srgbClr val="7F8C97">
              <a:alpha val="48000"/>
            </a:srgbClr>
          </a:solidFill>
          <a:ln w="0">
            <a:noFill/>
            <a:prstDash val="solid"/>
          </a:ln>
        </p:spPr>
      </p:sp>
      <p:sp>
        <p:nvSpPr>
          <p:cNvPr id="3098" name="01_find_only_3097">
            <a:extLst>
              <a:ext uri="{FF2B5EF4-FFF2-40B4-BE49-F238E27FC236}">
                <a16:creationId xmlns:a16="http://schemas.microsoft.com/office/drawing/2014/main" id="{95A99472-0B8C-4E7A-B2AC-36012651E1AE}"/>
              </a:ext>
            </a:extLst>
          </p:cNvPr>
          <p:cNvSpPr>
            <a:spLocks noGrp="1"/>
          </p:cNvSpPr>
          <p:nvPr/>
        </p:nvSpPr>
        <p:spPr>
          <a:xfrm>
            <a:off x="5304585" y="4905784"/>
            <a:ext cx="28398" cy="28398"/>
          </a:xfrm>
          <a:prstGeom prst="ellipse">
            <a:avLst/>
          </a:prstGeom>
          <a:solidFill>
            <a:srgbClr val="7F8C97">
              <a:alpha val="48000"/>
            </a:srgbClr>
          </a:solidFill>
          <a:ln w="0">
            <a:noFill/>
            <a:prstDash val="solid"/>
          </a:ln>
        </p:spPr>
      </p:sp>
      <p:sp>
        <p:nvSpPr>
          <p:cNvPr id="3099" name="01_find_only_3098">
            <a:extLst>
              <a:ext uri="{FF2B5EF4-FFF2-40B4-BE49-F238E27FC236}">
                <a16:creationId xmlns:a16="http://schemas.microsoft.com/office/drawing/2014/main" id="{32C6195D-A37A-492F-91D9-519DE95A41B3}"/>
              </a:ext>
            </a:extLst>
          </p:cNvPr>
          <p:cNvSpPr>
            <a:spLocks noGrp="1"/>
          </p:cNvSpPr>
          <p:nvPr/>
        </p:nvSpPr>
        <p:spPr>
          <a:xfrm>
            <a:off x="5303727" y="4905784"/>
            <a:ext cx="28398" cy="28398"/>
          </a:xfrm>
          <a:prstGeom prst="ellipse">
            <a:avLst/>
          </a:prstGeom>
          <a:solidFill>
            <a:srgbClr val="7F8C97">
              <a:alpha val="48000"/>
            </a:srgbClr>
          </a:solidFill>
          <a:ln w="0">
            <a:noFill/>
            <a:prstDash val="solid"/>
          </a:ln>
        </p:spPr>
      </p:sp>
      <p:sp>
        <p:nvSpPr>
          <p:cNvPr id="3100" name="01_find_only_3099">
            <a:extLst>
              <a:ext uri="{FF2B5EF4-FFF2-40B4-BE49-F238E27FC236}">
                <a16:creationId xmlns:a16="http://schemas.microsoft.com/office/drawing/2014/main" id="{CBE1B607-BFB1-4694-BA41-3101714678C3}"/>
              </a:ext>
            </a:extLst>
          </p:cNvPr>
          <p:cNvSpPr>
            <a:spLocks noGrp="1"/>
          </p:cNvSpPr>
          <p:nvPr/>
        </p:nvSpPr>
        <p:spPr>
          <a:xfrm>
            <a:off x="5334726" y="4905784"/>
            <a:ext cx="28398" cy="28398"/>
          </a:xfrm>
          <a:prstGeom prst="ellipse">
            <a:avLst/>
          </a:prstGeom>
          <a:solidFill>
            <a:srgbClr val="7F8C97">
              <a:alpha val="48000"/>
            </a:srgbClr>
          </a:solidFill>
          <a:ln w="0">
            <a:noFill/>
            <a:prstDash val="solid"/>
          </a:ln>
        </p:spPr>
      </p:sp>
      <p:sp>
        <p:nvSpPr>
          <p:cNvPr id="3101" name="01_find_only_3100">
            <a:extLst>
              <a:ext uri="{FF2B5EF4-FFF2-40B4-BE49-F238E27FC236}">
                <a16:creationId xmlns:a16="http://schemas.microsoft.com/office/drawing/2014/main" id="{61F10648-4540-485D-ADD4-CDAB24A541FD}"/>
              </a:ext>
            </a:extLst>
          </p:cNvPr>
          <p:cNvSpPr>
            <a:spLocks noGrp="1"/>
          </p:cNvSpPr>
          <p:nvPr/>
        </p:nvSpPr>
        <p:spPr>
          <a:xfrm>
            <a:off x="5320323" y="6173800"/>
            <a:ext cx="28398" cy="28398"/>
          </a:xfrm>
          <a:prstGeom prst="ellipse">
            <a:avLst/>
          </a:prstGeom>
          <a:solidFill>
            <a:srgbClr val="7F8C97">
              <a:alpha val="48000"/>
            </a:srgbClr>
          </a:solidFill>
          <a:ln w="0">
            <a:noFill/>
            <a:prstDash val="solid"/>
          </a:ln>
        </p:spPr>
      </p:sp>
      <p:sp>
        <p:nvSpPr>
          <p:cNvPr id="3102" name="01_find_only_3101">
            <a:extLst>
              <a:ext uri="{FF2B5EF4-FFF2-40B4-BE49-F238E27FC236}">
                <a16:creationId xmlns:a16="http://schemas.microsoft.com/office/drawing/2014/main" id="{A5FE5A2F-FAB9-4158-80B0-BA6D217B100B}"/>
              </a:ext>
            </a:extLst>
          </p:cNvPr>
          <p:cNvSpPr>
            <a:spLocks noGrp="1"/>
          </p:cNvSpPr>
          <p:nvPr/>
        </p:nvSpPr>
        <p:spPr>
          <a:xfrm>
            <a:off x="5275303" y="6173800"/>
            <a:ext cx="28398" cy="28398"/>
          </a:xfrm>
          <a:prstGeom prst="ellipse">
            <a:avLst/>
          </a:prstGeom>
          <a:solidFill>
            <a:srgbClr val="7F8C97">
              <a:alpha val="48000"/>
            </a:srgbClr>
          </a:solidFill>
          <a:ln w="0">
            <a:noFill/>
            <a:prstDash val="solid"/>
          </a:ln>
        </p:spPr>
      </p:sp>
      <p:sp>
        <p:nvSpPr>
          <p:cNvPr id="3103" name="01_find_only_3102">
            <a:extLst>
              <a:ext uri="{FF2B5EF4-FFF2-40B4-BE49-F238E27FC236}">
                <a16:creationId xmlns:a16="http://schemas.microsoft.com/office/drawing/2014/main" id="{3166C01E-6CBF-4B88-89BD-51088F490A86}"/>
              </a:ext>
            </a:extLst>
          </p:cNvPr>
          <p:cNvSpPr>
            <a:spLocks noGrp="1"/>
          </p:cNvSpPr>
          <p:nvPr/>
        </p:nvSpPr>
        <p:spPr>
          <a:xfrm>
            <a:off x="5322231" y="5539792"/>
            <a:ext cx="28398" cy="28398"/>
          </a:xfrm>
          <a:prstGeom prst="ellipse">
            <a:avLst/>
          </a:prstGeom>
          <a:solidFill>
            <a:srgbClr val="7F8C97">
              <a:alpha val="48000"/>
            </a:srgbClr>
          </a:solidFill>
          <a:ln w="0">
            <a:noFill/>
            <a:prstDash val="solid"/>
          </a:ln>
        </p:spPr>
      </p:sp>
      <p:sp>
        <p:nvSpPr>
          <p:cNvPr id="3104" name="01_find_only_3103">
            <a:extLst>
              <a:ext uri="{FF2B5EF4-FFF2-40B4-BE49-F238E27FC236}">
                <a16:creationId xmlns:a16="http://schemas.microsoft.com/office/drawing/2014/main" id="{2C2D2117-32D0-4AAB-B596-FFED16119F79}"/>
              </a:ext>
            </a:extLst>
          </p:cNvPr>
          <p:cNvSpPr>
            <a:spLocks noGrp="1"/>
          </p:cNvSpPr>
          <p:nvPr/>
        </p:nvSpPr>
        <p:spPr>
          <a:xfrm>
            <a:off x="5314505" y="5328456"/>
            <a:ext cx="28398" cy="28398"/>
          </a:xfrm>
          <a:prstGeom prst="ellipse">
            <a:avLst/>
          </a:prstGeom>
          <a:solidFill>
            <a:srgbClr val="7F8C97">
              <a:alpha val="48000"/>
            </a:srgbClr>
          </a:solidFill>
          <a:ln w="0">
            <a:noFill/>
            <a:prstDash val="solid"/>
          </a:ln>
        </p:spPr>
      </p:sp>
      <p:sp>
        <p:nvSpPr>
          <p:cNvPr id="3105" name="01_find_only_3104">
            <a:extLst>
              <a:ext uri="{FF2B5EF4-FFF2-40B4-BE49-F238E27FC236}">
                <a16:creationId xmlns:a16="http://schemas.microsoft.com/office/drawing/2014/main" id="{D79C3213-856E-4AF8-A02C-DAC8C26FAACF}"/>
              </a:ext>
            </a:extLst>
          </p:cNvPr>
          <p:cNvSpPr>
            <a:spLocks noGrp="1"/>
          </p:cNvSpPr>
          <p:nvPr/>
        </p:nvSpPr>
        <p:spPr>
          <a:xfrm>
            <a:off x="5318606" y="6173800"/>
            <a:ext cx="28398" cy="28398"/>
          </a:xfrm>
          <a:prstGeom prst="ellipse">
            <a:avLst/>
          </a:prstGeom>
          <a:solidFill>
            <a:srgbClr val="7F8C97">
              <a:alpha val="48000"/>
            </a:srgbClr>
          </a:solidFill>
          <a:ln w="0">
            <a:noFill/>
            <a:prstDash val="solid"/>
          </a:ln>
        </p:spPr>
      </p:sp>
      <p:sp>
        <p:nvSpPr>
          <p:cNvPr id="3106" name="01_find_only_3105">
            <a:extLst>
              <a:ext uri="{FF2B5EF4-FFF2-40B4-BE49-F238E27FC236}">
                <a16:creationId xmlns:a16="http://schemas.microsoft.com/office/drawing/2014/main" id="{F29C9155-D0C5-455A-9394-796800F4C98F}"/>
              </a:ext>
            </a:extLst>
          </p:cNvPr>
          <p:cNvSpPr>
            <a:spLocks noGrp="1"/>
          </p:cNvSpPr>
          <p:nvPr/>
        </p:nvSpPr>
        <p:spPr>
          <a:xfrm>
            <a:off x="5327477" y="5821573"/>
            <a:ext cx="28398" cy="28398"/>
          </a:xfrm>
          <a:prstGeom prst="ellipse">
            <a:avLst/>
          </a:prstGeom>
          <a:solidFill>
            <a:srgbClr val="7F8C97">
              <a:alpha val="48000"/>
            </a:srgbClr>
          </a:solidFill>
          <a:ln w="0">
            <a:noFill/>
            <a:prstDash val="solid"/>
          </a:ln>
        </p:spPr>
      </p:sp>
      <p:sp>
        <p:nvSpPr>
          <p:cNvPr id="3107" name="01_find_only_3106">
            <a:extLst>
              <a:ext uri="{FF2B5EF4-FFF2-40B4-BE49-F238E27FC236}">
                <a16:creationId xmlns:a16="http://schemas.microsoft.com/office/drawing/2014/main" id="{84E3CD77-A1AC-40C0-B129-D82679490F13}"/>
              </a:ext>
            </a:extLst>
          </p:cNvPr>
          <p:cNvSpPr>
            <a:spLocks noGrp="1"/>
          </p:cNvSpPr>
          <p:nvPr/>
        </p:nvSpPr>
        <p:spPr>
          <a:xfrm>
            <a:off x="5266910" y="4905784"/>
            <a:ext cx="28398" cy="28398"/>
          </a:xfrm>
          <a:prstGeom prst="ellipse">
            <a:avLst/>
          </a:prstGeom>
          <a:solidFill>
            <a:srgbClr val="7F8C97">
              <a:alpha val="48000"/>
            </a:srgbClr>
          </a:solidFill>
          <a:ln w="0">
            <a:noFill/>
            <a:prstDash val="solid"/>
          </a:ln>
        </p:spPr>
      </p:sp>
      <p:sp>
        <p:nvSpPr>
          <p:cNvPr id="3108" name="01_find_only_3107">
            <a:extLst>
              <a:ext uri="{FF2B5EF4-FFF2-40B4-BE49-F238E27FC236}">
                <a16:creationId xmlns:a16="http://schemas.microsoft.com/office/drawing/2014/main" id="{ECCC7855-5704-4EC4-91C3-90D1AA052C76}"/>
              </a:ext>
            </a:extLst>
          </p:cNvPr>
          <p:cNvSpPr>
            <a:spLocks noGrp="1"/>
          </p:cNvSpPr>
          <p:nvPr/>
        </p:nvSpPr>
        <p:spPr>
          <a:xfrm>
            <a:off x="5259756" y="5539792"/>
            <a:ext cx="28398" cy="28398"/>
          </a:xfrm>
          <a:prstGeom prst="ellipse">
            <a:avLst/>
          </a:prstGeom>
          <a:solidFill>
            <a:srgbClr val="7F8C97">
              <a:alpha val="48000"/>
            </a:srgbClr>
          </a:solidFill>
          <a:ln w="0">
            <a:noFill/>
            <a:prstDash val="solid"/>
          </a:ln>
        </p:spPr>
      </p:sp>
      <p:sp>
        <p:nvSpPr>
          <p:cNvPr id="3109" name="01_find_only_3108">
            <a:extLst>
              <a:ext uri="{FF2B5EF4-FFF2-40B4-BE49-F238E27FC236}">
                <a16:creationId xmlns:a16="http://schemas.microsoft.com/office/drawing/2014/main" id="{8EE1D498-1133-41F2-9B67-ED068E967AE5}"/>
              </a:ext>
            </a:extLst>
          </p:cNvPr>
          <p:cNvSpPr>
            <a:spLocks noGrp="1"/>
          </p:cNvSpPr>
          <p:nvPr/>
        </p:nvSpPr>
        <p:spPr>
          <a:xfrm>
            <a:off x="5314696" y="5856796"/>
            <a:ext cx="28398" cy="28398"/>
          </a:xfrm>
          <a:prstGeom prst="ellipse">
            <a:avLst/>
          </a:prstGeom>
          <a:solidFill>
            <a:srgbClr val="7F8C97">
              <a:alpha val="48000"/>
            </a:srgbClr>
          </a:solidFill>
          <a:ln w="0">
            <a:noFill/>
            <a:prstDash val="solid"/>
          </a:ln>
        </p:spPr>
      </p:sp>
      <p:sp>
        <p:nvSpPr>
          <p:cNvPr id="3110" name="01_find_only_3109">
            <a:extLst>
              <a:ext uri="{FF2B5EF4-FFF2-40B4-BE49-F238E27FC236}">
                <a16:creationId xmlns:a16="http://schemas.microsoft.com/office/drawing/2014/main" id="{F03223D9-F390-423C-885A-FF0B7E8B1CFB}"/>
              </a:ext>
            </a:extLst>
          </p:cNvPr>
          <p:cNvSpPr>
            <a:spLocks noGrp="1"/>
          </p:cNvSpPr>
          <p:nvPr/>
        </p:nvSpPr>
        <p:spPr>
          <a:xfrm>
            <a:off x="5339304" y="5811510"/>
            <a:ext cx="28398" cy="28398"/>
          </a:xfrm>
          <a:prstGeom prst="ellipse">
            <a:avLst/>
          </a:prstGeom>
          <a:solidFill>
            <a:srgbClr val="7F8C97">
              <a:alpha val="48000"/>
            </a:srgbClr>
          </a:solidFill>
          <a:ln w="0">
            <a:noFill/>
            <a:prstDash val="solid"/>
          </a:ln>
        </p:spPr>
      </p:sp>
      <p:sp>
        <p:nvSpPr>
          <p:cNvPr id="3111" name="01_find_only_3110">
            <a:extLst>
              <a:ext uri="{FF2B5EF4-FFF2-40B4-BE49-F238E27FC236}">
                <a16:creationId xmlns:a16="http://schemas.microsoft.com/office/drawing/2014/main" id="{D31911B7-6861-4624-B12E-8168E0564D6C}"/>
              </a:ext>
            </a:extLst>
          </p:cNvPr>
          <p:cNvSpPr>
            <a:spLocks noGrp="1"/>
          </p:cNvSpPr>
          <p:nvPr/>
        </p:nvSpPr>
        <p:spPr>
          <a:xfrm>
            <a:off x="5343406" y="5117120"/>
            <a:ext cx="28398" cy="28398"/>
          </a:xfrm>
          <a:prstGeom prst="ellipse">
            <a:avLst/>
          </a:prstGeom>
          <a:solidFill>
            <a:srgbClr val="7F8C97">
              <a:alpha val="48000"/>
            </a:srgbClr>
          </a:solidFill>
          <a:ln w="0">
            <a:noFill/>
            <a:prstDash val="solid"/>
          </a:ln>
        </p:spPr>
      </p:sp>
      <p:sp>
        <p:nvSpPr>
          <p:cNvPr id="3112" name="01_find_only_3111">
            <a:extLst>
              <a:ext uri="{FF2B5EF4-FFF2-40B4-BE49-F238E27FC236}">
                <a16:creationId xmlns:a16="http://schemas.microsoft.com/office/drawing/2014/main" id="{E74B3530-B30F-4794-B902-25615725FDC4}"/>
              </a:ext>
            </a:extLst>
          </p:cNvPr>
          <p:cNvSpPr>
            <a:spLocks noGrp="1"/>
          </p:cNvSpPr>
          <p:nvPr/>
        </p:nvSpPr>
        <p:spPr>
          <a:xfrm>
            <a:off x="5284460" y="4905784"/>
            <a:ext cx="28398" cy="28398"/>
          </a:xfrm>
          <a:prstGeom prst="ellipse">
            <a:avLst/>
          </a:prstGeom>
          <a:solidFill>
            <a:srgbClr val="7F8C97">
              <a:alpha val="48000"/>
            </a:srgbClr>
          </a:solidFill>
          <a:ln w="0">
            <a:noFill/>
            <a:prstDash val="solid"/>
          </a:ln>
        </p:spPr>
      </p:sp>
      <p:sp>
        <p:nvSpPr>
          <p:cNvPr id="3113" name="01_find_only_3112">
            <a:extLst>
              <a:ext uri="{FF2B5EF4-FFF2-40B4-BE49-F238E27FC236}">
                <a16:creationId xmlns:a16="http://schemas.microsoft.com/office/drawing/2014/main" id="{75E764E6-6F52-4C47-AAE6-31DC959A0BB6}"/>
              </a:ext>
            </a:extLst>
          </p:cNvPr>
          <p:cNvSpPr>
            <a:spLocks noGrp="1"/>
          </p:cNvSpPr>
          <p:nvPr/>
        </p:nvSpPr>
        <p:spPr>
          <a:xfrm>
            <a:off x="5319465" y="5751128"/>
            <a:ext cx="28398" cy="28398"/>
          </a:xfrm>
          <a:prstGeom prst="ellipse">
            <a:avLst/>
          </a:prstGeom>
          <a:solidFill>
            <a:srgbClr val="7F8C97">
              <a:alpha val="48000"/>
            </a:srgbClr>
          </a:solidFill>
          <a:ln w="0">
            <a:noFill/>
            <a:prstDash val="solid"/>
          </a:ln>
        </p:spPr>
      </p:sp>
      <p:sp>
        <p:nvSpPr>
          <p:cNvPr id="3114" name="01_find_only_3113">
            <a:extLst>
              <a:ext uri="{FF2B5EF4-FFF2-40B4-BE49-F238E27FC236}">
                <a16:creationId xmlns:a16="http://schemas.microsoft.com/office/drawing/2014/main" id="{34B6E513-9359-4128-A6BD-BC36B72495EB}"/>
              </a:ext>
            </a:extLst>
          </p:cNvPr>
          <p:cNvSpPr>
            <a:spLocks noGrp="1"/>
          </p:cNvSpPr>
          <p:nvPr/>
        </p:nvSpPr>
        <p:spPr>
          <a:xfrm>
            <a:off x="5326714" y="4905784"/>
            <a:ext cx="28398" cy="28398"/>
          </a:xfrm>
          <a:prstGeom prst="ellipse">
            <a:avLst/>
          </a:prstGeom>
          <a:solidFill>
            <a:srgbClr val="7F8C97">
              <a:alpha val="48000"/>
            </a:srgbClr>
          </a:solidFill>
          <a:ln w="0">
            <a:noFill/>
            <a:prstDash val="solid"/>
          </a:ln>
        </p:spPr>
      </p:sp>
      <p:sp>
        <p:nvSpPr>
          <p:cNvPr id="3115" name="01_find_only_3114">
            <a:extLst>
              <a:ext uri="{FF2B5EF4-FFF2-40B4-BE49-F238E27FC236}">
                <a16:creationId xmlns:a16="http://schemas.microsoft.com/office/drawing/2014/main" id="{C06BA06D-C39C-42C7-B384-C31241AAFD7B}"/>
              </a:ext>
            </a:extLst>
          </p:cNvPr>
          <p:cNvSpPr>
            <a:spLocks noGrp="1"/>
          </p:cNvSpPr>
          <p:nvPr/>
        </p:nvSpPr>
        <p:spPr>
          <a:xfrm>
            <a:off x="5338255" y="4905784"/>
            <a:ext cx="28398" cy="28398"/>
          </a:xfrm>
          <a:prstGeom prst="ellipse">
            <a:avLst/>
          </a:prstGeom>
          <a:solidFill>
            <a:srgbClr val="7F8C97">
              <a:alpha val="48000"/>
            </a:srgbClr>
          </a:solidFill>
          <a:ln w="0">
            <a:noFill/>
            <a:prstDash val="solid"/>
          </a:ln>
        </p:spPr>
      </p:sp>
      <p:sp>
        <p:nvSpPr>
          <p:cNvPr id="3116" name="01_find_only_3115">
            <a:extLst>
              <a:ext uri="{FF2B5EF4-FFF2-40B4-BE49-F238E27FC236}">
                <a16:creationId xmlns:a16="http://schemas.microsoft.com/office/drawing/2014/main" id="{75CF47C1-1AFE-4D4C-82ED-A55ECAA29492}"/>
              </a:ext>
            </a:extLst>
          </p:cNvPr>
          <p:cNvSpPr>
            <a:spLocks noGrp="1"/>
          </p:cNvSpPr>
          <p:nvPr/>
        </p:nvSpPr>
        <p:spPr>
          <a:xfrm>
            <a:off x="5328145" y="4905784"/>
            <a:ext cx="28398" cy="28398"/>
          </a:xfrm>
          <a:prstGeom prst="ellipse">
            <a:avLst/>
          </a:prstGeom>
          <a:solidFill>
            <a:srgbClr val="7F8C97">
              <a:alpha val="48000"/>
            </a:srgbClr>
          </a:solidFill>
          <a:ln w="0">
            <a:noFill/>
            <a:prstDash val="solid"/>
          </a:ln>
        </p:spPr>
      </p:sp>
      <p:sp>
        <p:nvSpPr>
          <p:cNvPr id="3117" name="01_find_only_3116">
            <a:extLst>
              <a:ext uri="{FF2B5EF4-FFF2-40B4-BE49-F238E27FC236}">
                <a16:creationId xmlns:a16="http://schemas.microsoft.com/office/drawing/2014/main" id="{F76FF6AF-9C64-4986-B88D-DDC210C6253C}"/>
              </a:ext>
            </a:extLst>
          </p:cNvPr>
          <p:cNvSpPr>
            <a:spLocks noGrp="1"/>
          </p:cNvSpPr>
          <p:nvPr/>
        </p:nvSpPr>
        <p:spPr>
          <a:xfrm>
            <a:off x="5313742" y="4905784"/>
            <a:ext cx="28398" cy="28398"/>
          </a:xfrm>
          <a:prstGeom prst="ellipse">
            <a:avLst/>
          </a:prstGeom>
          <a:solidFill>
            <a:srgbClr val="7F8C97">
              <a:alpha val="48000"/>
            </a:srgbClr>
          </a:solidFill>
          <a:ln w="0">
            <a:noFill/>
            <a:prstDash val="solid"/>
          </a:ln>
        </p:spPr>
      </p:sp>
      <p:sp>
        <p:nvSpPr>
          <p:cNvPr id="3118" name="01_find_only_3117">
            <a:extLst>
              <a:ext uri="{FF2B5EF4-FFF2-40B4-BE49-F238E27FC236}">
                <a16:creationId xmlns:a16="http://schemas.microsoft.com/office/drawing/2014/main" id="{A75E565F-52F5-4705-A7E4-A270D62A7A95}"/>
              </a:ext>
            </a:extLst>
          </p:cNvPr>
          <p:cNvSpPr>
            <a:spLocks noGrp="1"/>
          </p:cNvSpPr>
          <p:nvPr/>
        </p:nvSpPr>
        <p:spPr>
          <a:xfrm>
            <a:off x="5255273" y="4905784"/>
            <a:ext cx="28398" cy="28398"/>
          </a:xfrm>
          <a:prstGeom prst="ellipse">
            <a:avLst/>
          </a:prstGeom>
          <a:solidFill>
            <a:srgbClr val="7F8C97">
              <a:alpha val="48000"/>
            </a:srgbClr>
          </a:solidFill>
          <a:ln w="0">
            <a:noFill/>
            <a:prstDash val="solid"/>
          </a:ln>
        </p:spPr>
      </p:sp>
      <p:sp>
        <p:nvSpPr>
          <p:cNvPr id="3119" name="01_find_only_3118">
            <a:extLst>
              <a:ext uri="{FF2B5EF4-FFF2-40B4-BE49-F238E27FC236}">
                <a16:creationId xmlns:a16="http://schemas.microsoft.com/office/drawing/2014/main" id="{A43D1E74-626D-4922-BE05-DE2EA79A5776}"/>
              </a:ext>
            </a:extLst>
          </p:cNvPr>
          <p:cNvSpPr>
            <a:spLocks noGrp="1"/>
          </p:cNvSpPr>
          <p:nvPr/>
        </p:nvSpPr>
        <p:spPr>
          <a:xfrm>
            <a:off x="5264525" y="6173800"/>
            <a:ext cx="28398" cy="28398"/>
          </a:xfrm>
          <a:prstGeom prst="ellipse">
            <a:avLst/>
          </a:prstGeom>
          <a:solidFill>
            <a:srgbClr val="7F8C97">
              <a:alpha val="48000"/>
            </a:srgbClr>
          </a:solidFill>
          <a:ln w="0">
            <a:noFill/>
            <a:prstDash val="solid"/>
          </a:ln>
        </p:spPr>
      </p:sp>
      <p:sp>
        <p:nvSpPr>
          <p:cNvPr id="3120" name="01_find_only_3119">
            <a:extLst>
              <a:ext uri="{FF2B5EF4-FFF2-40B4-BE49-F238E27FC236}">
                <a16:creationId xmlns:a16="http://schemas.microsoft.com/office/drawing/2014/main" id="{EB95BAFD-6944-4D14-B67C-0CE8513BC6A5}"/>
              </a:ext>
            </a:extLst>
          </p:cNvPr>
          <p:cNvSpPr>
            <a:spLocks noGrp="1"/>
          </p:cNvSpPr>
          <p:nvPr/>
        </p:nvSpPr>
        <p:spPr>
          <a:xfrm>
            <a:off x="5305062" y="4905784"/>
            <a:ext cx="28398" cy="28398"/>
          </a:xfrm>
          <a:prstGeom prst="ellipse">
            <a:avLst/>
          </a:prstGeom>
          <a:solidFill>
            <a:srgbClr val="7F8C97">
              <a:alpha val="48000"/>
            </a:srgbClr>
          </a:solidFill>
          <a:ln w="0">
            <a:noFill/>
            <a:prstDash val="solid"/>
          </a:ln>
        </p:spPr>
      </p:sp>
      <p:sp>
        <p:nvSpPr>
          <p:cNvPr id="3121" name="01_find_only_3120">
            <a:extLst>
              <a:ext uri="{FF2B5EF4-FFF2-40B4-BE49-F238E27FC236}">
                <a16:creationId xmlns:a16="http://schemas.microsoft.com/office/drawing/2014/main" id="{BE2E781A-C662-4D39-9E99-5CF39B9D1E4D}"/>
              </a:ext>
            </a:extLst>
          </p:cNvPr>
          <p:cNvSpPr>
            <a:spLocks noGrp="1"/>
          </p:cNvSpPr>
          <p:nvPr/>
        </p:nvSpPr>
        <p:spPr>
          <a:xfrm>
            <a:off x="5268531" y="4905784"/>
            <a:ext cx="28398" cy="28398"/>
          </a:xfrm>
          <a:prstGeom prst="ellipse">
            <a:avLst/>
          </a:prstGeom>
          <a:solidFill>
            <a:srgbClr val="7F8C97">
              <a:alpha val="48000"/>
            </a:srgbClr>
          </a:solidFill>
          <a:ln w="0">
            <a:noFill/>
            <a:prstDash val="solid"/>
          </a:ln>
        </p:spPr>
      </p:sp>
      <p:sp>
        <p:nvSpPr>
          <p:cNvPr id="3122" name="01_find_only_3121">
            <a:extLst>
              <a:ext uri="{FF2B5EF4-FFF2-40B4-BE49-F238E27FC236}">
                <a16:creationId xmlns:a16="http://schemas.microsoft.com/office/drawing/2014/main" id="{6B8AC69A-2C70-408D-83BE-98D3FA64B31C}"/>
              </a:ext>
            </a:extLst>
          </p:cNvPr>
          <p:cNvSpPr>
            <a:spLocks noGrp="1"/>
          </p:cNvSpPr>
          <p:nvPr/>
        </p:nvSpPr>
        <p:spPr>
          <a:xfrm>
            <a:off x="5285795" y="4905784"/>
            <a:ext cx="28398" cy="28398"/>
          </a:xfrm>
          <a:prstGeom prst="ellipse">
            <a:avLst/>
          </a:prstGeom>
          <a:solidFill>
            <a:srgbClr val="7F8C97">
              <a:alpha val="48000"/>
            </a:srgbClr>
          </a:solidFill>
          <a:ln w="0">
            <a:noFill/>
            <a:prstDash val="solid"/>
          </a:ln>
        </p:spPr>
      </p:sp>
      <p:sp>
        <p:nvSpPr>
          <p:cNvPr id="3123" name="01_find_only_3122">
            <a:extLst>
              <a:ext uri="{FF2B5EF4-FFF2-40B4-BE49-F238E27FC236}">
                <a16:creationId xmlns:a16="http://schemas.microsoft.com/office/drawing/2014/main" id="{35E7BDC8-BEE2-41D0-B8CC-6EA7B5A90D5E}"/>
              </a:ext>
            </a:extLst>
          </p:cNvPr>
          <p:cNvSpPr>
            <a:spLocks noGrp="1"/>
          </p:cNvSpPr>
          <p:nvPr/>
        </p:nvSpPr>
        <p:spPr>
          <a:xfrm>
            <a:off x="5252030" y="6173800"/>
            <a:ext cx="28398" cy="28398"/>
          </a:xfrm>
          <a:prstGeom prst="ellipse">
            <a:avLst/>
          </a:prstGeom>
          <a:solidFill>
            <a:srgbClr val="7F8C97">
              <a:alpha val="48000"/>
            </a:srgbClr>
          </a:solidFill>
          <a:ln w="0">
            <a:noFill/>
            <a:prstDash val="solid"/>
          </a:ln>
        </p:spPr>
      </p:sp>
      <p:sp>
        <p:nvSpPr>
          <p:cNvPr id="3124" name="01_find_only_3123">
            <a:extLst>
              <a:ext uri="{FF2B5EF4-FFF2-40B4-BE49-F238E27FC236}">
                <a16:creationId xmlns:a16="http://schemas.microsoft.com/office/drawing/2014/main" id="{B1B8A95A-4145-4E34-B388-008AC5610D11}"/>
              </a:ext>
            </a:extLst>
          </p:cNvPr>
          <p:cNvSpPr>
            <a:spLocks noGrp="1"/>
          </p:cNvSpPr>
          <p:nvPr/>
        </p:nvSpPr>
        <p:spPr>
          <a:xfrm>
            <a:off x="5830434" y="5279686"/>
            <a:ext cx="28398" cy="28398"/>
          </a:xfrm>
          <a:prstGeom prst="ellipse">
            <a:avLst/>
          </a:prstGeom>
          <a:solidFill>
            <a:srgbClr val="7F8C97">
              <a:alpha val="48000"/>
            </a:srgbClr>
          </a:solidFill>
          <a:ln w="0">
            <a:noFill/>
            <a:prstDash val="solid"/>
          </a:ln>
        </p:spPr>
      </p:sp>
      <p:sp>
        <p:nvSpPr>
          <p:cNvPr id="3125" name="01_find_only_3124">
            <a:extLst>
              <a:ext uri="{FF2B5EF4-FFF2-40B4-BE49-F238E27FC236}">
                <a16:creationId xmlns:a16="http://schemas.microsoft.com/office/drawing/2014/main" id="{114902CA-4A8A-4963-B3F3-F5C6A9C913BF}"/>
              </a:ext>
            </a:extLst>
          </p:cNvPr>
          <p:cNvSpPr>
            <a:spLocks noGrp="1"/>
          </p:cNvSpPr>
          <p:nvPr/>
        </p:nvSpPr>
        <p:spPr>
          <a:xfrm>
            <a:off x="5822803" y="6173800"/>
            <a:ext cx="28398" cy="28398"/>
          </a:xfrm>
          <a:prstGeom prst="ellipse">
            <a:avLst/>
          </a:prstGeom>
          <a:solidFill>
            <a:srgbClr val="7F8C97">
              <a:alpha val="48000"/>
            </a:srgbClr>
          </a:solidFill>
          <a:ln w="0">
            <a:noFill/>
            <a:prstDash val="solid"/>
          </a:ln>
        </p:spPr>
      </p:sp>
      <p:sp>
        <p:nvSpPr>
          <p:cNvPr id="3126" name="01_find_only_3125">
            <a:extLst>
              <a:ext uri="{FF2B5EF4-FFF2-40B4-BE49-F238E27FC236}">
                <a16:creationId xmlns:a16="http://schemas.microsoft.com/office/drawing/2014/main" id="{12068F05-1710-4B7A-BC43-BA6589CAC4D3}"/>
              </a:ext>
            </a:extLst>
          </p:cNvPr>
          <p:cNvSpPr>
            <a:spLocks noGrp="1"/>
          </p:cNvSpPr>
          <p:nvPr/>
        </p:nvSpPr>
        <p:spPr>
          <a:xfrm>
            <a:off x="5784937" y="6173800"/>
            <a:ext cx="28398" cy="28398"/>
          </a:xfrm>
          <a:prstGeom prst="ellipse">
            <a:avLst/>
          </a:prstGeom>
          <a:solidFill>
            <a:srgbClr val="7F8C97">
              <a:alpha val="48000"/>
            </a:srgbClr>
          </a:solidFill>
          <a:ln w="0">
            <a:noFill/>
            <a:prstDash val="solid"/>
          </a:ln>
        </p:spPr>
      </p:sp>
      <p:sp>
        <p:nvSpPr>
          <p:cNvPr id="3127" name="01_find_only_3126">
            <a:extLst>
              <a:ext uri="{FF2B5EF4-FFF2-40B4-BE49-F238E27FC236}">
                <a16:creationId xmlns:a16="http://schemas.microsoft.com/office/drawing/2014/main" id="{F5BD117E-81FE-4E94-A005-42ABAA51BC15}"/>
              </a:ext>
            </a:extLst>
          </p:cNvPr>
          <p:cNvSpPr>
            <a:spLocks noGrp="1"/>
          </p:cNvSpPr>
          <p:nvPr/>
        </p:nvSpPr>
        <p:spPr>
          <a:xfrm>
            <a:off x="5837206" y="4905784"/>
            <a:ext cx="28398" cy="28398"/>
          </a:xfrm>
          <a:prstGeom prst="ellipse">
            <a:avLst/>
          </a:prstGeom>
          <a:solidFill>
            <a:srgbClr val="7F8C97">
              <a:alpha val="48000"/>
            </a:srgbClr>
          </a:solidFill>
          <a:ln w="0">
            <a:noFill/>
            <a:prstDash val="solid"/>
          </a:ln>
        </p:spPr>
      </p:sp>
      <p:sp>
        <p:nvSpPr>
          <p:cNvPr id="3128" name="01_find_only_3127">
            <a:extLst>
              <a:ext uri="{FF2B5EF4-FFF2-40B4-BE49-F238E27FC236}">
                <a16:creationId xmlns:a16="http://schemas.microsoft.com/office/drawing/2014/main" id="{40262B17-7EBC-4F94-B030-058A94ED7525}"/>
              </a:ext>
            </a:extLst>
          </p:cNvPr>
          <p:cNvSpPr>
            <a:spLocks noGrp="1"/>
          </p:cNvSpPr>
          <p:nvPr/>
        </p:nvSpPr>
        <p:spPr>
          <a:xfrm>
            <a:off x="5815840" y="4905784"/>
            <a:ext cx="28398" cy="28398"/>
          </a:xfrm>
          <a:prstGeom prst="ellipse">
            <a:avLst/>
          </a:prstGeom>
          <a:solidFill>
            <a:srgbClr val="7F8C97">
              <a:alpha val="48000"/>
            </a:srgbClr>
          </a:solidFill>
          <a:ln w="0">
            <a:noFill/>
            <a:prstDash val="solid"/>
          </a:ln>
        </p:spPr>
      </p:sp>
      <p:sp>
        <p:nvSpPr>
          <p:cNvPr id="3129" name="01_find_only_3128">
            <a:extLst>
              <a:ext uri="{FF2B5EF4-FFF2-40B4-BE49-F238E27FC236}">
                <a16:creationId xmlns:a16="http://schemas.microsoft.com/office/drawing/2014/main" id="{702D98F2-BA50-4349-B85F-7152FFA624EF}"/>
              </a:ext>
            </a:extLst>
          </p:cNvPr>
          <p:cNvSpPr>
            <a:spLocks noGrp="1"/>
          </p:cNvSpPr>
          <p:nvPr/>
        </p:nvSpPr>
        <p:spPr>
          <a:xfrm>
            <a:off x="5752698" y="5136332"/>
            <a:ext cx="28398" cy="28398"/>
          </a:xfrm>
          <a:prstGeom prst="ellipse">
            <a:avLst/>
          </a:prstGeom>
          <a:solidFill>
            <a:srgbClr val="7F8C97">
              <a:alpha val="48000"/>
            </a:srgbClr>
          </a:solidFill>
          <a:ln w="0">
            <a:noFill/>
            <a:prstDash val="solid"/>
          </a:ln>
        </p:spPr>
      </p:sp>
      <p:sp>
        <p:nvSpPr>
          <p:cNvPr id="3130" name="01_find_only_3129">
            <a:extLst>
              <a:ext uri="{FF2B5EF4-FFF2-40B4-BE49-F238E27FC236}">
                <a16:creationId xmlns:a16="http://schemas.microsoft.com/office/drawing/2014/main" id="{86AB2CF9-E25B-40CE-ABAE-4ACD11830464}"/>
              </a:ext>
            </a:extLst>
          </p:cNvPr>
          <p:cNvSpPr>
            <a:spLocks noGrp="1"/>
          </p:cNvSpPr>
          <p:nvPr/>
        </p:nvSpPr>
        <p:spPr>
          <a:xfrm>
            <a:off x="5773014" y="6173800"/>
            <a:ext cx="28398" cy="28398"/>
          </a:xfrm>
          <a:prstGeom prst="ellipse">
            <a:avLst/>
          </a:prstGeom>
          <a:solidFill>
            <a:srgbClr val="7F8C97">
              <a:alpha val="48000"/>
            </a:srgbClr>
          </a:solidFill>
          <a:ln w="0">
            <a:noFill/>
            <a:prstDash val="solid"/>
          </a:ln>
        </p:spPr>
      </p:sp>
      <p:sp>
        <p:nvSpPr>
          <p:cNvPr id="3131" name="01_find_only_3130">
            <a:extLst>
              <a:ext uri="{FF2B5EF4-FFF2-40B4-BE49-F238E27FC236}">
                <a16:creationId xmlns:a16="http://schemas.microsoft.com/office/drawing/2014/main" id="{24537A10-DFE6-4144-A932-44F4FC7B2B66}"/>
              </a:ext>
            </a:extLst>
          </p:cNvPr>
          <p:cNvSpPr>
            <a:spLocks noGrp="1"/>
          </p:cNvSpPr>
          <p:nvPr/>
        </p:nvSpPr>
        <p:spPr>
          <a:xfrm>
            <a:off x="5752507" y="6120966"/>
            <a:ext cx="28398" cy="28398"/>
          </a:xfrm>
          <a:prstGeom prst="ellipse">
            <a:avLst/>
          </a:prstGeom>
          <a:solidFill>
            <a:srgbClr val="7F8C97">
              <a:alpha val="48000"/>
            </a:srgbClr>
          </a:solidFill>
          <a:ln w="0">
            <a:noFill/>
            <a:prstDash val="solid"/>
          </a:ln>
        </p:spPr>
      </p:sp>
      <p:sp>
        <p:nvSpPr>
          <p:cNvPr id="3132" name="01_find_only_3131">
            <a:extLst>
              <a:ext uri="{FF2B5EF4-FFF2-40B4-BE49-F238E27FC236}">
                <a16:creationId xmlns:a16="http://schemas.microsoft.com/office/drawing/2014/main" id="{2502189E-5121-4E36-8C6E-8605DADADEB3}"/>
              </a:ext>
            </a:extLst>
          </p:cNvPr>
          <p:cNvSpPr>
            <a:spLocks noGrp="1"/>
          </p:cNvSpPr>
          <p:nvPr/>
        </p:nvSpPr>
        <p:spPr>
          <a:xfrm>
            <a:off x="5806398" y="5539792"/>
            <a:ext cx="28398" cy="28398"/>
          </a:xfrm>
          <a:prstGeom prst="ellipse">
            <a:avLst/>
          </a:prstGeom>
          <a:solidFill>
            <a:srgbClr val="7F8C97">
              <a:alpha val="48000"/>
            </a:srgbClr>
          </a:solidFill>
          <a:ln w="0">
            <a:noFill/>
            <a:prstDash val="solid"/>
          </a:ln>
        </p:spPr>
      </p:sp>
      <p:sp>
        <p:nvSpPr>
          <p:cNvPr id="3133" name="01_find_only_3132">
            <a:extLst>
              <a:ext uri="{FF2B5EF4-FFF2-40B4-BE49-F238E27FC236}">
                <a16:creationId xmlns:a16="http://schemas.microsoft.com/office/drawing/2014/main" id="{7FF26B0B-E442-4018-BC67-A8AFC464099F}"/>
              </a:ext>
            </a:extLst>
          </p:cNvPr>
          <p:cNvSpPr>
            <a:spLocks noGrp="1"/>
          </p:cNvSpPr>
          <p:nvPr/>
        </p:nvSpPr>
        <p:spPr>
          <a:xfrm>
            <a:off x="5793998" y="6173800"/>
            <a:ext cx="28398" cy="28398"/>
          </a:xfrm>
          <a:prstGeom prst="ellipse">
            <a:avLst/>
          </a:prstGeom>
          <a:solidFill>
            <a:srgbClr val="7F8C97">
              <a:alpha val="48000"/>
            </a:srgbClr>
          </a:solidFill>
          <a:ln w="0">
            <a:noFill/>
            <a:prstDash val="solid"/>
          </a:ln>
        </p:spPr>
      </p:sp>
      <p:sp>
        <p:nvSpPr>
          <p:cNvPr id="3134" name="01_find_only_3133">
            <a:extLst>
              <a:ext uri="{FF2B5EF4-FFF2-40B4-BE49-F238E27FC236}">
                <a16:creationId xmlns:a16="http://schemas.microsoft.com/office/drawing/2014/main" id="{87CD4E6B-44EB-4A2E-B815-73F0A71479FD}"/>
              </a:ext>
            </a:extLst>
          </p:cNvPr>
          <p:cNvSpPr>
            <a:spLocks noGrp="1"/>
          </p:cNvSpPr>
          <p:nvPr/>
        </p:nvSpPr>
        <p:spPr>
          <a:xfrm>
            <a:off x="5783888" y="6173800"/>
            <a:ext cx="28398" cy="28398"/>
          </a:xfrm>
          <a:prstGeom prst="ellipse">
            <a:avLst/>
          </a:prstGeom>
          <a:solidFill>
            <a:srgbClr val="7F8C97">
              <a:alpha val="48000"/>
            </a:srgbClr>
          </a:solidFill>
          <a:ln w="0">
            <a:noFill/>
            <a:prstDash val="solid"/>
          </a:ln>
        </p:spPr>
      </p:sp>
      <p:sp>
        <p:nvSpPr>
          <p:cNvPr id="3135" name="01_find_only_3134">
            <a:extLst>
              <a:ext uri="{FF2B5EF4-FFF2-40B4-BE49-F238E27FC236}">
                <a16:creationId xmlns:a16="http://schemas.microsoft.com/office/drawing/2014/main" id="{A29A95D8-2903-4D36-B4A9-04B65B947945}"/>
              </a:ext>
            </a:extLst>
          </p:cNvPr>
          <p:cNvSpPr>
            <a:spLocks noGrp="1"/>
          </p:cNvSpPr>
          <p:nvPr/>
        </p:nvSpPr>
        <p:spPr>
          <a:xfrm>
            <a:off x="5774445" y="6173800"/>
            <a:ext cx="28398" cy="28398"/>
          </a:xfrm>
          <a:prstGeom prst="ellipse">
            <a:avLst/>
          </a:prstGeom>
          <a:solidFill>
            <a:srgbClr val="7F8C97">
              <a:alpha val="48000"/>
            </a:srgbClr>
          </a:solidFill>
          <a:ln w="0">
            <a:noFill/>
            <a:prstDash val="solid"/>
          </a:ln>
        </p:spPr>
      </p:sp>
      <p:sp>
        <p:nvSpPr>
          <p:cNvPr id="3136" name="01_find_only_3135">
            <a:extLst>
              <a:ext uri="{FF2B5EF4-FFF2-40B4-BE49-F238E27FC236}">
                <a16:creationId xmlns:a16="http://schemas.microsoft.com/office/drawing/2014/main" id="{96B9FA21-7982-467A-BB7A-7CD296C5C247}"/>
              </a:ext>
            </a:extLst>
          </p:cNvPr>
          <p:cNvSpPr>
            <a:spLocks noGrp="1"/>
          </p:cNvSpPr>
          <p:nvPr/>
        </p:nvSpPr>
        <p:spPr>
          <a:xfrm>
            <a:off x="5785318" y="4905784"/>
            <a:ext cx="28398" cy="28398"/>
          </a:xfrm>
          <a:prstGeom prst="ellipse">
            <a:avLst/>
          </a:prstGeom>
          <a:solidFill>
            <a:srgbClr val="7F8C97">
              <a:alpha val="48000"/>
            </a:srgbClr>
          </a:solidFill>
          <a:ln w="0">
            <a:noFill/>
            <a:prstDash val="solid"/>
          </a:ln>
        </p:spPr>
      </p:sp>
      <p:sp>
        <p:nvSpPr>
          <p:cNvPr id="3137" name="01_find_only_3136">
            <a:extLst>
              <a:ext uri="{FF2B5EF4-FFF2-40B4-BE49-F238E27FC236}">
                <a16:creationId xmlns:a16="http://schemas.microsoft.com/office/drawing/2014/main" id="{8F87915F-CDDC-4D24-B8FB-CE142F5B7F44}"/>
              </a:ext>
            </a:extLst>
          </p:cNvPr>
          <p:cNvSpPr>
            <a:spLocks noGrp="1"/>
          </p:cNvSpPr>
          <p:nvPr/>
        </p:nvSpPr>
        <p:spPr>
          <a:xfrm>
            <a:off x="5841784" y="5222788"/>
            <a:ext cx="28398" cy="28398"/>
          </a:xfrm>
          <a:prstGeom prst="ellipse">
            <a:avLst/>
          </a:prstGeom>
          <a:solidFill>
            <a:srgbClr val="7F8C97">
              <a:alpha val="48000"/>
            </a:srgbClr>
          </a:solidFill>
          <a:ln w="0">
            <a:noFill/>
            <a:prstDash val="solid"/>
          </a:ln>
        </p:spPr>
      </p:sp>
      <p:sp>
        <p:nvSpPr>
          <p:cNvPr id="3138" name="01_find_only_3137">
            <a:extLst>
              <a:ext uri="{FF2B5EF4-FFF2-40B4-BE49-F238E27FC236}">
                <a16:creationId xmlns:a16="http://schemas.microsoft.com/office/drawing/2014/main" id="{E804FFB9-D25B-420A-B68C-41A442DBE61A}"/>
              </a:ext>
            </a:extLst>
          </p:cNvPr>
          <p:cNvSpPr>
            <a:spLocks noGrp="1"/>
          </p:cNvSpPr>
          <p:nvPr/>
        </p:nvSpPr>
        <p:spPr>
          <a:xfrm>
            <a:off x="5811930" y="4905784"/>
            <a:ext cx="28398" cy="28398"/>
          </a:xfrm>
          <a:prstGeom prst="ellipse">
            <a:avLst/>
          </a:prstGeom>
          <a:solidFill>
            <a:srgbClr val="7F8C97">
              <a:alpha val="48000"/>
            </a:srgbClr>
          </a:solidFill>
          <a:ln w="0">
            <a:noFill/>
            <a:prstDash val="solid"/>
          </a:ln>
        </p:spPr>
      </p:sp>
      <p:sp>
        <p:nvSpPr>
          <p:cNvPr id="3139" name="01_find_only_3138">
            <a:extLst>
              <a:ext uri="{FF2B5EF4-FFF2-40B4-BE49-F238E27FC236}">
                <a16:creationId xmlns:a16="http://schemas.microsoft.com/office/drawing/2014/main" id="{F8612BE6-6892-4797-9946-51D981D9D53A}"/>
              </a:ext>
            </a:extLst>
          </p:cNvPr>
          <p:cNvSpPr>
            <a:spLocks noGrp="1"/>
          </p:cNvSpPr>
          <p:nvPr/>
        </p:nvSpPr>
        <p:spPr>
          <a:xfrm>
            <a:off x="5818416" y="6173800"/>
            <a:ext cx="28398" cy="28398"/>
          </a:xfrm>
          <a:prstGeom prst="ellipse">
            <a:avLst/>
          </a:prstGeom>
          <a:solidFill>
            <a:srgbClr val="7F8C97">
              <a:alpha val="48000"/>
            </a:srgbClr>
          </a:solidFill>
          <a:ln w="0">
            <a:noFill/>
            <a:prstDash val="solid"/>
          </a:ln>
        </p:spPr>
      </p:sp>
      <p:sp>
        <p:nvSpPr>
          <p:cNvPr id="3140" name="01_find_only_3139">
            <a:extLst>
              <a:ext uri="{FF2B5EF4-FFF2-40B4-BE49-F238E27FC236}">
                <a16:creationId xmlns:a16="http://schemas.microsoft.com/office/drawing/2014/main" id="{1DCFFF7E-C699-4535-95BD-08B962963B1E}"/>
              </a:ext>
            </a:extLst>
          </p:cNvPr>
          <p:cNvSpPr>
            <a:spLocks noGrp="1"/>
          </p:cNvSpPr>
          <p:nvPr/>
        </p:nvSpPr>
        <p:spPr>
          <a:xfrm>
            <a:off x="5776543" y="5821573"/>
            <a:ext cx="28398" cy="28398"/>
          </a:xfrm>
          <a:prstGeom prst="ellipse">
            <a:avLst/>
          </a:prstGeom>
          <a:solidFill>
            <a:srgbClr val="7F8C97">
              <a:alpha val="48000"/>
            </a:srgbClr>
          </a:solidFill>
          <a:ln w="0">
            <a:noFill/>
            <a:prstDash val="solid"/>
          </a:ln>
        </p:spPr>
      </p:sp>
      <p:sp>
        <p:nvSpPr>
          <p:cNvPr id="3141" name="01_find_only_3140">
            <a:extLst>
              <a:ext uri="{FF2B5EF4-FFF2-40B4-BE49-F238E27FC236}">
                <a16:creationId xmlns:a16="http://schemas.microsoft.com/office/drawing/2014/main" id="{CD646D9D-3531-46B7-9CA6-88AEC1EF9B54}"/>
              </a:ext>
            </a:extLst>
          </p:cNvPr>
          <p:cNvSpPr>
            <a:spLocks noGrp="1"/>
          </p:cNvSpPr>
          <p:nvPr/>
        </p:nvSpPr>
        <p:spPr>
          <a:xfrm>
            <a:off x="5836443" y="5328456"/>
            <a:ext cx="28398" cy="28398"/>
          </a:xfrm>
          <a:prstGeom prst="ellipse">
            <a:avLst/>
          </a:prstGeom>
          <a:solidFill>
            <a:srgbClr val="7F8C97">
              <a:alpha val="48000"/>
            </a:srgbClr>
          </a:solidFill>
          <a:ln w="0">
            <a:noFill/>
            <a:prstDash val="solid"/>
          </a:ln>
        </p:spPr>
      </p:sp>
      <p:sp>
        <p:nvSpPr>
          <p:cNvPr id="3142" name="01_find_only_3141">
            <a:extLst>
              <a:ext uri="{FF2B5EF4-FFF2-40B4-BE49-F238E27FC236}">
                <a16:creationId xmlns:a16="http://schemas.microsoft.com/office/drawing/2014/main" id="{5C0C2F42-0CD8-422C-BDF0-A47DED00E27D}"/>
              </a:ext>
            </a:extLst>
          </p:cNvPr>
          <p:cNvSpPr>
            <a:spLocks noGrp="1"/>
          </p:cNvSpPr>
          <p:nvPr/>
        </p:nvSpPr>
        <p:spPr>
          <a:xfrm>
            <a:off x="5818606" y="4905784"/>
            <a:ext cx="28398" cy="28398"/>
          </a:xfrm>
          <a:prstGeom prst="ellipse">
            <a:avLst/>
          </a:prstGeom>
          <a:solidFill>
            <a:srgbClr val="7F8C97">
              <a:alpha val="48000"/>
            </a:srgbClr>
          </a:solidFill>
          <a:ln w="0">
            <a:noFill/>
            <a:prstDash val="solid"/>
          </a:ln>
        </p:spPr>
      </p:sp>
      <p:sp>
        <p:nvSpPr>
          <p:cNvPr id="3143" name="01_find_only_3142">
            <a:extLst>
              <a:ext uri="{FF2B5EF4-FFF2-40B4-BE49-F238E27FC236}">
                <a16:creationId xmlns:a16="http://schemas.microsoft.com/office/drawing/2014/main" id="{0781ACBC-5207-40F5-B4C2-02ACF3A81961}"/>
              </a:ext>
            </a:extLst>
          </p:cNvPr>
          <p:cNvSpPr>
            <a:spLocks noGrp="1"/>
          </p:cNvSpPr>
          <p:nvPr/>
        </p:nvSpPr>
        <p:spPr>
          <a:xfrm>
            <a:off x="5764144" y="6173800"/>
            <a:ext cx="28398" cy="28398"/>
          </a:xfrm>
          <a:prstGeom prst="ellipse">
            <a:avLst/>
          </a:prstGeom>
          <a:solidFill>
            <a:srgbClr val="7F8C97">
              <a:alpha val="48000"/>
            </a:srgbClr>
          </a:solidFill>
          <a:ln w="0">
            <a:noFill/>
            <a:prstDash val="solid"/>
          </a:ln>
        </p:spPr>
      </p:sp>
      <p:sp>
        <p:nvSpPr>
          <p:cNvPr id="3144" name="01_find_only_3143">
            <a:extLst>
              <a:ext uri="{FF2B5EF4-FFF2-40B4-BE49-F238E27FC236}">
                <a16:creationId xmlns:a16="http://schemas.microsoft.com/office/drawing/2014/main" id="{7D18BE84-FA46-4345-BF50-7EB914C06C60}"/>
              </a:ext>
            </a:extLst>
          </p:cNvPr>
          <p:cNvSpPr>
            <a:spLocks noGrp="1"/>
          </p:cNvSpPr>
          <p:nvPr/>
        </p:nvSpPr>
        <p:spPr>
          <a:xfrm>
            <a:off x="5769008" y="6173800"/>
            <a:ext cx="28398" cy="28398"/>
          </a:xfrm>
          <a:prstGeom prst="ellipse">
            <a:avLst/>
          </a:prstGeom>
          <a:solidFill>
            <a:srgbClr val="7F8C97">
              <a:alpha val="48000"/>
            </a:srgbClr>
          </a:solidFill>
          <a:ln w="0">
            <a:noFill/>
            <a:prstDash val="solid"/>
          </a:ln>
        </p:spPr>
      </p:sp>
      <p:sp>
        <p:nvSpPr>
          <p:cNvPr id="3145" name="01_find_only_3144">
            <a:extLst>
              <a:ext uri="{FF2B5EF4-FFF2-40B4-BE49-F238E27FC236}">
                <a16:creationId xmlns:a16="http://schemas.microsoft.com/office/drawing/2014/main" id="{72A58E79-1924-416B-9634-0086A1445F6C}"/>
              </a:ext>
            </a:extLst>
          </p:cNvPr>
          <p:cNvSpPr>
            <a:spLocks noGrp="1"/>
          </p:cNvSpPr>
          <p:nvPr/>
        </p:nvSpPr>
        <p:spPr>
          <a:xfrm>
            <a:off x="5776448" y="5751128"/>
            <a:ext cx="28398" cy="28398"/>
          </a:xfrm>
          <a:prstGeom prst="ellipse">
            <a:avLst/>
          </a:prstGeom>
          <a:solidFill>
            <a:srgbClr val="7F8C97">
              <a:alpha val="48000"/>
            </a:srgbClr>
          </a:solidFill>
          <a:ln w="0">
            <a:noFill/>
            <a:prstDash val="solid"/>
          </a:ln>
        </p:spPr>
      </p:sp>
      <p:sp>
        <p:nvSpPr>
          <p:cNvPr id="3146" name="01_find_only_3145">
            <a:extLst>
              <a:ext uri="{FF2B5EF4-FFF2-40B4-BE49-F238E27FC236}">
                <a16:creationId xmlns:a16="http://schemas.microsoft.com/office/drawing/2014/main" id="{CBC87098-4C60-46A6-A60E-D5E5EF742426}"/>
              </a:ext>
            </a:extLst>
          </p:cNvPr>
          <p:cNvSpPr>
            <a:spLocks noGrp="1"/>
          </p:cNvSpPr>
          <p:nvPr/>
        </p:nvSpPr>
        <p:spPr>
          <a:xfrm>
            <a:off x="5835680" y="6173800"/>
            <a:ext cx="28398" cy="28398"/>
          </a:xfrm>
          <a:prstGeom prst="ellipse">
            <a:avLst/>
          </a:prstGeom>
          <a:solidFill>
            <a:srgbClr val="7F8C97">
              <a:alpha val="48000"/>
            </a:srgbClr>
          </a:solidFill>
          <a:ln w="0">
            <a:noFill/>
            <a:prstDash val="solid"/>
          </a:ln>
        </p:spPr>
      </p:sp>
      <p:sp>
        <p:nvSpPr>
          <p:cNvPr id="3147" name="01_find_only_3146">
            <a:extLst>
              <a:ext uri="{FF2B5EF4-FFF2-40B4-BE49-F238E27FC236}">
                <a16:creationId xmlns:a16="http://schemas.microsoft.com/office/drawing/2014/main" id="{ECF4BA01-140F-4723-8588-B338E4BFDA2C}"/>
              </a:ext>
            </a:extLst>
          </p:cNvPr>
          <p:cNvSpPr>
            <a:spLocks noGrp="1"/>
          </p:cNvSpPr>
          <p:nvPr/>
        </p:nvSpPr>
        <p:spPr>
          <a:xfrm>
            <a:off x="5777974" y="4905784"/>
            <a:ext cx="28398" cy="28398"/>
          </a:xfrm>
          <a:prstGeom prst="ellipse">
            <a:avLst/>
          </a:prstGeom>
          <a:solidFill>
            <a:srgbClr val="7F8C97">
              <a:alpha val="48000"/>
            </a:srgbClr>
          </a:solidFill>
          <a:ln w="0">
            <a:noFill/>
            <a:prstDash val="solid"/>
          </a:ln>
        </p:spPr>
      </p:sp>
      <p:sp>
        <p:nvSpPr>
          <p:cNvPr id="3148" name="01_find_only_3147">
            <a:extLst>
              <a:ext uri="{FF2B5EF4-FFF2-40B4-BE49-F238E27FC236}">
                <a16:creationId xmlns:a16="http://schemas.microsoft.com/office/drawing/2014/main" id="{A403B6BC-4B48-4B70-9D9C-1EFA74377609}"/>
              </a:ext>
            </a:extLst>
          </p:cNvPr>
          <p:cNvSpPr>
            <a:spLocks noGrp="1"/>
          </p:cNvSpPr>
          <p:nvPr/>
        </p:nvSpPr>
        <p:spPr>
          <a:xfrm>
            <a:off x="5830338" y="6173800"/>
            <a:ext cx="28398" cy="28398"/>
          </a:xfrm>
          <a:prstGeom prst="ellipse">
            <a:avLst/>
          </a:prstGeom>
          <a:solidFill>
            <a:srgbClr val="7F8C97">
              <a:alpha val="48000"/>
            </a:srgbClr>
          </a:solidFill>
          <a:ln w="0">
            <a:noFill/>
            <a:prstDash val="solid"/>
          </a:ln>
        </p:spPr>
      </p:sp>
      <p:sp>
        <p:nvSpPr>
          <p:cNvPr id="3149" name="01_find_only_3148">
            <a:extLst>
              <a:ext uri="{FF2B5EF4-FFF2-40B4-BE49-F238E27FC236}">
                <a16:creationId xmlns:a16="http://schemas.microsoft.com/office/drawing/2014/main" id="{ED0B114F-2ED9-4C0A-8566-B28E13BF5557}"/>
              </a:ext>
            </a:extLst>
          </p:cNvPr>
          <p:cNvSpPr>
            <a:spLocks noGrp="1"/>
          </p:cNvSpPr>
          <p:nvPr/>
        </p:nvSpPr>
        <p:spPr>
          <a:xfrm>
            <a:off x="5831101" y="4905784"/>
            <a:ext cx="28398" cy="28398"/>
          </a:xfrm>
          <a:prstGeom prst="ellipse">
            <a:avLst/>
          </a:prstGeom>
          <a:solidFill>
            <a:srgbClr val="7F8C97">
              <a:alpha val="48000"/>
            </a:srgbClr>
          </a:solidFill>
          <a:ln w="0">
            <a:noFill/>
            <a:prstDash val="solid"/>
          </a:ln>
        </p:spPr>
      </p:sp>
      <p:sp>
        <p:nvSpPr>
          <p:cNvPr id="3150" name="01_find_only_3149">
            <a:extLst>
              <a:ext uri="{FF2B5EF4-FFF2-40B4-BE49-F238E27FC236}">
                <a16:creationId xmlns:a16="http://schemas.microsoft.com/office/drawing/2014/main" id="{23E3D1E5-CC97-4FE6-B545-A14F9B599827}"/>
              </a:ext>
            </a:extLst>
          </p:cNvPr>
          <p:cNvSpPr>
            <a:spLocks noGrp="1"/>
          </p:cNvSpPr>
          <p:nvPr/>
        </p:nvSpPr>
        <p:spPr>
          <a:xfrm>
            <a:off x="5833581" y="6173800"/>
            <a:ext cx="28398" cy="28398"/>
          </a:xfrm>
          <a:prstGeom prst="ellipse">
            <a:avLst/>
          </a:prstGeom>
          <a:solidFill>
            <a:srgbClr val="7F8C97">
              <a:alpha val="48000"/>
            </a:srgbClr>
          </a:solidFill>
          <a:ln w="0">
            <a:noFill/>
            <a:prstDash val="solid"/>
          </a:ln>
        </p:spPr>
      </p:sp>
      <p:sp>
        <p:nvSpPr>
          <p:cNvPr id="3151" name="01_find_only_3150">
            <a:extLst>
              <a:ext uri="{FF2B5EF4-FFF2-40B4-BE49-F238E27FC236}">
                <a16:creationId xmlns:a16="http://schemas.microsoft.com/office/drawing/2014/main" id="{EEDB7885-24D3-4686-BB46-EF989D7BADDE}"/>
              </a:ext>
            </a:extLst>
          </p:cNvPr>
          <p:cNvSpPr>
            <a:spLocks noGrp="1"/>
          </p:cNvSpPr>
          <p:nvPr/>
        </p:nvSpPr>
        <p:spPr>
          <a:xfrm>
            <a:off x="5778737" y="5751128"/>
            <a:ext cx="28398" cy="28398"/>
          </a:xfrm>
          <a:prstGeom prst="ellipse">
            <a:avLst/>
          </a:prstGeom>
          <a:solidFill>
            <a:srgbClr val="7F8C97">
              <a:alpha val="48000"/>
            </a:srgbClr>
          </a:solidFill>
          <a:ln w="0">
            <a:noFill/>
            <a:prstDash val="solid"/>
          </a:ln>
        </p:spPr>
      </p:sp>
      <p:sp>
        <p:nvSpPr>
          <p:cNvPr id="3152" name="01_find_only_3151">
            <a:extLst>
              <a:ext uri="{FF2B5EF4-FFF2-40B4-BE49-F238E27FC236}">
                <a16:creationId xmlns:a16="http://schemas.microsoft.com/office/drawing/2014/main" id="{CA37C9EF-861B-4AD8-80C1-296626526623}"/>
              </a:ext>
            </a:extLst>
          </p:cNvPr>
          <p:cNvSpPr>
            <a:spLocks noGrp="1"/>
          </p:cNvSpPr>
          <p:nvPr/>
        </p:nvSpPr>
        <p:spPr>
          <a:xfrm>
            <a:off x="5764334" y="4905784"/>
            <a:ext cx="28398" cy="28398"/>
          </a:xfrm>
          <a:prstGeom prst="ellipse">
            <a:avLst/>
          </a:prstGeom>
          <a:solidFill>
            <a:srgbClr val="7F8C97">
              <a:alpha val="48000"/>
            </a:srgbClr>
          </a:solidFill>
          <a:ln w="0">
            <a:noFill/>
            <a:prstDash val="solid"/>
          </a:ln>
        </p:spPr>
      </p:sp>
      <p:sp>
        <p:nvSpPr>
          <p:cNvPr id="3153" name="01_find_only_3152">
            <a:extLst>
              <a:ext uri="{FF2B5EF4-FFF2-40B4-BE49-F238E27FC236}">
                <a16:creationId xmlns:a16="http://schemas.microsoft.com/office/drawing/2014/main" id="{F280F7E3-5CD7-4BA4-8388-35543290EDB0}"/>
              </a:ext>
            </a:extLst>
          </p:cNvPr>
          <p:cNvSpPr>
            <a:spLocks noGrp="1"/>
          </p:cNvSpPr>
          <p:nvPr/>
        </p:nvSpPr>
        <p:spPr>
          <a:xfrm>
            <a:off x="5819846" y="6173800"/>
            <a:ext cx="28398" cy="28398"/>
          </a:xfrm>
          <a:prstGeom prst="ellipse">
            <a:avLst/>
          </a:prstGeom>
          <a:solidFill>
            <a:srgbClr val="7F8C97">
              <a:alpha val="48000"/>
            </a:srgbClr>
          </a:solidFill>
          <a:ln w="0">
            <a:noFill/>
            <a:prstDash val="solid"/>
          </a:ln>
        </p:spPr>
      </p:sp>
      <p:sp>
        <p:nvSpPr>
          <p:cNvPr id="3154" name="01_find_only_3153">
            <a:extLst>
              <a:ext uri="{FF2B5EF4-FFF2-40B4-BE49-F238E27FC236}">
                <a16:creationId xmlns:a16="http://schemas.microsoft.com/office/drawing/2014/main" id="{EB41934C-AA62-4F7B-8F4D-CCCD930F0729}"/>
              </a:ext>
            </a:extLst>
          </p:cNvPr>
          <p:cNvSpPr>
            <a:spLocks noGrp="1"/>
          </p:cNvSpPr>
          <p:nvPr/>
        </p:nvSpPr>
        <p:spPr>
          <a:xfrm>
            <a:off x="5759851" y="6173800"/>
            <a:ext cx="28398" cy="28398"/>
          </a:xfrm>
          <a:prstGeom prst="ellipse">
            <a:avLst/>
          </a:prstGeom>
          <a:solidFill>
            <a:srgbClr val="7F8C97">
              <a:alpha val="48000"/>
            </a:srgbClr>
          </a:solidFill>
          <a:ln w="0">
            <a:noFill/>
            <a:prstDash val="solid"/>
          </a:ln>
        </p:spPr>
      </p:sp>
      <p:sp>
        <p:nvSpPr>
          <p:cNvPr id="3155" name="01_find_only_3154">
            <a:extLst>
              <a:ext uri="{FF2B5EF4-FFF2-40B4-BE49-F238E27FC236}">
                <a16:creationId xmlns:a16="http://schemas.microsoft.com/office/drawing/2014/main" id="{9150AF92-42CA-4906-87D2-F6DE9E0CDFCC}"/>
              </a:ext>
            </a:extLst>
          </p:cNvPr>
          <p:cNvSpPr>
            <a:spLocks noGrp="1"/>
          </p:cNvSpPr>
          <p:nvPr/>
        </p:nvSpPr>
        <p:spPr>
          <a:xfrm>
            <a:off x="5822231" y="4905784"/>
            <a:ext cx="28398" cy="28398"/>
          </a:xfrm>
          <a:prstGeom prst="ellipse">
            <a:avLst/>
          </a:prstGeom>
          <a:solidFill>
            <a:srgbClr val="7F8C97">
              <a:alpha val="48000"/>
            </a:srgbClr>
          </a:solidFill>
          <a:ln w="0">
            <a:noFill/>
            <a:prstDash val="solid"/>
          </a:ln>
        </p:spPr>
      </p:sp>
      <p:sp>
        <p:nvSpPr>
          <p:cNvPr id="3156" name="01_find_only_3155">
            <a:extLst>
              <a:ext uri="{FF2B5EF4-FFF2-40B4-BE49-F238E27FC236}">
                <a16:creationId xmlns:a16="http://schemas.microsoft.com/office/drawing/2014/main" id="{4A0046A6-6C96-4852-8098-226162CBBA63}"/>
              </a:ext>
            </a:extLst>
          </p:cNvPr>
          <p:cNvSpPr>
            <a:spLocks noGrp="1"/>
          </p:cNvSpPr>
          <p:nvPr/>
        </p:nvSpPr>
        <p:spPr>
          <a:xfrm>
            <a:off x="5760710" y="4905784"/>
            <a:ext cx="28398" cy="28398"/>
          </a:xfrm>
          <a:prstGeom prst="ellipse">
            <a:avLst/>
          </a:prstGeom>
          <a:solidFill>
            <a:srgbClr val="7F8C97">
              <a:alpha val="48000"/>
            </a:srgbClr>
          </a:solidFill>
          <a:ln w="0">
            <a:noFill/>
            <a:prstDash val="solid"/>
          </a:ln>
        </p:spPr>
      </p:sp>
      <p:sp>
        <p:nvSpPr>
          <p:cNvPr id="3157" name="01_find_only_3156">
            <a:extLst>
              <a:ext uri="{FF2B5EF4-FFF2-40B4-BE49-F238E27FC236}">
                <a16:creationId xmlns:a16="http://schemas.microsoft.com/office/drawing/2014/main" id="{4C2397BE-9B08-49F4-9CD6-9DD3107598F3}"/>
              </a:ext>
            </a:extLst>
          </p:cNvPr>
          <p:cNvSpPr>
            <a:spLocks noGrp="1"/>
          </p:cNvSpPr>
          <p:nvPr/>
        </p:nvSpPr>
        <p:spPr>
          <a:xfrm>
            <a:off x="5840544" y="4905784"/>
            <a:ext cx="28398" cy="28398"/>
          </a:xfrm>
          <a:prstGeom prst="ellipse">
            <a:avLst/>
          </a:prstGeom>
          <a:solidFill>
            <a:srgbClr val="7F8C97">
              <a:alpha val="48000"/>
            </a:srgbClr>
          </a:solidFill>
          <a:ln w="0">
            <a:noFill/>
            <a:prstDash val="solid"/>
          </a:ln>
        </p:spPr>
      </p:sp>
      <p:sp>
        <p:nvSpPr>
          <p:cNvPr id="3158" name="01_find_only_3157">
            <a:extLst>
              <a:ext uri="{FF2B5EF4-FFF2-40B4-BE49-F238E27FC236}">
                <a16:creationId xmlns:a16="http://schemas.microsoft.com/office/drawing/2014/main" id="{23127B1B-59C9-4273-B2EF-5BD74307E535}"/>
              </a:ext>
            </a:extLst>
          </p:cNvPr>
          <p:cNvSpPr>
            <a:spLocks noGrp="1"/>
          </p:cNvSpPr>
          <p:nvPr/>
        </p:nvSpPr>
        <p:spPr>
          <a:xfrm>
            <a:off x="5825951" y="4905784"/>
            <a:ext cx="28398" cy="28398"/>
          </a:xfrm>
          <a:prstGeom prst="ellipse">
            <a:avLst/>
          </a:prstGeom>
          <a:solidFill>
            <a:srgbClr val="7F8C97">
              <a:alpha val="48000"/>
            </a:srgbClr>
          </a:solidFill>
          <a:ln w="0">
            <a:noFill/>
            <a:prstDash val="solid"/>
          </a:ln>
        </p:spPr>
      </p:sp>
      <p:sp>
        <p:nvSpPr>
          <p:cNvPr id="3159" name="01_find_only_3158">
            <a:extLst>
              <a:ext uri="{FF2B5EF4-FFF2-40B4-BE49-F238E27FC236}">
                <a16:creationId xmlns:a16="http://schemas.microsoft.com/office/drawing/2014/main" id="{B221F2C5-AD45-4E4C-939B-0737A59A9713}"/>
              </a:ext>
            </a:extLst>
          </p:cNvPr>
          <p:cNvSpPr>
            <a:spLocks noGrp="1"/>
          </p:cNvSpPr>
          <p:nvPr/>
        </p:nvSpPr>
        <p:spPr>
          <a:xfrm>
            <a:off x="5791423" y="4905784"/>
            <a:ext cx="28398" cy="28398"/>
          </a:xfrm>
          <a:prstGeom prst="ellipse">
            <a:avLst/>
          </a:prstGeom>
          <a:solidFill>
            <a:srgbClr val="7F8C97">
              <a:alpha val="48000"/>
            </a:srgbClr>
          </a:solidFill>
          <a:ln w="0">
            <a:noFill/>
            <a:prstDash val="solid"/>
          </a:ln>
        </p:spPr>
      </p:sp>
      <p:sp>
        <p:nvSpPr>
          <p:cNvPr id="3160" name="01_find_only_3159">
            <a:extLst>
              <a:ext uri="{FF2B5EF4-FFF2-40B4-BE49-F238E27FC236}">
                <a16:creationId xmlns:a16="http://schemas.microsoft.com/office/drawing/2014/main" id="{7708FF7F-2618-4968-AB9D-23C87F3CE11D}"/>
              </a:ext>
            </a:extLst>
          </p:cNvPr>
          <p:cNvSpPr>
            <a:spLocks noGrp="1"/>
          </p:cNvSpPr>
          <p:nvPr/>
        </p:nvSpPr>
        <p:spPr>
          <a:xfrm>
            <a:off x="5775303" y="4905784"/>
            <a:ext cx="28398" cy="28398"/>
          </a:xfrm>
          <a:prstGeom prst="ellipse">
            <a:avLst/>
          </a:prstGeom>
          <a:solidFill>
            <a:srgbClr val="7F8C97">
              <a:alpha val="48000"/>
            </a:srgbClr>
          </a:solidFill>
          <a:ln w="0">
            <a:noFill/>
            <a:prstDash val="solid"/>
          </a:ln>
        </p:spPr>
      </p:sp>
      <p:sp>
        <p:nvSpPr>
          <p:cNvPr id="3161" name="01_find_only_3160">
            <a:extLst>
              <a:ext uri="{FF2B5EF4-FFF2-40B4-BE49-F238E27FC236}">
                <a16:creationId xmlns:a16="http://schemas.microsoft.com/office/drawing/2014/main" id="{91987627-170B-4206-BD7E-DBCAD12C0B6C}"/>
              </a:ext>
            </a:extLst>
          </p:cNvPr>
          <p:cNvSpPr>
            <a:spLocks noGrp="1"/>
          </p:cNvSpPr>
          <p:nvPr/>
        </p:nvSpPr>
        <p:spPr>
          <a:xfrm>
            <a:off x="5843215" y="5328456"/>
            <a:ext cx="28398" cy="28398"/>
          </a:xfrm>
          <a:prstGeom prst="ellipse">
            <a:avLst/>
          </a:prstGeom>
          <a:solidFill>
            <a:srgbClr val="7F8C97">
              <a:alpha val="48000"/>
            </a:srgbClr>
          </a:solidFill>
          <a:ln w="0">
            <a:noFill/>
            <a:prstDash val="solid"/>
          </a:ln>
        </p:spPr>
      </p:sp>
      <p:sp>
        <p:nvSpPr>
          <p:cNvPr id="3162" name="01_find_only_3161">
            <a:extLst>
              <a:ext uri="{FF2B5EF4-FFF2-40B4-BE49-F238E27FC236}">
                <a16:creationId xmlns:a16="http://schemas.microsoft.com/office/drawing/2014/main" id="{CFA817EB-149E-4C77-8BE0-2BDD6A1A54FB}"/>
              </a:ext>
            </a:extLst>
          </p:cNvPr>
          <p:cNvSpPr>
            <a:spLocks noGrp="1"/>
          </p:cNvSpPr>
          <p:nvPr/>
        </p:nvSpPr>
        <p:spPr>
          <a:xfrm>
            <a:off x="5808591" y="4905784"/>
            <a:ext cx="28398" cy="28398"/>
          </a:xfrm>
          <a:prstGeom prst="ellipse">
            <a:avLst/>
          </a:prstGeom>
          <a:solidFill>
            <a:srgbClr val="7F8C97">
              <a:alpha val="48000"/>
            </a:srgbClr>
          </a:solidFill>
          <a:ln w="0">
            <a:noFill/>
            <a:prstDash val="solid"/>
          </a:ln>
        </p:spPr>
      </p:sp>
      <p:sp>
        <p:nvSpPr>
          <p:cNvPr id="3163" name="01_find_only_3162">
            <a:extLst>
              <a:ext uri="{FF2B5EF4-FFF2-40B4-BE49-F238E27FC236}">
                <a16:creationId xmlns:a16="http://schemas.microsoft.com/office/drawing/2014/main" id="{3AD4F933-8714-450A-826D-CDC84ABC1300}"/>
              </a:ext>
            </a:extLst>
          </p:cNvPr>
          <p:cNvSpPr>
            <a:spLocks noGrp="1"/>
          </p:cNvSpPr>
          <p:nvPr/>
        </p:nvSpPr>
        <p:spPr>
          <a:xfrm>
            <a:off x="5830338" y="6173800"/>
            <a:ext cx="28398" cy="28398"/>
          </a:xfrm>
          <a:prstGeom prst="ellipse">
            <a:avLst/>
          </a:prstGeom>
          <a:solidFill>
            <a:srgbClr val="7F8C97">
              <a:alpha val="48000"/>
            </a:srgbClr>
          </a:solidFill>
          <a:ln w="0">
            <a:noFill/>
            <a:prstDash val="solid"/>
          </a:ln>
        </p:spPr>
      </p:sp>
      <p:sp>
        <p:nvSpPr>
          <p:cNvPr id="3164" name="01_find_only_3163">
            <a:extLst>
              <a:ext uri="{FF2B5EF4-FFF2-40B4-BE49-F238E27FC236}">
                <a16:creationId xmlns:a16="http://schemas.microsoft.com/office/drawing/2014/main" id="{A9E38A88-81B8-4CF8-ABB3-20070BABE087}"/>
              </a:ext>
            </a:extLst>
          </p:cNvPr>
          <p:cNvSpPr>
            <a:spLocks noGrp="1"/>
          </p:cNvSpPr>
          <p:nvPr/>
        </p:nvSpPr>
        <p:spPr>
          <a:xfrm>
            <a:off x="5763476" y="4905784"/>
            <a:ext cx="28398" cy="28398"/>
          </a:xfrm>
          <a:prstGeom prst="ellipse">
            <a:avLst/>
          </a:prstGeom>
          <a:solidFill>
            <a:srgbClr val="7F8C97">
              <a:alpha val="48000"/>
            </a:srgbClr>
          </a:solidFill>
          <a:ln w="0">
            <a:noFill/>
            <a:prstDash val="solid"/>
          </a:ln>
        </p:spPr>
      </p:sp>
      <p:sp>
        <p:nvSpPr>
          <p:cNvPr id="3165" name="01_find_only_3164">
            <a:extLst>
              <a:ext uri="{FF2B5EF4-FFF2-40B4-BE49-F238E27FC236}">
                <a16:creationId xmlns:a16="http://schemas.microsoft.com/office/drawing/2014/main" id="{1B413486-08D4-4857-93E5-2EABC69A47A3}"/>
              </a:ext>
            </a:extLst>
          </p:cNvPr>
          <p:cNvSpPr>
            <a:spLocks noGrp="1"/>
          </p:cNvSpPr>
          <p:nvPr/>
        </p:nvSpPr>
        <p:spPr>
          <a:xfrm>
            <a:off x="5824425" y="6173800"/>
            <a:ext cx="28398" cy="28398"/>
          </a:xfrm>
          <a:prstGeom prst="ellipse">
            <a:avLst/>
          </a:prstGeom>
          <a:solidFill>
            <a:srgbClr val="7F8C97">
              <a:alpha val="48000"/>
            </a:srgbClr>
          </a:solidFill>
          <a:ln w="0">
            <a:noFill/>
            <a:prstDash val="solid"/>
          </a:ln>
        </p:spPr>
      </p:sp>
      <p:sp>
        <p:nvSpPr>
          <p:cNvPr id="3166" name="01_find_only_3165">
            <a:extLst>
              <a:ext uri="{FF2B5EF4-FFF2-40B4-BE49-F238E27FC236}">
                <a16:creationId xmlns:a16="http://schemas.microsoft.com/office/drawing/2014/main" id="{2295549C-696C-40DA-9B7F-933354F3F1FC}"/>
              </a:ext>
            </a:extLst>
          </p:cNvPr>
          <p:cNvSpPr>
            <a:spLocks noGrp="1"/>
          </p:cNvSpPr>
          <p:nvPr/>
        </p:nvSpPr>
        <p:spPr>
          <a:xfrm>
            <a:off x="5810594" y="5962464"/>
            <a:ext cx="28398" cy="28398"/>
          </a:xfrm>
          <a:prstGeom prst="ellipse">
            <a:avLst/>
          </a:prstGeom>
          <a:solidFill>
            <a:srgbClr val="7F8C97">
              <a:alpha val="48000"/>
            </a:srgbClr>
          </a:solidFill>
          <a:ln w="0">
            <a:noFill/>
            <a:prstDash val="solid"/>
          </a:ln>
        </p:spPr>
      </p:sp>
      <p:sp>
        <p:nvSpPr>
          <p:cNvPr id="3167" name="01_find_only_3166">
            <a:extLst>
              <a:ext uri="{FF2B5EF4-FFF2-40B4-BE49-F238E27FC236}">
                <a16:creationId xmlns:a16="http://schemas.microsoft.com/office/drawing/2014/main" id="{8C882AC6-2DB1-4D66-AAE6-54038BB296C3}"/>
              </a:ext>
            </a:extLst>
          </p:cNvPr>
          <p:cNvSpPr>
            <a:spLocks noGrp="1"/>
          </p:cNvSpPr>
          <p:nvPr/>
        </p:nvSpPr>
        <p:spPr>
          <a:xfrm>
            <a:off x="5750027" y="4905784"/>
            <a:ext cx="28398" cy="28398"/>
          </a:xfrm>
          <a:prstGeom prst="ellipse">
            <a:avLst/>
          </a:prstGeom>
          <a:solidFill>
            <a:srgbClr val="7F8C97">
              <a:alpha val="48000"/>
            </a:srgbClr>
          </a:solidFill>
          <a:ln w="0">
            <a:noFill/>
            <a:prstDash val="solid"/>
          </a:ln>
        </p:spPr>
      </p:sp>
      <p:sp>
        <p:nvSpPr>
          <p:cNvPr id="3168" name="01_find_only_3167">
            <a:extLst>
              <a:ext uri="{FF2B5EF4-FFF2-40B4-BE49-F238E27FC236}">
                <a16:creationId xmlns:a16="http://schemas.microsoft.com/office/drawing/2014/main" id="{E18523BE-51B5-4B09-AC4F-A73EC6D35A5A}"/>
              </a:ext>
            </a:extLst>
          </p:cNvPr>
          <p:cNvSpPr>
            <a:spLocks noGrp="1"/>
          </p:cNvSpPr>
          <p:nvPr/>
        </p:nvSpPr>
        <p:spPr>
          <a:xfrm>
            <a:off x="5789324" y="6173800"/>
            <a:ext cx="28398" cy="28398"/>
          </a:xfrm>
          <a:prstGeom prst="ellipse">
            <a:avLst/>
          </a:prstGeom>
          <a:solidFill>
            <a:srgbClr val="7F8C97">
              <a:alpha val="48000"/>
            </a:srgbClr>
          </a:solidFill>
          <a:ln w="0">
            <a:noFill/>
            <a:prstDash val="solid"/>
          </a:ln>
        </p:spPr>
      </p:sp>
      <p:sp>
        <p:nvSpPr>
          <p:cNvPr id="3169" name="01_find_only_3168">
            <a:extLst>
              <a:ext uri="{FF2B5EF4-FFF2-40B4-BE49-F238E27FC236}">
                <a16:creationId xmlns:a16="http://schemas.microsoft.com/office/drawing/2014/main" id="{1B7A2053-AA83-4FAD-998E-8EFA895BF8CE}"/>
              </a:ext>
            </a:extLst>
          </p:cNvPr>
          <p:cNvSpPr>
            <a:spLocks noGrp="1"/>
          </p:cNvSpPr>
          <p:nvPr/>
        </p:nvSpPr>
        <p:spPr>
          <a:xfrm>
            <a:off x="5777497" y="6173800"/>
            <a:ext cx="28398" cy="28398"/>
          </a:xfrm>
          <a:prstGeom prst="ellipse">
            <a:avLst/>
          </a:prstGeom>
          <a:solidFill>
            <a:srgbClr val="7F8C97">
              <a:alpha val="48000"/>
            </a:srgbClr>
          </a:solidFill>
          <a:ln w="0">
            <a:noFill/>
            <a:prstDash val="solid"/>
          </a:ln>
        </p:spPr>
      </p:sp>
      <p:sp>
        <p:nvSpPr>
          <p:cNvPr id="3170" name="01_find_only_3169">
            <a:extLst>
              <a:ext uri="{FF2B5EF4-FFF2-40B4-BE49-F238E27FC236}">
                <a16:creationId xmlns:a16="http://schemas.microsoft.com/office/drawing/2014/main" id="{78C2115D-96C3-4E75-9581-2AB0A2567721}"/>
              </a:ext>
            </a:extLst>
          </p:cNvPr>
          <p:cNvSpPr>
            <a:spLocks noGrp="1"/>
          </p:cNvSpPr>
          <p:nvPr/>
        </p:nvSpPr>
        <p:spPr>
          <a:xfrm>
            <a:off x="5798862" y="4905784"/>
            <a:ext cx="28398" cy="28398"/>
          </a:xfrm>
          <a:prstGeom prst="ellipse">
            <a:avLst/>
          </a:prstGeom>
          <a:solidFill>
            <a:srgbClr val="7F8C97">
              <a:alpha val="48000"/>
            </a:srgbClr>
          </a:solidFill>
          <a:ln w="0">
            <a:noFill/>
            <a:prstDash val="solid"/>
          </a:ln>
        </p:spPr>
      </p:sp>
      <p:sp>
        <p:nvSpPr>
          <p:cNvPr id="3171" name="01_find_only_3170">
            <a:extLst>
              <a:ext uri="{FF2B5EF4-FFF2-40B4-BE49-F238E27FC236}">
                <a16:creationId xmlns:a16="http://schemas.microsoft.com/office/drawing/2014/main" id="{37334B1B-BD9E-445D-A1C7-1B6864FCFD3F}"/>
              </a:ext>
            </a:extLst>
          </p:cNvPr>
          <p:cNvSpPr>
            <a:spLocks noGrp="1"/>
          </p:cNvSpPr>
          <p:nvPr/>
        </p:nvSpPr>
        <p:spPr>
          <a:xfrm>
            <a:off x="5786844" y="5856796"/>
            <a:ext cx="28398" cy="28398"/>
          </a:xfrm>
          <a:prstGeom prst="ellipse">
            <a:avLst/>
          </a:prstGeom>
          <a:solidFill>
            <a:srgbClr val="7F8C97">
              <a:alpha val="48000"/>
            </a:srgbClr>
          </a:solidFill>
          <a:ln w="0">
            <a:noFill/>
            <a:prstDash val="solid"/>
          </a:ln>
        </p:spPr>
      </p:sp>
      <p:sp>
        <p:nvSpPr>
          <p:cNvPr id="3172" name="01_find_only_3171">
            <a:extLst>
              <a:ext uri="{FF2B5EF4-FFF2-40B4-BE49-F238E27FC236}">
                <a16:creationId xmlns:a16="http://schemas.microsoft.com/office/drawing/2014/main" id="{8CCF8904-37AF-48C5-940F-58B97C132801}"/>
              </a:ext>
            </a:extLst>
          </p:cNvPr>
          <p:cNvSpPr>
            <a:spLocks noGrp="1"/>
          </p:cNvSpPr>
          <p:nvPr/>
        </p:nvSpPr>
        <p:spPr>
          <a:xfrm>
            <a:off x="5828049" y="5856796"/>
            <a:ext cx="28398" cy="28398"/>
          </a:xfrm>
          <a:prstGeom prst="ellipse">
            <a:avLst/>
          </a:prstGeom>
          <a:solidFill>
            <a:srgbClr val="7F8C97">
              <a:alpha val="48000"/>
            </a:srgbClr>
          </a:solidFill>
          <a:ln w="0">
            <a:noFill/>
            <a:prstDash val="solid"/>
          </a:ln>
        </p:spPr>
      </p:sp>
      <p:sp>
        <p:nvSpPr>
          <p:cNvPr id="3173" name="01_find_only_3172">
            <a:extLst>
              <a:ext uri="{FF2B5EF4-FFF2-40B4-BE49-F238E27FC236}">
                <a16:creationId xmlns:a16="http://schemas.microsoft.com/office/drawing/2014/main" id="{034DD305-B887-45A9-B3DB-545D62F5CE30}"/>
              </a:ext>
            </a:extLst>
          </p:cNvPr>
          <p:cNvSpPr>
            <a:spLocks noGrp="1"/>
          </p:cNvSpPr>
          <p:nvPr/>
        </p:nvSpPr>
        <p:spPr>
          <a:xfrm>
            <a:off x="5760519" y="4905784"/>
            <a:ext cx="28398" cy="28398"/>
          </a:xfrm>
          <a:prstGeom prst="ellipse">
            <a:avLst/>
          </a:prstGeom>
          <a:solidFill>
            <a:srgbClr val="7F8C97">
              <a:alpha val="48000"/>
            </a:srgbClr>
          </a:solidFill>
          <a:ln w="0">
            <a:noFill/>
            <a:prstDash val="solid"/>
          </a:ln>
        </p:spPr>
      </p:sp>
      <p:sp>
        <p:nvSpPr>
          <p:cNvPr id="3174" name="01_find_only_3173">
            <a:extLst>
              <a:ext uri="{FF2B5EF4-FFF2-40B4-BE49-F238E27FC236}">
                <a16:creationId xmlns:a16="http://schemas.microsoft.com/office/drawing/2014/main" id="{9E515511-E589-40BB-BB97-DC22304EE117}"/>
              </a:ext>
            </a:extLst>
          </p:cNvPr>
          <p:cNvSpPr>
            <a:spLocks noGrp="1"/>
          </p:cNvSpPr>
          <p:nvPr/>
        </p:nvSpPr>
        <p:spPr>
          <a:xfrm>
            <a:off x="5764907" y="6173800"/>
            <a:ext cx="28398" cy="28398"/>
          </a:xfrm>
          <a:prstGeom prst="ellipse">
            <a:avLst/>
          </a:prstGeom>
          <a:solidFill>
            <a:srgbClr val="7F8C97">
              <a:alpha val="48000"/>
            </a:srgbClr>
          </a:solidFill>
          <a:ln w="0">
            <a:noFill/>
            <a:prstDash val="solid"/>
          </a:ln>
        </p:spPr>
      </p:sp>
      <p:sp>
        <p:nvSpPr>
          <p:cNvPr id="3175" name="01_find_only_3174">
            <a:extLst>
              <a:ext uri="{FF2B5EF4-FFF2-40B4-BE49-F238E27FC236}">
                <a16:creationId xmlns:a16="http://schemas.microsoft.com/office/drawing/2014/main" id="{84E9C93E-0CA8-4878-987C-92DBF6AD1699}"/>
              </a:ext>
            </a:extLst>
          </p:cNvPr>
          <p:cNvSpPr>
            <a:spLocks noGrp="1"/>
          </p:cNvSpPr>
          <p:nvPr/>
        </p:nvSpPr>
        <p:spPr>
          <a:xfrm>
            <a:off x="5804585" y="4905784"/>
            <a:ext cx="28398" cy="28398"/>
          </a:xfrm>
          <a:prstGeom prst="ellipse">
            <a:avLst/>
          </a:prstGeom>
          <a:solidFill>
            <a:srgbClr val="7F8C97">
              <a:alpha val="48000"/>
            </a:srgbClr>
          </a:solidFill>
          <a:ln w="0">
            <a:noFill/>
            <a:prstDash val="solid"/>
          </a:ln>
        </p:spPr>
      </p:sp>
      <p:sp>
        <p:nvSpPr>
          <p:cNvPr id="3176" name="01_find_only_3175">
            <a:extLst>
              <a:ext uri="{FF2B5EF4-FFF2-40B4-BE49-F238E27FC236}">
                <a16:creationId xmlns:a16="http://schemas.microsoft.com/office/drawing/2014/main" id="{2AAC45E1-652B-4D4A-8788-989364E1AD4F}"/>
              </a:ext>
            </a:extLst>
          </p:cNvPr>
          <p:cNvSpPr>
            <a:spLocks noGrp="1"/>
          </p:cNvSpPr>
          <p:nvPr/>
        </p:nvSpPr>
        <p:spPr>
          <a:xfrm>
            <a:off x="5803727" y="4905784"/>
            <a:ext cx="28398" cy="28398"/>
          </a:xfrm>
          <a:prstGeom prst="ellipse">
            <a:avLst/>
          </a:prstGeom>
          <a:solidFill>
            <a:srgbClr val="7F8C97">
              <a:alpha val="48000"/>
            </a:srgbClr>
          </a:solidFill>
          <a:ln w="0">
            <a:noFill/>
            <a:prstDash val="solid"/>
          </a:ln>
        </p:spPr>
      </p:sp>
      <p:sp>
        <p:nvSpPr>
          <p:cNvPr id="3177" name="01_find_only_3176">
            <a:extLst>
              <a:ext uri="{FF2B5EF4-FFF2-40B4-BE49-F238E27FC236}">
                <a16:creationId xmlns:a16="http://schemas.microsoft.com/office/drawing/2014/main" id="{FE0D0DE9-07A6-490E-AFB5-C649C9D291AF}"/>
              </a:ext>
            </a:extLst>
          </p:cNvPr>
          <p:cNvSpPr>
            <a:spLocks noGrp="1"/>
          </p:cNvSpPr>
          <p:nvPr/>
        </p:nvSpPr>
        <p:spPr>
          <a:xfrm>
            <a:off x="5834726" y="4905784"/>
            <a:ext cx="28398" cy="28398"/>
          </a:xfrm>
          <a:prstGeom prst="ellipse">
            <a:avLst/>
          </a:prstGeom>
          <a:solidFill>
            <a:srgbClr val="7F8C97">
              <a:alpha val="48000"/>
            </a:srgbClr>
          </a:solidFill>
          <a:ln w="0">
            <a:noFill/>
            <a:prstDash val="solid"/>
          </a:ln>
        </p:spPr>
      </p:sp>
      <p:sp>
        <p:nvSpPr>
          <p:cNvPr id="3178" name="01_find_only_3177">
            <a:extLst>
              <a:ext uri="{FF2B5EF4-FFF2-40B4-BE49-F238E27FC236}">
                <a16:creationId xmlns:a16="http://schemas.microsoft.com/office/drawing/2014/main" id="{C4209CC2-82FA-418F-9FC6-EFEAF72968A2}"/>
              </a:ext>
            </a:extLst>
          </p:cNvPr>
          <p:cNvSpPr>
            <a:spLocks noGrp="1"/>
          </p:cNvSpPr>
          <p:nvPr/>
        </p:nvSpPr>
        <p:spPr>
          <a:xfrm>
            <a:off x="5820323" y="5539792"/>
            <a:ext cx="28398" cy="28398"/>
          </a:xfrm>
          <a:prstGeom prst="ellipse">
            <a:avLst/>
          </a:prstGeom>
          <a:solidFill>
            <a:srgbClr val="7F8C97">
              <a:alpha val="48000"/>
            </a:srgbClr>
          </a:solidFill>
          <a:ln w="0">
            <a:noFill/>
            <a:prstDash val="solid"/>
          </a:ln>
        </p:spPr>
      </p:sp>
      <p:sp>
        <p:nvSpPr>
          <p:cNvPr id="3179" name="01_find_only_3178">
            <a:extLst>
              <a:ext uri="{FF2B5EF4-FFF2-40B4-BE49-F238E27FC236}">
                <a16:creationId xmlns:a16="http://schemas.microsoft.com/office/drawing/2014/main" id="{34CBEF6B-00E0-4169-88F9-BF183F66C83F}"/>
              </a:ext>
            </a:extLst>
          </p:cNvPr>
          <p:cNvSpPr>
            <a:spLocks noGrp="1"/>
          </p:cNvSpPr>
          <p:nvPr/>
        </p:nvSpPr>
        <p:spPr>
          <a:xfrm>
            <a:off x="5775303" y="6173800"/>
            <a:ext cx="28398" cy="28398"/>
          </a:xfrm>
          <a:prstGeom prst="ellipse">
            <a:avLst/>
          </a:prstGeom>
          <a:solidFill>
            <a:srgbClr val="7F8C97">
              <a:alpha val="48000"/>
            </a:srgbClr>
          </a:solidFill>
          <a:ln w="0">
            <a:noFill/>
            <a:prstDash val="solid"/>
          </a:ln>
        </p:spPr>
      </p:sp>
      <p:sp>
        <p:nvSpPr>
          <p:cNvPr id="3180" name="01_find_only_3179">
            <a:extLst>
              <a:ext uri="{FF2B5EF4-FFF2-40B4-BE49-F238E27FC236}">
                <a16:creationId xmlns:a16="http://schemas.microsoft.com/office/drawing/2014/main" id="{F3DF948F-82FE-40A6-A5DA-730486D256A7}"/>
              </a:ext>
            </a:extLst>
          </p:cNvPr>
          <p:cNvSpPr>
            <a:spLocks noGrp="1"/>
          </p:cNvSpPr>
          <p:nvPr/>
        </p:nvSpPr>
        <p:spPr>
          <a:xfrm>
            <a:off x="5822231" y="5539792"/>
            <a:ext cx="28398" cy="28398"/>
          </a:xfrm>
          <a:prstGeom prst="ellipse">
            <a:avLst/>
          </a:prstGeom>
          <a:solidFill>
            <a:srgbClr val="7F8C97">
              <a:alpha val="48000"/>
            </a:srgbClr>
          </a:solidFill>
          <a:ln w="0">
            <a:noFill/>
            <a:prstDash val="solid"/>
          </a:ln>
        </p:spPr>
      </p:sp>
      <p:sp>
        <p:nvSpPr>
          <p:cNvPr id="3181" name="01_find_only_3180">
            <a:extLst>
              <a:ext uri="{FF2B5EF4-FFF2-40B4-BE49-F238E27FC236}">
                <a16:creationId xmlns:a16="http://schemas.microsoft.com/office/drawing/2014/main" id="{B44F7F2B-5A85-4C24-A4F6-0673D4CE6595}"/>
              </a:ext>
            </a:extLst>
          </p:cNvPr>
          <p:cNvSpPr>
            <a:spLocks noGrp="1"/>
          </p:cNvSpPr>
          <p:nvPr/>
        </p:nvSpPr>
        <p:spPr>
          <a:xfrm>
            <a:off x="5814505" y="5328456"/>
            <a:ext cx="28398" cy="28398"/>
          </a:xfrm>
          <a:prstGeom prst="ellipse">
            <a:avLst/>
          </a:prstGeom>
          <a:solidFill>
            <a:srgbClr val="7F8C97">
              <a:alpha val="48000"/>
            </a:srgbClr>
          </a:solidFill>
          <a:ln w="0">
            <a:noFill/>
            <a:prstDash val="solid"/>
          </a:ln>
        </p:spPr>
      </p:sp>
      <p:sp>
        <p:nvSpPr>
          <p:cNvPr id="3182" name="01_find_only_3181">
            <a:extLst>
              <a:ext uri="{FF2B5EF4-FFF2-40B4-BE49-F238E27FC236}">
                <a16:creationId xmlns:a16="http://schemas.microsoft.com/office/drawing/2014/main" id="{ABB9BB0B-25F5-4A02-9F5E-6BA09DC70F2B}"/>
              </a:ext>
            </a:extLst>
          </p:cNvPr>
          <p:cNvSpPr>
            <a:spLocks noGrp="1"/>
          </p:cNvSpPr>
          <p:nvPr/>
        </p:nvSpPr>
        <p:spPr>
          <a:xfrm>
            <a:off x="5818606" y="6173800"/>
            <a:ext cx="28398" cy="28398"/>
          </a:xfrm>
          <a:prstGeom prst="ellipse">
            <a:avLst/>
          </a:prstGeom>
          <a:solidFill>
            <a:srgbClr val="7F8C97">
              <a:alpha val="48000"/>
            </a:srgbClr>
          </a:solidFill>
          <a:ln w="0">
            <a:noFill/>
            <a:prstDash val="solid"/>
          </a:ln>
        </p:spPr>
      </p:sp>
      <p:sp>
        <p:nvSpPr>
          <p:cNvPr id="3183" name="01_find_only_3182">
            <a:extLst>
              <a:ext uri="{FF2B5EF4-FFF2-40B4-BE49-F238E27FC236}">
                <a16:creationId xmlns:a16="http://schemas.microsoft.com/office/drawing/2014/main" id="{9425B125-9ED0-4759-ADC8-E6F126551A13}"/>
              </a:ext>
            </a:extLst>
          </p:cNvPr>
          <p:cNvSpPr>
            <a:spLocks noGrp="1"/>
          </p:cNvSpPr>
          <p:nvPr/>
        </p:nvSpPr>
        <p:spPr>
          <a:xfrm>
            <a:off x="5827477" y="5751128"/>
            <a:ext cx="28398" cy="28398"/>
          </a:xfrm>
          <a:prstGeom prst="ellipse">
            <a:avLst/>
          </a:prstGeom>
          <a:solidFill>
            <a:srgbClr val="7F8C97">
              <a:alpha val="48000"/>
            </a:srgbClr>
          </a:solidFill>
          <a:ln w="0">
            <a:noFill/>
            <a:prstDash val="solid"/>
          </a:ln>
        </p:spPr>
      </p:sp>
      <p:sp>
        <p:nvSpPr>
          <p:cNvPr id="3184" name="01_find_only_3183">
            <a:extLst>
              <a:ext uri="{FF2B5EF4-FFF2-40B4-BE49-F238E27FC236}">
                <a16:creationId xmlns:a16="http://schemas.microsoft.com/office/drawing/2014/main" id="{B67EC56E-AA75-40E8-AE0C-6AADC2C20E1B}"/>
              </a:ext>
            </a:extLst>
          </p:cNvPr>
          <p:cNvSpPr>
            <a:spLocks noGrp="1"/>
          </p:cNvSpPr>
          <p:nvPr/>
        </p:nvSpPr>
        <p:spPr>
          <a:xfrm>
            <a:off x="5766910" y="4905784"/>
            <a:ext cx="28398" cy="28398"/>
          </a:xfrm>
          <a:prstGeom prst="ellipse">
            <a:avLst/>
          </a:prstGeom>
          <a:solidFill>
            <a:srgbClr val="7F8C97">
              <a:alpha val="48000"/>
            </a:srgbClr>
          </a:solidFill>
          <a:ln w="0">
            <a:noFill/>
            <a:prstDash val="solid"/>
          </a:ln>
        </p:spPr>
      </p:sp>
      <p:sp>
        <p:nvSpPr>
          <p:cNvPr id="3185" name="01_find_only_3184">
            <a:extLst>
              <a:ext uri="{FF2B5EF4-FFF2-40B4-BE49-F238E27FC236}">
                <a16:creationId xmlns:a16="http://schemas.microsoft.com/office/drawing/2014/main" id="{E9A7E96B-B8A6-4273-9C88-56F4123D79DC}"/>
              </a:ext>
            </a:extLst>
          </p:cNvPr>
          <p:cNvSpPr>
            <a:spLocks noGrp="1"/>
          </p:cNvSpPr>
          <p:nvPr/>
        </p:nvSpPr>
        <p:spPr>
          <a:xfrm>
            <a:off x="5759756" y="5328456"/>
            <a:ext cx="28398" cy="28398"/>
          </a:xfrm>
          <a:prstGeom prst="ellipse">
            <a:avLst/>
          </a:prstGeom>
          <a:solidFill>
            <a:srgbClr val="7F8C97">
              <a:alpha val="48000"/>
            </a:srgbClr>
          </a:solidFill>
          <a:ln w="0">
            <a:noFill/>
            <a:prstDash val="solid"/>
          </a:ln>
        </p:spPr>
      </p:sp>
      <p:sp>
        <p:nvSpPr>
          <p:cNvPr id="3186" name="01_find_only_3185">
            <a:extLst>
              <a:ext uri="{FF2B5EF4-FFF2-40B4-BE49-F238E27FC236}">
                <a16:creationId xmlns:a16="http://schemas.microsoft.com/office/drawing/2014/main" id="{702E9443-1740-49C1-B375-8D4D573BE367}"/>
              </a:ext>
            </a:extLst>
          </p:cNvPr>
          <p:cNvSpPr>
            <a:spLocks noGrp="1"/>
          </p:cNvSpPr>
          <p:nvPr/>
        </p:nvSpPr>
        <p:spPr>
          <a:xfrm>
            <a:off x="5814696" y="5856796"/>
            <a:ext cx="28398" cy="28398"/>
          </a:xfrm>
          <a:prstGeom prst="ellipse">
            <a:avLst/>
          </a:prstGeom>
          <a:solidFill>
            <a:srgbClr val="7F8C97">
              <a:alpha val="48000"/>
            </a:srgbClr>
          </a:solidFill>
          <a:ln w="0">
            <a:noFill/>
            <a:prstDash val="solid"/>
          </a:ln>
        </p:spPr>
      </p:sp>
      <p:sp>
        <p:nvSpPr>
          <p:cNvPr id="3187" name="01_find_only_3186">
            <a:extLst>
              <a:ext uri="{FF2B5EF4-FFF2-40B4-BE49-F238E27FC236}">
                <a16:creationId xmlns:a16="http://schemas.microsoft.com/office/drawing/2014/main" id="{FD54CCCF-2CD3-43D1-98BA-8AA2547325FD}"/>
              </a:ext>
            </a:extLst>
          </p:cNvPr>
          <p:cNvSpPr>
            <a:spLocks noGrp="1"/>
          </p:cNvSpPr>
          <p:nvPr/>
        </p:nvSpPr>
        <p:spPr>
          <a:xfrm>
            <a:off x="5839304" y="5811510"/>
            <a:ext cx="28398" cy="28398"/>
          </a:xfrm>
          <a:prstGeom prst="ellipse">
            <a:avLst/>
          </a:prstGeom>
          <a:solidFill>
            <a:srgbClr val="7F8C97">
              <a:alpha val="48000"/>
            </a:srgbClr>
          </a:solidFill>
          <a:ln w="0">
            <a:noFill/>
            <a:prstDash val="solid"/>
          </a:ln>
        </p:spPr>
      </p:sp>
      <p:sp>
        <p:nvSpPr>
          <p:cNvPr id="3188" name="01_find_only_3187">
            <a:extLst>
              <a:ext uri="{FF2B5EF4-FFF2-40B4-BE49-F238E27FC236}">
                <a16:creationId xmlns:a16="http://schemas.microsoft.com/office/drawing/2014/main" id="{2C5F4C81-BFEE-4CB5-8AB5-461791616163}"/>
              </a:ext>
            </a:extLst>
          </p:cNvPr>
          <p:cNvSpPr>
            <a:spLocks noGrp="1"/>
          </p:cNvSpPr>
          <p:nvPr/>
        </p:nvSpPr>
        <p:spPr>
          <a:xfrm>
            <a:off x="5843406" y="4905784"/>
            <a:ext cx="28398" cy="28398"/>
          </a:xfrm>
          <a:prstGeom prst="ellipse">
            <a:avLst/>
          </a:prstGeom>
          <a:solidFill>
            <a:srgbClr val="7F8C97">
              <a:alpha val="48000"/>
            </a:srgbClr>
          </a:solidFill>
          <a:ln w="0">
            <a:noFill/>
            <a:prstDash val="solid"/>
          </a:ln>
        </p:spPr>
      </p:sp>
      <p:sp>
        <p:nvSpPr>
          <p:cNvPr id="3189" name="01_find_only_3188">
            <a:extLst>
              <a:ext uri="{FF2B5EF4-FFF2-40B4-BE49-F238E27FC236}">
                <a16:creationId xmlns:a16="http://schemas.microsoft.com/office/drawing/2014/main" id="{14F31AA4-759D-4F1A-B7AC-C77AD3B1AB5E}"/>
              </a:ext>
            </a:extLst>
          </p:cNvPr>
          <p:cNvSpPr>
            <a:spLocks noGrp="1"/>
          </p:cNvSpPr>
          <p:nvPr/>
        </p:nvSpPr>
        <p:spPr>
          <a:xfrm>
            <a:off x="5784460" y="4905784"/>
            <a:ext cx="28398" cy="28398"/>
          </a:xfrm>
          <a:prstGeom prst="ellipse">
            <a:avLst/>
          </a:prstGeom>
          <a:solidFill>
            <a:srgbClr val="7F8C97">
              <a:alpha val="48000"/>
            </a:srgbClr>
          </a:solidFill>
          <a:ln w="0">
            <a:noFill/>
            <a:prstDash val="solid"/>
          </a:ln>
        </p:spPr>
      </p:sp>
      <p:sp>
        <p:nvSpPr>
          <p:cNvPr id="3190" name="01_find_only_3189">
            <a:extLst>
              <a:ext uri="{FF2B5EF4-FFF2-40B4-BE49-F238E27FC236}">
                <a16:creationId xmlns:a16="http://schemas.microsoft.com/office/drawing/2014/main" id="{A1EC607C-351C-45BD-99D9-8EB4427ADE84}"/>
              </a:ext>
            </a:extLst>
          </p:cNvPr>
          <p:cNvSpPr>
            <a:spLocks noGrp="1"/>
          </p:cNvSpPr>
          <p:nvPr/>
        </p:nvSpPr>
        <p:spPr>
          <a:xfrm>
            <a:off x="5819465" y="5751128"/>
            <a:ext cx="28398" cy="28398"/>
          </a:xfrm>
          <a:prstGeom prst="ellipse">
            <a:avLst/>
          </a:prstGeom>
          <a:solidFill>
            <a:srgbClr val="7F8C97">
              <a:alpha val="48000"/>
            </a:srgbClr>
          </a:solidFill>
          <a:ln w="0">
            <a:noFill/>
            <a:prstDash val="solid"/>
          </a:ln>
        </p:spPr>
      </p:sp>
      <p:sp>
        <p:nvSpPr>
          <p:cNvPr id="3191" name="01_find_only_3190">
            <a:extLst>
              <a:ext uri="{FF2B5EF4-FFF2-40B4-BE49-F238E27FC236}">
                <a16:creationId xmlns:a16="http://schemas.microsoft.com/office/drawing/2014/main" id="{FFC0CC34-981E-40F4-AFF4-5C4BC8E801DD}"/>
              </a:ext>
            </a:extLst>
          </p:cNvPr>
          <p:cNvSpPr>
            <a:spLocks noGrp="1"/>
          </p:cNvSpPr>
          <p:nvPr/>
        </p:nvSpPr>
        <p:spPr>
          <a:xfrm>
            <a:off x="5826714" y="4905784"/>
            <a:ext cx="28398" cy="28398"/>
          </a:xfrm>
          <a:prstGeom prst="ellipse">
            <a:avLst/>
          </a:prstGeom>
          <a:solidFill>
            <a:srgbClr val="7F8C97">
              <a:alpha val="48000"/>
            </a:srgbClr>
          </a:solidFill>
          <a:ln w="0">
            <a:noFill/>
            <a:prstDash val="solid"/>
          </a:ln>
        </p:spPr>
      </p:sp>
      <p:sp>
        <p:nvSpPr>
          <p:cNvPr id="3192" name="01_find_only_3191">
            <a:extLst>
              <a:ext uri="{FF2B5EF4-FFF2-40B4-BE49-F238E27FC236}">
                <a16:creationId xmlns:a16="http://schemas.microsoft.com/office/drawing/2014/main" id="{ED6BEFCB-B27B-4AC9-9C5B-A8B7815C0442}"/>
              </a:ext>
            </a:extLst>
          </p:cNvPr>
          <p:cNvSpPr>
            <a:spLocks noGrp="1"/>
          </p:cNvSpPr>
          <p:nvPr/>
        </p:nvSpPr>
        <p:spPr>
          <a:xfrm>
            <a:off x="5838255" y="4905784"/>
            <a:ext cx="28398" cy="28398"/>
          </a:xfrm>
          <a:prstGeom prst="ellipse">
            <a:avLst/>
          </a:prstGeom>
          <a:solidFill>
            <a:srgbClr val="7F8C97">
              <a:alpha val="48000"/>
            </a:srgbClr>
          </a:solidFill>
          <a:ln w="0">
            <a:noFill/>
            <a:prstDash val="solid"/>
          </a:ln>
        </p:spPr>
      </p:sp>
      <p:sp>
        <p:nvSpPr>
          <p:cNvPr id="3193" name="01_find_only_3192">
            <a:extLst>
              <a:ext uri="{FF2B5EF4-FFF2-40B4-BE49-F238E27FC236}">
                <a16:creationId xmlns:a16="http://schemas.microsoft.com/office/drawing/2014/main" id="{74D73561-C474-4318-87F2-FE474AD0359A}"/>
              </a:ext>
            </a:extLst>
          </p:cNvPr>
          <p:cNvSpPr>
            <a:spLocks noGrp="1"/>
          </p:cNvSpPr>
          <p:nvPr/>
        </p:nvSpPr>
        <p:spPr>
          <a:xfrm>
            <a:off x="5828145" y="4905784"/>
            <a:ext cx="28398" cy="28398"/>
          </a:xfrm>
          <a:prstGeom prst="ellipse">
            <a:avLst/>
          </a:prstGeom>
          <a:solidFill>
            <a:srgbClr val="7F8C97">
              <a:alpha val="48000"/>
            </a:srgbClr>
          </a:solidFill>
          <a:ln w="0">
            <a:noFill/>
            <a:prstDash val="solid"/>
          </a:ln>
        </p:spPr>
      </p:sp>
      <p:sp>
        <p:nvSpPr>
          <p:cNvPr id="3194" name="01_find_only_3193">
            <a:extLst>
              <a:ext uri="{FF2B5EF4-FFF2-40B4-BE49-F238E27FC236}">
                <a16:creationId xmlns:a16="http://schemas.microsoft.com/office/drawing/2014/main" id="{B8A74D0B-06B7-4E7E-B320-5C31E547A530}"/>
              </a:ext>
            </a:extLst>
          </p:cNvPr>
          <p:cNvSpPr>
            <a:spLocks noGrp="1"/>
          </p:cNvSpPr>
          <p:nvPr/>
        </p:nvSpPr>
        <p:spPr>
          <a:xfrm>
            <a:off x="5813742" y="4905784"/>
            <a:ext cx="28398" cy="28398"/>
          </a:xfrm>
          <a:prstGeom prst="ellipse">
            <a:avLst/>
          </a:prstGeom>
          <a:solidFill>
            <a:srgbClr val="7F8C97">
              <a:alpha val="48000"/>
            </a:srgbClr>
          </a:solidFill>
          <a:ln w="0">
            <a:noFill/>
            <a:prstDash val="solid"/>
          </a:ln>
        </p:spPr>
      </p:sp>
      <p:sp>
        <p:nvSpPr>
          <p:cNvPr id="3195" name="01_find_only_3194">
            <a:extLst>
              <a:ext uri="{FF2B5EF4-FFF2-40B4-BE49-F238E27FC236}">
                <a16:creationId xmlns:a16="http://schemas.microsoft.com/office/drawing/2014/main" id="{C49797D3-A654-45F6-BF30-2D098E8F9127}"/>
              </a:ext>
            </a:extLst>
          </p:cNvPr>
          <p:cNvSpPr>
            <a:spLocks noGrp="1"/>
          </p:cNvSpPr>
          <p:nvPr/>
        </p:nvSpPr>
        <p:spPr>
          <a:xfrm>
            <a:off x="5755273" y="4905784"/>
            <a:ext cx="28398" cy="28398"/>
          </a:xfrm>
          <a:prstGeom prst="ellipse">
            <a:avLst/>
          </a:prstGeom>
          <a:solidFill>
            <a:srgbClr val="7F8C97">
              <a:alpha val="48000"/>
            </a:srgbClr>
          </a:solidFill>
          <a:ln w="0">
            <a:noFill/>
            <a:prstDash val="solid"/>
          </a:ln>
        </p:spPr>
      </p:sp>
      <p:sp>
        <p:nvSpPr>
          <p:cNvPr id="3196" name="01_find_only_3195">
            <a:extLst>
              <a:ext uri="{FF2B5EF4-FFF2-40B4-BE49-F238E27FC236}">
                <a16:creationId xmlns:a16="http://schemas.microsoft.com/office/drawing/2014/main" id="{55202C66-32D3-47DA-8FB3-DA2056BBB719}"/>
              </a:ext>
            </a:extLst>
          </p:cNvPr>
          <p:cNvSpPr>
            <a:spLocks noGrp="1"/>
          </p:cNvSpPr>
          <p:nvPr/>
        </p:nvSpPr>
        <p:spPr>
          <a:xfrm>
            <a:off x="5764525" y="6173800"/>
            <a:ext cx="28398" cy="28398"/>
          </a:xfrm>
          <a:prstGeom prst="ellipse">
            <a:avLst/>
          </a:prstGeom>
          <a:solidFill>
            <a:srgbClr val="7F8C97">
              <a:alpha val="48000"/>
            </a:srgbClr>
          </a:solidFill>
          <a:ln w="0">
            <a:noFill/>
            <a:prstDash val="solid"/>
          </a:ln>
        </p:spPr>
      </p:sp>
      <p:sp>
        <p:nvSpPr>
          <p:cNvPr id="3197" name="01_find_only_3196">
            <a:extLst>
              <a:ext uri="{FF2B5EF4-FFF2-40B4-BE49-F238E27FC236}">
                <a16:creationId xmlns:a16="http://schemas.microsoft.com/office/drawing/2014/main" id="{664DEE49-DC2B-4025-9D3B-9EC49299F580}"/>
              </a:ext>
            </a:extLst>
          </p:cNvPr>
          <p:cNvSpPr>
            <a:spLocks noGrp="1"/>
          </p:cNvSpPr>
          <p:nvPr/>
        </p:nvSpPr>
        <p:spPr>
          <a:xfrm>
            <a:off x="5805062" y="4905784"/>
            <a:ext cx="28398" cy="28398"/>
          </a:xfrm>
          <a:prstGeom prst="ellipse">
            <a:avLst/>
          </a:prstGeom>
          <a:solidFill>
            <a:srgbClr val="7F8C97">
              <a:alpha val="48000"/>
            </a:srgbClr>
          </a:solidFill>
          <a:ln w="0">
            <a:noFill/>
            <a:prstDash val="solid"/>
          </a:ln>
        </p:spPr>
      </p:sp>
      <p:sp>
        <p:nvSpPr>
          <p:cNvPr id="3198" name="01_find_only_3197">
            <a:extLst>
              <a:ext uri="{FF2B5EF4-FFF2-40B4-BE49-F238E27FC236}">
                <a16:creationId xmlns:a16="http://schemas.microsoft.com/office/drawing/2014/main" id="{9D604E71-BAA2-4BB3-BA8B-99BCE4866AB9}"/>
              </a:ext>
            </a:extLst>
          </p:cNvPr>
          <p:cNvSpPr>
            <a:spLocks noGrp="1"/>
          </p:cNvSpPr>
          <p:nvPr/>
        </p:nvSpPr>
        <p:spPr>
          <a:xfrm>
            <a:off x="5768531" y="4905784"/>
            <a:ext cx="28398" cy="28398"/>
          </a:xfrm>
          <a:prstGeom prst="ellipse">
            <a:avLst/>
          </a:prstGeom>
          <a:solidFill>
            <a:srgbClr val="7F8C97">
              <a:alpha val="48000"/>
            </a:srgbClr>
          </a:solidFill>
          <a:ln w="0">
            <a:noFill/>
            <a:prstDash val="solid"/>
          </a:ln>
        </p:spPr>
      </p:sp>
      <p:sp>
        <p:nvSpPr>
          <p:cNvPr id="3199" name="01_find_only_3198">
            <a:extLst>
              <a:ext uri="{FF2B5EF4-FFF2-40B4-BE49-F238E27FC236}">
                <a16:creationId xmlns:a16="http://schemas.microsoft.com/office/drawing/2014/main" id="{E7C7EFCB-F7D0-44BA-96D2-3435AAB6492C}"/>
              </a:ext>
            </a:extLst>
          </p:cNvPr>
          <p:cNvSpPr>
            <a:spLocks noGrp="1"/>
          </p:cNvSpPr>
          <p:nvPr/>
        </p:nvSpPr>
        <p:spPr>
          <a:xfrm>
            <a:off x="5785795" y="4905784"/>
            <a:ext cx="28398" cy="28398"/>
          </a:xfrm>
          <a:prstGeom prst="ellipse">
            <a:avLst/>
          </a:prstGeom>
          <a:solidFill>
            <a:srgbClr val="7F8C97">
              <a:alpha val="48000"/>
            </a:srgbClr>
          </a:solidFill>
          <a:ln w="0">
            <a:noFill/>
            <a:prstDash val="solid"/>
          </a:ln>
        </p:spPr>
      </p:sp>
      <p:sp>
        <p:nvSpPr>
          <p:cNvPr id="3200" name="01_find_only_3199">
            <a:extLst>
              <a:ext uri="{FF2B5EF4-FFF2-40B4-BE49-F238E27FC236}">
                <a16:creationId xmlns:a16="http://schemas.microsoft.com/office/drawing/2014/main" id="{56937AE4-0BE3-4857-9503-24A19C4AA4CF}"/>
              </a:ext>
            </a:extLst>
          </p:cNvPr>
          <p:cNvSpPr>
            <a:spLocks noGrp="1"/>
          </p:cNvSpPr>
          <p:nvPr/>
        </p:nvSpPr>
        <p:spPr>
          <a:xfrm>
            <a:off x="5752030" y="6173800"/>
            <a:ext cx="28398" cy="28398"/>
          </a:xfrm>
          <a:prstGeom prst="ellipse">
            <a:avLst/>
          </a:prstGeom>
          <a:solidFill>
            <a:srgbClr val="7F8C97">
              <a:alpha val="48000"/>
            </a:srgbClr>
          </a:solidFill>
          <a:ln w="0">
            <a:noFill/>
            <a:prstDash val="solid"/>
          </a:ln>
        </p:spPr>
      </p:sp>
      <p:sp>
        <p:nvSpPr>
          <p:cNvPr id="3201" name="01_find_only_3200">
            <a:extLst>
              <a:ext uri="{FF2B5EF4-FFF2-40B4-BE49-F238E27FC236}">
                <a16:creationId xmlns:a16="http://schemas.microsoft.com/office/drawing/2014/main" id="{FCA09959-7988-4B01-8887-D2C30D0CBC1B}"/>
              </a:ext>
            </a:extLst>
          </p:cNvPr>
          <p:cNvSpPr>
            <a:spLocks noGrp="1"/>
          </p:cNvSpPr>
          <p:nvPr/>
        </p:nvSpPr>
        <p:spPr>
          <a:xfrm>
            <a:off x="6330434" y="5182146"/>
            <a:ext cx="28398" cy="28398"/>
          </a:xfrm>
          <a:prstGeom prst="ellipse">
            <a:avLst/>
          </a:prstGeom>
          <a:solidFill>
            <a:srgbClr val="7F8C97">
              <a:alpha val="48000"/>
            </a:srgbClr>
          </a:solidFill>
          <a:ln w="0">
            <a:noFill/>
            <a:prstDash val="solid"/>
          </a:ln>
        </p:spPr>
      </p:sp>
      <p:sp>
        <p:nvSpPr>
          <p:cNvPr id="3202" name="01_find_only_3201">
            <a:extLst>
              <a:ext uri="{FF2B5EF4-FFF2-40B4-BE49-F238E27FC236}">
                <a16:creationId xmlns:a16="http://schemas.microsoft.com/office/drawing/2014/main" id="{D8C25A23-223A-43F5-B174-2A2E04EF8BD5}"/>
              </a:ext>
            </a:extLst>
          </p:cNvPr>
          <p:cNvSpPr>
            <a:spLocks noGrp="1"/>
          </p:cNvSpPr>
          <p:nvPr/>
        </p:nvSpPr>
        <p:spPr>
          <a:xfrm>
            <a:off x="6322803" y="6173800"/>
            <a:ext cx="28398" cy="28398"/>
          </a:xfrm>
          <a:prstGeom prst="ellipse">
            <a:avLst/>
          </a:prstGeom>
          <a:solidFill>
            <a:srgbClr val="7F8C97">
              <a:alpha val="48000"/>
            </a:srgbClr>
          </a:solidFill>
          <a:ln w="0">
            <a:noFill/>
            <a:prstDash val="solid"/>
          </a:ln>
        </p:spPr>
      </p:sp>
      <p:sp>
        <p:nvSpPr>
          <p:cNvPr id="3203" name="01_find_only_3202">
            <a:extLst>
              <a:ext uri="{FF2B5EF4-FFF2-40B4-BE49-F238E27FC236}">
                <a16:creationId xmlns:a16="http://schemas.microsoft.com/office/drawing/2014/main" id="{E303ACB0-305B-49D7-9A7D-BFB71DA439AF}"/>
              </a:ext>
            </a:extLst>
          </p:cNvPr>
          <p:cNvSpPr>
            <a:spLocks noGrp="1"/>
          </p:cNvSpPr>
          <p:nvPr/>
        </p:nvSpPr>
        <p:spPr>
          <a:xfrm>
            <a:off x="6284937" y="6173800"/>
            <a:ext cx="28398" cy="28398"/>
          </a:xfrm>
          <a:prstGeom prst="ellipse">
            <a:avLst/>
          </a:prstGeom>
          <a:solidFill>
            <a:srgbClr val="7F8C97">
              <a:alpha val="48000"/>
            </a:srgbClr>
          </a:solidFill>
          <a:ln w="0">
            <a:noFill/>
            <a:prstDash val="solid"/>
          </a:ln>
        </p:spPr>
      </p:sp>
      <p:sp>
        <p:nvSpPr>
          <p:cNvPr id="3204" name="01_find_only_3203">
            <a:extLst>
              <a:ext uri="{FF2B5EF4-FFF2-40B4-BE49-F238E27FC236}">
                <a16:creationId xmlns:a16="http://schemas.microsoft.com/office/drawing/2014/main" id="{6835BEF9-B53E-4A81-BB1F-37799DCE991F}"/>
              </a:ext>
            </a:extLst>
          </p:cNvPr>
          <p:cNvSpPr>
            <a:spLocks noGrp="1"/>
          </p:cNvSpPr>
          <p:nvPr/>
        </p:nvSpPr>
        <p:spPr>
          <a:xfrm>
            <a:off x="6337206" y="4905784"/>
            <a:ext cx="28398" cy="28398"/>
          </a:xfrm>
          <a:prstGeom prst="ellipse">
            <a:avLst/>
          </a:prstGeom>
          <a:solidFill>
            <a:srgbClr val="7F8C97">
              <a:alpha val="48000"/>
            </a:srgbClr>
          </a:solidFill>
          <a:ln w="0">
            <a:noFill/>
            <a:prstDash val="solid"/>
          </a:ln>
        </p:spPr>
      </p:sp>
      <p:sp>
        <p:nvSpPr>
          <p:cNvPr id="3205" name="01_find_only_3204">
            <a:extLst>
              <a:ext uri="{FF2B5EF4-FFF2-40B4-BE49-F238E27FC236}">
                <a16:creationId xmlns:a16="http://schemas.microsoft.com/office/drawing/2014/main" id="{EFF083AD-04A9-4186-8C7C-078A2F69B3F7}"/>
              </a:ext>
            </a:extLst>
          </p:cNvPr>
          <p:cNvSpPr>
            <a:spLocks noGrp="1"/>
          </p:cNvSpPr>
          <p:nvPr/>
        </p:nvSpPr>
        <p:spPr>
          <a:xfrm>
            <a:off x="6315840" y="4905784"/>
            <a:ext cx="28398" cy="28398"/>
          </a:xfrm>
          <a:prstGeom prst="ellipse">
            <a:avLst/>
          </a:prstGeom>
          <a:solidFill>
            <a:srgbClr val="7F8C97">
              <a:alpha val="48000"/>
            </a:srgbClr>
          </a:solidFill>
          <a:ln w="0">
            <a:noFill/>
            <a:prstDash val="solid"/>
          </a:ln>
        </p:spPr>
      </p:sp>
      <p:sp>
        <p:nvSpPr>
          <p:cNvPr id="3206" name="01_find_only_3205">
            <a:extLst>
              <a:ext uri="{FF2B5EF4-FFF2-40B4-BE49-F238E27FC236}">
                <a16:creationId xmlns:a16="http://schemas.microsoft.com/office/drawing/2014/main" id="{E76CD98B-2F8E-4002-82E4-AEA743CF1088}"/>
              </a:ext>
            </a:extLst>
          </p:cNvPr>
          <p:cNvSpPr>
            <a:spLocks noGrp="1"/>
          </p:cNvSpPr>
          <p:nvPr/>
        </p:nvSpPr>
        <p:spPr>
          <a:xfrm>
            <a:off x="6252698" y="5136332"/>
            <a:ext cx="28398" cy="28398"/>
          </a:xfrm>
          <a:prstGeom prst="ellipse">
            <a:avLst/>
          </a:prstGeom>
          <a:solidFill>
            <a:srgbClr val="7F8C97">
              <a:alpha val="48000"/>
            </a:srgbClr>
          </a:solidFill>
          <a:ln w="0">
            <a:noFill/>
            <a:prstDash val="solid"/>
          </a:ln>
        </p:spPr>
      </p:sp>
      <p:sp>
        <p:nvSpPr>
          <p:cNvPr id="3207" name="01_find_only_3206">
            <a:extLst>
              <a:ext uri="{FF2B5EF4-FFF2-40B4-BE49-F238E27FC236}">
                <a16:creationId xmlns:a16="http://schemas.microsoft.com/office/drawing/2014/main" id="{0BBD35AC-2231-4E08-9762-3B05830226C2}"/>
              </a:ext>
            </a:extLst>
          </p:cNvPr>
          <p:cNvSpPr>
            <a:spLocks noGrp="1"/>
          </p:cNvSpPr>
          <p:nvPr/>
        </p:nvSpPr>
        <p:spPr>
          <a:xfrm>
            <a:off x="6273014" y="6173800"/>
            <a:ext cx="28398" cy="28398"/>
          </a:xfrm>
          <a:prstGeom prst="ellipse">
            <a:avLst/>
          </a:prstGeom>
          <a:solidFill>
            <a:srgbClr val="7F8C97">
              <a:alpha val="48000"/>
            </a:srgbClr>
          </a:solidFill>
          <a:ln w="0">
            <a:noFill/>
            <a:prstDash val="solid"/>
          </a:ln>
        </p:spPr>
      </p:sp>
      <p:sp>
        <p:nvSpPr>
          <p:cNvPr id="3208" name="01_find_only_3207">
            <a:extLst>
              <a:ext uri="{FF2B5EF4-FFF2-40B4-BE49-F238E27FC236}">
                <a16:creationId xmlns:a16="http://schemas.microsoft.com/office/drawing/2014/main" id="{2E111610-2C12-4A6F-B024-1CCEEA426E40}"/>
              </a:ext>
            </a:extLst>
          </p:cNvPr>
          <p:cNvSpPr>
            <a:spLocks noGrp="1"/>
          </p:cNvSpPr>
          <p:nvPr/>
        </p:nvSpPr>
        <p:spPr>
          <a:xfrm>
            <a:off x="6252507" y="6120966"/>
            <a:ext cx="28398" cy="28398"/>
          </a:xfrm>
          <a:prstGeom prst="ellipse">
            <a:avLst/>
          </a:prstGeom>
          <a:solidFill>
            <a:srgbClr val="7F8C97">
              <a:alpha val="48000"/>
            </a:srgbClr>
          </a:solidFill>
          <a:ln w="0">
            <a:noFill/>
            <a:prstDash val="solid"/>
          </a:ln>
        </p:spPr>
      </p:sp>
      <p:sp>
        <p:nvSpPr>
          <p:cNvPr id="3209" name="01_find_only_3208">
            <a:extLst>
              <a:ext uri="{FF2B5EF4-FFF2-40B4-BE49-F238E27FC236}">
                <a16:creationId xmlns:a16="http://schemas.microsoft.com/office/drawing/2014/main" id="{199332CE-896E-4ECB-9C74-26D17D3EEE59}"/>
              </a:ext>
            </a:extLst>
          </p:cNvPr>
          <p:cNvSpPr>
            <a:spLocks noGrp="1"/>
          </p:cNvSpPr>
          <p:nvPr/>
        </p:nvSpPr>
        <p:spPr>
          <a:xfrm>
            <a:off x="6306398" y="5539792"/>
            <a:ext cx="28398" cy="28398"/>
          </a:xfrm>
          <a:prstGeom prst="ellipse">
            <a:avLst/>
          </a:prstGeom>
          <a:solidFill>
            <a:srgbClr val="7F8C97">
              <a:alpha val="48000"/>
            </a:srgbClr>
          </a:solidFill>
          <a:ln w="0">
            <a:noFill/>
            <a:prstDash val="solid"/>
          </a:ln>
        </p:spPr>
      </p:sp>
      <p:sp>
        <p:nvSpPr>
          <p:cNvPr id="3210" name="01_find_only_3209">
            <a:extLst>
              <a:ext uri="{FF2B5EF4-FFF2-40B4-BE49-F238E27FC236}">
                <a16:creationId xmlns:a16="http://schemas.microsoft.com/office/drawing/2014/main" id="{0894F984-1EBD-4942-9321-17EC988BDC25}"/>
              </a:ext>
            </a:extLst>
          </p:cNvPr>
          <p:cNvSpPr>
            <a:spLocks noGrp="1"/>
          </p:cNvSpPr>
          <p:nvPr/>
        </p:nvSpPr>
        <p:spPr>
          <a:xfrm>
            <a:off x="6293998" y="6173800"/>
            <a:ext cx="28398" cy="28398"/>
          </a:xfrm>
          <a:prstGeom prst="ellipse">
            <a:avLst/>
          </a:prstGeom>
          <a:solidFill>
            <a:srgbClr val="7F8C97">
              <a:alpha val="48000"/>
            </a:srgbClr>
          </a:solidFill>
          <a:ln w="0">
            <a:noFill/>
            <a:prstDash val="solid"/>
          </a:ln>
        </p:spPr>
      </p:sp>
      <p:sp>
        <p:nvSpPr>
          <p:cNvPr id="3211" name="01_find_only_3210">
            <a:extLst>
              <a:ext uri="{FF2B5EF4-FFF2-40B4-BE49-F238E27FC236}">
                <a16:creationId xmlns:a16="http://schemas.microsoft.com/office/drawing/2014/main" id="{C52DCC94-2EC1-43A0-A7D9-08447428841E}"/>
              </a:ext>
            </a:extLst>
          </p:cNvPr>
          <p:cNvSpPr>
            <a:spLocks noGrp="1"/>
          </p:cNvSpPr>
          <p:nvPr/>
        </p:nvSpPr>
        <p:spPr>
          <a:xfrm>
            <a:off x="6283888" y="6173800"/>
            <a:ext cx="28398" cy="28398"/>
          </a:xfrm>
          <a:prstGeom prst="ellipse">
            <a:avLst/>
          </a:prstGeom>
          <a:solidFill>
            <a:srgbClr val="7F8C97">
              <a:alpha val="48000"/>
            </a:srgbClr>
          </a:solidFill>
          <a:ln w="0">
            <a:noFill/>
            <a:prstDash val="solid"/>
          </a:ln>
        </p:spPr>
      </p:sp>
      <p:sp>
        <p:nvSpPr>
          <p:cNvPr id="3212" name="01_find_only_3211">
            <a:extLst>
              <a:ext uri="{FF2B5EF4-FFF2-40B4-BE49-F238E27FC236}">
                <a16:creationId xmlns:a16="http://schemas.microsoft.com/office/drawing/2014/main" id="{C8ECD414-2602-4B5F-933A-7A1225366070}"/>
              </a:ext>
            </a:extLst>
          </p:cNvPr>
          <p:cNvSpPr>
            <a:spLocks noGrp="1"/>
          </p:cNvSpPr>
          <p:nvPr/>
        </p:nvSpPr>
        <p:spPr>
          <a:xfrm>
            <a:off x="6274445" y="6173800"/>
            <a:ext cx="28398" cy="28398"/>
          </a:xfrm>
          <a:prstGeom prst="ellipse">
            <a:avLst/>
          </a:prstGeom>
          <a:solidFill>
            <a:srgbClr val="7F8C97">
              <a:alpha val="48000"/>
            </a:srgbClr>
          </a:solidFill>
          <a:ln w="0">
            <a:noFill/>
            <a:prstDash val="solid"/>
          </a:ln>
        </p:spPr>
      </p:sp>
      <p:sp>
        <p:nvSpPr>
          <p:cNvPr id="3213" name="01_find_only_3212">
            <a:extLst>
              <a:ext uri="{FF2B5EF4-FFF2-40B4-BE49-F238E27FC236}">
                <a16:creationId xmlns:a16="http://schemas.microsoft.com/office/drawing/2014/main" id="{45A88F8A-93F1-4604-9A04-C5AB07723F34}"/>
              </a:ext>
            </a:extLst>
          </p:cNvPr>
          <p:cNvSpPr>
            <a:spLocks noGrp="1"/>
          </p:cNvSpPr>
          <p:nvPr/>
        </p:nvSpPr>
        <p:spPr>
          <a:xfrm>
            <a:off x="6285318" y="4905784"/>
            <a:ext cx="28398" cy="28398"/>
          </a:xfrm>
          <a:prstGeom prst="ellipse">
            <a:avLst/>
          </a:prstGeom>
          <a:solidFill>
            <a:srgbClr val="7F8C97">
              <a:alpha val="48000"/>
            </a:srgbClr>
          </a:solidFill>
          <a:ln w="0">
            <a:noFill/>
            <a:prstDash val="solid"/>
          </a:ln>
        </p:spPr>
      </p:sp>
      <p:sp>
        <p:nvSpPr>
          <p:cNvPr id="3214" name="01_find_only_3213">
            <a:extLst>
              <a:ext uri="{FF2B5EF4-FFF2-40B4-BE49-F238E27FC236}">
                <a16:creationId xmlns:a16="http://schemas.microsoft.com/office/drawing/2014/main" id="{C3BAC14A-9EC3-410F-B52E-E8A9E1EF96EA}"/>
              </a:ext>
            </a:extLst>
          </p:cNvPr>
          <p:cNvSpPr>
            <a:spLocks noGrp="1"/>
          </p:cNvSpPr>
          <p:nvPr/>
        </p:nvSpPr>
        <p:spPr>
          <a:xfrm>
            <a:off x="6341784" y="5222788"/>
            <a:ext cx="28398" cy="28398"/>
          </a:xfrm>
          <a:prstGeom prst="ellipse">
            <a:avLst/>
          </a:prstGeom>
          <a:solidFill>
            <a:srgbClr val="7F8C97">
              <a:alpha val="48000"/>
            </a:srgbClr>
          </a:solidFill>
          <a:ln w="0">
            <a:noFill/>
            <a:prstDash val="solid"/>
          </a:ln>
        </p:spPr>
      </p:sp>
      <p:sp>
        <p:nvSpPr>
          <p:cNvPr id="3215" name="01_find_only_3214">
            <a:extLst>
              <a:ext uri="{FF2B5EF4-FFF2-40B4-BE49-F238E27FC236}">
                <a16:creationId xmlns:a16="http://schemas.microsoft.com/office/drawing/2014/main" id="{07E732C1-3E36-459B-BB15-231E9AAC61E4}"/>
              </a:ext>
            </a:extLst>
          </p:cNvPr>
          <p:cNvSpPr>
            <a:spLocks noGrp="1"/>
          </p:cNvSpPr>
          <p:nvPr/>
        </p:nvSpPr>
        <p:spPr>
          <a:xfrm>
            <a:off x="6311930" y="4905784"/>
            <a:ext cx="28398" cy="28398"/>
          </a:xfrm>
          <a:prstGeom prst="ellipse">
            <a:avLst/>
          </a:prstGeom>
          <a:solidFill>
            <a:srgbClr val="7F8C97">
              <a:alpha val="48000"/>
            </a:srgbClr>
          </a:solidFill>
          <a:ln w="0">
            <a:noFill/>
            <a:prstDash val="solid"/>
          </a:ln>
        </p:spPr>
      </p:sp>
      <p:sp>
        <p:nvSpPr>
          <p:cNvPr id="3216" name="01_find_only_3215">
            <a:extLst>
              <a:ext uri="{FF2B5EF4-FFF2-40B4-BE49-F238E27FC236}">
                <a16:creationId xmlns:a16="http://schemas.microsoft.com/office/drawing/2014/main" id="{8448B255-4A3D-4687-98A0-0EC62538AD31}"/>
              </a:ext>
            </a:extLst>
          </p:cNvPr>
          <p:cNvSpPr>
            <a:spLocks noGrp="1"/>
          </p:cNvSpPr>
          <p:nvPr/>
        </p:nvSpPr>
        <p:spPr>
          <a:xfrm>
            <a:off x="6318416" y="6173800"/>
            <a:ext cx="28398" cy="28398"/>
          </a:xfrm>
          <a:prstGeom prst="ellipse">
            <a:avLst/>
          </a:prstGeom>
          <a:solidFill>
            <a:srgbClr val="7F8C97">
              <a:alpha val="48000"/>
            </a:srgbClr>
          </a:solidFill>
          <a:ln w="0">
            <a:noFill/>
            <a:prstDash val="solid"/>
          </a:ln>
        </p:spPr>
      </p:sp>
      <p:sp>
        <p:nvSpPr>
          <p:cNvPr id="3217" name="01_find_only_3216">
            <a:extLst>
              <a:ext uri="{FF2B5EF4-FFF2-40B4-BE49-F238E27FC236}">
                <a16:creationId xmlns:a16="http://schemas.microsoft.com/office/drawing/2014/main" id="{867182AB-940C-4223-AFB7-2EE84F0E5009}"/>
              </a:ext>
            </a:extLst>
          </p:cNvPr>
          <p:cNvSpPr>
            <a:spLocks noGrp="1"/>
          </p:cNvSpPr>
          <p:nvPr/>
        </p:nvSpPr>
        <p:spPr>
          <a:xfrm>
            <a:off x="6276543" y="5821573"/>
            <a:ext cx="28398" cy="28398"/>
          </a:xfrm>
          <a:prstGeom prst="ellipse">
            <a:avLst/>
          </a:prstGeom>
          <a:solidFill>
            <a:srgbClr val="7F8C97">
              <a:alpha val="48000"/>
            </a:srgbClr>
          </a:solidFill>
          <a:ln w="0">
            <a:noFill/>
            <a:prstDash val="solid"/>
          </a:ln>
        </p:spPr>
      </p:sp>
      <p:sp>
        <p:nvSpPr>
          <p:cNvPr id="3218" name="01_find_only_3217">
            <a:extLst>
              <a:ext uri="{FF2B5EF4-FFF2-40B4-BE49-F238E27FC236}">
                <a16:creationId xmlns:a16="http://schemas.microsoft.com/office/drawing/2014/main" id="{33CE59CB-8698-4C5A-9578-4AE5CC543EBB}"/>
              </a:ext>
            </a:extLst>
          </p:cNvPr>
          <p:cNvSpPr>
            <a:spLocks noGrp="1"/>
          </p:cNvSpPr>
          <p:nvPr/>
        </p:nvSpPr>
        <p:spPr>
          <a:xfrm>
            <a:off x="6336443" y="5328456"/>
            <a:ext cx="28398" cy="28398"/>
          </a:xfrm>
          <a:prstGeom prst="ellipse">
            <a:avLst/>
          </a:prstGeom>
          <a:solidFill>
            <a:srgbClr val="7F8C97">
              <a:alpha val="48000"/>
            </a:srgbClr>
          </a:solidFill>
          <a:ln w="0">
            <a:noFill/>
            <a:prstDash val="solid"/>
          </a:ln>
        </p:spPr>
      </p:sp>
      <p:sp>
        <p:nvSpPr>
          <p:cNvPr id="3219" name="01_find_only_3218">
            <a:extLst>
              <a:ext uri="{FF2B5EF4-FFF2-40B4-BE49-F238E27FC236}">
                <a16:creationId xmlns:a16="http://schemas.microsoft.com/office/drawing/2014/main" id="{0A592F51-DBED-4559-95F6-9C20CF470195}"/>
              </a:ext>
            </a:extLst>
          </p:cNvPr>
          <p:cNvSpPr>
            <a:spLocks noGrp="1"/>
          </p:cNvSpPr>
          <p:nvPr/>
        </p:nvSpPr>
        <p:spPr>
          <a:xfrm>
            <a:off x="6318606" y="4905784"/>
            <a:ext cx="28398" cy="28398"/>
          </a:xfrm>
          <a:prstGeom prst="ellipse">
            <a:avLst/>
          </a:prstGeom>
          <a:solidFill>
            <a:srgbClr val="7F8C97">
              <a:alpha val="48000"/>
            </a:srgbClr>
          </a:solidFill>
          <a:ln w="0">
            <a:noFill/>
            <a:prstDash val="solid"/>
          </a:ln>
        </p:spPr>
      </p:sp>
      <p:sp>
        <p:nvSpPr>
          <p:cNvPr id="3220" name="01_find_only_3219">
            <a:extLst>
              <a:ext uri="{FF2B5EF4-FFF2-40B4-BE49-F238E27FC236}">
                <a16:creationId xmlns:a16="http://schemas.microsoft.com/office/drawing/2014/main" id="{CF0F5FF6-657D-4B7C-9A76-EA2D5CFB1C6B}"/>
              </a:ext>
            </a:extLst>
          </p:cNvPr>
          <p:cNvSpPr>
            <a:spLocks noGrp="1"/>
          </p:cNvSpPr>
          <p:nvPr/>
        </p:nvSpPr>
        <p:spPr>
          <a:xfrm>
            <a:off x="6264144" y="6173800"/>
            <a:ext cx="28398" cy="28398"/>
          </a:xfrm>
          <a:prstGeom prst="ellipse">
            <a:avLst/>
          </a:prstGeom>
          <a:solidFill>
            <a:srgbClr val="7F8C97">
              <a:alpha val="48000"/>
            </a:srgbClr>
          </a:solidFill>
          <a:ln w="0">
            <a:noFill/>
            <a:prstDash val="solid"/>
          </a:ln>
        </p:spPr>
      </p:sp>
      <p:sp>
        <p:nvSpPr>
          <p:cNvPr id="3221" name="01_find_only_3220">
            <a:extLst>
              <a:ext uri="{FF2B5EF4-FFF2-40B4-BE49-F238E27FC236}">
                <a16:creationId xmlns:a16="http://schemas.microsoft.com/office/drawing/2014/main" id="{43A24F15-C6BB-49DC-BA64-426D9739D111}"/>
              </a:ext>
            </a:extLst>
          </p:cNvPr>
          <p:cNvSpPr>
            <a:spLocks noGrp="1"/>
          </p:cNvSpPr>
          <p:nvPr/>
        </p:nvSpPr>
        <p:spPr>
          <a:xfrm>
            <a:off x="6269008" y="6173800"/>
            <a:ext cx="28398" cy="28398"/>
          </a:xfrm>
          <a:prstGeom prst="ellipse">
            <a:avLst/>
          </a:prstGeom>
          <a:solidFill>
            <a:srgbClr val="7F8C97">
              <a:alpha val="48000"/>
            </a:srgbClr>
          </a:solidFill>
          <a:ln w="0">
            <a:noFill/>
            <a:prstDash val="solid"/>
          </a:ln>
        </p:spPr>
      </p:sp>
      <p:sp>
        <p:nvSpPr>
          <p:cNvPr id="3222" name="01_find_only_3221">
            <a:extLst>
              <a:ext uri="{FF2B5EF4-FFF2-40B4-BE49-F238E27FC236}">
                <a16:creationId xmlns:a16="http://schemas.microsoft.com/office/drawing/2014/main" id="{E7892FE6-8528-4480-B8E7-B1EDE2C433C4}"/>
              </a:ext>
            </a:extLst>
          </p:cNvPr>
          <p:cNvSpPr>
            <a:spLocks noGrp="1"/>
          </p:cNvSpPr>
          <p:nvPr/>
        </p:nvSpPr>
        <p:spPr>
          <a:xfrm>
            <a:off x="6276448" y="5751128"/>
            <a:ext cx="28398" cy="28398"/>
          </a:xfrm>
          <a:prstGeom prst="ellipse">
            <a:avLst/>
          </a:prstGeom>
          <a:solidFill>
            <a:srgbClr val="7F8C97">
              <a:alpha val="48000"/>
            </a:srgbClr>
          </a:solidFill>
          <a:ln w="0">
            <a:noFill/>
            <a:prstDash val="solid"/>
          </a:ln>
        </p:spPr>
      </p:sp>
      <p:sp>
        <p:nvSpPr>
          <p:cNvPr id="3223" name="01_find_only_3222">
            <a:extLst>
              <a:ext uri="{FF2B5EF4-FFF2-40B4-BE49-F238E27FC236}">
                <a16:creationId xmlns:a16="http://schemas.microsoft.com/office/drawing/2014/main" id="{8AFE1C34-992A-4535-9E68-5878B93BA9E0}"/>
              </a:ext>
            </a:extLst>
          </p:cNvPr>
          <p:cNvSpPr>
            <a:spLocks noGrp="1"/>
          </p:cNvSpPr>
          <p:nvPr/>
        </p:nvSpPr>
        <p:spPr>
          <a:xfrm>
            <a:off x="6335680" y="6173800"/>
            <a:ext cx="28398" cy="28398"/>
          </a:xfrm>
          <a:prstGeom prst="ellipse">
            <a:avLst/>
          </a:prstGeom>
          <a:solidFill>
            <a:srgbClr val="7F8C97">
              <a:alpha val="48000"/>
            </a:srgbClr>
          </a:solidFill>
          <a:ln w="0">
            <a:noFill/>
            <a:prstDash val="solid"/>
          </a:ln>
        </p:spPr>
      </p:sp>
      <p:sp>
        <p:nvSpPr>
          <p:cNvPr id="3224" name="01_find_only_3223">
            <a:extLst>
              <a:ext uri="{FF2B5EF4-FFF2-40B4-BE49-F238E27FC236}">
                <a16:creationId xmlns:a16="http://schemas.microsoft.com/office/drawing/2014/main" id="{DBBCDE4E-193D-4D61-89E5-609E61CEE4AF}"/>
              </a:ext>
            </a:extLst>
          </p:cNvPr>
          <p:cNvSpPr>
            <a:spLocks noGrp="1"/>
          </p:cNvSpPr>
          <p:nvPr/>
        </p:nvSpPr>
        <p:spPr>
          <a:xfrm>
            <a:off x="6277974" y="4905784"/>
            <a:ext cx="28398" cy="28398"/>
          </a:xfrm>
          <a:prstGeom prst="ellipse">
            <a:avLst/>
          </a:prstGeom>
          <a:solidFill>
            <a:srgbClr val="7F8C97">
              <a:alpha val="48000"/>
            </a:srgbClr>
          </a:solidFill>
          <a:ln w="0">
            <a:noFill/>
            <a:prstDash val="solid"/>
          </a:ln>
        </p:spPr>
      </p:sp>
      <p:sp>
        <p:nvSpPr>
          <p:cNvPr id="3225" name="01_find_only_3224">
            <a:extLst>
              <a:ext uri="{FF2B5EF4-FFF2-40B4-BE49-F238E27FC236}">
                <a16:creationId xmlns:a16="http://schemas.microsoft.com/office/drawing/2014/main" id="{D2F06F50-FF96-4AEC-93AB-B3A3CDF96196}"/>
              </a:ext>
            </a:extLst>
          </p:cNvPr>
          <p:cNvSpPr>
            <a:spLocks noGrp="1"/>
          </p:cNvSpPr>
          <p:nvPr/>
        </p:nvSpPr>
        <p:spPr>
          <a:xfrm>
            <a:off x="6330338" y="6173800"/>
            <a:ext cx="28398" cy="28398"/>
          </a:xfrm>
          <a:prstGeom prst="ellipse">
            <a:avLst/>
          </a:prstGeom>
          <a:solidFill>
            <a:srgbClr val="7F8C97">
              <a:alpha val="48000"/>
            </a:srgbClr>
          </a:solidFill>
          <a:ln w="0">
            <a:noFill/>
            <a:prstDash val="solid"/>
          </a:ln>
        </p:spPr>
      </p:sp>
      <p:sp>
        <p:nvSpPr>
          <p:cNvPr id="3226" name="01_find_only_3225">
            <a:extLst>
              <a:ext uri="{FF2B5EF4-FFF2-40B4-BE49-F238E27FC236}">
                <a16:creationId xmlns:a16="http://schemas.microsoft.com/office/drawing/2014/main" id="{CB9B6091-BE2E-4346-8949-D90D0C6523C8}"/>
              </a:ext>
            </a:extLst>
          </p:cNvPr>
          <p:cNvSpPr>
            <a:spLocks noGrp="1"/>
          </p:cNvSpPr>
          <p:nvPr/>
        </p:nvSpPr>
        <p:spPr>
          <a:xfrm>
            <a:off x="6331101" y="4905784"/>
            <a:ext cx="28398" cy="28398"/>
          </a:xfrm>
          <a:prstGeom prst="ellipse">
            <a:avLst/>
          </a:prstGeom>
          <a:solidFill>
            <a:srgbClr val="7F8C97">
              <a:alpha val="48000"/>
            </a:srgbClr>
          </a:solidFill>
          <a:ln w="0">
            <a:noFill/>
            <a:prstDash val="solid"/>
          </a:ln>
        </p:spPr>
      </p:sp>
      <p:sp>
        <p:nvSpPr>
          <p:cNvPr id="3227" name="01_find_only_3226">
            <a:extLst>
              <a:ext uri="{FF2B5EF4-FFF2-40B4-BE49-F238E27FC236}">
                <a16:creationId xmlns:a16="http://schemas.microsoft.com/office/drawing/2014/main" id="{91838150-7235-417B-8273-88FB7249AA01}"/>
              </a:ext>
            </a:extLst>
          </p:cNvPr>
          <p:cNvSpPr>
            <a:spLocks noGrp="1"/>
          </p:cNvSpPr>
          <p:nvPr/>
        </p:nvSpPr>
        <p:spPr>
          <a:xfrm>
            <a:off x="6333581" y="6173800"/>
            <a:ext cx="28398" cy="28398"/>
          </a:xfrm>
          <a:prstGeom prst="ellipse">
            <a:avLst/>
          </a:prstGeom>
          <a:solidFill>
            <a:srgbClr val="7F8C97">
              <a:alpha val="48000"/>
            </a:srgbClr>
          </a:solidFill>
          <a:ln w="0">
            <a:noFill/>
            <a:prstDash val="solid"/>
          </a:ln>
        </p:spPr>
      </p:sp>
      <p:sp>
        <p:nvSpPr>
          <p:cNvPr id="3228" name="01_find_only_3227">
            <a:extLst>
              <a:ext uri="{FF2B5EF4-FFF2-40B4-BE49-F238E27FC236}">
                <a16:creationId xmlns:a16="http://schemas.microsoft.com/office/drawing/2014/main" id="{D3C13E4E-BEA4-4C8A-8FC5-C477762D8058}"/>
              </a:ext>
            </a:extLst>
          </p:cNvPr>
          <p:cNvSpPr>
            <a:spLocks noGrp="1"/>
          </p:cNvSpPr>
          <p:nvPr/>
        </p:nvSpPr>
        <p:spPr>
          <a:xfrm>
            <a:off x="6278737" y="5751128"/>
            <a:ext cx="28398" cy="28398"/>
          </a:xfrm>
          <a:prstGeom prst="ellipse">
            <a:avLst/>
          </a:prstGeom>
          <a:solidFill>
            <a:srgbClr val="7F8C97">
              <a:alpha val="48000"/>
            </a:srgbClr>
          </a:solidFill>
          <a:ln w="0">
            <a:noFill/>
            <a:prstDash val="solid"/>
          </a:ln>
        </p:spPr>
      </p:sp>
      <p:sp>
        <p:nvSpPr>
          <p:cNvPr id="3229" name="01_find_only_3228">
            <a:extLst>
              <a:ext uri="{FF2B5EF4-FFF2-40B4-BE49-F238E27FC236}">
                <a16:creationId xmlns:a16="http://schemas.microsoft.com/office/drawing/2014/main" id="{5A72CC56-BF2D-4F07-879B-03A55C3220CD}"/>
              </a:ext>
            </a:extLst>
          </p:cNvPr>
          <p:cNvSpPr>
            <a:spLocks noGrp="1"/>
          </p:cNvSpPr>
          <p:nvPr/>
        </p:nvSpPr>
        <p:spPr>
          <a:xfrm>
            <a:off x="6264334" y="4905784"/>
            <a:ext cx="28398" cy="28398"/>
          </a:xfrm>
          <a:prstGeom prst="ellipse">
            <a:avLst/>
          </a:prstGeom>
          <a:solidFill>
            <a:srgbClr val="7F8C97">
              <a:alpha val="48000"/>
            </a:srgbClr>
          </a:solidFill>
          <a:ln w="0">
            <a:noFill/>
            <a:prstDash val="solid"/>
          </a:ln>
        </p:spPr>
      </p:sp>
      <p:sp>
        <p:nvSpPr>
          <p:cNvPr id="3230" name="01_find_only_3229">
            <a:extLst>
              <a:ext uri="{FF2B5EF4-FFF2-40B4-BE49-F238E27FC236}">
                <a16:creationId xmlns:a16="http://schemas.microsoft.com/office/drawing/2014/main" id="{0BD62BDF-2222-4780-8722-E2659AF7D902}"/>
              </a:ext>
            </a:extLst>
          </p:cNvPr>
          <p:cNvSpPr>
            <a:spLocks noGrp="1"/>
          </p:cNvSpPr>
          <p:nvPr/>
        </p:nvSpPr>
        <p:spPr>
          <a:xfrm>
            <a:off x="6319846" y="4905784"/>
            <a:ext cx="28398" cy="28398"/>
          </a:xfrm>
          <a:prstGeom prst="ellipse">
            <a:avLst/>
          </a:prstGeom>
          <a:solidFill>
            <a:srgbClr val="7F8C97">
              <a:alpha val="48000"/>
            </a:srgbClr>
          </a:solidFill>
          <a:ln w="0">
            <a:noFill/>
            <a:prstDash val="solid"/>
          </a:ln>
        </p:spPr>
      </p:sp>
      <p:sp>
        <p:nvSpPr>
          <p:cNvPr id="3231" name="01_find_only_3230">
            <a:extLst>
              <a:ext uri="{FF2B5EF4-FFF2-40B4-BE49-F238E27FC236}">
                <a16:creationId xmlns:a16="http://schemas.microsoft.com/office/drawing/2014/main" id="{B0647A83-0132-4971-B0C5-C29D3DF27AF1}"/>
              </a:ext>
            </a:extLst>
          </p:cNvPr>
          <p:cNvSpPr>
            <a:spLocks noGrp="1"/>
          </p:cNvSpPr>
          <p:nvPr/>
        </p:nvSpPr>
        <p:spPr>
          <a:xfrm>
            <a:off x="6259851" y="6173800"/>
            <a:ext cx="28398" cy="28398"/>
          </a:xfrm>
          <a:prstGeom prst="ellipse">
            <a:avLst/>
          </a:prstGeom>
          <a:solidFill>
            <a:srgbClr val="7F8C97">
              <a:alpha val="48000"/>
            </a:srgbClr>
          </a:solidFill>
          <a:ln w="0">
            <a:noFill/>
            <a:prstDash val="solid"/>
          </a:ln>
        </p:spPr>
      </p:sp>
      <p:sp>
        <p:nvSpPr>
          <p:cNvPr id="3232" name="01_find_only_3231">
            <a:extLst>
              <a:ext uri="{FF2B5EF4-FFF2-40B4-BE49-F238E27FC236}">
                <a16:creationId xmlns:a16="http://schemas.microsoft.com/office/drawing/2014/main" id="{CD4A0DF0-FD16-494D-90CC-F80E82F8E872}"/>
              </a:ext>
            </a:extLst>
          </p:cNvPr>
          <p:cNvSpPr>
            <a:spLocks noGrp="1"/>
          </p:cNvSpPr>
          <p:nvPr/>
        </p:nvSpPr>
        <p:spPr>
          <a:xfrm>
            <a:off x="6322231" y="4905784"/>
            <a:ext cx="28398" cy="28398"/>
          </a:xfrm>
          <a:prstGeom prst="ellipse">
            <a:avLst/>
          </a:prstGeom>
          <a:solidFill>
            <a:srgbClr val="7F8C97">
              <a:alpha val="48000"/>
            </a:srgbClr>
          </a:solidFill>
          <a:ln w="0">
            <a:noFill/>
            <a:prstDash val="solid"/>
          </a:ln>
        </p:spPr>
      </p:sp>
      <p:sp>
        <p:nvSpPr>
          <p:cNvPr id="3233" name="01_find_only_3232">
            <a:extLst>
              <a:ext uri="{FF2B5EF4-FFF2-40B4-BE49-F238E27FC236}">
                <a16:creationId xmlns:a16="http://schemas.microsoft.com/office/drawing/2014/main" id="{64FD84E2-4EB8-4688-8809-E63A52E4C460}"/>
              </a:ext>
            </a:extLst>
          </p:cNvPr>
          <p:cNvSpPr>
            <a:spLocks noGrp="1"/>
          </p:cNvSpPr>
          <p:nvPr/>
        </p:nvSpPr>
        <p:spPr>
          <a:xfrm>
            <a:off x="6260710" y="4905784"/>
            <a:ext cx="28398" cy="28398"/>
          </a:xfrm>
          <a:prstGeom prst="ellipse">
            <a:avLst/>
          </a:prstGeom>
          <a:solidFill>
            <a:srgbClr val="7F8C97">
              <a:alpha val="48000"/>
            </a:srgbClr>
          </a:solidFill>
          <a:ln w="0">
            <a:noFill/>
            <a:prstDash val="solid"/>
          </a:ln>
        </p:spPr>
      </p:sp>
      <p:sp>
        <p:nvSpPr>
          <p:cNvPr id="3234" name="01_find_only_3233">
            <a:extLst>
              <a:ext uri="{FF2B5EF4-FFF2-40B4-BE49-F238E27FC236}">
                <a16:creationId xmlns:a16="http://schemas.microsoft.com/office/drawing/2014/main" id="{16785D05-907F-4DD4-9A4F-19D234DE446B}"/>
              </a:ext>
            </a:extLst>
          </p:cNvPr>
          <p:cNvSpPr>
            <a:spLocks noGrp="1"/>
          </p:cNvSpPr>
          <p:nvPr/>
        </p:nvSpPr>
        <p:spPr>
          <a:xfrm>
            <a:off x="6340544" y="4905784"/>
            <a:ext cx="28398" cy="28398"/>
          </a:xfrm>
          <a:prstGeom prst="ellipse">
            <a:avLst/>
          </a:prstGeom>
          <a:solidFill>
            <a:srgbClr val="7F8C97">
              <a:alpha val="48000"/>
            </a:srgbClr>
          </a:solidFill>
          <a:ln w="0">
            <a:noFill/>
            <a:prstDash val="solid"/>
          </a:ln>
        </p:spPr>
      </p:sp>
      <p:sp>
        <p:nvSpPr>
          <p:cNvPr id="3235" name="01_find_only_3234">
            <a:extLst>
              <a:ext uri="{FF2B5EF4-FFF2-40B4-BE49-F238E27FC236}">
                <a16:creationId xmlns:a16="http://schemas.microsoft.com/office/drawing/2014/main" id="{07FD701B-6426-46C1-8501-5926D4936D5F}"/>
              </a:ext>
            </a:extLst>
          </p:cNvPr>
          <p:cNvSpPr>
            <a:spLocks noGrp="1"/>
          </p:cNvSpPr>
          <p:nvPr/>
        </p:nvSpPr>
        <p:spPr>
          <a:xfrm>
            <a:off x="6325951" y="4905784"/>
            <a:ext cx="28398" cy="28398"/>
          </a:xfrm>
          <a:prstGeom prst="ellipse">
            <a:avLst/>
          </a:prstGeom>
          <a:solidFill>
            <a:srgbClr val="7F8C97">
              <a:alpha val="48000"/>
            </a:srgbClr>
          </a:solidFill>
          <a:ln w="0">
            <a:noFill/>
            <a:prstDash val="solid"/>
          </a:ln>
        </p:spPr>
      </p:sp>
      <p:sp>
        <p:nvSpPr>
          <p:cNvPr id="3236" name="01_find_only_3235">
            <a:extLst>
              <a:ext uri="{FF2B5EF4-FFF2-40B4-BE49-F238E27FC236}">
                <a16:creationId xmlns:a16="http://schemas.microsoft.com/office/drawing/2014/main" id="{99EEF873-94C8-4A12-BE0C-96BDDC0222A6}"/>
              </a:ext>
            </a:extLst>
          </p:cNvPr>
          <p:cNvSpPr>
            <a:spLocks noGrp="1"/>
          </p:cNvSpPr>
          <p:nvPr/>
        </p:nvSpPr>
        <p:spPr>
          <a:xfrm>
            <a:off x="6291423" y="4905784"/>
            <a:ext cx="28398" cy="28398"/>
          </a:xfrm>
          <a:prstGeom prst="ellipse">
            <a:avLst/>
          </a:prstGeom>
          <a:solidFill>
            <a:srgbClr val="7F8C97">
              <a:alpha val="48000"/>
            </a:srgbClr>
          </a:solidFill>
          <a:ln w="0">
            <a:noFill/>
            <a:prstDash val="solid"/>
          </a:ln>
        </p:spPr>
      </p:sp>
      <p:sp>
        <p:nvSpPr>
          <p:cNvPr id="3237" name="01_find_only_3236">
            <a:extLst>
              <a:ext uri="{FF2B5EF4-FFF2-40B4-BE49-F238E27FC236}">
                <a16:creationId xmlns:a16="http://schemas.microsoft.com/office/drawing/2014/main" id="{3E3387DD-6A5F-4DCC-83FC-CE9F79E4E611}"/>
              </a:ext>
            </a:extLst>
          </p:cNvPr>
          <p:cNvSpPr>
            <a:spLocks noGrp="1"/>
          </p:cNvSpPr>
          <p:nvPr/>
        </p:nvSpPr>
        <p:spPr>
          <a:xfrm>
            <a:off x="6275303" y="4905784"/>
            <a:ext cx="28398" cy="28398"/>
          </a:xfrm>
          <a:prstGeom prst="ellipse">
            <a:avLst/>
          </a:prstGeom>
          <a:solidFill>
            <a:srgbClr val="7F8C97">
              <a:alpha val="48000"/>
            </a:srgbClr>
          </a:solidFill>
          <a:ln w="0">
            <a:noFill/>
            <a:prstDash val="solid"/>
          </a:ln>
        </p:spPr>
      </p:sp>
      <p:sp>
        <p:nvSpPr>
          <p:cNvPr id="3238" name="01_find_only_3237">
            <a:extLst>
              <a:ext uri="{FF2B5EF4-FFF2-40B4-BE49-F238E27FC236}">
                <a16:creationId xmlns:a16="http://schemas.microsoft.com/office/drawing/2014/main" id="{A3B6AEC3-76A2-45D3-827B-848901CD22D7}"/>
              </a:ext>
            </a:extLst>
          </p:cNvPr>
          <p:cNvSpPr>
            <a:spLocks noGrp="1"/>
          </p:cNvSpPr>
          <p:nvPr/>
        </p:nvSpPr>
        <p:spPr>
          <a:xfrm>
            <a:off x="6343215" y="5328456"/>
            <a:ext cx="28398" cy="28398"/>
          </a:xfrm>
          <a:prstGeom prst="ellipse">
            <a:avLst/>
          </a:prstGeom>
          <a:solidFill>
            <a:srgbClr val="7F8C97">
              <a:alpha val="48000"/>
            </a:srgbClr>
          </a:solidFill>
          <a:ln w="0">
            <a:noFill/>
            <a:prstDash val="solid"/>
          </a:ln>
        </p:spPr>
      </p:sp>
      <p:sp>
        <p:nvSpPr>
          <p:cNvPr id="3239" name="01_find_only_3238">
            <a:extLst>
              <a:ext uri="{FF2B5EF4-FFF2-40B4-BE49-F238E27FC236}">
                <a16:creationId xmlns:a16="http://schemas.microsoft.com/office/drawing/2014/main" id="{92C9F6A4-896E-4CEE-86B4-27561454A7C5}"/>
              </a:ext>
            </a:extLst>
          </p:cNvPr>
          <p:cNvSpPr>
            <a:spLocks noGrp="1"/>
          </p:cNvSpPr>
          <p:nvPr/>
        </p:nvSpPr>
        <p:spPr>
          <a:xfrm>
            <a:off x="6308591" y="4905784"/>
            <a:ext cx="28398" cy="28398"/>
          </a:xfrm>
          <a:prstGeom prst="ellipse">
            <a:avLst/>
          </a:prstGeom>
          <a:solidFill>
            <a:srgbClr val="7F8C97">
              <a:alpha val="48000"/>
            </a:srgbClr>
          </a:solidFill>
          <a:ln w="0">
            <a:noFill/>
            <a:prstDash val="solid"/>
          </a:ln>
        </p:spPr>
      </p:sp>
      <p:sp>
        <p:nvSpPr>
          <p:cNvPr id="3240" name="01_find_only_3239">
            <a:extLst>
              <a:ext uri="{FF2B5EF4-FFF2-40B4-BE49-F238E27FC236}">
                <a16:creationId xmlns:a16="http://schemas.microsoft.com/office/drawing/2014/main" id="{12567B72-9785-47C0-928E-AF4CB301BA8E}"/>
              </a:ext>
            </a:extLst>
          </p:cNvPr>
          <p:cNvSpPr>
            <a:spLocks noGrp="1"/>
          </p:cNvSpPr>
          <p:nvPr/>
        </p:nvSpPr>
        <p:spPr>
          <a:xfrm>
            <a:off x="6330338" y="6173800"/>
            <a:ext cx="28398" cy="28398"/>
          </a:xfrm>
          <a:prstGeom prst="ellipse">
            <a:avLst/>
          </a:prstGeom>
          <a:solidFill>
            <a:srgbClr val="7F8C97">
              <a:alpha val="48000"/>
            </a:srgbClr>
          </a:solidFill>
          <a:ln w="0">
            <a:noFill/>
            <a:prstDash val="solid"/>
          </a:ln>
        </p:spPr>
      </p:sp>
      <p:sp>
        <p:nvSpPr>
          <p:cNvPr id="3241" name="01_find_only_3240">
            <a:extLst>
              <a:ext uri="{FF2B5EF4-FFF2-40B4-BE49-F238E27FC236}">
                <a16:creationId xmlns:a16="http://schemas.microsoft.com/office/drawing/2014/main" id="{731D1602-BD91-43BB-95FA-81D035F2AF18}"/>
              </a:ext>
            </a:extLst>
          </p:cNvPr>
          <p:cNvSpPr>
            <a:spLocks noGrp="1"/>
          </p:cNvSpPr>
          <p:nvPr/>
        </p:nvSpPr>
        <p:spPr>
          <a:xfrm>
            <a:off x="6263476" y="4905784"/>
            <a:ext cx="28398" cy="28398"/>
          </a:xfrm>
          <a:prstGeom prst="ellipse">
            <a:avLst/>
          </a:prstGeom>
          <a:solidFill>
            <a:srgbClr val="7F8C97">
              <a:alpha val="48000"/>
            </a:srgbClr>
          </a:solidFill>
          <a:ln w="0">
            <a:noFill/>
            <a:prstDash val="solid"/>
          </a:ln>
        </p:spPr>
      </p:sp>
      <p:sp>
        <p:nvSpPr>
          <p:cNvPr id="3242" name="01_find_only_3241">
            <a:extLst>
              <a:ext uri="{FF2B5EF4-FFF2-40B4-BE49-F238E27FC236}">
                <a16:creationId xmlns:a16="http://schemas.microsoft.com/office/drawing/2014/main" id="{EEAE9DAF-3358-4D83-820D-27C3346DEA2E}"/>
              </a:ext>
            </a:extLst>
          </p:cNvPr>
          <p:cNvSpPr>
            <a:spLocks noGrp="1"/>
          </p:cNvSpPr>
          <p:nvPr/>
        </p:nvSpPr>
        <p:spPr>
          <a:xfrm>
            <a:off x="6324425" y="6173800"/>
            <a:ext cx="28398" cy="28398"/>
          </a:xfrm>
          <a:prstGeom prst="ellipse">
            <a:avLst/>
          </a:prstGeom>
          <a:solidFill>
            <a:srgbClr val="7F8C97">
              <a:alpha val="48000"/>
            </a:srgbClr>
          </a:solidFill>
          <a:ln w="0">
            <a:noFill/>
            <a:prstDash val="solid"/>
          </a:ln>
        </p:spPr>
      </p:sp>
      <p:sp>
        <p:nvSpPr>
          <p:cNvPr id="3243" name="01_find_only_3242">
            <a:extLst>
              <a:ext uri="{FF2B5EF4-FFF2-40B4-BE49-F238E27FC236}">
                <a16:creationId xmlns:a16="http://schemas.microsoft.com/office/drawing/2014/main" id="{A55133A0-41F8-4155-9F4F-8C0B4795A732}"/>
              </a:ext>
            </a:extLst>
          </p:cNvPr>
          <p:cNvSpPr>
            <a:spLocks noGrp="1"/>
          </p:cNvSpPr>
          <p:nvPr/>
        </p:nvSpPr>
        <p:spPr>
          <a:xfrm>
            <a:off x="6310594" y="5962464"/>
            <a:ext cx="28398" cy="28398"/>
          </a:xfrm>
          <a:prstGeom prst="ellipse">
            <a:avLst/>
          </a:prstGeom>
          <a:solidFill>
            <a:srgbClr val="7F8C97">
              <a:alpha val="48000"/>
            </a:srgbClr>
          </a:solidFill>
          <a:ln w="0">
            <a:noFill/>
            <a:prstDash val="solid"/>
          </a:ln>
        </p:spPr>
      </p:sp>
      <p:sp>
        <p:nvSpPr>
          <p:cNvPr id="3244" name="01_find_only_3243">
            <a:extLst>
              <a:ext uri="{FF2B5EF4-FFF2-40B4-BE49-F238E27FC236}">
                <a16:creationId xmlns:a16="http://schemas.microsoft.com/office/drawing/2014/main" id="{654A2FEA-794B-4D05-AF11-4985B528A7F5}"/>
              </a:ext>
            </a:extLst>
          </p:cNvPr>
          <p:cNvSpPr>
            <a:spLocks noGrp="1"/>
          </p:cNvSpPr>
          <p:nvPr/>
        </p:nvSpPr>
        <p:spPr>
          <a:xfrm>
            <a:off x="6250027" y="4905784"/>
            <a:ext cx="28398" cy="28398"/>
          </a:xfrm>
          <a:prstGeom prst="ellipse">
            <a:avLst/>
          </a:prstGeom>
          <a:solidFill>
            <a:srgbClr val="7F8C97">
              <a:alpha val="48000"/>
            </a:srgbClr>
          </a:solidFill>
          <a:ln w="0">
            <a:noFill/>
            <a:prstDash val="solid"/>
          </a:ln>
        </p:spPr>
      </p:sp>
      <p:sp>
        <p:nvSpPr>
          <p:cNvPr id="3245" name="01_find_only_3244">
            <a:extLst>
              <a:ext uri="{FF2B5EF4-FFF2-40B4-BE49-F238E27FC236}">
                <a16:creationId xmlns:a16="http://schemas.microsoft.com/office/drawing/2014/main" id="{5C9F40BA-6C17-4BFA-955A-1045EE4819A7}"/>
              </a:ext>
            </a:extLst>
          </p:cNvPr>
          <p:cNvSpPr>
            <a:spLocks noGrp="1"/>
          </p:cNvSpPr>
          <p:nvPr/>
        </p:nvSpPr>
        <p:spPr>
          <a:xfrm>
            <a:off x="6289324" y="6173800"/>
            <a:ext cx="28398" cy="28398"/>
          </a:xfrm>
          <a:prstGeom prst="ellipse">
            <a:avLst/>
          </a:prstGeom>
          <a:solidFill>
            <a:srgbClr val="7F8C97">
              <a:alpha val="48000"/>
            </a:srgbClr>
          </a:solidFill>
          <a:ln w="0">
            <a:noFill/>
            <a:prstDash val="solid"/>
          </a:ln>
        </p:spPr>
      </p:sp>
      <p:sp>
        <p:nvSpPr>
          <p:cNvPr id="3246" name="01_find_only_3245">
            <a:extLst>
              <a:ext uri="{FF2B5EF4-FFF2-40B4-BE49-F238E27FC236}">
                <a16:creationId xmlns:a16="http://schemas.microsoft.com/office/drawing/2014/main" id="{EAF3EC4B-DD94-45DE-8FD2-162DECD4EC1D}"/>
              </a:ext>
            </a:extLst>
          </p:cNvPr>
          <p:cNvSpPr>
            <a:spLocks noGrp="1"/>
          </p:cNvSpPr>
          <p:nvPr/>
        </p:nvSpPr>
        <p:spPr>
          <a:xfrm>
            <a:off x="6277497" y="6173800"/>
            <a:ext cx="28398" cy="28398"/>
          </a:xfrm>
          <a:prstGeom prst="ellipse">
            <a:avLst/>
          </a:prstGeom>
          <a:solidFill>
            <a:srgbClr val="7F8C97">
              <a:alpha val="48000"/>
            </a:srgbClr>
          </a:solidFill>
          <a:ln w="0">
            <a:noFill/>
            <a:prstDash val="solid"/>
          </a:ln>
        </p:spPr>
      </p:sp>
      <p:sp>
        <p:nvSpPr>
          <p:cNvPr id="3247" name="01_find_only_3246">
            <a:extLst>
              <a:ext uri="{FF2B5EF4-FFF2-40B4-BE49-F238E27FC236}">
                <a16:creationId xmlns:a16="http://schemas.microsoft.com/office/drawing/2014/main" id="{F7FF28A5-CFD1-48E0-8E2B-C32BE8B90133}"/>
              </a:ext>
            </a:extLst>
          </p:cNvPr>
          <p:cNvSpPr>
            <a:spLocks noGrp="1"/>
          </p:cNvSpPr>
          <p:nvPr/>
        </p:nvSpPr>
        <p:spPr>
          <a:xfrm>
            <a:off x="6298862" y="4905784"/>
            <a:ext cx="28398" cy="28398"/>
          </a:xfrm>
          <a:prstGeom prst="ellipse">
            <a:avLst/>
          </a:prstGeom>
          <a:solidFill>
            <a:srgbClr val="7F8C97">
              <a:alpha val="48000"/>
            </a:srgbClr>
          </a:solidFill>
          <a:ln w="0">
            <a:noFill/>
            <a:prstDash val="solid"/>
          </a:ln>
        </p:spPr>
      </p:sp>
      <p:sp>
        <p:nvSpPr>
          <p:cNvPr id="3248" name="01_find_only_3247">
            <a:extLst>
              <a:ext uri="{FF2B5EF4-FFF2-40B4-BE49-F238E27FC236}">
                <a16:creationId xmlns:a16="http://schemas.microsoft.com/office/drawing/2014/main" id="{D255FC49-D9DD-4647-A2D8-C4DDE76645C3}"/>
              </a:ext>
            </a:extLst>
          </p:cNvPr>
          <p:cNvSpPr>
            <a:spLocks noGrp="1"/>
          </p:cNvSpPr>
          <p:nvPr/>
        </p:nvSpPr>
        <p:spPr>
          <a:xfrm>
            <a:off x="6286844" y="5856796"/>
            <a:ext cx="28398" cy="28398"/>
          </a:xfrm>
          <a:prstGeom prst="ellipse">
            <a:avLst/>
          </a:prstGeom>
          <a:solidFill>
            <a:srgbClr val="7F8C97">
              <a:alpha val="48000"/>
            </a:srgbClr>
          </a:solidFill>
          <a:ln w="0">
            <a:noFill/>
            <a:prstDash val="solid"/>
          </a:ln>
        </p:spPr>
      </p:sp>
      <p:sp>
        <p:nvSpPr>
          <p:cNvPr id="3249" name="01_find_only_3248">
            <a:extLst>
              <a:ext uri="{FF2B5EF4-FFF2-40B4-BE49-F238E27FC236}">
                <a16:creationId xmlns:a16="http://schemas.microsoft.com/office/drawing/2014/main" id="{E9BCEC06-E07F-4940-A9F6-60E86541648B}"/>
              </a:ext>
            </a:extLst>
          </p:cNvPr>
          <p:cNvSpPr>
            <a:spLocks noGrp="1"/>
          </p:cNvSpPr>
          <p:nvPr/>
        </p:nvSpPr>
        <p:spPr>
          <a:xfrm>
            <a:off x="6328049" y="5856796"/>
            <a:ext cx="28398" cy="28398"/>
          </a:xfrm>
          <a:prstGeom prst="ellipse">
            <a:avLst/>
          </a:prstGeom>
          <a:solidFill>
            <a:srgbClr val="7F8C97">
              <a:alpha val="48000"/>
            </a:srgbClr>
          </a:solidFill>
          <a:ln w="0">
            <a:noFill/>
            <a:prstDash val="solid"/>
          </a:ln>
        </p:spPr>
      </p:sp>
      <p:sp>
        <p:nvSpPr>
          <p:cNvPr id="3250" name="01_find_only_3249">
            <a:extLst>
              <a:ext uri="{FF2B5EF4-FFF2-40B4-BE49-F238E27FC236}">
                <a16:creationId xmlns:a16="http://schemas.microsoft.com/office/drawing/2014/main" id="{F66DA869-900C-4D36-BB67-F2ED8EE870C4}"/>
              </a:ext>
            </a:extLst>
          </p:cNvPr>
          <p:cNvSpPr>
            <a:spLocks noGrp="1"/>
          </p:cNvSpPr>
          <p:nvPr/>
        </p:nvSpPr>
        <p:spPr>
          <a:xfrm>
            <a:off x="6260519" y="4905784"/>
            <a:ext cx="28398" cy="28398"/>
          </a:xfrm>
          <a:prstGeom prst="ellipse">
            <a:avLst/>
          </a:prstGeom>
          <a:solidFill>
            <a:srgbClr val="7F8C97">
              <a:alpha val="48000"/>
            </a:srgbClr>
          </a:solidFill>
          <a:ln w="0">
            <a:noFill/>
            <a:prstDash val="solid"/>
          </a:ln>
        </p:spPr>
      </p:sp>
      <p:sp>
        <p:nvSpPr>
          <p:cNvPr id="3251" name="01_find_only_3250">
            <a:extLst>
              <a:ext uri="{FF2B5EF4-FFF2-40B4-BE49-F238E27FC236}">
                <a16:creationId xmlns:a16="http://schemas.microsoft.com/office/drawing/2014/main" id="{4FD2EDFD-E2F1-4510-9D54-AF846613B211}"/>
              </a:ext>
            </a:extLst>
          </p:cNvPr>
          <p:cNvSpPr>
            <a:spLocks noGrp="1"/>
          </p:cNvSpPr>
          <p:nvPr/>
        </p:nvSpPr>
        <p:spPr>
          <a:xfrm>
            <a:off x="6264907" y="6173800"/>
            <a:ext cx="28398" cy="28398"/>
          </a:xfrm>
          <a:prstGeom prst="ellipse">
            <a:avLst/>
          </a:prstGeom>
          <a:solidFill>
            <a:srgbClr val="7F8C97">
              <a:alpha val="48000"/>
            </a:srgbClr>
          </a:solidFill>
          <a:ln w="0">
            <a:noFill/>
            <a:prstDash val="solid"/>
          </a:ln>
        </p:spPr>
      </p:sp>
      <p:sp>
        <p:nvSpPr>
          <p:cNvPr id="3252" name="01_find_only_3251">
            <a:extLst>
              <a:ext uri="{FF2B5EF4-FFF2-40B4-BE49-F238E27FC236}">
                <a16:creationId xmlns:a16="http://schemas.microsoft.com/office/drawing/2014/main" id="{613EBFD4-3536-4BC8-AFA2-EA065274891C}"/>
              </a:ext>
            </a:extLst>
          </p:cNvPr>
          <p:cNvSpPr>
            <a:spLocks noGrp="1"/>
          </p:cNvSpPr>
          <p:nvPr/>
        </p:nvSpPr>
        <p:spPr>
          <a:xfrm>
            <a:off x="6304585" y="4905784"/>
            <a:ext cx="28398" cy="28398"/>
          </a:xfrm>
          <a:prstGeom prst="ellipse">
            <a:avLst/>
          </a:prstGeom>
          <a:solidFill>
            <a:srgbClr val="7F8C97">
              <a:alpha val="48000"/>
            </a:srgbClr>
          </a:solidFill>
          <a:ln w="0">
            <a:noFill/>
            <a:prstDash val="solid"/>
          </a:ln>
        </p:spPr>
      </p:sp>
      <p:sp>
        <p:nvSpPr>
          <p:cNvPr id="3253" name="01_find_only_3252">
            <a:extLst>
              <a:ext uri="{FF2B5EF4-FFF2-40B4-BE49-F238E27FC236}">
                <a16:creationId xmlns:a16="http://schemas.microsoft.com/office/drawing/2014/main" id="{CD66443A-748C-4612-8099-ED93EC83730D}"/>
              </a:ext>
            </a:extLst>
          </p:cNvPr>
          <p:cNvSpPr>
            <a:spLocks noGrp="1"/>
          </p:cNvSpPr>
          <p:nvPr/>
        </p:nvSpPr>
        <p:spPr>
          <a:xfrm>
            <a:off x="6303727" y="4905784"/>
            <a:ext cx="28398" cy="28398"/>
          </a:xfrm>
          <a:prstGeom prst="ellipse">
            <a:avLst/>
          </a:prstGeom>
          <a:solidFill>
            <a:srgbClr val="7F8C97">
              <a:alpha val="48000"/>
            </a:srgbClr>
          </a:solidFill>
          <a:ln w="0">
            <a:noFill/>
            <a:prstDash val="solid"/>
          </a:ln>
        </p:spPr>
      </p:sp>
      <p:sp>
        <p:nvSpPr>
          <p:cNvPr id="3254" name="01_find_only_3253">
            <a:extLst>
              <a:ext uri="{FF2B5EF4-FFF2-40B4-BE49-F238E27FC236}">
                <a16:creationId xmlns:a16="http://schemas.microsoft.com/office/drawing/2014/main" id="{A2E2A500-AD9D-4BA9-BEBE-262AE34411C2}"/>
              </a:ext>
            </a:extLst>
          </p:cNvPr>
          <p:cNvSpPr>
            <a:spLocks noGrp="1"/>
          </p:cNvSpPr>
          <p:nvPr/>
        </p:nvSpPr>
        <p:spPr>
          <a:xfrm>
            <a:off x="6334726" y="4905784"/>
            <a:ext cx="28398" cy="28398"/>
          </a:xfrm>
          <a:prstGeom prst="ellipse">
            <a:avLst/>
          </a:prstGeom>
          <a:solidFill>
            <a:srgbClr val="7F8C97">
              <a:alpha val="48000"/>
            </a:srgbClr>
          </a:solidFill>
          <a:ln w="0">
            <a:noFill/>
            <a:prstDash val="solid"/>
          </a:ln>
        </p:spPr>
      </p:sp>
      <p:sp>
        <p:nvSpPr>
          <p:cNvPr id="3255" name="01_find_only_3254">
            <a:extLst>
              <a:ext uri="{FF2B5EF4-FFF2-40B4-BE49-F238E27FC236}">
                <a16:creationId xmlns:a16="http://schemas.microsoft.com/office/drawing/2014/main" id="{27EDEEB7-CC46-4D5A-BB75-1E826945A032}"/>
              </a:ext>
            </a:extLst>
          </p:cNvPr>
          <p:cNvSpPr>
            <a:spLocks noGrp="1"/>
          </p:cNvSpPr>
          <p:nvPr/>
        </p:nvSpPr>
        <p:spPr>
          <a:xfrm>
            <a:off x="6320323" y="5222788"/>
            <a:ext cx="28398" cy="28398"/>
          </a:xfrm>
          <a:prstGeom prst="ellipse">
            <a:avLst/>
          </a:prstGeom>
          <a:solidFill>
            <a:srgbClr val="7F8C97">
              <a:alpha val="48000"/>
            </a:srgbClr>
          </a:solidFill>
          <a:ln w="0">
            <a:noFill/>
            <a:prstDash val="solid"/>
          </a:ln>
        </p:spPr>
      </p:sp>
      <p:sp>
        <p:nvSpPr>
          <p:cNvPr id="3256" name="01_find_only_3255">
            <a:extLst>
              <a:ext uri="{FF2B5EF4-FFF2-40B4-BE49-F238E27FC236}">
                <a16:creationId xmlns:a16="http://schemas.microsoft.com/office/drawing/2014/main" id="{962CD6F1-942C-4EA2-BB06-39E70ED54331}"/>
              </a:ext>
            </a:extLst>
          </p:cNvPr>
          <p:cNvSpPr>
            <a:spLocks noGrp="1"/>
          </p:cNvSpPr>
          <p:nvPr/>
        </p:nvSpPr>
        <p:spPr>
          <a:xfrm>
            <a:off x="6275303" y="6173800"/>
            <a:ext cx="28398" cy="28398"/>
          </a:xfrm>
          <a:prstGeom prst="ellipse">
            <a:avLst/>
          </a:prstGeom>
          <a:solidFill>
            <a:srgbClr val="7F8C97">
              <a:alpha val="48000"/>
            </a:srgbClr>
          </a:solidFill>
          <a:ln w="0">
            <a:noFill/>
            <a:prstDash val="solid"/>
          </a:ln>
        </p:spPr>
      </p:sp>
      <p:sp>
        <p:nvSpPr>
          <p:cNvPr id="3257" name="01_find_only_3256">
            <a:extLst>
              <a:ext uri="{FF2B5EF4-FFF2-40B4-BE49-F238E27FC236}">
                <a16:creationId xmlns:a16="http://schemas.microsoft.com/office/drawing/2014/main" id="{E4DA55EC-66D9-4877-A9D6-DA8A05D21491}"/>
              </a:ext>
            </a:extLst>
          </p:cNvPr>
          <p:cNvSpPr>
            <a:spLocks noGrp="1"/>
          </p:cNvSpPr>
          <p:nvPr/>
        </p:nvSpPr>
        <p:spPr>
          <a:xfrm>
            <a:off x="6322231" y="5539792"/>
            <a:ext cx="28398" cy="28398"/>
          </a:xfrm>
          <a:prstGeom prst="ellipse">
            <a:avLst/>
          </a:prstGeom>
          <a:solidFill>
            <a:srgbClr val="7F8C97">
              <a:alpha val="48000"/>
            </a:srgbClr>
          </a:solidFill>
          <a:ln w="0">
            <a:noFill/>
            <a:prstDash val="solid"/>
          </a:ln>
        </p:spPr>
      </p:sp>
      <p:sp>
        <p:nvSpPr>
          <p:cNvPr id="3258" name="01_find_only_3257">
            <a:extLst>
              <a:ext uri="{FF2B5EF4-FFF2-40B4-BE49-F238E27FC236}">
                <a16:creationId xmlns:a16="http://schemas.microsoft.com/office/drawing/2014/main" id="{6456983B-638C-498E-A160-D957C41B9054}"/>
              </a:ext>
            </a:extLst>
          </p:cNvPr>
          <p:cNvSpPr>
            <a:spLocks noGrp="1"/>
          </p:cNvSpPr>
          <p:nvPr/>
        </p:nvSpPr>
        <p:spPr>
          <a:xfrm>
            <a:off x="6314505" y="4905784"/>
            <a:ext cx="28398" cy="28398"/>
          </a:xfrm>
          <a:prstGeom prst="ellipse">
            <a:avLst/>
          </a:prstGeom>
          <a:solidFill>
            <a:srgbClr val="7F8C97">
              <a:alpha val="48000"/>
            </a:srgbClr>
          </a:solidFill>
          <a:ln w="0">
            <a:noFill/>
            <a:prstDash val="solid"/>
          </a:ln>
        </p:spPr>
      </p:sp>
      <p:sp>
        <p:nvSpPr>
          <p:cNvPr id="3259" name="01_find_only_3258">
            <a:extLst>
              <a:ext uri="{FF2B5EF4-FFF2-40B4-BE49-F238E27FC236}">
                <a16:creationId xmlns:a16="http://schemas.microsoft.com/office/drawing/2014/main" id="{853979E9-268E-44E2-89D3-5D02514E4FE9}"/>
              </a:ext>
            </a:extLst>
          </p:cNvPr>
          <p:cNvSpPr>
            <a:spLocks noGrp="1"/>
          </p:cNvSpPr>
          <p:nvPr/>
        </p:nvSpPr>
        <p:spPr>
          <a:xfrm>
            <a:off x="6318606" y="6173800"/>
            <a:ext cx="28398" cy="28398"/>
          </a:xfrm>
          <a:prstGeom prst="ellipse">
            <a:avLst/>
          </a:prstGeom>
          <a:solidFill>
            <a:srgbClr val="7F8C97">
              <a:alpha val="48000"/>
            </a:srgbClr>
          </a:solidFill>
          <a:ln w="0">
            <a:noFill/>
            <a:prstDash val="solid"/>
          </a:ln>
        </p:spPr>
      </p:sp>
      <p:sp>
        <p:nvSpPr>
          <p:cNvPr id="3260" name="01_find_only_3259">
            <a:extLst>
              <a:ext uri="{FF2B5EF4-FFF2-40B4-BE49-F238E27FC236}">
                <a16:creationId xmlns:a16="http://schemas.microsoft.com/office/drawing/2014/main" id="{9277444D-6A9C-45A7-B443-E500456E4FCC}"/>
              </a:ext>
            </a:extLst>
          </p:cNvPr>
          <p:cNvSpPr>
            <a:spLocks noGrp="1"/>
          </p:cNvSpPr>
          <p:nvPr/>
        </p:nvSpPr>
        <p:spPr>
          <a:xfrm>
            <a:off x="6327477" y="5751128"/>
            <a:ext cx="28398" cy="28398"/>
          </a:xfrm>
          <a:prstGeom prst="ellipse">
            <a:avLst/>
          </a:prstGeom>
          <a:solidFill>
            <a:srgbClr val="7F8C97">
              <a:alpha val="48000"/>
            </a:srgbClr>
          </a:solidFill>
          <a:ln w="0">
            <a:noFill/>
            <a:prstDash val="solid"/>
          </a:ln>
        </p:spPr>
      </p:sp>
      <p:sp>
        <p:nvSpPr>
          <p:cNvPr id="3261" name="01_find_only_3260">
            <a:extLst>
              <a:ext uri="{FF2B5EF4-FFF2-40B4-BE49-F238E27FC236}">
                <a16:creationId xmlns:a16="http://schemas.microsoft.com/office/drawing/2014/main" id="{94249EE6-E97C-4077-88A6-B90D05DDB323}"/>
              </a:ext>
            </a:extLst>
          </p:cNvPr>
          <p:cNvSpPr>
            <a:spLocks noGrp="1"/>
          </p:cNvSpPr>
          <p:nvPr/>
        </p:nvSpPr>
        <p:spPr>
          <a:xfrm>
            <a:off x="6266910" y="4905784"/>
            <a:ext cx="28398" cy="28398"/>
          </a:xfrm>
          <a:prstGeom prst="ellipse">
            <a:avLst/>
          </a:prstGeom>
          <a:solidFill>
            <a:srgbClr val="7F8C97">
              <a:alpha val="48000"/>
            </a:srgbClr>
          </a:solidFill>
          <a:ln w="0">
            <a:noFill/>
            <a:prstDash val="solid"/>
          </a:ln>
        </p:spPr>
      </p:sp>
      <p:sp>
        <p:nvSpPr>
          <p:cNvPr id="3262" name="01_find_only_3261">
            <a:extLst>
              <a:ext uri="{FF2B5EF4-FFF2-40B4-BE49-F238E27FC236}">
                <a16:creationId xmlns:a16="http://schemas.microsoft.com/office/drawing/2014/main" id="{3AC67C0D-B601-4337-810F-99C5F60BB51A}"/>
              </a:ext>
            </a:extLst>
          </p:cNvPr>
          <p:cNvSpPr>
            <a:spLocks noGrp="1"/>
          </p:cNvSpPr>
          <p:nvPr/>
        </p:nvSpPr>
        <p:spPr>
          <a:xfrm>
            <a:off x="6259756" y="5117120"/>
            <a:ext cx="28398" cy="28398"/>
          </a:xfrm>
          <a:prstGeom prst="ellipse">
            <a:avLst/>
          </a:prstGeom>
          <a:solidFill>
            <a:srgbClr val="7F8C97">
              <a:alpha val="48000"/>
            </a:srgbClr>
          </a:solidFill>
          <a:ln w="0">
            <a:noFill/>
            <a:prstDash val="solid"/>
          </a:ln>
        </p:spPr>
      </p:sp>
      <p:sp>
        <p:nvSpPr>
          <p:cNvPr id="3263" name="01_find_only_3262">
            <a:extLst>
              <a:ext uri="{FF2B5EF4-FFF2-40B4-BE49-F238E27FC236}">
                <a16:creationId xmlns:a16="http://schemas.microsoft.com/office/drawing/2014/main" id="{07A454D6-85E7-4057-9CB3-6775396DC4C3}"/>
              </a:ext>
            </a:extLst>
          </p:cNvPr>
          <p:cNvSpPr>
            <a:spLocks noGrp="1"/>
          </p:cNvSpPr>
          <p:nvPr/>
        </p:nvSpPr>
        <p:spPr>
          <a:xfrm>
            <a:off x="6314696" y="5856796"/>
            <a:ext cx="28398" cy="28398"/>
          </a:xfrm>
          <a:prstGeom prst="ellipse">
            <a:avLst/>
          </a:prstGeom>
          <a:solidFill>
            <a:srgbClr val="7F8C97">
              <a:alpha val="48000"/>
            </a:srgbClr>
          </a:solidFill>
          <a:ln w="0">
            <a:noFill/>
            <a:prstDash val="solid"/>
          </a:ln>
        </p:spPr>
      </p:sp>
      <p:sp>
        <p:nvSpPr>
          <p:cNvPr id="3264" name="01_find_only_3263">
            <a:extLst>
              <a:ext uri="{FF2B5EF4-FFF2-40B4-BE49-F238E27FC236}">
                <a16:creationId xmlns:a16="http://schemas.microsoft.com/office/drawing/2014/main" id="{332A8E6A-430B-4765-8A98-D051FFD78CD7}"/>
              </a:ext>
            </a:extLst>
          </p:cNvPr>
          <p:cNvSpPr>
            <a:spLocks noGrp="1"/>
          </p:cNvSpPr>
          <p:nvPr/>
        </p:nvSpPr>
        <p:spPr>
          <a:xfrm>
            <a:off x="6339304" y="5811510"/>
            <a:ext cx="28398" cy="28398"/>
          </a:xfrm>
          <a:prstGeom prst="ellipse">
            <a:avLst/>
          </a:prstGeom>
          <a:solidFill>
            <a:srgbClr val="7F8C97">
              <a:alpha val="48000"/>
            </a:srgbClr>
          </a:solidFill>
          <a:ln w="0">
            <a:noFill/>
            <a:prstDash val="solid"/>
          </a:ln>
        </p:spPr>
      </p:sp>
      <p:sp>
        <p:nvSpPr>
          <p:cNvPr id="3265" name="01_find_only_3264">
            <a:extLst>
              <a:ext uri="{FF2B5EF4-FFF2-40B4-BE49-F238E27FC236}">
                <a16:creationId xmlns:a16="http://schemas.microsoft.com/office/drawing/2014/main" id="{0126AD6A-321B-498B-A065-3CD5D16E5B5D}"/>
              </a:ext>
            </a:extLst>
          </p:cNvPr>
          <p:cNvSpPr>
            <a:spLocks noGrp="1"/>
          </p:cNvSpPr>
          <p:nvPr/>
        </p:nvSpPr>
        <p:spPr>
          <a:xfrm>
            <a:off x="6343406" y="4905784"/>
            <a:ext cx="28398" cy="28398"/>
          </a:xfrm>
          <a:prstGeom prst="ellipse">
            <a:avLst/>
          </a:prstGeom>
          <a:solidFill>
            <a:srgbClr val="7F8C97">
              <a:alpha val="48000"/>
            </a:srgbClr>
          </a:solidFill>
          <a:ln w="0">
            <a:noFill/>
            <a:prstDash val="solid"/>
          </a:ln>
        </p:spPr>
      </p:sp>
      <p:sp>
        <p:nvSpPr>
          <p:cNvPr id="3266" name="01_find_only_3265">
            <a:extLst>
              <a:ext uri="{FF2B5EF4-FFF2-40B4-BE49-F238E27FC236}">
                <a16:creationId xmlns:a16="http://schemas.microsoft.com/office/drawing/2014/main" id="{05785553-1EA7-425C-8388-BE957B92AF9C}"/>
              </a:ext>
            </a:extLst>
          </p:cNvPr>
          <p:cNvSpPr>
            <a:spLocks noGrp="1"/>
          </p:cNvSpPr>
          <p:nvPr/>
        </p:nvSpPr>
        <p:spPr>
          <a:xfrm>
            <a:off x="6284460" y="4905784"/>
            <a:ext cx="28398" cy="28398"/>
          </a:xfrm>
          <a:prstGeom prst="ellipse">
            <a:avLst/>
          </a:prstGeom>
          <a:solidFill>
            <a:srgbClr val="7F8C97">
              <a:alpha val="48000"/>
            </a:srgbClr>
          </a:solidFill>
          <a:ln w="0">
            <a:noFill/>
            <a:prstDash val="solid"/>
          </a:ln>
        </p:spPr>
      </p:sp>
      <p:sp>
        <p:nvSpPr>
          <p:cNvPr id="3267" name="01_find_only_3266">
            <a:extLst>
              <a:ext uri="{FF2B5EF4-FFF2-40B4-BE49-F238E27FC236}">
                <a16:creationId xmlns:a16="http://schemas.microsoft.com/office/drawing/2014/main" id="{97E517EF-FEF8-4867-A4E3-673259FB3828}"/>
              </a:ext>
            </a:extLst>
          </p:cNvPr>
          <p:cNvSpPr>
            <a:spLocks noGrp="1"/>
          </p:cNvSpPr>
          <p:nvPr/>
        </p:nvSpPr>
        <p:spPr>
          <a:xfrm>
            <a:off x="6319465" y="5751128"/>
            <a:ext cx="28398" cy="28398"/>
          </a:xfrm>
          <a:prstGeom prst="ellipse">
            <a:avLst/>
          </a:prstGeom>
          <a:solidFill>
            <a:srgbClr val="7F8C97">
              <a:alpha val="48000"/>
            </a:srgbClr>
          </a:solidFill>
          <a:ln w="0">
            <a:noFill/>
            <a:prstDash val="solid"/>
          </a:ln>
        </p:spPr>
      </p:sp>
      <p:sp>
        <p:nvSpPr>
          <p:cNvPr id="3268" name="01_find_only_3267">
            <a:extLst>
              <a:ext uri="{FF2B5EF4-FFF2-40B4-BE49-F238E27FC236}">
                <a16:creationId xmlns:a16="http://schemas.microsoft.com/office/drawing/2014/main" id="{66739445-C04F-4477-816B-EEDE29F8E582}"/>
              </a:ext>
            </a:extLst>
          </p:cNvPr>
          <p:cNvSpPr>
            <a:spLocks noGrp="1"/>
          </p:cNvSpPr>
          <p:nvPr/>
        </p:nvSpPr>
        <p:spPr>
          <a:xfrm>
            <a:off x="6326714" y="4905784"/>
            <a:ext cx="28398" cy="28398"/>
          </a:xfrm>
          <a:prstGeom prst="ellipse">
            <a:avLst/>
          </a:prstGeom>
          <a:solidFill>
            <a:srgbClr val="7F8C97">
              <a:alpha val="48000"/>
            </a:srgbClr>
          </a:solidFill>
          <a:ln w="0">
            <a:noFill/>
            <a:prstDash val="solid"/>
          </a:ln>
        </p:spPr>
      </p:sp>
      <p:sp>
        <p:nvSpPr>
          <p:cNvPr id="3269" name="01_find_only_3268">
            <a:extLst>
              <a:ext uri="{FF2B5EF4-FFF2-40B4-BE49-F238E27FC236}">
                <a16:creationId xmlns:a16="http://schemas.microsoft.com/office/drawing/2014/main" id="{04440108-52C5-49C6-89F1-0CBF4158EA1A}"/>
              </a:ext>
            </a:extLst>
          </p:cNvPr>
          <p:cNvSpPr>
            <a:spLocks noGrp="1"/>
          </p:cNvSpPr>
          <p:nvPr/>
        </p:nvSpPr>
        <p:spPr>
          <a:xfrm>
            <a:off x="6338255" y="4905784"/>
            <a:ext cx="28398" cy="28398"/>
          </a:xfrm>
          <a:prstGeom prst="ellipse">
            <a:avLst/>
          </a:prstGeom>
          <a:solidFill>
            <a:srgbClr val="7F8C97">
              <a:alpha val="48000"/>
            </a:srgbClr>
          </a:solidFill>
          <a:ln w="0">
            <a:noFill/>
            <a:prstDash val="solid"/>
          </a:ln>
        </p:spPr>
      </p:sp>
      <p:sp>
        <p:nvSpPr>
          <p:cNvPr id="3270" name="01_find_only_3269">
            <a:extLst>
              <a:ext uri="{FF2B5EF4-FFF2-40B4-BE49-F238E27FC236}">
                <a16:creationId xmlns:a16="http://schemas.microsoft.com/office/drawing/2014/main" id="{1E994BAC-8E49-47F0-9FC4-432DD2422A0C}"/>
              </a:ext>
            </a:extLst>
          </p:cNvPr>
          <p:cNvSpPr>
            <a:spLocks noGrp="1"/>
          </p:cNvSpPr>
          <p:nvPr/>
        </p:nvSpPr>
        <p:spPr>
          <a:xfrm>
            <a:off x="6328145" y="4905784"/>
            <a:ext cx="28398" cy="28398"/>
          </a:xfrm>
          <a:prstGeom prst="ellipse">
            <a:avLst/>
          </a:prstGeom>
          <a:solidFill>
            <a:srgbClr val="7F8C97">
              <a:alpha val="48000"/>
            </a:srgbClr>
          </a:solidFill>
          <a:ln w="0">
            <a:noFill/>
            <a:prstDash val="solid"/>
          </a:ln>
        </p:spPr>
      </p:sp>
      <p:sp>
        <p:nvSpPr>
          <p:cNvPr id="3271" name="01_find_only_3270">
            <a:extLst>
              <a:ext uri="{FF2B5EF4-FFF2-40B4-BE49-F238E27FC236}">
                <a16:creationId xmlns:a16="http://schemas.microsoft.com/office/drawing/2014/main" id="{B9286FB1-95FE-4A17-B2D9-C14FADC56E06}"/>
              </a:ext>
            </a:extLst>
          </p:cNvPr>
          <p:cNvSpPr>
            <a:spLocks noGrp="1"/>
          </p:cNvSpPr>
          <p:nvPr/>
        </p:nvSpPr>
        <p:spPr>
          <a:xfrm>
            <a:off x="6313742" y="4905784"/>
            <a:ext cx="28398" cy="28398"/>
          </a:xfrm>
          <a:prstGeom prst="ellipse">
            <a:avLst/>
          </a:prstGeom>
          <a:solidFill>
            <a:srgbClr val="7F8C97">
              <a:alpha val="48000"/>
            </a:srgbClr>
          </a:solidFill>
          <a:ln w="0">
            <a:noFill/>
            <a:prstDash val="solid"/>
          </a:ln>
        </p:spPr>
      </p:sp>
      <p:sp>
        <p:nvSpPr>
          <p:cNvPr id="3272" name="01_find_only_3271">
            <a:extLst>
              <a:ext uri="{FF2B5EF4-FFF2-40B4-BE49-F238E27FC236}">
                <a16:creationId xmlns:a16="http://schemas.microsoft.com/office/drawing/2014/main" id="{5031B80E-B00A-48E2-B3D1-7E2F47FD426D}"/>
              </a:ext>
            </a:extLst>
          </p:cNvPr>
          <p:cNvSpPr>
            <a:spLocks noGrp="1"/>
          </p:cNvSpPr>
          <p:nvPr/>
        </p:nvSpPr>
        <p:spPr>
          <a:xfrm>
            <a:off x="6255273" y="4905784"/>
            <a:ext cx="28398" cy="28398"/>
          </a:xfrm>
          <a:prstGeom prst="ellipse">
            <a:avLst/>
          </a:prstGeom>
          <a:solidFill>
            <a:srgbClr val="7F8C97">
              <a:alpha val="48000"/>
            </a:srgbClr>
          </a:solidFill>
          <a:ln w="0">
            <a:noFill/>
            <a:prstDash val="solid"/>
          </a:ln>
        </p:spPr>
      </p:sp>
      <p:sp>
        <p:nvSpPr>
          <p:cNvPr id="3273" name="01_find_only_3272">
            <a:extLst>
              <a:ext uri="{FF2B5EF4-FFF2-40B4-BE49-F238E27FC236}">
                <a16:creationId xmlns:a16="http://schemas.microsoft.com/office/drawing/2014/main" id="{D8596596-51FB-40BB-BCD7-020B85C10AEB}"/>
              </a:ext>
            </a:extLst>
          </p:cNvPr>
          <p:cNvSpPr>
            <a:spLocks noGrp="1"/>
          </p:cNvSpPr>
          <p:nvPr/>
        </p:nvSpPr>
        <p:spPr>
          <a:xfrm>
            <a:off x="6264525" y="6173800"/>
            <a:ext cx="28398" cy="28398"/>
          </a:xfrm>
          <a:prstGeom prst="ellipse">
            <a:avLst/>
          </a:prstGeom>
          <a:solidFill>
            <a:srgbClr val="7F8C97">
              <a:alpha val="48000"/>
            </a:srgbClr>
          </a:solidFill>
          <a:ln w="0">
            <a:noFill/>
            <a:prstDash val="solid"/>
          </a:ln>
        </p:spPr>
      </p:sp>
      <p:sp>
        <p:nvSpPr>
          <p:cNvPr id="3274" name="01_find_only_3273">
            <a:extLst>
              <a:ext uri="{FF2B5EF4-FFF2-40B4-BE49-F238E27FC236}">
                <a16:creationId xmlns:a16="http://schemas.microsoft.com/office/drawing/2014/main" id="{ADC7822B-16EA-4807-9C44-74DE178F8A17}"/>
              </a:ext>
            </a:extLst>
          </p:cNvPr>
          <p:cNvSpPr>
            <a:spLocks noGrp="1"/>
          </p:cNvSpPr>
          <p:nvPr/>
        </p:nvSpPr>
        <p:spPr>
          <a:xfrm>
            <a:off x="6305062" y="4905784"/>
            <a:ext cx="28398" cy="28398"/>
          </a:xfrm>
          <a:prstGeom prst="ellipse">
            <a:avLst/>
          </a:prstGeom>
          <a:solidFill>
            <a:srgbClr val="7F8C97">
              <a:alpha val="48000"/>
            </a:srgbClr>
          </a:solidFill>
          <a:ln w="0">
            <a:noFill/>
            <a:prstDash val="solid"/>
          </a:ln>
        </p:spPr>
      </p:sp>
      <p:sp>
        <p:nvSpPr>
          <p:cNvPr id="3275" name="01_find_only_3274">
            <a:extLst>
              <a:ext uri="{FF2B5EF4-FFF2-40B4-BE49-F238E27FC236}">
                <a16:creationId xmlns:a16="http://schemas.microsoft.com/office/drawing/2014/main" id="{8BE1E3BE-AE02-4BBE-831F-8239C3328780}"/>
              </a:ext>
            </a:extLst>
          </p:cNvPr>
          <p:cNvSpPr>
            <a:spLocks noGrp="1"/>
          </p:cNvSpPr>
          <p:nvPr/>
        </p:nvSpPr>
        <p:spPr>
          <a:xfrm>
            <a:off x="6268531" y="4905784"/>
            <a:ext cx="28398" cy="28398"/>
          </a:xfrm>
          <a:prstGeom prst="ellipse">
            <a:avLst/>
          </a:prstGeom>
          <a:solidFill>
            <a:srgbClr val="7F8C97">
              <a:alpha val="48000"/>
            </a:srgbClr>
          </a:solidFill>
          <a:ln w="0">
            <a:noFill/>
            <a:prstDash val="solid"/>
          </a:ln>
        </p:spPr>
      </p:sp>
      <p:sp>
        <p:nvSpPr>
          <p:cNvPr id="3276" name="01_find_only_3275">
            <a:extLst>
              <a:ext uri="{FF2B5EF4-FFF2-40B4-BE49-F238E27FC236}">
                <a16:creationId xmlns:a16="http://schemas.microsoft.com/office/drawing/2014/main" id="{1BE3011A-8AD3-4D19-9C24-4A0FAEA44A95}"/>
              </a:ext>
            </a:extLst>
          </p:cNvPr>
          <p:cNvSpPr>
            <a:spLocks noGrp="1"/>
          </p:cNvSpPr>
          <p:nvPr/>
        </p:nvSpPr>
        <p:spPr>
          <a:xfrm>
            <a:off x="6285795" y="4905784"/>
            <a:ext cx="28398" cy="28398"/>
          </a:xfrm>
          <a:prstGeom prst="ellipse">
            <a:avLst/>
          </a:prstGeom>
          <a:solidFill>
            <a:srgbClr val="7F8C97">
              <a:alpha val="48000"/>
            </a:srgbClr>
          </a:solidFill>
          <a:ln w="0">
            <a:noFill/>
            <a:prstDash val="solid"/>
          </a:ln>
        </p:spPr>
      </p:sp>
      <p:sp>
        <p:nvSpPr>
          <p:cNvPr id="3277" name="01_find_only_3276">
            <a:extLst>
              <a:ext uri="{FF2B5EF4-FFF2-40B4-BE49-F238E27FC236}">
                <a16:creationId xmlns:a16="http://schemas.microsoft.com/office/drawing/2014/main" id="{8F2EB50E-8B4C-4FDE-B519-B6F78EA5183A}"/>
              </a:ext>
            </a:extLst>
          </p:cNvPr>
          <p:cNvSpPr>
            <a:spLocks noGrp="1"/>
          </p:cNvSpPr>
          <p:nvPr/>
        </p:nvSpPr>
        <p:spPr>
          <a:xfrm>
            <a:off x="6252030" y="6173800"/>
            <a:ext cx="28398" cy="28398"/>
          </a:xfrm>
          <a:prstGeom prst="ellipse">
            <a:avLst/>
          </a:prstGeom>
          <a:solidFill>
            <a:srgbClr val="7F8C97">
              <a:alpha val="48000"/>
            </a:srgbClr>
          </a:solidFill>
          <a:ln w="0">
            <a:noFill/>
            <a:prstDash val="solid"/>
          </a:ln>
        </p:spPr>
      </p:sp>
      <p:sp>
        <p:nvSpPr>
          <p:cNvPr id="3278" name="01_find_only_3277">
            <a:extLst>
              <a:ext uri="{FF2B5EF4-FFF2-40B4-BE49-F238E27FC236}">
                <a16:creationId xmlns:a16="http://schemas.microsoft.com/office/drawing/2014/main" id="{903103E6-CCD2-4BE4-A01E-055C2C946277}"/>
              </a:ext>
            </a:extLst>
          </p:cNvPr>
          <p:cNvSpPr>
            <a:spLocks noGrp="1"/>
          </p:cNvSpPr>
          <p:nvPr/>
        </p:nvSpPr>
        <p:spPr>
          <a:xfrm>
            <a:off x="4795200" y="4856582"/>
            <a:ext cx="191" cy="1394818"/>
          </a:xfrm>
          <a:custGeom>
            <a:avLst/>
            <a:gdLst/>
            <a:ahLst/>
            <a:cxnLst/>
            <a:rect l="0" t="0" r="0" b="0"/>
            <a:pathLst>
              <a:path w="191" h="1394818">
                <a:moveTo>
                  <a:pt x="0" y="1394818"/>
                </a:moveTo>
                <a:lnTo>
                  <a:pt x="0" y="0"/>
                </a:lnTo>
              </a:path>
            </a:pathLst>
          </a:custGeom>
          <a:noFill/>
          <a:ln w="8890">
            <a:solidFill>
              <a:srgbClr val="000000"/>
            </a:solidFill>
            <a:prstDash val="solid"/>
          </a:ln>
        </p:spPr>
      </p:sp>
      <p:sp>
        <p:nvSpPr>
          <p:cNvPr id="3279" name="01_find_only_3278">
            <a:extLst>
              <a:ext uri="{FF2B5EF4-FFF2-40B4-BE49-F238E27FC236}">
                <a16:creationId xmlns:a16="http://schemas.microsoft.com/office/drawing/2014/main" id="{35A8496E-C26B-49D9-8ACB-3827ACFA4770}"/>
              </a:ext>
            </a:extLst>
          </p:cNvPr>
          <p:cNvSpPr>
            <a:spLocks noGrp="1"/>
          </p:cNvSpPr>
          <p:nvPr/>
        </p:nvSpPr>
        <p:spPr>
          <a:xfrm>
            <a:off x="4795200" y="6251400"/>
            <a:ext cx="1620000" cy="191"/>
          </a:xfrm>
          <a:custGeom>
            <a:avLst/>
            <a:gdLst/>
            <a:ahLst/>
            <a:cxnLst/>
            <a:rect l="0" t="0" r="0" b="0"/>
            <a:pathLst>
              <a:path w="1620000" h="191">
                <a:moveTo>
                  <a:pt x="0" y="0"/>
                </a:moveTo>
                <a:lnTo>
                  <a:pt x="1620000" y="0"/>
                </a:lnTo>
              </a:path>
            </a:pathLst>
          </a:custGeom>
          <a:noFill/>
          <a:ln w="8890">
            <a:solidFill>
              <a:srgbClr val="000000"/>
            </a:solidFill>
            <a:prstDash val="solid"/>
          </a:ln>
        </p:spPr>
      </p:sp>
      <p:sp>
        <p:nvSpPr>
          <p:cNvPr id="3280" name="text_3279">
            <a:extLst>
              <a:ext uri="{FF2B5EF4-FFF2-40B4-BE49-F238E27FC236}">
                <a16:creationId xmlns:a16="http://schemas.microsoft.com/office/drawing/2014/main" id="{5C52B165-D46A-48CB-B6D7-4AB019902561}"/>
              </a:ext>
            </a:extLst>
          </p:cNvPr>
          <p:cNvSpPr>
            <a:spLocks noGrp="1"/>
          </p:cNvSpPr>
          <p:nvPr/>
        </p:nvSpPr>
        <p:spPr>
          <a:xfrm>
            <a:off x="4568400" y="4665830"/>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3281" name="text_3280">
            <a:extLst>
              <a:ext uri="{FF2B5EF4-FFF2-40B4-BE49-F238E27FC236}">
                <a16:creationId xmlns:a16="http://schemas.microsoft.com/office/drawing/2014/main" id="{AC2D902C-CCCD-4F39-A304-373F2577A4FA}"/>
              </a:ext>
            </a:extLst>
          </p:cNvPr>
          <p:cNvSpPr>
            <a:spLocks noGrp="1"/>
          </p:cNvSpPr>
          <p:nvPr/>
        </p:nvSpPr>
        <p:spPr>
          <a:xfrm>
            <a:off x="4795200" y="4657002"/>
            <a:ext cx="130842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Emap2lig</a:t>
            </a:r>
          </a:p>
        </p:txBody>
      </p:sp>
      <p:sp>
        <p:nvSpPr>
          <p:cNvPr id="3282" name="01_find_only_3281">
            <a:extLst>
              <a:ext uri="{FF2B5EF4-FFF2-40B4-BE49-F238E27FC236}">
                <a16:creationId xmlns:a16="http://schemas.microsoft.com/office/drawing/2014/main" id="{13DC38B1-AAB4-47E1-97D3-3298E4662814}"/>
              </a:ext>
            </a:extLst>
          </p:cNvPr>
          <p:cNvSpPr>
            <a:spLocks noGrp="1"/>
          </p:cNvSpPr>
          <p:nvPr/>
        </p:nvSpPr>
        <p:spPr>
          <a:xfrm>
            <a:off x="4810200" y="5461408"/>
            <a:ext cx="1500000" cy="726591"/>
          </a:xfrm>
          <a:custGeom>
            <a:avLst/>
            <a:gdLst/>
            <a:ahLst/>
            <a:cxnLst/>
            <a:rect l="0" t="0" r="0" b="0"/>
            <a:pathLst>
              <a:path w="1500000" h="726591">
                <a:moveTo>
                  <a:pt x="0" y="726591"/>
                </a:moveTo>
                <a:lnTo>
                  <a:pt x="27778" y="725746"/>
                </a:lnTo>
                <a:lnTo>
                  <a:pt x="27778" y="723916"/>
                </a:lnTo>
                <a:lnTo>
                  <a:pt x="38462" y="722529"/>
                </a:lnTo>
                <a:lnTo>
                  <a:pt x="38462" y="722318"/>
                </a:lnTo>
                <a:lnTo>
                  <a:pt x="41667" y="722318"/>
                </a:lnTo>
                <a:lnTo>
                  <a:pt x="41667" y="719573"/>
                </a:lnTo>
                <a:lnTo>
                  <a:pt x="45455" y="719362"/>
                </a:lnTo>
                <a:lnTo>
                  <a:pt x="45455" y="717865"/>
                </a:lnTo>
                <a:lnTo>
                  <a:pt x="50000" y="717865"/>
                </a:lnTo>
                <a:lnTo>
                  <a:pt x="51282" y="716007"/>
                </a:lnTo>
                <a:lnTo>
                  <a:pt x="55556" y="716007"/>
                </a:lnTo>
                <a:lnTo>
                  <a:pt x="55556" y="714177"/>
                </a:lnTo>
                <a:lnTo>
                  <a:pt x="71429" y="713544"/>
                </a:lnTo>
                <a:lnTo>
                  <a:pt x="71429" y="710015"/>
                </a:lnTo>
                <a:lnTo>
                  <a:pt x="83333" y="709804"/>
                </a:lnTo>
                <a:lnTo>
                  <a:pt x="83333" y="694955"/>
                </a:lnTo>
                <a:lnTo>
                  <a:pt x="90909" y="694744"/>
                </a:lnTo>
                <a:lnTo>
                  <a:pt x="90909" y="691750"/>
                </a:lnTo>
                <a:lnTo>
                  <a:pt x="100000" y="691539"/>
                </a:lnTo>
                <a:lnTo>
                  <a:pt x="100000" y="683305"/>
                </a:lnTo>
                <a:lnTo>
                  <a:pt x="115385" y="681968"/>
                </a:lnTo>
                <a:lnTo>
                  <a:pt x="115385" y="681757"/>
                </a:lnTo>
                <a:lnTo>
                  <a:pt x="125000" y="681757"/>
                </a:lnTo>
                <a:lnTo>
                  <a:pt x="125000" y="655683"/>
                </a:lnTo>
                <a:lnTo>
                  <a:pt x="136364" y="655472"/>
                </a:lnTo>
                <a:lnTo>
                  <a:pt x="136364" y="652477"/>
                </a:lnTo>
                <a:lnTo>
                  <a:pt x="142857" y="651351"/>
                </a:lnTo>
                <a:lnTo>
                  <a:pt x="142857" y="648999"/>
                </a:lnTo>
                <a:lnTo>
                  <a:pt x="150000" y="648788"/>
                </a:lnTo>
                <a:lnTo>
                  <a:pt x="150000" y="647141"/>
                </a:lnTo>
                <a:lnTo>
                  <a:pt x="166667" y="646719"/>
                </a:lnTo>
                <a:lnTo>
                  <a:pt x="166667" y="606922"/>
                </a:lnTo>
                <a:lnTo>
                  <a:pt x="181818" y="605534"/>
                </a:lnTo>
                <a:lnTo>
                  <a:pt x="181818" y="602540"/>
                </a:lnTo>
                <a:lnTo>
                  <a:pt x="194444" y="602329"/>
                </a:lnTo>
                <a:lnTo>
                  <a:pt x="194444" y="600499"/>
                </a:lnTo>
                <a:lnTo>
                  <a:pt x="200000" y="600288"/>
                </a:lnTo>
                <a:lnTo>
                  <a:pt x="200000" y="592054"/>
                </a:lnTo>
                <a:lnTo>
                  <a:pt x="214286" y="591632"/>
                </a:lnTo>
                <a:lnTo>
                  <a:pt x="214286" y="589279"/>
                </a:lnTo>
                <a:lnTo>
                  <a:pt x="227273" y="589068"/>
                </a:lnTo>
                <a:lnTo>
                  <a:pt x="227273" y="586074"/>
                </a:lnTo>
                <a:lnTo>
                  <a:pt x="250000" y="585441"/>
                </a:lnTo>
                <a:lnTo>
                  <a:pt x="250000" y="485184"/>
                </a:lnTo>
                <a:lnTo>
                  <a:pt x="272727" y="484761"/>
                </a:lnTo>
                <a:lnTo>
                  <a:pt x="272727" y="481767"/>
                </a:lnTo>
                <a:lnTo>
                  <a:pt x="285714" y="481767"/>
                </a:lnTo>
                <a:lnTo>
                  <a:pt x="285714" y="479415"/>
                </a:lnTo>
                <a:lnTo>
                  <a:pt x="300000" y="479415"/>
                </a:lnTo>
                <a:lnTo>
                  <a:pt x="301282" y="474263"/>
                </a:lnTo>
                <a:lnTo>
                  <a:pt x="318182" y="474052"/>
                </a:lnTo>
                <a:lnTo>
                  <a:pt x="318182" y="471058"/>
                </a:lnTo>
                <a:lnTo>
                  <a:pt x="333333" y="470847"/>
                </a:lnTo>
                <a:lnTo>
                  <a:pt x="333333" y="440445"/>
                </a:lnTo>
                <a:lnTo>
                  <a:pt x="357143" y="440445"/>
                </a:lnTo>
                <a:lnTo>
                  <a:pt x="357143" y="438092"/>
                </a:lnTo>
                <a:lnTo>
                  <a:pt x="363636" y="438092"/>
                </a:lnTo>
                <a:lnTo>
                  <a:pt x="363636" y="435098"/>
                </a:lnTo>
                <a:lnTo>
                  <a:pt x="375000" y="434887"/>
                </a:lnTo>
                <a:lnTo>
                  <a:pt x="375000" y="414302"/>
                </a:lnTo>
                <a:lnTo>
                  <a:pt x="400000" y="413880"/>
                </a:lnTo>
                <a:lnTo>
                  <a:pt x="400000" y="405646"/>
                </a:lnTo>
                <a:lnTo>
                  <a:pt x="416667" y="405646"/>
                </a:lnTo>
                <a:lnTo>
                  <a:pt x="416667" y="394668"/>
                </a:lnTo>
                <a:lnTo>
                  <a:pt x="428571" y="394668"/>
                </a:lnTo>
                <a:lnTo>
                  <a:pt x="428571" y="392315"/>
                </a:lnTo>
                <a:lnTo>
                  <a:pt x="450000" y="391400"/>
                </a:lnTo>
                <a:lnTo>
                  <a:pt x="450000" y="389754"/>
                </a:lnTo>
                <a:lnTo>
                  <a:pt x="454545" y="389754"/>
                </a:lnTo>
                <a:lnTo>
                  <a:pt x="454545" y="388257"/>
                </a:lnTo>
                <a:lnTo>
                  <a:pt x="500000" y="388257"/>
                </a:lnTo>
                <a:lnTo>
                  <a:pt x="500000" y="111866"/>
                </a:lnTo>
                <a:lnTo>
                  <a:pt x="545455" y="111655"/>
                </a:lnTo>
                <a:lnTo>
                  <a:pt x="545455" y="110158"/>
                </a:lnTo>
                <a:lnTo>
                  <a:pt x="550000" y="110158"/>
                </a:lnTo>
                <a:lnTo>
                  <a:pt x="550000" y="108511"/>
                </a:lnTo>
                <a:lnTo>
                  <a:pt x="583333" y="108300"/>
                </a:lnTo>
                <a:lnTo>
                  <a:pt x="583333" y="102810"/>
                </a:lnTo>
                <a:lnTo>
                  <a:pt x="590909" y="102599"/>
                </a:lnTo>
                <a:lnTo>
                  <a:pt x="590909" y="101102"/>
                </a:lnTo>
                <a:lnTo>
                  <a:pt x="600000" y="100891"/>
                </a:lnTo>
                <a:lnTo>
                  <a:pt x="600000" y="97598"/>
                </a:lnTo>
                <a:lnTo>
                  <a:pt x="636364" y="97175"/>
                </a:lnTo>
                <a:lnTo>
                  <a:pt x="636364" y="95678"/>
                </a:lnTo>
                <a:lnTo>
                  <a:pt x="750000" y="94623"/>
                </a:lnTo>
                <a:lnTo>
                  <a:pt x="750000" y="90506"/>
                </a:lnTo>
                <a:lnTo>
                  <a:pt x="833333" y="90295"/>
                </a:lnTo>
                <a:lnTo>
                  <a:pt x="833333" y="86178"/>
                </a:lnTo>
                <a:lnTo>
                  <a:pt x="875000" y="85967"/>
                </a:lnTo>
                <a:lnTo>
                  <a:pt x="875000" y="81850"/>
                </a:lnTo>
                <a:lnTo>
                  <a:pt x="900000" y="81638"/>
                </a:lnTo>
                <a:lnTo>
                  <a:pt x="900000" y="78345"/>
                </a:lnTo>
                <a:lnTo>
                  <a:pt x="958333" y="77430"/>
                </a:lnTo>
                <a:lnTo>
                  <a:pt x="958333" y="76744"/>
                </a:lnTo>
                <a:lnTo>
                  <a:pt x="1000000" y="76744"/>
                </a:lnTo>
                <a:lnTo>
                  <a:pt x="1000000" y="30085"/>
                </a:lnTo>
                <a:lnTo>
                  <a:pt x="1166667" y="29452"/>
                </a:lnTo>
                <a:lnTo>
                  <a:pt x="1166667" y="21218"/>
                </a:lnTo>
                <a:lnTo>
                  <a:pt x="1250000" y="21007"/>
                </a:lnTo>
                <a:lnTo>
                  <a:pt x="1250000" y="16890"/>
                </a:lnTo>
                <a:lnTo>
                  <a:pt x="1500000" y="16468"/>
                </a:lnTo>
                <a:lnTo>
                  <a:pt x="1500000" y="0"/>
                </a:lnTo>
                <a:lnTo>
                  <a:pt x="1500000" y="0"/>
                </a:lnTo>
              </a:path>
            </a:pathLst>
          </a:custGeom>
          <a:noFill/>
          <a:ln w="22860">
            <a:solidFill>
              <a:srgbClr val="00878B"/>
            </a:solidFill>
            <a:prstDash val="solid"/>
          </a:ln>
        </p:spPr>
      </p:sp>
      <p:sp>
        <p:nvSpPr>
          <p:cNvPr id="3283" name="01_find_only_3282">
            <a:extLst>
              <a:ext uri="{FF2B5EF4-FFF2-40B4-BE49-F238E27FC236}">
                <a16:creationId xmlns:a16="http://schemas.microsoft.com/office/drawing/2014/main" id="{50675CC5-17DE-43C8-9E99-E778F40CE9F6}"/>
              </a:ext>
            </a:extLst>
          </p:cNvPr>
          <p:cNvSpPr>
            <a:spLocks noGrp="1"/>
          </p:cNvSpPr>
          <p:nvPr/>
        </p:nvSpPr>
        <p:spPr>
          <a:xfrm>
            <a:off x="4810200" y="5236987"/>
            <a:ext cx="1500000" cy="951012"/>
          </a:xfrm>
          <a:custGeom>
            <a:avLst/>
            <a:gdLst/>
            <a:ahLst/>
            <a:cxnLst/>
            <a:rect l="0" t="0" r="0" b="0"/>
            <a:pathLst>
              <a:path w="1500000" h="951012">
                <a:moveTo>
                  <a:pt x="0" y="951012"/>
                </a:moveTo>
                <a:lnTo>
                  <a:pt x="500000" y="951012"/>
                </a:lnTo>
                <a:lnTo>
                  <a:pt x="500000" y="528340"/>
                </a:lnTo>
                <a:lnTo>
                  <a:pt x="875000" y="528340"/>
                </a:lnTo>
                <a:lnTo>
                  <a:pt x="875000" y="317004"/>
                </a:lnTo>
                <a:lnTo>
                  <a:pt x="1000000" y="317004"/>
                </a:lnTo>
                <a:lnTo>
                  <a:pt x="1000000" y="105668"/>
                </a:lnTo>
                <a:lnTo>
                  <a:pt x="1250000" y="105668"/>
                </a:lnTo>
                <a:lnTo>
                  <a:pt x="1250000" y="0"/>
                </a:lnTo>
                <a:lnTo>
                  <a:pt x="1500000" y="0"/>
                </a:lnTo>
                <a:lnTo>
                  <a:pt x="1500000" y="0"/>
                </a:lnTo>
              </a:path>
            </a:pathLst>
          </a:custGeom>
          <a:noFill/>
          <a:ln w="13335">
            <a:solidFill>
              <a:srgbClr val="3A64C8"/>
            </a:solidFill>
            <a:prstDash val="solid"/>
          </a:ln>
        </p:spPr>
      </p:sp>
      <p:sp>
        <p:nvSpPr>
          <p:cNvPr id="3284" name="01_find_only_3283">
            <a:extLst>
              <a:ext uri="{FF2B5EF4-FFF2-40B4-BE49-F238E27FC236}">
                <a16:creationId xmlns:a16="http://schemas.microsoft.com/office/drawing/2014/main" id="{77C20180-8CF8-4E28-8B16-6DDDAD8210EA}"/>
              </a:ext>
            </a:extLst>
          </p:cNvPr>
          <p:cNvSpPr>
            <a:spLocks noGrp="1"/>
          </p:cNvSpPr>
          <p:nvPr/>
        </p:nvSpPr>
        <p:spPr>
          <a:xfrm>
            <a:off x="5038610" y="5925002"/>
            <a:ext cx="43180" cy="43180"/>
          </a:xfrm>
          <a:prstGeom prst="ellipse">
            <a:avLst/>
          </a:prstGeom>
          <a:solidFill>
            <a:srgbClr val="00878B"/>
          </a:solidFill>
          <a:ln w="4445">
            <a:solidFill>
              <a:srgbClr val="FFFFFF"/>
            </a:solidFill>
            <a:prstDash val="solid"/>
          </a:ln>
        </p:spPr>
      </p:sp>
      <p:sp>
        <p:nvSpPr>
          <p:cNvPr id="3285" name="01_find_only_3284">
            <a:extLst>
              <a:ext uri="{FF2B5EF4-FFF2-40B4-BE49-F238E27FC236}">
                <a16:creationId xmlns:a16="http://schemas.microsoft.com/office/drawing/2014/main" id="{733E1650-7E71-48E0-B5EA-A9FEF51D730E}"/>
              </a:ext>
            </a:extLst>
          </p:cNvPr>
          <p:cNvSpPr>
            <a:spLocks noGrp="1"/>
          </p:cNvSpPr>
          <p:nvPr/>
        </p:nvSpPr>
        <p:spPr>
          <a:xfrm>
            <a:off x="5288610" y="5551684"/>
            <a:ext cx="43180" cy="43180"/>
          </a:xfrm>
          <a:prstGeom prst="ellipse">
            <a:avLst/>
          </a:prstGeom>
          <a:solidFill>
            <a:srgbClr val="00878B"/>
          </a:solidFill>
          <a:ln w="4445">
            <a:solidFill>
              <a:srgbClr val="FFFFFF"/>
            </a:solidFill>
            <a:prstDash val="solid"/>
          </a:ln>
        </p:spPr>
      </p:sp>
      <p:sp>
        <p:nvSpPr>
          <p:cNvPr id="3286" name="01_find_only_3285">
            <a:extLst>
              <a:ext uri="{FF2B5EF4-FFF2-40B4-BE49-F238E27FC236}">
                <a16:creationId xmlns:a16="http://schemas.microsoft.com/office/drawing/2014/main" id="{0D0BAC9E-8090-4CA2-9109-15D020D274FE}"/>
              </a:ext>
            </a:extLst>
          </p:cNvPr>
          <p:cNvSpPr>
            <a:spLocks noGrp="1"/>
          </p:cNvSpPr>
          <p:nvPr/>
        </p:nvSpPr>
        <p:spPr>
          <a:xfrm>
            <a:off x="5788610" y="5469904"/>
            <a:ext cx="43180" cy="43180"/>
          </a:xfrm>
          <a:prstGeom prst="ellipse">
            <a:avLst/>
          </a:prstGeom>
          <a:solidFill>
            <a:srgbClr val="00878B"/>
          </a:solidFill>
          <a:ln w="4445">
            <a:solidFill>
              <a:srgbClr val="FFFFFF"/>
            </a:solidFill>
            <a:prstDash val="solid"/>
          </a:ln>
        </p:spPr>
      </p:sp>
      <p:sp>
        <p:nvSpPr>
          <p:cNvPr id="3287" name="01_find_only_3286">
            <a:extLst>
              <a:ext uri="{FF2B5EF4-FFF2-40B4-BE49-F238E27FC236}">
                <a16:creationId xmlns:a16="http://schemas.microsoft.com/office/drawing/2014/main" id="{CEA55A89-42B7-46E7-BAE3-B76BDA4D41FA}"/>
              </a:ext>
            </a:extLst>
          </p:cNvPr>
          <p:cNvSpPr>
            <a:spLocks noGrp="1"/>
          </p:cNvSpPr>
          <p:nvPr/>
        </p:nvSpPr>
        <p:spPr>
          <a:xfrm>
            <a:off x="6288610" y="5439818"/>
            <a:ext cx="43180" cy="43180"/>
          </a:xfrm>
          <a:prstGeom prst="ellipse">
            <a:avLst/>
          </a:prstGeom>
          <a:solidFill>
            <a:srgbClr val="00878B"/>
          </a:solidFill>
          <a:ln w="4445">
            <a:solidFill>
              <a:srgbClr val="FFFFFF"/>
            </a:solidFill>
            <a:prstDash val="solid"/>
          </a:ln>
        </p:spPr>
      </p:sp>
      <p:sp>
        <p:nvSpPr>
          <p:cNvPr id="3288" name="01_find_only_3287">
            <a:extLst>
              <a:ext uri="{FF2B5EF4-FFF2-40B4-BE49-F238E27FC236}">
                <a16:creationId xmlns:a16="http://schemas.microsoft.com/office/drawing/2014/main" id="{87B67A50-C015-4013-BC26-421A895FA656}"/>
              </a:ext>
            </a:extLst>
          </p:cNvPr>
          <p:cNvSpPr>
            <a:spLocks noGrp="1"/>
          </p:cNvSpPr>
          <p:nvPr/>
        </p:nvSpPr>
        <p:spPr>
          <a:xfrm>
            <a:off x="5024279" y="615207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289" name="01_find_only_3288">
            <a:extLst>
              <a:ext uri="{FF2B5EF4-FFF2-40B4-BE49-F238E27FC236}">
                <a16:creationId xmlns:a16="http://schemas.microsoft.com/office/drawing/2014/main" id="{18E52499-4751-4F2E-B108-1C591DC44D39}"/>
              </a:ext>
            </a:extLst>
          </p:cNvPr>
          <p:cNvSpPr>
            <a:spLocks noGrp="1"/>
          </p:cNvSpPr>
          <p:nvPr/>
        </p:nvSpPr>
        <p:spPr>
          <a:xfrm>
            <a:off x="5274279" y="572940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290" name="01_find_only_3289">
            <a:extLst>
              <a:ext uri="{FF2B5EF4-FFF2-40B4-BE49-F238E27FC236}">
                <a16:creationId xmlns:a16="http://schemas.microsoft.com/office/drawing/2014/main" id="{7E5728FA-1B70-40AA-A6AD-BFDB00290FFA}"/>
              </a:ext>
            </a:extLst>
          </p:cNvPr>
          <p:cNvSpPr>
            <a:spLocks noGrp="1"/>
          </p:cNvSpPr>
          <p:nvPr/>
        </p:nvSpPr>
        <p:spPr>
          <a:xfrm>
            <a:off x="5774279" y="530673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291" name="01_find_only_3290">
            <a:extLst>
              <a:ext uri="{FF2B5EF4-FFF2-40B4-BE49-F238E27FC236}">
                <a16:creationId xmlns:a16="http://schemas.microsoft.com/office/drawing/2014/main" id="{08C03A47-9210-43A3-8429-42E6030CF39B}"/>
              </a:ext>
            </a:extLst>
          </p:cNvPr>
          <p:cNvSpPr>
            <a:spLocks noGrp="1"/>
          </p:cNvSpPr>
          <p:nvPr/>
        </p:nvSpPr>
        <p:spPr>
          <a:xfrm>
            <a:off x="6274279" y="520106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292" name="text_3291">
            <a:extLst>
              <a:ext uri="{FF2B5EF4-FFF2-40B4-BE49-F238E27FC236}">
                <a16:creationId xmlns:a16="http://schemas.microsoft.com/office/drawing/2014/main" id="{F863D15B-B45C-4AF1-8595-391AA38276A9}"/>
              </a:ext>
            </a:extLst>
          </p:cNvPr>
          <p:cNvSpPr>
            <a:spLocks noGrp="1"/>
          </p:cNvSpPr>
          <p:nvPr/>
        </p:nvSpPr>
        <p:spPr>
          <a:xfrm>
            <a:off x="550800" y="1856703"/>
            <a:ext cx="2754643"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Ligand detection across ranked candidates</a:t>
            </a:r>
          </a:p>
        </p:txBody>
      </p:sp>
      <p:sp>
        <p:nvSpPr>
          <p:cNvPr id="3293" name="01_find_only_3292">
            <a:extLst>
              <a:ext uri="{FF2B5EF4-FFF2-40B4-BE49-F238E27FC236}">
                <a16:creationId xmlns:a16="http://schemas.microsoft.com/office/drawing/2014/main" id="{2179BEF0-932D-4B35-962A-AB99BB6465B2}"/>
              </a:ext>
            </a:extLst>
          </p:cNvPr>
          <p:cNvSpPr>
            <a:spLocks noGrp="1"/>
          </p:cNvSpPr>
          <p:nvPr/>
        </p:nvSpPr>
        <p:spPr>
          <a:xfrm>
            <a:off x="571725" y="230036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3294" name="01_find_only_3293">
            <a:extLst>
              <a:ext uri="{FF2B5EF4-FFF2-40B4-BE49-F238E27FC236}">
                <a16:creationId xmlns:a16="http://schemas.microsoft.com/office/drawing/2014/main" id="{3BFCC6B8-8E02-4505-AEF7-A66DCD7DD0F9}"/>
              </a:ext>
            </a:extLst>
          </p:cNvPr>
          <p:cNvSpPr>
            <a:spLocks noGrp="1"/>
          </p:cNvSpPr>
          <p:nvPr/>
        </p:nvSpPr>
        <p:spPr>
          <a:xfrm>
            <a:off x="646655" y="2280046"/>
            <a:ext cx="40640" cy="40640"/>
          </a:xfrm>
          <a:prstGeom prst="ellipse">
            <a:avLst/>
          </a:prstGeom>
          <a:solidFill>
            <a:srgbClr val="00878B"/>
          </a:solidFill>
          <a:ln w="12700">
            <a:solidFill>
              <a:srgbClr val="00878B"/>
            </a:solidFill>
            <a:prstDash val="solid"/>
          </a:ln>
        </p:spPr>
      </p:sp>
      <p:sp>
        <p:nvSpPr>
          <p:cNvPr id="3295" name="text_3294">
            <a:extLst>
              <a:ext uri="{FF2B5EF4-FFF2-40B4-BE49-F238E27FC236}">
                <a16:creationId xmlns:a16="http://schemas.microsoft.com/office/drawing/2014/main" id="{81E0622A-924F-420B-AD96-718F9EF60D8F}"/>
              </a:ext>
            </a:extLst>
          </p:cNvPr>
          <p:cNvSpPr>
            <a:spLocks noGrp="1"/>
          </p:cNvSpPr>
          <p:nvPr/>
        </p:nvSpPr>
        <p:spPr>
          <a:xfrm>
            <a:off x="838425" y="225845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Mean</a:t>
            </a:r>
          </a:p>
        </p:txBody>
      </p:sp>
      <p:sp>
        <p:nvSpPr>
          <p:cNvPr id="3296" name="01_find_only_3295">
            <a:extLst>
              <a:ext uri="{FF2B5EF4-FFF2-40B4-BE49-F238E27FC236}">
                <a16:creationId xmlns:a16="http://schemas.microsoft.com/office/drawing/2014/main" id="{BF78F29A-1ED1-45C4-8D34-26EA7B9EA35C}"/>
              </a:ext>
            </a:extLst>
          </p:cNvPr>
          <p:cNvSpPr>
            <a:spLocks noGrp="1"/>
          </p:cNvSpPr>
          <p:nvPr/>
        </p:nvSpPr>
        <p:spPr>
          <a:xfrm>
            <a:off x="1267169" y="230036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3297" name="01_find_only_3296">
            <a:extLst>
              <a:ext uri="{FF2B5EF4-FFF2-40B4-BE49-F238E27FC236}">
                <a16:creationId xmlns:a16="http://schemas.microsoft.com/office/drawing/2014/main" id="{11709A72-BC9D-497D-9FAC-0231C479CA62}"/>
              </a:ext>
            </a:extLst>
          </p:cNvPr>
          <p:cNvSpPr>
            <a:spLocks noGrp="1"/>
          </p:cNvSpPr>
          <p:nvPr/>
        </p:nvSpPr>
        <p:spPr>
          <a:xfrm>
            <a:off x="1330988" y="226893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3298" name="text_3297">
            <a:extLst>
              <a:ext uri="{FF2B5EF4-FFF2-40B4-BE49-F238E27FC236}">
                <a16:creationId xmlns:a16="http://schemas.microsoft.com/office/drawing/2014/main" id="{D67819BD-D27E-4A33-B0E7-B485247FD011}"/>
              </a:ext>
            </a:extLst>
          </p:cNvPr>
          <p:cNvSpPr>
            <a:spLocks noGrp="1"/>
          </p:cNvSpPr>
          <p:nvPr/>
        </p:nvSpPr>
        <p:spPr>
          <a:xfrm>
            <a:off x="1533869" y="225845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Median</a:t>
            </a:r>
          </a:p>
        </p:txBody>
      </p:sp>
      <p:sp>
        <p:nvSpPr>
          <p:cNvPr id="3299" name="01_find_only_3298">
            <a:extLst>
              <a:ext uri="{FF2B5EF4-FFF2-40B4-BE49-F238E27FC236}">
                <a16:creationId xmlns:a16="http://schemas.microsoft.com/office/drawing/2014/main" id="{B4731031-0993-44CD-A72A-EDB37C2FE99D}"/>
              </a:ext>
            </a:extLst>
          </p:cNvPr>
          <p:cNvSpPr>
            <a:spLocks noGrp="1"/>
          </p:cNvSpPr>
          <p:nvPr/>
        </p:nvSpPr>
        <p:spPr>
          <a:xfrm>
            <a:off x="2112944" y="2281316"/>
            <a:ext cx="38100" cy="38100"/>
          </a:xfrm>
          <a:prstGeom prst="ellipse">
            <a:avLst/>
          </a:prstGeom>
          <a:solidFill>
            <a:srgbClr val="7F8C97"/>
          </a:solidFill>
          <a:ln w="12700">
            <a:solidFill>
              <a:srgbClr val="7F8C97"/>
            </a:solidFill>
            <a:prstDash val="solid"/>
          </a:ln>
        </p:spPr>
      </p:sp>
      <p:sp>
        <p:nvSpPr>
          <p:cNvPr id="3300" name="text_3299">
            <a:extLst>
              <a:ext uri="{FF2B5EF4-FFF2-40B4-BE49-F238E27FC236}">
                <a16:creationId xmlns:a16="http://schemas.microsoft.com/office/drawing/2014/main" id="{774AF6F8-4149-477C-B44E-D6FBE2A9CE3E}"/>
              </a:ext>
            </a:extLst>
          </p:cNvPr>
          <p:cNvSpPr>
            <a:spLocks noGrp="1"/>
          </p:cNvSpPr>
          <p:nvPr/>
        </p:nvSpPr>
        <p:spPr>
          <a:xfrm>
            <a:off x="2303444" y="225845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Individual PDB</a:t>
            </a:r>
          </a:p>
        </p:txBody>
      </p:sp>
    </p:spTree>
    <p:extLst>
      <p:ext uri="{BB962C8B-B14F-4D97-AF65-F5344CB8AC3E}">
        <p14:creationId xmlns:p14="http://schemas.microsoft.com/office/powerpoint/2010/main" val="2104851442"/>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99" name="02_predicted_pose_3300">
            <a:extLst>
              <a:ext uri="{FF2B5EF4-FFF2-40B4-BE49-F238E27FC236}">
                <a16:creationId xmlns:a16="http://schemas.microsoft.com/office/drawing/2014/main" id="{4F1C634D-A514-4D8B-99D9-B1F14B04A572}"/>
              </a:ext>
            </a:extLst>
          </p:cNvPr>
          <p:cNvSpPr>
            <a:spLocks noGrp="1"/>
          </p:cNvSpPr>
          <p:nvPr/>
        </p:nvSpPr>
        <p:spPr>
          <a:xfrm>
            <a:off x="0" y="1710000"/>
            <a:ext cx="6480000" cy="5220000"/>
          </a:xfrm>
          <a:custGeom>
            <a:avLst/>
            <a:gdLst/>
            <a:ahLst/>
            <a:cxnLst/>
            <a:rect l="0" t="0" r="0" b="0"/>
            <a:pathLst>
              <a:path w="6480000" h="5220000">
                <a:moveTo>
                  <a:pt x="0" y="5220000"/>
                </a:moveTo>
                <a:lnTo>
                  <a:pt x="6480000" y="5220000"/>
                </a:lnTo>
                <a:lnTo>
                  <a:pt x="6480000" y="0"/>
                </a:lnTo>
                <a:lnTo>
                  <a:pt x="0" y="0"/>
                </a:lnTo>
                <a:lnTo>
                  <a:pt x="0" y="5220000"/>
                </a:lnTo>
                <a:close/>
              </a:path>
            </a:pathLst>
          </a:custGeom>
          <a:solidFill>
            <a:srgbClr val="FFFFFF"/>
          </a:solidFill>
          <a:ln w="0">
            <a:noFill/>
            <a:prstDash val="solid"/>
          </a:ln>
        </p:spPr>
      </p:sp>
      <p:sp>
        <p:nvSpPr>
          <p:cNvPr id="2" name="02_predicted_pose_3301">
            <a:extLst>
              <a:ext uri="{FF2B5EF4-FFF2-40B4-BE49-F238E27FC236}">
                <a16:creationId xmlns:a16="http://schemas.microsoft.com/office/drawing/2014/main" id="{57EDA375-768F-4775-881E-6907C731C295}"/>
              </a:ext>
            </a:extLst>
          </p:cNvPr>
          <p:cNvSpPr>
            <a:spLocks noGrp="1"/>
          </p:cNvSpPr>
          <p:nvPr/>
        </p:nvSpPr>
        <p:spPr>
          <a:xfrm>
            <a:off x="712800" y="249300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3" name="02_predicted_pose_3302">
            <a:extLst>
              <a:ext uri="{FF2B5EF4-FFF2-40B4-BE49-F238E27FC236}">
                <a16:creationId xmlns:a16="http://schemas.microsoft.com/office/drawing/2014/main" id="{8CFBF945-3068-493C-9AAA-0B2D90541EE3}"/>
              </a:ext>
            </a:extLst>
          </p:cNvPr>
          <p:cNvSpPr>
            <a:spLocks noGrp="1"/>
          </p:cNvSpPr>
          <p:nvPr/>
        </p:nvSpPr>
        <p:spPr>
          <a:xfrm>
            <a:off x="712800" y="330126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4" name="02_predicted_pose_3303">
            <a:extLst>
              <a:ext uri="{FF2B5EF4-FFF2-40B4-BE49-F238E27FC236}">
                <a16:creationId xmlns:a16="http://schemas.microsoft.com/office/drawing/2014/main" id="{F7A55B42-5338-403F-A025-DCBB2D220326}"/>
              </a:ext>
            </a:extLst>
          </p:cNvPr>
          <p:cNvSpPr>
            <a:spLocks noGrp="1"/>
          </p:cNvSpPr>
          <p:nvPr/>
        </p:nvSpPr>
        <p:spPr>
          <a:xfrm>
            <a:off x="712800" y="317151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 name="02_predicted_pose_3304">
            <a:extLst>
              <a:ext uri="{FF2B5EF4-FFF2-40B4-BE49-F238E27FC236}">
                <a16:creationId xmlns:a16="http://schemas.microsoft.com/office/drawing/2014/main" id="{8CA75C1D-E6C3-4EF3-97A3-6C6DF46AC76A}"/>
              </a:ext>
            </a:extLst>
          </p:cNvPr>
          <p:cNvSpPr>
            <a:spLocks noGrp="1"/>
          </p:cNvSpPr>
          <p:nvPr/>
        </p:nvSpPr>
        <p:spPr>
          <a:xfrm>
            <a:off x="1341913"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6" name="text_3305">
            <a:extLst>
              <a:ext uri="{FF2B5EF4-FFF2-40B4-BE49-F238E27FC236}">
                <a16:creationId xmlns:a16="http://schemas.microsoft.com/office/drawing/2014/main" id="{03B776A6-0E54-48C3-90A2-5FACC3DCB438}"/>
              </a:ext>
            </a:extLst>
          </p:cNvPr>
          <p:cNvSpPr>
            <a:spLocks noGrp="1"/>
          </p:cNvSpPr>
          <p:nvPr/>
        </p:nvSpPr>
        <p:spPr>
          <a:xfrm>
            <a:off x="978757" y="410772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7" name="02_predicted_pose_3306">
            <a:extLst>
              <a:ext uri="{FF2B5EF4-FFF2-40B4-BE49-F238E27FC236}">
                <a16:creationId xmlns:a16="http://schemas.microsoft.com/office/drawing/2014/main" id="{46A94631-39D9-4A8D-86E1-8737DF87A0B1}"/>
              </a:ext>
            </a:extLst>
          </p:cNvPr>
          <p:cNvSpPr>
            <a:spLocks noGrp="1"/>
          </p:cNvSpPr>
          <p:nvPr/>
        </p:nvSpPr>
        <p:spPr>
          <a:xfrm>
            <a:off x="2485756"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8" name="text_3307">
            <a:extLst>
              <a:ext uri="{FF2B5EF4-FFF2-40B4-BE49-F238E27FC236}">
                <a16:creationId xmlns:a16="http://schemas.microsoft.com/office/drawing/2014/main" id="{80198C13-A99F-4935-955E-930AF8904ABC}"/>
              </a:ext>
            </a:extLst>
          </p:cNvPr>
          <p:cNvSpPr>
            <a:spLocks noGrp="1"/>
          </p:cNvSpPr>
          <p:nvPr/>
        </p:nvSpPr>
        <p:spPr>
          <a:xfrm>
            <a:off x="2186874" y="410798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9" name="02_predicted_pose_3308">
            <a:extLst>
              <a:ext uri="{FF2B5EF4-FFF2-40B4-BE49-F238E27FC236}">
                <a16:creationId xmlns:a16="http://schemas.microsoft.com/office/drawing/2014/main" id="{E0861BEB-6027-4009-B94A-04538FF4A313}"/>
              </a:ext>
            </a:extLst>
          </p:cNvPr>
          <p:cNvSpPr>
            <a:spLocks noGrp="1"/>
          </p:cNvSpPr>
          <p:nvPr/>
        </p:nvSpPr>
        <p:spPr>
          <a:xfrm>
            <a:off x="674700" y="40381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 name="text_3309">
            <a:extLst>
              <a:ext uri="{FF2B5EF4-FFF2-40B4-BE49-F238E27FC236}">
                <a16:creationId xmlns:a16="http://schemas.microsoft.com/office/drawing/2014/main" id="{18459E52-B442-4FF3-9B62-6252B8C5DC0B}"/>
              </a:ext>
            </a:extLst>
          </p:cNvPr>
          <p:cNvSpPr>
            <a:spLocks noGrp="1"/>
          </p:cNvSpPr>
          <p:nvPr/>
        </p:nvSpPr>
        <p:spPr>
          <a:xfrm>
            <a:off x="513029" y="399970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1" name="02_predicted_pose_3310">
            <a:extLst>
              <a:ext uri="{FF2B5EF4-FFF2-40B4-BE49-F238E27FC236}">
                <a16:creationId xmlns:a16="http://schemas.microsoft.com/office/drawing/2014/main" id="{014A89FA-3F76-4EC6-B084-31D8560D1C1A}"/>
              </a:ext>
            </a:extLst>
          </p:cNvPr>
          <p:cNvSpPr>
            <a:spLocks noGrp="1"/>
          </p:cNvSpPr>
          <p:nvPr/>
        </p:nvSpPr>
        <p:spPr>
          <a:xfrm>
            <a:off x="674700" y="374489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2" name="text_3311">
            <a:extLst>
              <a:ext uri="{FF2B5EF4-FFF2-40B4-BE49-F238E27FC236}">
                <a16:creationId xmlns:a16="http://schemas.microsoft.com/office/drawing/2014/main" id="{8D0D3C74-8E19-4B82-9370-830029A0D992}"/>
              </a:ext>
            </a:extLst>
          </p:cNvPr>
          <p:cNvSpPr>
            <a:spLocks noGrp="1"/>
          </p:cNvSpPr>
          <p:nvPr/>
        </p:nvSpPr>
        <p:spPr>
          <a:xfrm>
            <a:off x="513029" y="370648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3" name="02_predicted_pose_3312">
            <a:extLst>
              <a:ext uri="{FF2B5EF4-FFF2-40B4-BE49-F238E27FC236}">
                <a16:creationId xmlns:a16="http://schemas.microsoft.com/office/drawing/2014/main" id="{B4F7452C-04E1-43A4-AFF5-4243D2DEA981}"/>
              </a:ext>
            </a:extLst>
          </p:cNvPr>
          <p:cNvSpPr>
            <a:spLocks noGrp="1"/>
          </p:cNvSpPr>
          <p:nvPr/>
        </p:nvSpPr>
        <p:spPr>
          <a:xfrm>
            <a:off x="674700" y="352308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4" name="text_3313">
            <a:extLst>
              <a:ext uri="{FF2B5EF4-FFF2-40B4-BE49-F238E27FC236}">
                <a16:creationId xmlns:a16="http://schemas.microsoft.com/office/drawing/2014/main" id="{461C4C64-3181-4752-85F5-BAF08C96C5CC}"/>
              </a:ext>
            </a:extLst>
          </p:cNvPr>
          <p:cNvSpPr>
            <a:spLocks noGrp="1"/>
          </p:cNvSpPr>
          <p:nvPr/>
        </p:nvSpPr>
        <p:spPr>
          <a:xfrm>
            <a:off x="587172" y="348466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5" name="02_predicted_pose_3314">
            <a:extLst>
              <a:ext uri="{FF2B5EF4-FFF2-40B4-BE49-F238E27FC236}">
                <a16:creationId xmlns:a16="http://schemas.microsoft.com/office/drawing/2014/main" id="{315E7F35-70EE-45A3-8BDF-7E036641DA2A}"/>
              </a:ext>
            </a:extLst>
          </p:cNvPr>
          <p:cNvSpPr>
            <a:spLocks noGrp="1"/>
          </p:cNvSpPr>
          <p:nvPr/>
        </p:nvSpPr>
        <p:spPr>
          <a:xfrm>
            <a:off x="674700" y="330126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6" name="text_3315">
            <a:extLst>
              <a:ext uri="{FF2B5EF4-FFF2-40B4-BE49-F238E27FC236}">
                <a16:creationId xmlns:a16="http://schemas.microsoft.com/office/drawing/2014/main" id="{7C5E32BD-7568-4BFC-830C-2B3587E9D0C6}"/>
              </a:ext>
            </a:extLst>
          </p:cNvPr>
          <p:cNvSpPr>
            <a:spLocks noGrp="1"/>
          </p:cNvSpPr>
          <p:nvPr/>
        </p:nvSpPr>
        <p:spPr>
          <a:xfrm>
            <a:off x="587172" y="326285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7" name="02_predicted_pose_3316">
            <a:extLst>
              <a:ext uri="{FF2B5EF4-FFF2-40B4-BE49-F238E27FC236}">
                <a16:creationId xmlns:a16="http://schemas.microsoft.com/office/drawing/2014/main" id="{6DCD94DA-2361-406E-AD8E-D4A6E5FF15A4}"/>
              </a:ext>
            </a:extLst>
          </p:cNvPr>
          <p:cNvSpPr>
            <a:spLocks noGrp="1"/>
          </p:cNvSpPr>
          <p:nvPr/>
        </p:nvSpPr>
        <p:spPr>
          <a:xfrm>
            <a:off x="674700" y="317151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8" name="text_3317">
            <a:extLst>
              <a:ext uri="{FF2B5EF4-FFF2-40B4-BE49-F238E27FC236}">
                <a16:creationId xmlns:a16="http://schemas.microsoft.com/office/drawing/2014/main" id="{95439B2F-7102-4EE6-AC12-A577A72DCBDB}"/>
              </a:ext>
            </a:extLst>
          </p:cNvPr>
          <p:cNvSpPr>
            <a:spLocks noGrp="1"/>
          </p:cNvSpPr>
          <p:nvPr/>
        </p:nvSpPr>
        <p:spPr>
          <a:xfrm>
            <a:off x="587172" y="313309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9" name="02_predicted_pose_3318">
            <a:extLst>
              <a:ext uri="{FF2B5EF4-FFF2-40B4-BE49-F238E27FC236}">
                <a16:creationId xmlns:a16="http://schemas.microsoft.com/office/drawing/2014/main" id="{DD1B6157-D8D0-49E2-A10C-232D07073BAE}"/>
              </a:ext>
            </a:extLst>
          </p:cNvPr>
          <p:cNvSpPr>
            <a:spLocks noGrp="1"/>
          </p:cNvSpPr>
          <p:nvPr/>
        </p:nvSpPr>
        <p:spPr>
          <a:xfrm>
            <a:off x="674700" y="300804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0" name="text_3319">
            <a:extLst>
              <a:ext uri="{FF2B5EF4-FFF2-40B4-BE49-F238E27FC236}">
                <a16:creationId xmlns:a16="http://schemas.microsoft.com/office/drawing/2014/main" id="{99906F21-0542-45DF-A19D-A76E8C7B5605}"/>
              </a:ext>
            </a:extLst>
          </p:cNvPr>
          <p:cNvSpPr>
            <a:spLocks noGrp="1"/>
          </p:cNvSpPr>
          <p:nvPr/>
        </p:nvSpPr>
        <p:spPr>
          <a:xfrm>
            <a:off x="587172" y="296962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21" name="02_predicted_pose_3320">
            <a:extLst>
              <a:ext uri="{FF2B5EF4-FFF2-40B4-BE49-F238E27FC236}">
                <a16:creationId xmlns:a16="http://schemas.microsoft.com/office/drawing/2014/main" id="{52A885BE-64D3-4A9E-969F-0A87CA948832}"/>
              </a:ext>
            </a:extLst>
          </p:cNvPr>
          <p:cNvSpPr>
            <a:spLocks noGrp="1"/>
          </p:cNvSpPr>
          <p:nvPr/>
        </p:nvSpPr>
        <p:spPr>
          <a:xfrm>
            <a:off x="674700" y="278622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2" name="text_3321">
            <a:extLst>
              <a:ext uri="{FF2B5EF4-FFF2-40B4-BE49-F238E27FC236}">
                <a16:creationId xmlns:a16="http://schemas.microsoft.com/office/drawing/2014/main" id="{16D93084-5ED9-49E7-AF16-41FB4C2312B0}"/>
              </a:ext>
            </a:extLst>
          </p:cNvPr>
          <p:cNvSpPr>
            <a:spLocks noGrp="1"/>
          </p:cNvSpPr>
          <p:nvPr/>
        </p:nvSpPr>
        <p:spPr>
          <a:xfrm>
            <a:off x="537743" y="274781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23" name="02_predicted_pose_3322">
            <a:extLst>
              <a:ext uri="{FF2B5EF4-FFF2-40B4-BE49-F238E27FC236}">
                <a16:creationId xmlns:a16="http://schemas.microsoft.com/office/drawing/2014/main" id="{3E46199D-4CDA-4CC8-B405-2107325E306A}"/>
              </a:ext>
            </a:extLst>
          </p:cNvPr>
          <p:cNvSpPr>
            <a:spLocks noGrp="1"/>
          </p:cNvSpPr>
          <p:nvPr/>
        </p:nvSpPr>
        <p:spPr>
          <a:xfrm>
            <a:off x="674700" y="256440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4" name="text_3323">
            <a:extLst>
              <a:ext uri="{FF2B5EF4-FFF2-40B4-BE49-F238E27FC236}">
                <a16:creationId xmlns:a16="http://schemas.microsoft.com/office/drawing/2014/main" id="{E1582130-ED0F-450B-9198-E9468326560E}"/>
              </a:ext>
            </a:extLst>
          </p:cNvPr>
          <p:cNvSpPr>
            <a:spLocks noGrp="1"/>
          </p:cNvSpPr>
          <p:nvPr/>
        </p:nvSpPr>
        <p:spPr>
          <a:xfrm>
            <a:off x="537743" y="252599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25" name="text_3324">
            <a:extLst>
              <a:ext uri="{FF2B5EF4-FFF2-40B4-BE49-F238E27FC236}">
                <a16:creationId xmlns:a16="http://schemas.microsoft.com/office/drawing/2014/main" id="{A8767219-F7EF-46E5-8CE6-E5DC9425077A}"/>
              </a:ext>
            </a:extLst>
          </p:cNvPr>
          <p:cNvSpPr>
            <a:spLocks noGrp="1"/>
          </p:cNvSpPr>
          <p:nvPr/>
        </p:nvSpPr>
        <p:spPr>
          <a:xfrm rot="-5400000">
            <a:off x="192687" y="320206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26" name="02_predicted_pose_3325">
            <a:extLst>
              <a:ext uri="{FF2B5EF4-FFF2-40B4-BE49-F238E27FC236}">
                <a16:creationId xmlns:a16="http://schemas.microsoft.com/office/drawing/2014/main" id="{F5FF715A-15B1-44F2-AF2F-6213B919E9B8}"/>
              </a:ext>
            </a:extLst>
          </p:cNvPr>
          <p:cNvSpPr>
            <a:spLocks noGrp="1"/>
          </p:cNvSpPr>
          <p:nvPr/>
        </p:nvSpPr>
        <p:spPr>
          <a:xfrm>
            <a:off x="1268110" y="3608141"/>
            <a:ext cx="28398" cy="28398"/>
          </a:xfrm>
          <a:prstGeom prst="ellipse">
            <a:avLst/>
          </a:prstGeom>
          <a:solidFill>
            <a:srgbClr val="2D887E">
              <a:alpha val="30000"/>
            </a:srgbClr>
          </a:solidFill>
          <a:ln w="0">
            <a:noFill/>
            <a:prstDash val="solid"/>
          </a:ln>
        </p:spPr>
      </p:sp>
      <p:sp>
        <p:nvSpPr>
          <p:cNvPr id="27" name="02_predicted_pose_3326">
            <a:extLst>
              <a:ext uri="{FF2B5EF4-FFF2-40B4-BE49-F238E27FC236}">
                <a16:creationId xmlns:a16="http://schemas.microsoft.com/office/drawing/2014/main" id="{56A33195-E5CA-4B49-ACBB-52086F37D56A}"/>
              </a:ext>
            </a:extLst>
          </p:cNvPr>
          <p:cNvSpPr>
            <a:spLocks noGrp="1"/>
          </p:cNvSpPr>
          <p:nvPr/>
        </p:nvSpPr>
        <p:spPr>
          <a:xfrm>
            <a:off x="1281892" y="3579246"/>
            <a:ext cx="28398" cy="28398"/>
          </a:xfrm>
          <a:prstGeom prst="ellipse">
            <a:avLst/>
          </a:prstGeom>
          <a:solidFill>
            <a:srgbClr val="2D887E">
              <a:alpha val="30000"/>
            </a:srgbClr>
          </a:solidFill>
          <a:ln w="0">
            <a:noFill/>
            <a:prstDash val="solid"/>
          </a:ln>
        </p:spPr>
      </p:sp>
      <p:sp>
        <p:nvSpPr>
          <p:cNvPr id="28" name="02_predicted_pose_3327">
            <a:extLst>
              <a:ext uri="{FF2B5EF4-FFF2-40B4-BE49-F238E27FC236}">
                <a16:creationId xmlns:a16="http://schemas.microsoft.com/office/drawing/2014/main" id="{AEE1020C-E0D7-456F-8BF8-498435D5C570}"/>
              </a:ext>
            </a:extLst>
          </p:cNvPr>
          <p:cNvSpPr>
            <a:spLocks noGrp="1"/>
          </p:cNvSpPr>
          <p:nvPr/>
        </p:nvSpPr>
        <p:spPr>
          <a:xfrm>
            <a:off x="1295673" y="3595981"/>
            <a:ext cx="28398" cy="28398"/>
          </a:xfrm>
          <a:prstGeom prst="ellipse">
            <a:avLst/>
          </a:prstGeom>
          <a:solidFill>
            <a:srgbClr val="2D887E">
              <a:alpha val="30000"/>
            </a:srgbClr>
          </a:solidFill>
          <a:ln w="0">
            <a:noFill/>
            <a:prstDash val="solid"/>
          </a:ln>
        </p:spPr>
      </p:sp>
      <p:sp>
        <p:nvSpPr>
          <p:cNvPr id="29" name="02_predicted_pose_3328">
            <a:extLst>
              <a:ext uri="{FF2B5EF4-FFF2-40B4-BE49-F238E27FC236}">
                <a16:creationId xmlns:a16="http://schemas.microsoft.com/office/drawing/2014/main" id="{D144890A-D768-4913-B17B-DDDFFA72DF39}"/>
              </a:ext>
            </a:extLst>
          </p:cNvPr>
          <p:cNvSpPr>
            <a:spLocks noGrp="1"/>
          </p:cNvSpPr>
          <p:nvPr/>
        </p:nvSpPr>
        <p:spPr>
          <a:xfrm>
            <a:off x="1309454" y="3458558"/>
            <a:ext cx="28398" cy="28398"/>
          </a:xfrm>
          <a:prstGeom prst="ellipse">
            <a:avLst/>
          </a:prstGeom>
          <a:solidFill>
            <a:srgbClr val="2D887E">
              <a:alpha val="30000"/>
            </a:srgbClr>
          </a:solidFill>
          <a:ln w="0">
            <a:noFill/>
            <a:prstDash val="solid"/>
          </a:ln>
        </p:spPr>
      </p:sp>
      <p:sp>
        <p:nvSpPr>
          <p:cNvPr id="30" name="02_predicted_pose_3329">
            <a:extLst>
              <a:ext uri="{FF2B5EF4-FFF2-40B4-BE49-F238E27FC236}">
                <a16:creationId xmlns:a16="http://schemas.microsoft.com/office/drawing/2014/main" id="{0775DC8E-8A3A-4054-ADF5-AAEBA52CD8C8}"/>
              </a:ext>
            </a:extLst>
          </p:cNvPr>
          <p:cNvSpPr>
            <a:spLocks noGrp="1"/>
          </p:cNvSpPr>
          <p:nvPr/>
        </p:nvSpPr>
        <p:spPr>
          <a:xfrm>
            <a:off x="1323235" y="3614920"/>
            <a:ext cx="28398" cy="28398"/>
          </a:xfrm>
          <a:prstGeom prst="ellipse">
            <a:avLst/>
          </a:prstGeom>
          <a:solidFill>
            <a:srgbClr val="2D887E">
              <a:alpha val="30000"/>
            </a:srgbClr>
          </a:solidFill>
          <a:ln w="0">
            <a:noFill/>
            <a:prstDash val="solid"/>
          </a:ln>
        </p:spPr>
      </p:sp>
      <p:sp>
        <p:nvSpPr>
          <p:cNvPr id="31" name="02_predicted_pose_3330">
            <a:extLst>
              <a:ext uri="{FF2B5EF4-FFF2-40B4-BE49-F238E27FC236}">
                <a16:creationId xmlns:a16="http://schemas.microsoft.com/office/drawing/2014/main" id="{76DAF926-D705-451E-9517-8FB0CB9F6E45}"/>
              </a:ext>
            </a:extLst>
          </p:cNvPr>
          <p:cNvSpPr>
            <a:spLocks noGrp="1"/>
          </p:cNvSpPr>
          <p:nvPr/>
        </p:nvSpPr>
        <p:spPr>
          <a:xfrm>
            <a:off x="1337017" y="3582223"/>
            <a:ext cx="28398" cy="28398"/>
          </a:xfrm>
          <a:prstGeom prst="ellipse">
            <a:avLst/>
          </a:prstGeom>
          <a:solidFill>
            <a:srgbClr val="2D887E">
              <a:alpha val="30000"/>
            </a:srgbClr>
          </a:solidFill>
          <a:ln w="0">
            <a:noFill/>
            <a:prstDash val="solid"/>
          </a:ln>
        </p:spPr>
      </p:sp>
      <p:sp>
        <p:nvSpPr>
          <p:cNvPr id="32" name="02_predicted_pose_3331">
            <a:extLst>
              <a:ext uri="{FF2B5EF4-FFF2-40B4-BE49-F238E27FC236}">
                <a16:creationId xmlns:a16="http://schemas.microsoft.com/office/drawing/2014/main" id="{E6D38EED-98E8-44DC-A943-9D2ED97D17F9}"/>
              </a:ext>
            </a:extLst>
          </p:cNvPr>
          <p:cNvSpPr>
            <a:spLocks noGrp="1"/>
          </p:cNvSpPr>
          <p:nvPr/>
        </p:nvSpPr>
        <p:spPr>
          <a:xfrm>
            <a:off x="1350798" y="3445403"/>
            <a:ext cx="28398" cy="28398"/>
          </a:xfrm>
          <a:prstGeom prst="ellipse">
            <a:avLst/>
          </a:prstGeom>
          <a:solidFill>
            <a:srgbClr val="2D887E">
              <a:alpha val="30000"/>
            </a:srgbClr>
          </a:solidFill>
          <a:ln w="0">
            <a:noFill/>
            <a:prstDash val="solid"/>
          </a:ln>
        </p:spPr>
      </p:sp>
      <p:sp>
        <p:nvSpPr>
          <p:cNvPr id="33" name="02_predicted_pose_3332">
            <a:extLst>
              <a:ext uri="{FF2B5EF4-FFF2-40B4-BE49-F238E27FC236}">
                <a16:creationId xmlns:a16="http://schemas.microsoft.com/office/drawing/2014/main" id="{CEBF17C5-FF2C-4512-90C1-23D91C4DA39C}"/>
              </a:ext>
            </a:extLst>
          </p:cNvPr>
          <p:cNvSpPr>
            <a:spLocks noGrp="1"/>
          </p:cNvSpPr>
          <p:nvPr/>
        </p:nvSpPr>
        <p:spPr>
          <a:xfrm>
            <a:off x="1364579" y="3568188"/>
            <a:ext cx="28398" cy="28398"/>
          </a:xfrm>
          <a:prstGeom prst="ellipse">
            <a:avLst/>
          </a:prstGeom>
          <a:solidFill>
            <a:srgbClr val="2D887E">
              <a:alpha val="30000"/>
            </a:srgbClr>
          </a:solidFill>
          <a:ln w="0">
            <a:noFill/>
            <a:prstDash val="solid"/>
          </a:ln>
        </p:spPr>
      </p:sp>
      <p:sp>
        <p:nvSpPr>
          <p:cNvPr id="34" name="02_predicted_pose_3333">
            <a:extLst>
              <a:ext uri="{FF2B5EF4-FFF2-40B4-BE49-F238E27FC236}">
                <a16:creationId xmlns:a16="http://schemas.microsoft.com/office/drawing/2014/main" id="{32A35694-7D57-49B5-A00F-7F874C464B95}"/>
              </a:ext>
            </a:extLst>
          </p:cNvPr>
          <p:cNvSpPr>
            <a:spLocks noGrp="1"/>
          </p:cNvSpPr>
          <p:nvPr/>
        </p:nvSpPr>
        <p:spPr>
          <a:xfrm>
            <a:off x="1378360" y="3598190"/>
            <a:ext cx="28398" cy="28398"/>
          </a:xfrm>
          <a:prstGeom prst="ellipse">
            <a:avLst/>
          </a:prstGeom>
          <a:solidFill>
            <a:srgbClr val="2D887E">
              <a:alpha val="30000"/>
            </a:srgbClr>
          </a:solidFill>
          <a:ln w="0">
            <a:noFill/>
            <a:prstDash val="solid"/>
          </a:ln>
        </p:spPr>
      </p:sp>
      <p:sp>
        <p:nvSpPr>
          <p:cNvPr id="35" name="02_predicted_pose_3334">
            <a:extLst>
              <a:ext uri="{FF2B5EF4-FFF2-40B4-BE49-F238E27FC236}">
                <a16:creationId xmlns:a16="http://schemas.microsoft.com/office/drawing/2014/main" id="{9D376604-FB93-46EF-B661-83314CF6A2BF}"/>
              </a:ext>
            </a:extLst>
          </p:cNvPr>
          <p:cNvSpPr>
            <a:spLocks noGrp="1"/>
          </p:cNvSpPr>
          <p:nvPr/>
        </p:nvSpPr>
        <p:spPr>
          <a:xfrm>
            <a:off x="1392142" y="3525504"/>
            <a:ext cx="28398" cy="28398"/>
          </a:xfrm>
          <a:prstGeom prst="ellipse">
            <a:avLst/>
          </a:prstGeom>
          <a:solidFill>
            <a:srgbClr val="2D887E">
              <a:alpha val="30000"/>
            </a:srgbClr>
          </a:solidFill>
          <a:ln w="0">
            <a:noFill/>
            <a:prstDash val="solid"/>
          </a:ln>
        </p:spPr>
      </p:sp>
      <p:sp>
        <p:nvSpPr>
          <p:cNvPr id="36" name="02_predicted_pose_3335">
            <a:extLst>
              <a:ext uri="{FF2B5EF4-FFF2-40B4-BE49-F238E27FC236}">
                <a16:creationId xmlns:a16="http://schemas.microsoft.com/office/drawing/2014/main" id="{38818220-9F17-4382-BA25-86DF617D23A4}"/>
              </a:ext>
            </a:extLst>
          </p:cNvPr>
          <p:cNvSpPr>
            <a:spLocks noGrp="1"/>
          </p:cNvSpPr>
          <p:nvPr/>
        </p:nvSpPr>
        <p:spPr>
          <a:xfrm>
            <a:off x="1281547" y="3384862"/>
            <a:ext cx="28398" cy="28398"/>
          </a:xfrm>
          <a:prstGeom prst="ellipse">
            <a:avLst/>
          </a:prstGeom>
          <a:solidFill>
            <a:srgbClr val="2D887E">
              <a:alpha val="30000"/>
            </a:srgbClr>
          </a:solidFill>
          <a:ln w="0">
            <a:noFill/>
            <a:prstDash val="solid"/>
          </a:ln>
        </p:spPr>
      </p:sp>
      <p:sp>
        <p:nvSpPr>
          <p:cNvPr id="37" name="02_predicted_pose_3336">
            <a:extLst>
              <a:ext uri="{FF2B5EF4-FFF2-40B4-BE49-F238E27FC236}">
                <a16:creationId xmlns:a16="http://schemas.microsoft.com/office/drawing/2014/main" id="{08A56639-A102-442D-9D57-3938C1B74117}"/>
              </a:ext>
            </a:extLst>
          </p:cNvPr>
          <p:cNvSpPr>
            <a:spLocks noGrp="1"/>
          </p:cNvSpPr>
          <p:nvPr/>
        </p:nvSpPr>
        <p:spPr>
          <a:xfrm>
            <a:off x="1374570" y="3393729"/>
            <a:ext cx="28398" cy="28398"/>
          </a:xfrm>
          <a:prstGeom prst="ellipse">
            <a:avLst/>
          </a:prstGeom>
          <a:solidFill>
            <a:srgbClr val="2D887E">
              <a:alpha val="30000"/>
            </a:srgbClr>
          </a:solidFill>
          <a:ln w="0">
            <a:noFill/>
            <a:prstDash val="solid"/>
          </a:ln>
        </p:spPr>
      </p:sp>
      <p:sp>
        <p:nvSpPr>
          <p:cNvPr id="38" name="02_predicted_pose_3337">
            <a:extLst>
              <a:ext uri="{FF2B5EF4-FFF2-40B4-BE49-F238E27FC236}">
                <a16:creationId xmlns:a16="http://schemas.microsoft.com/office/drawing/2014/main" id="{CBB006BE-609E-4F9A-94A8-9D4BA3A08999}"/>
              </a:ext>
            </a:extLst>
          </p:cNvPr>
          <p:cNvSpPr>
            <a:spLocks noGrp="1"/>
          </p:cNvSpPr>
          <p:nvPr/>
        </p:nvSpPr>
        <p:spPr>
          <a:xfrm>
            <a:off x="1467594" y="3394037"/>
            <a:ext cx="28398" cy="28398"/>
          </a:xfrm>
          <a:prstGeom prst="ellipse">
            <a:avLst/>
          </a:prstGeom>
          <a:solidFill>
            <a:srgbClr val="2D887E">
              <a:alpha val="30000"/>
            </a:srgbClr>
          </a:solidFill>
          <a:ln w="0">
            <a:noFill/>
            <a:prstDash val="solid"/>
          </a:ln>
        </p:spPr>
      </p:sp>
      <p:sp>
        <p:nvSpPr>
          <p:cNvPr id="39" name="02_predicted_pose_3338">
            <a:extLst>
              <a:ext uri="{FF2B5EF4-FFF2-40B4-BE49-F238E27FC236}">
                <a16:creationId xmlns:a16="http://schemas.microsoft.com/office/drawing/2014/main" id="{1F4A0BDC-1030-43CD-B314-EB67E6A3A2D1}"/>
              </a:ext>
            </a:extLst>
          </p:cNvPr>
          <p:cNvSpPr>
            <a:spLocks noGrp="1"/>
          </p:cNvSpPr>
          <p:nvPr/>
        </p:nvSpPr>
        <p:spPr>
          <a:xfrm>
            <a:off x="1217120" y="3622635"/>
            <a:ext cx="28398" cy="28398"/>
          </a:xfrm>
          <a:prstGeom prst="ellipse">
            <a:avLst/>
          </a:prstGeom>
          <a:solidFill>
            <a:srgbClr val="2D887E">
              <a:alpha val="30000"/>
            </a:srgbClr>
          </a:solidFill>
          <a:ln w="0">
            <a:noFill/>
            <a:prstDash val="solid"/>
          </a:ln>
        </p:spPr>
      </p:sp>
      <p:sp>
        <p:nvSpPr>
          <p:cNvPr id="40" name="02_predicted_pose_3339">
            <a:extLst>
              <a:ext uri="{FF2B5EF4-FFF2-40B4-BE49-F238E27FC236}">
                <a16:creationId xmlns:a16="http://schemas.microsoft.com/office/drawing/2014/main" id="{72B4D30C-8AF6-4F33-88F8-2216F7CAAF25}"/>
              </a:ext>
            </a:extLst>
          </p:cNvPr>
          <p:cNvSpPr>
            <a:spLocks noGrp="1"/>
          </p:cNvSpPr>
          <p:nvPr/>
        </p:nvSpPr>
        <p:spPr>
          <a:xfrm>
            <a:off x="1310143" y="3505856"/>
            <a:ext cx="28398" cy="28398"/>
          </a:xfrm>
          <a:prstGeom prst="ellipse">
            <a:avLst/>
          </a:prstGeom>
          <a:solidFill>
            <a:srgbClr val="2D887E">
              <a:alpha val="30000"/>
            </a:srgbClr>
          </a:solidFill>
          <a:ln w="0">
            <a:noFill/>
            <a:prstDash val="solid"/>
          </a:ln>
        </p:spPr>
      </p:sp>
      <p:sp>
        <p:nvSpPr>
          <p:cNvPr id="41" name="02_predicted_pose_3340">
            <a:extLst>
              <a:ext uri="{FF2B5EF4-FFF2-40B4-BE49-F238E27FC236}">
                <a16:creationId xmlns:a16="http://schemas.microsoft.com/office/drawing/2014/main" id="{3C56ABCC-27AB-4FC8-A5E4-9B4A6B9D21BF}"/>
              </a:ext>
            </a:extLst>
          </p:cNvPr>
          <p:cNvSpPr>
            <a:spLocks noGrp="1"/>
          </p:cNvSpPr>
          <p:nvPr/>
        </p:nvSpPr>
        <p:spPr>
          <a:xfrm>
            <a:off x="1403167" y="3636007"/>
            <a:ext cx="28398" cy="28398"/>
          </a:xfrm>
          <a:prstGeom prst="ellipse">
            <a:avLst/>
          </a:prstGeom>
          <a:solidFill>
            <a:srgbClr val="2D887E">
              <a:alpha val="30000"/>
            </a:srgbClr>
          </a:solidFill>
          <a:ln w="0">
            <a:noFill/>
            <a:prstDash val="solid"/>
          </a:ln>
        </p:spPr>
      </p:sp>
      <p:sp>
        <p:nvSpPr>
          <p:cNvPr id="42" name="02_predicted_pose_3341">
            <a:extLst>
              <a:ext uri="{FF2B5EF4-FFF2-40B4-BE49-F238E27FC236}">
                <a16:creationId xmlns:a16="http://schemas.microsoft.com/office/drawing/2014/main" id="{E8E29C30-2D9D-40BB-9F13-82C1B73C4CB9}"/>
              </a:ext>
            </a:extLst>
          </p:cNvPr>
          <p:cNvSpPr>
            <a:spLocks noGrp="1"/>
          </p:cNvSpPr>
          <p:nvPr/>
        </p:nvSpPr>
        <p:spPr>
          <a:xfrm>
            <a:off x="1496190" y="3556363"/>
            <a:ext cx="28398" cy="28398"/>
          </a:xfrm>
          <a:prstGeom prst="ellipse">
            <a:avLst/>
          </a:prstGeom>
          <a:solidFill>
            <a:srgbClr val="2D887E">
              <a:alpha val="30000"/>
            </a:srgbClr>
          </a:solidFill>
          <a:ln w="0">
            <a:noFill/>
            <a:prstDash val="solid"/>
          </a:ln>
        </p:spPr>
      </p:sp>
      <p:sp>
        <p:nvSpPr>
          <p:cNvPr id="43" name="02_predicted_pose_3342">
            <a:extLst>
              <a:ext uri="{FF2B5EF4-FFF2-40B4-BE49-F238E27FC236}">
                <a16:creationId xmlns:a16="http://schemas.microsoft.com/office/drawing/2014/main" id="{73FBFFF2-352B-49A5-A4D6-6B0FC429BD69}"/>
              </a:ext>
            </a:extLst>
          </p:cNvPr>
          <p:cNvSpPr>
            <a:spLocks noGrp="1"/>
          </p:cNvSpPr>
          <p:nvPr/>
        </p:nvSpPr>
        <p:spPr>
          <a:xfrm>
            <a:off x="1245716" y="3524089"/>
            <a:ext cx="28398" cy="28398"/>
          </a:xfrm>
          <a:prstGeom prst="ellipse">
            <a:avLst/>
          </a:prstGeom>
          <a:solidFill>
            <a:srgbClr val="2D887E">
              <a:alpha val="30000"/>
            </a:srgbClr>
          </a:solidFill>
          <a:ln w="0">
            <a:noFill/>
            <a:prstDash val="solid"/>
          </a:ln>
        </p:spPr>
      </p:sp>
      <p:sp>
        <p:nvSpPr>
          <p:cNvPr id="44" name="02_predicted_pose_3343">
            <a:extLst>
              <a:ext uri="{FF2B5EF4-FFF2-40B4-BE49-F238E27FC236}">
                <a16:creationId xmlns:a16="http://schemas.microsoft.com/office/drawing/2014/main" id="{F8A0EEAA-A55D-48ED-A156-FCD79384E1FE}"/>
              </a:ext>
            </a:extLst>
          </p:cNvPr>
          <p:cNvSpPr>
            <a:spLocks noGrp="1"/>
          </p:cNvSpPr>
          <p:nvPr/>
        </p:nvSpPr>
        <p:spPr>
          <a:xfrm>
            <a:off x="1338739" y="3585276"/>
            <a:ext cx="28398" cy="28398"/>
          </a:xfrm>
          <a:prstGeom prst="ellipse">
            <a:avLst/>
          </a:prstGeom>
          <a:solidFill>
            <a:srgbClr val="2D887E">
              <a:alpha val="30000"/>
            </a:srgbClr>
          </a:solidFill>
          <a:ln w="0">
            <a:noFill/>
            <a:prstDash val="solid"/>
          </a:ln>
        </p:spPr>
      </p:sp>
      <p:sp>
        <p:nvSpPr>
          <p:cNvPr id="45" name="02_predicted_pose_3344">
            <a:extLst>
              <a:ext uri="{FF2B5EF4-FFF2-40B4-BE49-F238E27FC236}">
                <a16:creationId xmlns:a16="http://schemas.microsoft.com/office/drawing/2014/main" id="{B2425413-DB40-4E9D-988F-3A1E3D95CB7B}"/>
              </a:ext>
            </a:extLst>
          </p:cNvPr>
          <p:cNvSpPr>
            <a:spLocks noGrp="1"/>
          </p:cNvSpPr>
          <p:nvPr/>
        </p:nvSpPr>
        <p:spPr>
          <a:xfrm>
            <a:off x="1431763" y="3576576"/>
            <a:ext cx="28398" cy="28398"/>
          </a:xfrm>
          <a:prstGeom prst="ellipse">
            <a:avLst/>
          </a:prstGeom>
          <a:solidFill>
            <a:srgbClr val="2D887E">
              <a:alpha val="30000"/>
            </a:srgbClr>
          </a:solidFill>
          <a:ln w="0">
            <a:noFill/>
            <a:prstDash val="solid"/>
          </a:ln>
        </p:spPr>
      </p:sp>
      <p:sp>
        <p:nvSpPr>
          <p:cNvPr id="46" name="02_predicted_pose_3345">
            <a:extLst>
              <a:ext uri="{FF2B5EF4-FFF2-40B4-BE49-F238E27FC236}">
                <a16:creationId xmlns:a16="http://schemas.microsoft.com/office/drawing/2014/main" id="{290CCEA6-F325-4719-B6FD-C87B8FA6B5F6}"/>
              </a:ext>
            </a:extLst>
          </p:cNvPr>
          <p:cNvSpPr>
            <a:spLocks noGrp="1"/>
          </p:cNvSpPr>
          <p:nvPr/>
        </p:nvSpPr>
        <p:spPr>
          <a:xfrm>
            <a:off x="1295328" y="3373117"/>
            <a:ext cx="28398" cy="28398"/>
          </a:xfrm>
          <a:prstGeom prst="ellipse">
            <a:avLst/>
          </a:prstGeom>
          <a:solidFill>
            <a:srgbClr val="2D887E">
              <a:alpha val="30000"/>
            </a:srgbClr>
          </a:solidFill>
          <a:ln w="0">
            <a:noFill/>
            <a:prstDash val="solid"/>
          </a:ln>
        </p:spPr>
      </p:sp>
      <p:sp>
        <p:nvSpPr>
          <p:cNvPr id="47" name="02_predicted_pose_3346">
            <a:extLst>
              <a:ext uri="{FF2B5EF4-FFF2-40B4-BE49-F238E27FC236}">
                <a16:creationId xmlns:a16="http://schemas.microsoft.com/office/drawing/2014/main" id="{C0C5C001-AB6F-4EE1-96C8-A18303B318E1}"/>
              </a:ext>
            </a:extLst>
          </p:cNvPr>
          <p:cNvSpPr>
            <a:spLocks noGrp="1"/>
          </p:cNvSpPr>
          <p:nvPr/>
        </p:nvSpPr>
        <p:spPr>
          <a:xfrm>
            <a:off x="1388352" y="3496370"/>
            <a:ext cx="28398" cy="28398"/>
          </a:xfrm>
          <a:prstGeom prst="ellipse">
            <a:avLst/>
          </a:prstGeom>
          <a:solidFill>
            <a:srgbClr val="2D887E">
              <a:alpha val="30000"/>
            </a:srgbClr>
          </a:solidFill>
          <a:ln w="0">
            <a:noFill/>
            <a:prstDash val="solid"/>
          </a:ln>
        </p:spPr>
      </p:sp>
      <p:sp>
        <p:nvSpPr>
          <p:cNvPr id="48" name="02_predicted_pose_3347">
            <a:extLst>
              <a:ext uri="{FF2B5EF4-FFF2-40B4-BE49-F238E27FC236}">
                <a16:creationId xmlns:a16="http://schemas.microsoft.com/office/drawing/2014/main" id="{D18B2BCC-FC7F-47BF-963E-5EC8AF010AF0}"/>
              </a:ext>
            </a:extLst>
          </p:cNvPr>
          <p:cNvSpPr>
            <a:spLocks noGrp="1"/>
          </p:cNvSpPr>
          <p:nvPr/>
        </p:nvSpPr>
        <p:spPr>
          <a:xfrm>
            <a:off x="1481375" y="3665513"/>
            <a:ext cx="28398" cy="28398"/>
          </a:xfrm>
          <a:prstGeom prst="ellipse">
            <a:avLst/>
          </a:prstGeom>
          <a:solidFill>
            <a:srgbClr val="2D887E">
              <a:alpha val="30000"/>
            </a:srgbClr>
          </a:solidFill>
          <a:ln w="0">
            <a:noFill/>
            <a:prstDash val="solid"/>
          </a:ln>
        </p:spPr>
      </p:sp>
      <p:sp>
        <p:nvSpPr>
          <p:cNvPr id="49" name="02_predicted_pose_3348">
            <a:extLst>
              <a:ext uri="{FF2B5EF4-FFF2-40B4-BE49-F238E27FC236}">
                <a16:creationId xmlns:a16="http://schemas.microsoft.com/office/drawing/2014/main" id="{DC07A15F-0102-465F-9E75-75F85D8BBA7E}"/>
              </a:ext>
            </a:extLst>
          </p:cNvPr>
          <p:cNvSpPr>
            <a:spLocks noGrp="1"/>
          </p:cNvSpPr>
          <p:nvPr/>
        </p:nvSpPr>
        <p:spPr>
          <a:xfrm>
            <a:off x="1230901" y="3568145"/>
            <a:ext cx="28398" cy="28398"/>
          </a:xfrm>
          <a:prstGeom prst="ellipse">
            <a:avLst/>
          </a:prstGeom>
          <a:solidFill>
            <a:srgbClr val="2D887E">
              <a:alpha val="30000"/>
            </a:srgbClr>
          </a:solidFill>
          <a:ln w="0">
            <a:noFill/>
            <a:prstDash val="solid"/>
          </a:ln>
        </p:spPr>
      </p:sp>
      <p:sp>
        <p:nvSpPr>
          <p:cNvPr id="50" name="02_predicted_pose_3349">
            <a:extLst>
              <a:ext uri="{FF2B5EF4-FFF2-40B4-BE49-F238E27FC236}">
                <a16:creationId xmlns:a16="http://schemas.microsoft.com/office/drawing/2014/main" id="{F183BDCE-2456-4B09-A138-3A5E3C03AA14}"/>
              </a:ext>
            </a:extLst>
          </p:cNvPr>
          <p:cNvSpPr>
            <a:spLocks noGrp="1"/>
          </p:cNvSpPr>
          <p:nvPr/>
        </p:nvSpPr>
        <p:spPr>
          <a:xfrm>
            <a:off x="1323924" y="3630968"/>
            <a:ext cx="28398" cy="28398"/>
          </a:xfrm>
          <a:prstGeom prst="ellipse">
            <a:avLst/>
          </a:prstGeom>
          <a:solidFill>
            <a:srgbClr val="2D887E">
              <a:alpha val="30000"/>
            </a:srgbClr>
          </a:solidFill>
          <a:ln w="0">
            <a:noFill/>
            <a:prstDash val="solid"/>
          </a:ln>
        </p:spPr>
      </p:sp>
      <p:sp>
        <p:nvSpPr>
          <p:cNvPr id="51" name="02_predicted_pose_3350">
            <a:extLst>
              <a:ext uri="{FF2B5EF4-FFF2-40B4-BE49-F238E27FC236}">
                <a16:creationId xmlns:a16="http://schemas.microsoft.com/office/drawing/2014/main" id="{C4F6CF6D-BD82-4B88-BCE5-3148F63D88A1}"/>
              </a:ext>
            </a:extLst>
          </p:cNvPr>
          <p:cNvSpPr>
            <a:spLocks noGrp="1"/>
          </p:cNvSpPr>
          <p:nvPr/>
        </p:nvSpPr>
        <p:spPr>
          <a:xfrm>
            <a:off x="1416948" y="3502576"/>
            <a:ext cx="28398" cy="28398"/>
          </a:xfrm>
          <a:prstGeom prst="ellipse">
            <a:avLst/>
          </a:prstGeom>
          <a:solidFill>
            <a:srgbClr val="2D887E">
              <a:alpha val="30000"/>
            </a:srgbClr>
          </a:solidFill>
          <a:ln w="0">
            <a:noFill/>
            <a:prstDash val="solid"/>
          </a:ln>
        </p:spPr>
      </p:sp>
      <p:sp>
        <p:nvSpPr>
          <p:cNvPr id="52" name="02_predicted_pose_3351">
            <a:extLst>
              <a:ext uri="{FF2B5EF4-FFF2-40B4-BE49-F238E27FC236}">
                <a16:creationId xmlns:a16="http://schemas.microsoft.com/office/drawing/2014/main" id="{923C0F8E-D12B-499E-86FA-3ABBA1D5AD84}"/>
              </a:ext>
            </a:extLst>
          </p:cNvPr>
          <p:cNvSpPr>
            <a:spLocks noGrp="1"/>
          </p:cNvSpPr>
          <p:nvPr/>
        </p:nvSpPr>
        <p:spPr>
          <a:xfrm>
            <a:off x="1166474" y="3567186"/>
            <a:ext cx="28398" cy="28398"/>
          </a:xfrm>
          <a:prstGeom prst="ellipse">
            <a:avLst/>
          </a:prstGeom>
          <a:solidFill>
            <a:srgbClr val="2D887E">
              <a:alpha val="30000"/>
            </a:srgbClr>
          </a:solidFill>
          <a:ln w="0">
            <a:noFill/>
            <a:prstDash val="solid"/>
          </a:ln>
        </p:spPr>
      </p:sp>
      <p:sp>
        <p:nvSpPr>
          <p:cNvPr id="53" name="02_predicted_pose_3352">
            <a:extLst>
              <a:ext uri="{FF2B5EF4-FFF2-40B4-BE49-F238E27FC236}">
                <a16:creationId xmlns:a16="http://schemas.microsoft.com/office/drawing/2014/main" id="{75E8F2BF-3D1F-40A6-8174-E263B770931B}"/>
              </a:ext>
            </a:extLst>
          </p:cNvPr>
          <p:cNvSpPr>
            <a:spLocks noGrp="1"/>
          </p:cNvSpPr>
          <p:nvPr/>
        </p:nvSpPr>
        <p:spPr>
          <a:xfrm>
            <a:off x="1259497" y="3581416"/>
            <a:ext cx="28398" cy="28398"/>
          </a:xfrm>
          <a:prstGeom prst="ellipse">
            <a:avLst/>
          </a:prstGeom>
          <a:solidFill>
            <a:srgbClr val="2D887E">
              <a:alpha val="30000"/>
            </a:srgbClr>
          </a:solidFill>
          <a:ln w="0">
            <a:noFill/>
            <a:prstDash val="solid"/>
          </a:ln>
        </p:spPr>
      </p:sp>
      <p:sp>
        <p:nvSpPr>
          <p:cNvPr id="54" name="02_predicted_pose_3353">
            <a:extLst>
              <a:ext uri="{FF2B5EF4-FFF2-40B4-BE49-F238E27FC236}">
                <a16:creationId xmlns:a16="http://schemas.microsoft.com/office/drawing/2014/main" id="{6CA50B87-8AC2-43F7-885F-6346DF238906}"/>
              </a:ext>
            </a:extLst>
          </p:cNvPr>
          <p:cNvSpPr>
            <a:spLocks noGrp="1"/>
          </p:cNvSpPr>
          <p:nvPr/>
        </p:nvSpPr>
        <p:spPr>
          <a:xfrm>
            <a:off x="1352520" y="3550280"/>
            <a:ext cx="28398" cy="28398"/>
          </a:xfrm>
          <a:prstGeom prst="ellipse">
            <a:avLst/>
          </a:prstGeom>
          <a:solidFill>
            <a:srgbClr val="2D887E">
              <a:alpha val="30000"/>
            </a:srgbClr>
          </a:solidFill>
          <a:ln w="0">
            <a:noFill/>
            <a:prstDash val="solid"/>
          </a:ln>
        </p:spPr>
      </p:sp>
      <p:sp>
        <p:nvSpPr>
          <p:cNvPr id="55" name="02_predicted_pose_3354">
            <a:extLst>
              <a:ext uri="{FF2B5EF4-FFF2-40B4-BE49-F238E27FC236}">
                <a16:creationId xmlns:a16="http://schemas.microsoft.com/office/drawing/2014/main" id="{AB58497F-0EC5-479C-9DA9-0BAADF2B052C}"/>
              </a:ext>
            </a:extLst>
          </p:cNvPr>
          <p:cNvSpPr>
            <a:spLocks noGrp="1"/>
          </p:cNvSpPr>
          <p:nvPr/>
        </p:nvSpPr>
        <p:spPr>
          <a:xfrm>
            <a:off x="1445544" y="3436773"/>
            <a:ext cx="28398" cy="28398"/>
          </a:xfrm>
          <a:prstGeom prst="ellipse">
            <a:avLst/>
          </a:prstGeom>
          <a:solidFill>
            <a:srgbClr val="2D887E">
              <a:alpha val="30000"/>
            </a:srgbClr>
          </a:solidFill>
          <a:ln w="0">
            <a:noFill/>
            <a:prstDash val="solid"/>
          </a:ln>
        </p:spPr>
      </p:sp>
      <p:sp>
        <p:nvSpPr>
          <p:cNvPr id="56" name="02_predicted_pose_3355">
            <a:extLst>
              <a:ext uri="{FF2B5EF4-FFF2-40B4-BE49-F238E27FC236}">
                <a16:creationId xmlns:a16="http://schemas.microsoft.com/office/drawing/2014/main" id="{4642CA09-97D4-4FA1-A615-A6F18660D757}"/>
              </a:ext>
            </a:extLst>
          </p:cNvPr>
          <p:cNvSpPr>
            <a:spLocks noGrp="1"/>
          </p:cNvSpPr>
          <p:nvPr/>
        </p:nvSpPr>
        <p:spPr>
          <a:xfrm>
            <a:off x="1309110" y="3636153"/>
            <a:ext cx="28398" cy="28398"/>
          </a:xfrm>
          <a:prstGeom prst="ellipse">
            <a:avLst/>
          </a:prstGeom>
          <a:solidFill>
            <a:srgbClr val="2D887E">
              <a:alpha val="30000"/>
            </a:srgbClr>
          </a:solidFill>
          <a:ln w="0">
            <a:noFill/>
            <a:prstDash val="solid"/>
          </a:ln>
        </p:spPr>
      </p:sp>
      <p:sp>
        <p:nvSpPr>
          <p:cNvPr id="57" name="02_predicted_pose_3356">
            <a:extLst>
              <a:ext uri="{FF2B5EF4-FFF2-40B4-BE49-F238E27FC236}">
                <a16:creationId xmlns:a16="http://schemas.microsoft.com/office/drawing/2014/main" id="{E3FE3624-0847-49AB-8250-D4D0A9D950C4}"/>
              </a:ext>
            </a:extLst>
          </p:cNvPr>
          <p:cNvSpPr>
            <a:spLocks noGrp="1"/>
          </p:cNvSpPr>
          <p:nvPr/>
        </p:nvSpPr>
        <p:spPr>
          <a:xfrm>
            <a:off x="1402133" y="3502949"/>
            <a:ext cx="28398" cy="28398"/>
          </a:xfrm>
          <a:prstGeom prst="ellipse">
            <a:avLst/>
          </a:prstGeom>
          <a:solidFill>
            <a:srgbClr val="2D887E">
              <a:alpha val="30000"/>
            </a:srgbClr>
          </a:solidFill>
          <a:ln w="0">
            <a:noFill/>
            <a:prstDash val="solid"/>
          </a:ln>
        </p:spPr>
      </p:sp>
      <p:sp>
        <p:nvSpPr>
          <p:cNvPr id="58" name="02_predicted_pose_3357">
            <a:extLst>
              <a:ext uri="{FF2B5EF4-FFF2-40B4-BE49-F238E27FC236}">
                <a16:creationId xmlns:a16="http://schemas.microsoft.com/office/drawing/2014/main" id="{E744A7D9-A5BB-4727-A75B-4DC5BA80593B}"/>
              </a:ext>
            </a:extLst>
          </p:cNvPr>
          <p:cNvSpPr>
            <a:spLocks noGrp="1"/>
          </p:cNvSpPr>
          <p:nvPr/>
        </p:nvSpPr>
        <p:spPr>
          <a:xfrm>
            <a:off x="1495156" y="3597556"/>
            <a:ext cx="28398" cy="28398"/>
          </a:xfrm>
          <a:prstGeom prst="ellipse">
            <a:avLst/>
          </a:prstGeom>
          <a:solidFill>
            <a:srgbClr val="2D887E">
              <a:alpha val="30000"/>
            </a:srgbClr>
          </a:solidFill>
          <a:ln w="0">
            <a:noFill/>
            <a:prstDash val="solid"/>
          </a:ln>
        </p:spPr>
      </p:sp>
      <p:sp>
        <p:nvSpPr>
          <p:cNvPr id="59" name="02_predicted_pose_3358">
            <a:extLst>
              <a:ext uri="{FF2B5EF4-FFF2-40B4-BE49-F238E27FC236}">
                <a16:creationId xmlns:a16="http://schemas.microsoft.com/office/drawing/2014/main" id="{2E3A3122-1309-4359-8C2C-A9B21CBEE7D4}"/>
              </a:ext>
            </a:extLst>
          </p:cNvPr>
          <p:cNvSpPr>
            <a:spLocks noGrp="1"/>
          </p:cNvSpPr>
          <p:nvPr/>
        </p:nvSpPr>
        <p:spPr>
          <a:xfrm>
            <a:off x="1244682" y="3595359"/>
            <a:ext cx="28398" cy="28398"/>
          </a:xfrm>
          <a:prstGeom prst="ellipse">
            <a:avLst/>
          </a:prstGeom>
          <a:solidFill>
            <a:srgbClr val="2D887E">
              <a:alpha val="30000"/>
            </a:srgbClr>
          </a:solidFill>
          <a:ln w="0">
            <a:noFill/>
            <a:prstDash val="solid"/>
          </a:ln>
        </p:spPr>
      </p:sp>
      <p:sp>
        <p:nvSpPr>
          <p:cNvPr id="60" name="02_predicted_pose_3359">
            <a:extLst>
              <a:ext uri="{FF2B5EF4-FFF2-40B4-BE49-F238E27FC236}">
                <a16:creationId xmlns:a16="http://schemas.microsoft.com/office/drawing/2014/main" id="{9C15F108-494F-46C1-B327-A26E3E4369D0}"/>
              </a:ext>
            </a:extLst>
          </p:cNvPr>
          <p:cNvSpPr>
            <a:spLocks noGrp="1"/>
          </p:cNvSpPr>
          <p:nvPr/>
        </p:nvSpPr>
        <p:spPr>
          <a:xfrm>
            <a:off x="1337706" y="3611729"/>
            <a:ext cx="28398" cy="28398"/>
          </a:xfrm>
          <a:prstGeom prst="ellipse">
            <a:avLst/>
          </a:prstGeom>
          <a:solidFill>
            <a:srgbClr val="2D887E">
              <a:alpha val="30000"/>
            </a:srgbClr>
          </a:solidFill>
          <a:ln w="0">
            <a:noFill/>
            <a:prstDash val="solid"/>
          </a:ln>
        </p:spPr>
      </p:sp>
      <p:sp>
        <p:nvSpPr>
          <p:cNvPr id="61" name="02_predicted_pose_3360">
            <a:extLst>
              <a:ext uri="{FF2B5EF4-FFF2-40B4-BE49-F238E27FC236}">
                <a16:creationId xmlns:a16="http://schemas.microsoft.com/office/drawing/2014/main" id="{17FBC203-C77A-4D15-AA57-711D26B9797A}"/>
              </a:ext>
            </a:extLst>
          </p:cNvPr>
          <p:cNvSpPr>
            <a:spLocks noGrp="1"/>
          </p:cNvSpPr>
          <p:nvPr/>
        </p:nvSpPr>
        <p:spPr>
          <a:xfrm>
            <a:off x="1430729" y="3591998"/>
            <a:ext cx="28398" cy="28398"/>
          </a:xfrm>
          <a:prstGeom prst="ellipse">
            <a:avLst/>
          </a:prstGeom>
          <a:solidFill>
            <a:srgbClr val="2D887E">
              <a:alpha val="30000"/>
            </a:srgbClr>
          </a:solidFill>
          <a:ln w="0">
            <a:noFill/>
            <a:prstDash val="solid"/>
          </a:ln>
        </p:spPr>
      </p:sp>
      <p:sp>
        <p:nvSpPr>
          <p:cNvPr id="62" name="02_predicted_pose_3361">
            <a:extLst>
              <a:ext uri="{FF2B5EF4-FFF2-40B4-BE49-F238E27FC236}">
                <a16:creationId xmlns:a16="http://schemas.microsoft.com/office/drawing/2014/main" id="{06499690-96ED-49B9-8887-FB4220464F3A}"/>
              </a:ext>
            </a:extLst>
          </p:cNvPr>
          <p:cNvSpPr>
            <a:spLocks noGrp="1"/>
          </p:cNvSpPr>
          <p:nvPr/>
        </p:nvSpPr>
        <p:spPr>
          <a:xfrm>
            <a:off x="1180255" y="3635767"/>
            <a:ext cx="28398" cy="28398"/>
          </a:xfrm>
          <a:prstGeom prst="ellipse">
            <a:avLst/>
          </a:prstGeom>
          <a:solidFill>
            <a:srgbClr val="2D887E">
              <a:alpha val="30000"/>
            </a:srgbClr>
          </a:solidFill>
          <a:ln w="0">
            <a:noFill/>
            <a:prstDash val="solid"/>
          </a:ln>
        </p:spPr>
      </p:sp>
      <p:sp>
        <p:nvSpPr>
          <p:cNvPr id="63" name="02_predicted_pose_3362">
            <a:extLst>
              <a:ext uri="{FF2B5EF4-FFF2-40B4-BE49-F238E27FC236}">
                <a16:creationId xmlns:a16="http://schemas.microsoft.com/office/drawing/2014/main" id="{286D7AD9-E631-4F4D-96ED-91F15CDFE08D}"/>
              </a:ext>
            </a:extLst>
          </p:cNvPr>
          <p:cNvSpPr>
            <a:spLocks noGrp="1"/>
          </p:cNvSpPr>
          <p:nvPr/>
        </p:nvSpPr>
        <p:spPr>
          <a:xfrm>
            <a:off x="1273278" y="3606037"/>
            <a:ext cx="28398" cy="28398"/>
          </a:xfrm>
          <a:prstGeom prst="ellipse">
            <a:avLst/>
          </a:prstGeom>
          <a:solidFill>
            <a:srgbClr val="2D887E">
              <a:alpha val="30000"/>
            </a:srgbClr>
          </a:solidFill>
          <a:ln w="0">
            <a:noFill/>
            <a:prstDash val="solid"/>
          </a:ln>
        </p:spPr>
      </p:sp>
      <p:sp>
        <p:nvSpPr>
          <p:cNvPr id="64" name="02_predicted_pose_3363">
            <a:extLst>
              <a:ext uri="{FF2B5EF4-FFF2-40B4-BE49-F238E27FC236}">
                <a16:creationId xmlns:a16="http://schemas.microsoft.com/office/drawing/2014/main" id="{265A1ED2-3505-47DB-B0AF-EBF809DBD4F4}"/>
              </a:ext>
            </a:extLst>
          </p:cNvPr>
          <p:cNvSpPr>
            <a:spLocks noGrp="1"/>
          </p:cNvSpPr>
          <p:nvPr/>
        </p:nvSpPr>
        <p:spPr>
          <a:xfrm>
            <a:off x="1366302" y="3590038"/>
            <a:ext cx="28398" cy="28398"/>
          </a:xfrm>
          <a:prstGeom prst="ellipse">
            <a:avLst/>
          </a:prstGeom>
          <a:solidFill>
            <a:srgbClr val="2D887E">
              <a:alpha val="30000"/>
            </a:srgbClr>
          </a:solidFill>
          <a:ln w="0">
            <a:noFill/>
            <a:prstDash val="solid"/>
          </a:ln>
        </p:spPr>
      </p:sp>
      <p:sp>
        <p:nvSpPr>
          <p:cNvPr id="65" name="02_predicted_pose_3364">
            <a:extLst>
              <a:ext uri="{FF2B5EF4-FFF2-40B4-BE49-F238E27FC236}">
                <a16:creationId xmlns:a16="http://schemas.microsoft.com/office/drawing/2014/main" id="{FD6AE4FC-5871-4C83-B685-91FF416EDE5F}"/>
              </a:ext>
            </a:extLst>
          </p:cNvPr>
          <p:cNvSpPr>
            <a:spLocks noGrp="1"/>
          </p:cNvSpPr>
          <p:nvPr/>
        </p:nvSpPr>
        <p:spPr>
          <a:xfrm>
            <a:off x="1459325" y="3417331"/>
            <a:ext cx="28398" cy="28398"/>
          </a:xfrm>
          <a:prstGeom prst="ellipse">
            <a:avLst/>
          </a:prstGeom>
          <a:solidFill>
            <a:srgbClr val="2D887E">
              <a:alpha val="30000"/>
            </a:srgbClr>
          </a:solidFill>
          <a:ln w="0">
            <a:noFill/>
            <a:prstDash val="solid"/>
          </a:ln>
        </p:spPr>
      </p:sp>
      <p:sp>
        <p:nvSpPr>
          <p:cNvPr id="66" name="02_predicted_pose_3365">
            <a:extLst>
              <a:ext uri="{FF2B5EF4-FFF2-40B4-BE49-F238E27FC236}">
                <a16:creationId xmlns:a16="http://schemas.microsoft.com/office/drawing/2014/main" id="{163B6A4C-75F0-4F9D-9203-35923F54A751}"/>
              </a:ext>
            </a:extLst>
          </p:cNvPr>
          <p:cNvSpPr>
            <a:spLocks noGrp="1"/>
          </p:cNvSpPr>
          <p:nvPr/>
        </p:nvSpPr>
        <p:spPr>
          <a:xfrm>
            <a:off x="1322891" y="3621288"/>
            <a:ext cx="28398" cy="28398"/>
          </a:xfrm>
          <a:prstGeom prst="ellipse">
            <a:avLst/>
          </a:prstGeom>
          <a:solidFill>
            <a:srgbClr val="2D887E">
              <a:alpha val="30000"/>
            </a:srgbClr>
          </a:solidFill>
          <a:ln w="0">
            <a:noFill/>
            <a:prstDash val="solid"/>
          </a:ln>
        </p:spPr>
      </p:sp>
      <p:sp>
        <p:nvSpPr>
          <p:cNvPr id="67" name="02_predicted_pose_3366">
            <a:extLst>
              <a:ext uri="{FF2B5EF4-FFF2-40B4-BE49-F238E27FC236}">
                <a16:creationId xmlns:a16="http://schemas.microsoft.com/office/drawing/2014/main" id="{B5D21998-437E-4A07-92BC-062A83F194D3}"/>
              </a:ext>
            </a:extLst>
          </p:cNvPr>
          <p:cNvSpPr>
            <a:spLocks noGrp="1"/>
          </p:cNvSpPr>
          <p:nvPr/>
        </p:nvSpPr>
        <p:spPr>
          <a:xfrm>
            <a:off x="1415914" y="3388271"/>
            <a:ext cx="28398" cy="28398"/>
          </a:xfrm>
          <a:prstGeom prst="ellipse">
            <a:avLst/>
          </a:prstGeom>
          <a:solidFill>
            <a:srgbClr val="2D887E">
              <a:alpha val="30000"/>
            </a:srgbClr>
          </a:solidFill>
          <a:ln w="0">
            <a:noFill/>
            <a:prstDash val="solid"/>
          </a:ln>
        </p:spPr>
      </p:sp>
      <p:sp>
        <p:nvSpPr>
          <p:cNvPr id="68" name="02_predicted_pose_3367">
            <a:extLst>
              <a:ext uri="{FF2B5EF4-FFF2-40B4-BE49-F238E27FC236}">
                <a16:creationId xmlns:a16="http://schemas.microsoft.com/office/drawing/2014/main" id="{C644052C-1D92-4ACA-A7EC-2F3D04A47A49}"/>
              </a:ext>
            </a:extLst>
          </p:cNvPr>
          <p:cNvSpPr>
            <a:spLocks noGrp="1"/>
          </p:cNvSpPr>
          <p:nvPr/>
        </p:nvSpPr>
        <p:spPr>
          <a:xfrm>
            <a:off x="1165440" y="3373287"/>
            <a:ext cx="28398" cy="28398"/>
          </a:xfrm>
          <a:prstGeom prst="ellipse">
            <a:avLst/>
          </a:prstGeom>
          <a:solidFill>
            <a:srgbClr val="2D887E">
              <a:alpha val="30000"/>
            </a:srgbClr>
          </a:solidFill>
          <a:ln w="0">
            <a:noFill/>
            <a:prstDash val="solid"/>
          </a:ln>
        </p:spPr>
      </p:sp>
      <p:sp>
        <p:nvSpPr>
          <p:cNvPr id="69" name="02_predicted_pose_3368">
            <a:extLst>
              <a:ext uri="{FF2B5EF4-FFF2-40B4-BE49-F238E27FC236}">
                <a16:creationId xmlns:a16="http://schemas.microsoft.com/office/drawing/2014/main" id="{6F695541-9DFC-4557-AFEE-39CD67887C70}"/>
              </a:ext>
            </a:extLst>
          </p:cNvPr>
          <p:cNvSpPr>
            <a:spLocks noGrp="1"/>
          </p:cNvSpPr>
          <p:nvPr/>
        </p:nvSpPr>
        <p:spPr>
          <a:xfrm>
            <a:off x="1258464" y="3545350"/>
            <a:ext cx="28398" cy="28398"/>
          </a:xfrm>
          <a:prstGeom prst="ellipse">
            <a:avLst/>
          </a:prstGeom>
          <a:solidFill>
            <a:srgbClr val="2D887E">
              <a:alpha val="30000"/>
            </a:srgbClr>
          </a:solidFill>
          <a:ln w="0">
            <a:noFill/>
            <a:prstDash val="solid"/>
          </a:ln>
        </p:spPr>
      </p:sp>
      <p:sp>
        <p:nvSpPr>
          <p:cNvPr id="70" name="02_predicted_pose_3369">
            <a:extLst>
              <a:ext uri="{FF2B5EF4-FFF2-40B4-BE49-F238E27FC236}">
                <a16:creationId xmlns:a16="http://schemas.microsoft.com/office/drawing/2014/main" id="{FE9B8B94-39C3-453D-85FA-19ECF570825D}"/>
              </a:ext>
            </a:extLst>
          </p:cNvPr>
          <p:cNvSpPr>
            <a:spLocks noGrp="1"/>
          </p:cNvSpPr>
          <p:nvPr/>
        </p:nvSpPr>
        <p:spPr>
          <a:xfrm>
            <a:off x="1351487" y="3627117"/>
            <a:ext cx="28398" cy="28398"/>
          </a:xfrm>
          <a:prstGeom prst="ellipse">
            <a:avLst/>
          </a:prstGeom>
          <a:solidFill>
            <a:srgbClr val="2D887E">
              <a:alpha val="30000"/>
            </a:srgbClr>
          </a:solidFill>
          <a:ln w="0">
            <a:noFill/>
            <a:prstDash val="solid"/>
          </a:ln>
        </p:spPr>
      </p:sp>
      <p:sp>
        <p:nvSpPr>
          <p:cNvPr id="71" name="02_predicted_pose_3370">
            <a:extLst>
              <a:ext uri="{FF2B5EF4-FFF2-40B4-BE49-F238E27FC236}">
                <a16:creationId xmlns:a16="http://schemas.microsoft.com/office/drawing/2014/main" id="{9DDAC744-984D-45FE-9FEE-6505D817007B}"/>
              </a:ext>
            </a:extLst>
          </p:cNvPr>
          <p:cNvSpPr>
            <a:spLocks noGrp="1"/>
          </p:cNvSpPr>
          <p:nvPr/>
        </p:nvSpPr>
        <p:spPr>
          <a:xfrm>
            <a:off x="1444510" y="3625410"/>
            <a:ext cx="28398" cy="28398"/>
          </a:xfrm>
          <a:prstGeom prst="ellipse">
            <a:avLst/>
          </a:prstGeom>
          <a:solidFill>
            <a:srgbClr val="2D887E">
              <a:alpha val="30000"/>
            </a:srgbClr>
          </a:solidFill>
          <a:ln w="0">
            <a:noFill/>
            <a:prstDash val="solid"/>
          </a:ln>
        </p:spPr>
      </p:sp>
      <p:sp>
        <p:nvSpPr>
          <p:cNvPr id="72" name="02_predicted_pose_3371">
            <a:extLst>
              <a:ext uri="{FF2B5EF4-FFF2-40B4-BE49-F238E27FC236}">
                <a16:creationId xmlns:a16="http://schemas.microsoft.com/office/drawing/2014/main" id="{0F39E680-5579-4408-B079-28BEFBBB5598}"/>
              </a:ext>
            </a:extLst>
          </p:cNvPr>
          <p:cNvSpPr>
            <a:spLocks noGrp="1"/>
          </p:cNvSpPr>
          <p:nvPr/>
        </p:nvSpPr>
        <p:spPr>
          <a:xfrm>
            <a:off x="1194036" y="3378529"/>
            <a:ext cx="28398" cy="28398"/>
          </a:xfrm>
          <a:prstGeom prst="ellipse">
            <a:avLst/>
          </a:prstGeom>
          <a:solidFill>
            <a:srgbClr val="2D887E">
              <a:alpha val="30000"/>
            </a:srgbClr>
          </a:solidFill>
          <a:ln w="0">
            <a:noFill/>
            <a:prstDash val="solid"/>
          </a:ln>
        </p:spPr>
      </p:sp>
      <p:sp>
        <p:nvSpPr>
          <p:cNvPr id="73" name="02_predicted_pose_3372">
            <a:extLst>
              <a:ext uri="{FF2B5EF4-FFF2-40B4-BE49-F238E27FC236}">
                <a16:creationId xmlns:a16="http://schemas.microsoft.com/office/drawing/2014/main" id="{31918C94-F3B1-480B-BCEB-FA0E11FFF3A6}"/>
              </a:ext>
            </a:extLst>
          </p:cNvPr>
          <p:cNvSpPr>
            <a:spLocks noGrp="1"/>
          </p:cNvSpPr>
          <p:nvPr/>
        </p:nvSpPr>
        <p:spPr>
          <a:xfrm>
            <a:off x="1287060" y="3560776"/>
            <a:ext cx="28398" cy="28398"/>
          </a:xfrm>
          <a:prstGeom prst="ellipse">
            <a:avLst/>
          </a:prstGeom>
          <a:solidFill>
            <a:srgbClr val="2D887E">
              <a:alpha val="30000"/>
            </a:srgbClr>
          </a:solidFill>
          <a:ln w="0">
            <a:noFill/>
            <a:prstDash val="solid"/>
          </a:ln>
        </p:spPr>
      </p:sp>
      <p:sp>
        <p:nvSpPr>
          <p:cNvPr id="74" name="02_predicted_pose_3373">
            <a:extLst>
              <a:ext uri="{FF2B5EF4-FFF2-40B4-BE49-F238E27FC236}">
                <a16:creationId xmlns:a16="http://schemas.microsoft.com/office/drawing/2014/main" id="{389391AB-5785-40C1-B58E-23D90C5F91E4}"/>
              </a:ext>
            </a:extLst>
          </p:cNvPr>
          <p:cNvSpPr>
            <a:spLocks noGrp="1"/>
          </p:cNvSpPr>
          <p:nvPr/>
        </p:nvSpPr>
        <p:spPr>
          <a:xfrm>
            <a:off x="1380083" y="3659221"/>
            <a:ext cx="28398" cy="28398"/>
          </a:xfrm>
          <a:prstGeom prst="ellipse">
            <a:avLst/>
          </a:prstGeom>
          <a:solidFill>
            <a:srgbClr val="2D887E">
              <a:alpha val="30000"/>
            </a:srgbClr>
          </a:solidFill>
          <a:ln w="0">
            <a:noFill/>
            <a:prstDash val="solid"/>
          </a:ln>
        </p:spPr>
      </p:sp>
      <p:sp>
        <p:nvSpPr>
          <p:cNvPr id="75" name="02_predicted_pose_3374">
            <a:extLst>
              <a:ext uri="{FF2B5EF4-FFF2-40B4-BE49-F238E27FC236}">
                <a16:creationId xmlns:a16="http://schemas.microsoft.com/office/drawing/2014/main" id="{335C207D-18D0-4E77-9D25-A2A12B297649}"/>
              </a:ext>
            </a:extLst>
          </p:cNvPr>
          <p:cNvSpPr>
            <a:spLocks noGrp="1"/>
          </p:cNvSpPr>
          <p:nvPr/>
        </p:nvSpPr>
        <p:spPr>
          <a:xfrm>
            <a:off x="1473106" y="3347636"/>
            <a:ext cx="28398" cy="28398"/>
          </a:xfrm>
          <a:prstGeom prst="ellipse">
            <a:avLst/>
          </a:prstGeom>
          <a:solidFill>
            <a:srgbClr val="2D887E">
              <a:alpha val="30000"/>
            </a:srgbClr>
          </a:solidFill>
          <a:ln w="0">
            <a:noFill/>
            <a:prstDash val="solid"/>
          </a:ln>
        </p:spPr>
      </p:sp>
      <p:sp>
        <p:nvSpPr>
          <p:cNvPr id="76" name="02_predicted_pose_3375">
            <a:extLst>
              <a:ext uri="{FF2B5EF4-FFF2-40B4-BE49-F238E27FC236}">
                <a16:creationId xmlns:a16="http://schemas.microsoft.com/office/drawing/2014/main" id="{A9530CBA-424F-4758-8BC1-C2E3634E2673}"/>
              </a:ext>
            </a:extLst>
          </p:cNvPr>
          <p:cNvSpPr>
            <a:spLocks noGrp="1"/>
          </p:cNvSpPr>
          <p:nvPr/>
        </p:nvSpPr>
        <p:spPr>
          <a:xfrm>
            <a:off x="1336672" y="3587751"/>
            <a:ext cx="28398" cy="28398"/>
          </a:xfrm>
          <a:prstGeom prst="ellipse">
            <a:avLst/>
          </a:prstGeom>
          <a:solidFill>
            <a:srgbClr val="2D887E">
              <a:alpha val="30000"/>
            </a:srgbClr>
          </a:solidFill>
          <a:ln w="0">
            <a:noFill/>
            <a:prstDash val="solid"/>
          </a:ln>
        </p:spPr>
      </p:sp>
      <p:sp>
        <p:nvSpPr>
          <p:cNvPr id="77" name="02_predicted_pose_3376">
            <a:extLst>
              <a:ext uri="{FF2B5EF4-FFF2-40B4-BE49-F238E27FC236}">
                <a16:creationId xmlns:a16="http://schemas.microsoft.com/office/drawing/2014/main" id="{2A1D66C1-B122-4D00-89DC-12199827AB55}"/>
              </a:ext>
            </a:extLst>
          </p:cNvPr>
          <p:cNvSpPr>
            <a:spLocks noGrp="1"/>
          </p:cNvSpPr>
          <p:nvPr/>
        </p:nvSpPr>
        <p:spPr>
          <a:xfrm>
            <a:off x="1429695" y="3642226"/>
            <a:ext cx="28398" cy="28398"/>
          </a:xfrm>
          <a:prstGeom prst="ellipse">
            <a:avLst/>
          </a:prstGeom>
          <a:solidFill>
            <a:srgbClr val="2D887E">
              <a:alpha val="30000"/>
            </a:srgbClr>
          </a:solidFill>
          <a:ln w="0">
            <a:noFill/>
            <a:prstDash val="solid"/>
          </a:ln>
        </p:spPr>
      </p:sp>
      <p:sp>
        <p:nvSpPr>
          <p:cNvPr id="78" name="02_predicted_pose_3377">
            <a:extLst>
              <a:ext uri="{FF2B5EF4-FFF2-40B4-BE49-F238E27FC236}">
                <a16:creationId xmlns:a16="http://schemas.microsoft.com/office/drawing/2014/main" id="{258DB688-B7EC-408D-9510-0DAAFC7C9C1E}"/>
              </a:ext>
            </a:extLst>
          </p:cNvPr>
          <p:cNvSpPr>
            <a:spLocks noGrp="1"/>
          </p:cNvSpPr>
          <p:nvPr/>
        </p:nvSpPr>
        <p:spPr>
          <a:xfrm>
            <a:off x="1179221" y="3679409"/>
            <a:ext cx="28398" cy="28398"/>
          </a:xfrm>
          <a:prstGeom prst="ellipse">
            <a:avLst/>
          </a:prstGeom>
          <a:solidFill>
            <a:srgbClr val="2D887E">
              <a:alpha val="30000"/>
            </a:srgbClr>
          </a:solidFill>
          <a:ln w="0">
            <a:noFill/>
            <a:prstDash val="solid"/>
          </a:ln>
        </p:spPr>
      </p:sp>
      <p:sp>
        <p:nvSpPr>
          <p:cNvPr id="79" name="02_predicted_pose_3378">
            <a:extLst>
              <a:ext uri="{FF2B5EF4-FFF2-40B4-BE49-F238E27FC236}">
                <a16:creationId xmlns:a16="http://schemas.microsoft.com/office/drawing/2014/main" id="{62AF39A5-AA1B-45FF-9BC5-485A11B876DC}"/>
              </a:ext>
            </a:extLst>
          </p:cNvPr>
          <p:cNvSpPr>
            <a:spLocks noGrp="1"/>
          </p:cNvSpPr>
          <p:nvPr/>
        </p:nvSpPr>
        <p:spPr>
          <a:xfrm>
            <a:off x="1272245" y="3414306"/>
            <a:ext cx="28398" cy="28398"/>
          </a:xfrm>
          <a:prstGeom prst="ellipse">
            <a:avLst/>
          </a:prstGeom>
          <a:solidFill>
            <a:srgbClr val="2D887E">
              <a:alpha val="30000"/>
            </a:srgbClr>
          </a:solidFill>
          <a:ln w="0">
            <a:noFill/>
            <a:prstDash val="solid"/>
          </a:ln>
        </p:spPr>
      </p:sp>
      <p:sp>
        <p:nvSpPr>
          <p:cNvPr id="80" name="02_predicted_pose_3379">
            <a:extLst>
              <a:ext uri="{FF2B5EF4-FFF2-40B4-BE49-F238E27FC236}">
                <a16:creationId xmlns:a16="http://schemas.microsoft.com/office/drawing/2014/main" id="{DB2A2F7E-0D01-4788-AC02-3DA624E816ED}"/>
              </a:ext>
            </a:extLst>
          </p:cNvPr>
          <p:cNvSpPr>
            <a:spLocks noGrp="1"/>
          </p:cNvSpPr>
          <p:nvPr/>
        </p:nvSpPr>
        <p:spPr>
          <a:xfrm>
            <a:off x="1365268" y="3586561"/>
            <a:ext cx="28398" cy="28398"/>
          </a:xfrm>
          <a:prstGeom prst="ellipse">
            <a:avLst/>
          </a:prstGeom>
          <a:solidFill>
            <a:srgbClr val="2D887E">
              <a:alpha val="30000"/>
            </a:srgbClr>
          </a:solidFill>
          <a:ln w="0">
            <a:noFill/>
            <a:prstDash val="solid"/>
          </a:ln>
        </p:spPr>
      </p:sp>
      <p:sp>
        <p:nvSpPr>
          <p:cNvPr id="81" name="02_predicted_pose_3380">
            <a:extLst>
              <a:ext uri="{FF2B5EF4-FFF2-40B4-BE49-F238E27FC236}">
                <a16:creationId xmlns:a16="http://schemas.microsoft.com/office/drawing/2014/main" id="{9CBC4BB4-8BE5-407D-B467-ABAA19B8A150}"/>
              </a:ext>
            </a:extLst>
          </p:cNvPr>
          <p:cNvSpPr>
            <a:spLocks noGrp="1"/>
          </p:cNvSpPr>
          <p:nvPr/>
        </p:nvSpPr>
        <p:spPr>
          <a:xfrm>
            <a:off x="1458291" y="3386375"/>
            <a:ext cx="28398" cy="28398"/>
          </a:xfrm>
          <a:prstGeom prst="ellipse">
            <a:avLst/>
          </a:prstGeom>
          <a:solidFill>
            <a:srgbClr val="2D887E">
              <a:alpha val="30000"/>
            </a:srgbClr>
          </a:solidFill>
          <a:ln w="0">
            <a:noFill/>
            <a:prstDash val="solid"/>
          </a:ln>
        </p:spPr>
      </p:sp>
      <p:sp>
        <p:nvSpPr>
          <p:cNvPr id="82" name="02_predicted_pose_3381">
            <a:extLst>
              <a:ext uri="{FF2B5EF4-FFF2-40B4-BE49-F238E27FC236}">
                <a16:creationId xmlns:a16="http://schemas.microsoft.com/office/drawing/2014/main" id="{28704C8B-3683-4E15-8BD5-36C3E847E6E7}"/>
              </a:ext>
            </a:extLst>
          </p:cNvPr>
          <p:cNvSpPr>
            <a:spLocks noGrp="1"/>
          </p:cNvSpPr>
          <p:nvPr/>
        </p:nvSpPr>
        <p:spPr>
          <a:xfrm>
            <a:off x="1207818" y="3565212"/>
            <a:ext cx="28398" cy="28398"/>
          </a:xfrm>
          <a:prstGeom prst="ellipse">
            <a:avLst/>
          </a:prstGeom>
          <a:solidFill>
            <a:srgbClr val="2D887E">
              <a:alpha val="30000"/>
            </a:srgbClr>
          </a:solidFill>
          <a:ln w="0">
            <a:noFill/>
            <a:prstDash val="solid"/>
          </a:ln>
        </p:spPr>
      </p:sp>
      <p:sp>
        <p:nvSpPr>
          <p:cNvPr id="83" name="02_predicted_pose_3382">
            <a:extLst>
              <a:ext uri="{FF2B5EF4-FFF2-40B4-BE49-F238E27FC236}">
                <a16:creationId xmlns:a16="http://schemas.microsoft.com/office/drawing/2014/main" id="{65E06AD8-E269-482B-B949-CCD703521D66}"/>
              </a:ext>
            </a:extLst>
          </p:cNvPr>
          <p:cNvSpPr>
            <a:spLocks noGrp="1"/>
          </p:cNvSpPr>
          <p:nvPr/>
        </p:nvSpPr>
        <p:spPr>
          <a:xfrm>
            <a:off x="1300841" y="3574641"/>
            <a:ext cx="28398" cy="28398"/>
          </a:xfrm>
          <a:prstGeom prst="ellipse">
            <a:avLst/>
          </a:prstGeom>
          <a:solidFill>
            <a:srgbClr val="2D887E">
              <a:alpha val="30000"/>
            </a:srgbClr>
          </a:solidFill>
          <a:ln w="0">
            <a:noFill/>
            <a:prstDash val="solid"/>
          </a:ln>
        </p:spPr>
      </p:sp>
      <p:sp>
        <p:nvSpPr>
          <p:cNvPr id="84" name="02_predicted_pose_3383">
            <a:extLst>
              <a:ext uri="{FF2B5EF4-FFF2-40B4-BE49-F238E27FC236}">
                <a16:creationId xmlns:a16="http://schemas.microsoft.com/office/drawing/2014/main" id="{AF513453-A036-4BF1-9BEF-23D62C140C81}"/>
              </a:ext>
            </a:extLst>
          </p:cNvPr>
          <p:cNvSpPr>
            <a:spLocks noGrp="1"/>
          </p:cNvSpPr>
          <p:nvPr/>
        </p:nvSpPr>
        <p:spPr>
          <a:xfrm>
            <a:off x="1393864" y="3476046"/>
            <a:ext cx="28398" cy="28398"/>
          </a:xfrm>
          <a:prstGeom prst="ellipse">
            <a:avLst/>
          </a:prstGeom>
          <a:solidFill>
            <a:srgbClr val="2D887E">
              <a:alpha val="30000"/>
            </a:srgbClr>
          </a:solidFill>
          <a:ln w="0">
            <a:noFill/>
            <a:prstDash val="solid"/>
          </a:ln>
        </p:spPr>
      </p:sp>
      <p:sp>
        <p:nvSpPr>
          <p:cNvPr id="85" name="02_predicted_pose_3384">
            <a:extLst>
              <a:ext uri="{FF2B5EF4-FFF2-40B4-BE49-F238E27FC236}">
                <a16:creationId xmlns:a16="http://schemas.microsoft.com/office/drawing/2014/main" id="{B6631B4F-9518-42E6-82EB-E8F2160DD360}"/>
              </a:ext>
            </a:extLst>
          </p:cNvPr>
          <p:cNvSpPr>
            <a:spLocks noGrp="1"/>
          </p:cNvSpPr>
          <p:nvPr/>
        </p:nvSpPr>
        <p:spPr>
          <a:xfrm>
            <a:off x="1486888" y="3551298"/>
            <a:ext cx="28398" cy="28398"/>
          </a:xfrm>
          <a:prstGeom prst="ellipse">
            <a:avLst/>
          </a:prstGeom>
          <a:solidFill>
            <a:srgbClr val="2D887E">
              <a:alpha val="30000"/>
            </a:srgbClr>
          </a:solidFill>
          <a:ln w="0">
            <a:noFill/>
            <a:prstDash val="solid"/>
          </a:ln>
        </p:spPr>
      </p:sp>
      <p:sp>
        <p:nvSpPr>
          <p:cNvPr id="86" name="02_predicted_pose_3385">
            <a:extLst>
              <a:ext uri="{FF2B5EF4-FFF2-40B4-BE49-F238E27FC236}">
                <a16:creationId xmlns:a16="http://schemas.microsoft.com/office/drawing/2014/main" id="{7CA01497-CBBD-460A-809E-C301DCCD92DF}"/>
              </a:ext>
            </a:extLst>
          </p:cNvPr>
          <p:cNvSpPr>
            <a:spLocks noGrp="1"/>
          </p:cNvSpPr>
          <p:nvPr/>
        </p:nvSpPr>
        <p:spPr>
          <a:xfrm>
            <a:off x="1443477" y="3393413"/>
            <a:ext cx="28398" cy="28398"/>
          </a:xfrm>
          <a:prstGeom prst="ellipse">
            <a:avLst/>
          </a:prstGeom>
          <a:solidFill>
            <a:srgbClr val="2D887E">
              <a:alpha val="30000"/>
            </a:srgbClr>
          </a:solidFill>
          <a:ln w="0">
            <a:noFill/>
            <a:prstDash val="solid"/>
          </a:ln>
        </p:spPr>
      </p:sp>
      <p:sp>
        <p:nvSpPr>
          <p:cNvPr id="87" name="02_predicted_pose_3386">
            <a:extLst>
              <a:ext uri="{FF2B5EF4-FFF2-40B4-BE49-F238E27FC236}">
                <a16:creationId xmlns:a16="http://schemas.microsoft.com/office/drawing/2014/main" id="{776D3531-A16E-4EFA-A45A-085A7C1815A6}"/>
              </a:ext>
            </a:extLst>
          </p:cNvPr>
          <p:cNvSpPr>
            <a:spLocks noGrp="1"/>
          </p:cNvSpPr>
          <p:nvPr/>
        </p:nvSpPr>
        <p:spPr>
          <a:xfrm>
            <a:off x="1193003" y="3600566"/>
            <a:ext cx="28398" cy="28398"/>
          </a:xfrm>
          <a:prstGeom prst="ellipse">
            <a:avLst/>
          </a:prstGeom>
          <a:solidFill>
            <a:srgbClr val="2D887E">
              <a:alpha val="30000"/>
            </a:srgbClr>
          </a:solidFill>
          <a:ln w="0">
            <a:noFill/>
            <a:prstDash val="solid"/>
          </a:ln>
        </p:spPr>
      </p:sp>
      <p:sp>
        <p:nvSpPr>
          <p:cNvPr id="88" name="02_predicted_pose_3387">
            <a:extLst>
              <a:ext uri="{FF2B5EF4-FFF2-40B4-BE49-F238E27FC236}">
                <a16:creationId xmlns:a16="http://schemas.microsoft.com/office/drawing/2014/main" id="{C2EC60CE-FAA1-4400-93D1-A9F6FDBC8099}"/>
              </a:ext>
            </a:extLst>
          </p:cNvPr>
          <p:cNvSpPr>
            <a:spLocks noGrp="1"/>
          </p:cNvSpPr>
          <p:nvPr/>
        </p:nvSpPr>
        <p:spPr>
          <a:xfrm>
            <a:off x="1286026" y="3554460"/>
            <a:ext cx="28398" cy="28398"/>
          </a:xfrm>
          <a:prstGeom prst="ellipse">
            <a:avLst/>
          </a:prstGeom>
          <a:solidFill>
            <a:srgbClr val="2D887E">
              <a:alpha val="30000"/>
            </a:srgbClr>
          </a:solidFill>
          <a:ln w="0">
            <a:noFill/>
            <a:prstDash val="solid"/>
          </a:ln>
        </p:spPr>
      </p:sp>
      <p:sp>
        <p:nvSpPr>
          <p:cNvPr id="89" name="02_predicted_pose_3388">
            <a:extLst>
              <a:ext uri="{FF2B5EF4-FFF2-40B4-BE49-F238E27FC236}">
                <a16:creationId xmlns:a16="http://schemas.microsoft.com/office/drawing/2014/main" id="{9BFF2522-346F-4330-9C60-FAB5A3506187}"/>
              </a:ext>
            </a:extLst>
          </p:cNvPr>
          <p:cNvSpPr>
            <a:spLocks noGrp="1"/>
          </p:cNvSpPr>
          <p:nvPr/>
        </p:nvSpPr>
        <p:spPr>
          <a:xfrm>
            <a:off x="1379049" y="3581250"/>
            <a:ext cx="28398" cy="28398"/>
          </a:xfrm>
          <a:prstGeom prst="ellipse">
            <a:avLst/>
          </a:prstGeom>
          <a:solidFill>
            <a:srgbClr val="2D887E">
              <a:alpha val="30000"/>
            </a:srgbClr>
          </a:solidFill>
          <a:ln w="0">
            <a:noFill/>
            <a:prstDash val="solid"/>
          </a:ln>
        </p:spPr>
      </p:sp>
      <p:sp>
        <p:nvSpPr>
          <p:cNvPr id="90" name="02_predicted_pose_3389">
            <a:extLst>
              <a:ext uri="{FF2B5EF4-FFF2-40B4-BE49-F238E27FC236}">
                <a16:creationId xmlns:a16="http://schemas.microsoft.com/office/drawing/2014/main" id="{CB273166-C44B-49FA-A1AD-D54F849B19F7}"/>
              </a:ext>
            </a:extLst>
          </p:cNvPr>
          <p:cNvSpPr>
            <a:spLocks noGrp="1"/>
          </p:cNvSpPr>
          <p:nvPr/>
        </p:nvSpPr>
        <p:spPr>
          <a:xfrm>
            <a:off x="1472073" y="3572300"/>
            <a:ext cx="28398" cy="28398"/>
          </a:xfrm>
          <a:prstGeom prst="ellipse">
            <a:avLst/>
          </a:prstGeom>
          <a:solidFill>
            <a:srgbClr val="2D887E">
              <a:alpha val="30000"/>
            </a:srgbClr>
          </a:solidFill>
          <a:ln w="0">
            <a:noFill/>
            <a:prstDash val="solid"/>
          </a:ln>
        </p:spPr>
      </p:sp>
      <p:sp>
        <p:nvSpPr>
          <p:cNvPr id="91" name="02_predicted_pose_3390">
            <a:extLst>
              <a:ext uri="{FF2B5EF4-FFF2-40B4-BE49-F238E27FC236}">
                <a16:creationId xmlns:a16="http://schemas.microsoft.com/office/drawing/2014/main" id="{38653A09-7B6B-4C84-9C85-409C9646E45A}"/>
              </a:ext>
            </a:extLst>
          </p:cNvPr>
          <p:cNvSpPr>
            <a:spLocks noGrp="1"/>
          </p:cNvSpPr>
          <p:nvPr/>
        </p:nvSpPr>
        <p:spPr>
          <a:xfrm>
            <a:off x="1221599" y="3554198"/>
            <a:ext cx="28398" cy="28398"/>
          </a:xfrm>
          <a:prstGeom prst="ellipse">
            <a:avLst/>
          </a:prstGeom>
          <a:solidFill>
            <a:srgbClr val="2D887E">
              <a:alpha val="30000"/>
            </a:srgbClr>
          </a:solidFill>
          <a:ln w="0">
            <a:noFill/>
            <a:prstDash val="solid"/>
          </a:ln>
        </p:spPr>
      </p:sp>
      <p:sp>
        <p:nvSpPr>
          <p:cNvPr id="92" name="02_predicted_pose_3391">
            <a:extLst>
              <a:ext uri="{FF2B5EF4-FFF2-40B4-BE49-F238E27FC236}">
                <a16:creationId xmlns:a16="http://schemas.microsoft.com/office/drawing/2014/main" id="{9E4C53BC-A0E7-4D09-A8CF-66A68F3EDCF4}"/>
              </a:ext>
            </a:extLst>
          </p:cNvPr>
          <p:cNvSpPr>
            <a:spLocks noGrp="1"/>
          </p:cNvSpPr>
          <p:nvPr/>
        </p:nvSpPr>
        <p:spPr>
          <a:xfrm>
            <a:off x="1314622" y="3529574"/>
            <a:ext cx="28398" cy="28398"/>
          </a:xfrm>
          <a:prstGeom prst="ellipse">
            <a:avLst/>
          </a:prstGeom>
          <a:solidFill>
            <a:srgbClr val="2D887E">
              <a:alpha val="30000"/>
            </a:srgbClr>
          </a:solidFill>
          <a:ln w="0">
            <a:noFill/>
            <a:prstDash val="solid"/>
          </a:ln>
        </p:spPr>
      </p:sp>
      <p:sp>
        <p:nvSpPr>
          <p:cNvPr id="93" name="02_predicted_pose_3392">
            <a:extLst>
              <a:ext uri="{FF2B5EF4-FFF2-40B4-BE49-F238E27FC236}">
                <a16:creationId xmlns:a16="http://schemas.microsoft.com/office/drawing/2014/main" id="{2A374352-630A-4EE5-93A7-66F90AFDC186}"/>
              </a:ext>
            </a:extLst>
          </p:cNvPr>
          <p:cNvSpPr>
            <a:spLocks noGrp="1"/>
          </p:cNvSpPr>
          <p:nvPr/>
        </p:nvSpPr>
        <p:spPr>
          <a:xfrm>
            <a:off x="1407645" y="3594377"/>
            <a:ext cx="28398" cy="28398"/>
          </a:xfrm>
          <a:prstGeom prst="ellipse">
            <a:avLst/>
          </a:prstGeom>
          <a:solidFill>
            <a:srgbClr val="2D887E">
              <a:alpha val="30000"/>
            </a:srgbClr>
          </a:solidFill>
          <a:ln w="0">
            <a:noFill/>
            <a:prstDash val="solid"/>
          </a:ln>
        </p:spPr>
      </p:sp>
      <p:sp>
        <p:nvSpPr>
          <p:cNvPr id="94" name="02_predicted_pose_3393">
            <a:extLst>
              <a:ext uri="{FF2B5EF4-FFF2-40B4-BE49-F238E27FC236}">
                <a16:creationId xmlns:a16="http://schemas.microsoft.com/office/drawing/2014/main" id="{AD19319C-FEF4-466B-B3B4-B84CF1F4E9F3}"/>
              </a:ext>
            </a:extLst>
          </p:cNvPr>
          <p:cNvSpPr>
            <a:spLocks noGrp="1"/>
          </p:cNvSpPr>
          <p:nvPr/>
        </p:nvSpPr>
        <p:spPr>
          <a:xfrm>
            <a:off x="1157172" y="3675498"/>
            <a:ext cx="28398" cy="28398"/>
          </a:xfrm>
          <a:prstGeom prst="ellipse">
            <a:avLst/>
          </a:prstGeom>
          <a:solidFill>
            <a:srgbClr val="2D887E">
              <a:alpha val="30000"/>
            </a:srgbClr>
          </a:solidFill>
          <a:ln w="0">
            <a:noFill/>
            <a:prstDash val="solid"/>
          </a:ln>
        </p:spPr>
      </p:sp>
      <p:sp>
        <p:nvSpPr>
          <p:cNvPr id="95" name="02_predicted_pose_3394">
            <a:extLst>
              <a:ext uri="{FF2B5EF4-FFF2-40B4-BE49-F238E27FC236}">
                <a16:creationId xmlns:a16="http://schemas.microsoft.com/office/drawing/2014/main" id="{78F58D33-0D20-402B-B172-7E9EB7D0C10D}"/>
              </a:ext>
            </a:extLst>
          </p:cNvPr>
          <p:cNvSpPr>
            <a:spLocks noGrp="1"/>
          </p:cNvSpPr>
          <p:nvPr/>
        </p:nvSpPr>
        <p:spPr>
          <a:xfrm>
            <a:off x="1364235" y="3603577"/>
            <a:ext cx="28398" cy="28398"/>
          </a:xfrm>
          <a:prstGeom prst="ellipse">
            <a:avLst/>
          </a:prstGeom>
          <a:solidFill>
            <a:srgbClr val="2D887E">
              <a:alpha val="30000"/>
            </a:srgbClr>
          </a:solidFill>
          <a:ln w="0">
            <a:noFill/>
            <a:prstDash val="solid"/>
          </a:ln>
        </p:spPr>
      </p:sp>
      <p:sp>
        <p:nvSpPr>
          <p:cNvPr id="96" name="02_predicted_pose_3395">
            <a:extLst>
              <a:ext uri="{FF2B5EF4-FFF2-40B4-BE49-F238E27FC236}">
                <a16:creationId xmlns:a16="http://schemas.microsoft.com/office/drawing/2014/main" id="{EEE566C6-9C3D-44EA-980C-A33CB1A4D48A}"/>
              </a:ext>
            </a:extLst>
          </p:cNvPr>
          <p:cNvSpPr>
            <a:spLocks noGrp="1"/>
          </p:cNvSpPr>
          <p:nvPr/>
        </p:nvSpPr>
        <p:spPr>
          <a:xfrm>
            <a:off x="1457258" y="3577132"/>
            <a:ext cx="28398" cy="28398"/>
          </a:xfrm>
          <a:prstGeom prst="ellipse">
            <a:avLst/>
          </a:prstGeom>
          <a:solidFill>
            <a:srgbClr val="2D887E">
              <a:alpha val="30000"/>
            </a:srgbClr>
          </a:solidFill>
          <a:ln w="0">
            <a:noFill/>
            <a:prstDash val="solid"/>
          </a:ln>
        </p:spPr>
      </p:sp>
      <p:sp>
        <p:nvSpPr>
          <p:cNvPr id="97" name="02_predicted_pose_3396">
            <a:extLst>
              <a:ext uri="{FF2B5EF4-FFF2-40B4-BE49-F238E27FC236}">
                <a16:creationId xmlns:a16="http://schemas.microsoft.com/office/drawing/2014/main" id="{09FFB847-D9B5-47DB-B1E5-7EE41F6515E1}"/>
              </a:ext>
            </a:extLst>
          </p:cNvPr>
          <p:cNvSpPr>
            <a:spLocks noGrp="1"/>
          </p:cNvSpPr>
          <p:nvPr/>
        </p:nvSpPr>
        <p:spPr>
          <a:xfrm>
            <a:off x="1206784" y="3388666"/>
            <a:ext cx="28398" cy="28398"/>
          </a:xfrm>
          <a:prstGeom prst="ellipse">
            <a:avLst/>
          </a:prstGeom>
          <a:solidFill>
            <a:srgbClr val="2D887E">
              <a:alpha val="30000"/>
            </a:srgbClr>
          </a:solidFill>
          <a:ln w="0">
            <a:noFill/>
            <a:prstDash val="solid"/>
          </a:ln>
        </p:spPr>
      </p:sp>
      <p:sp>
        <p:nvSpPr>
          <p:cNvPr id="98" name="02_predicted_pose_3397">
            <a:extLst>
              <a:ext uri="{FF2B5EF4-FFF2-40B4-BE49-F238E27FC236}">
                <a16:creationId xmlns:a16="http://schemas.microsoft.com/office/drawing/2014/main" id="{85D13A4C-2C70-4F81-9B98-6B37C3401C32}"/>
              </a:ext>
            </a:extLst>
          </p:cNvPr>
          <p:cNvSpPr>
            <a:spLocks noGrp="1"/>
          </p:cNvSpPr>
          <p:nvPr/>
        </p:nvSpPr>
        <p:spPr>
          <a:xfrm>
            <a:off x="1299807" y="3559920"/>
            <a:ext cx="28398" cy="28398"/>
          </a:xfrm>
          <a:prstGeom prst="ellipse">
            <a:avLst/>
          </a:prstGeom>
          <a:solidFill>
            <a:srgbClr val="2D887E">
              <a:alpha val="30000"/>
            </a:srgbClr>
          </a:solidFill>
          <a:ln w="0">
            <a:noFill/>
            <a:prstDash val="solid"/>
          </a:ln>
        </p:spPr>
      </p:sp>
      <p:sp>
        <p:nvSpPr>
          <p:cNvPr id="99" name="02_predicted_pose_3398">
            <a:extLst>
              <a:ext uri="{FF2B5EF4-FFF2-40B4-BE49-F238E27FC236}">
                <a16:creationId xmlns:a16="http://schemas.microsoft.com/office/drawing/2014/main" id="{CFBF60BF-2DD7-4537-B3F5-E2E3CC9D5BFB}"/>
              </a:ext>
            </a:extLst>
          </p:cNvPr>
          <p:cNvSpPr>
            <a:spLocks noGrp="1"/>
          </p:cNvSpPr>
          <p:nvPr/>
        </p:nvSpPr>
        <p:spPr>
          <a:xfrm>
            <a:off x="1392831" y="3376964"/>
            <a:ext cx="28398" cy="28398"/>
          </a:xfrm>
          <a:prstGeom prst="ellipse">
            <a:avLst/>
          </a:prstGeom>
          <a:solidFill>
            <a:srgbClr val="2D887E">
              <a:alpha val="30000"/>
            </a:srgbClr>
          </a:solidFill>
          <a:ln w="0">
            <a:noFill/>
            <a:prstDash val="solid"/>
          </a:ln>
        </p:spPr>
      </p:sp>
      <p:sp>
        <p:nvSpPr>
          <p:cNvPr id="100" name="02_predicted_pose_3399">
            <a:extLst>
              <a:ext uri="{FF2B5EF4-FFF2-40B4-BE49-F238E27FC236}">
                <a16:creationId xmlns:a16="http://schemas.microsoft.com/office/drawing/2014/main" id="{E3D76EB7-2B9E-4036-8CED-6CC0193C4B5E}"/>
              </a:ext>
            </a:extLst>
          </p:cNvPr>
          <p:cNvSpPr>
            <a:spLocks noGrp="1"/>
          </p:cNvSpPr>
          <p:nvPr/>
        </p:nvSpPr>
        <p:spPr>
          <a:xfrm>
            <a:off x="1485854" y="3418873"/>
            <a:ext cx="28398" cy="28398"/>
          </a:xfrm>
          <a:prstGeom prst="ellipse">
            <a:avLst/>
          </a:prstGeom>
          <a:solidFill>
            <a:srgbClr val="2D887E">
              <a:alpha val="30000"/>
            </a:srgbClr>
          </a:solidFill>
          <a:ln w="0">
            <a:noFill/>
            <a:prstDash val="solid"/>
          </a:ln>
        </p:spPr>
      </p:sp>
      <p:sp>
        <p:nvSpPr>
          <p:cNvPr id="101" name="02_predicted_pose_3400">
            <a:extLst>
              <a:ext uri="{FF2B5EF4-FFF2-40B4-BE49-F238E27FC236}">
                <a16:creationId xmlns:a16="http://schemas.microsoft.com/office/drawing/2014/main" id="{9BAFA984-FD2D-4643-94DA-577199F8432B}"/>
              </a:ext>
            </a:extLst>
          </p:cNvPr>
          <p:cNvSpPr>
            <a:spLocks noGrp="1"/>
          </p:cNvSpPr>
          <p:nvPr/>
        </p:nvSpPr>
        <p:spPr>
          <a:xfrm>
            <a:off x="1235380" y="3601941"/>
            <a:ext cx="28398" cy="28398"/>
          </a:xfrm>
          <a:prstGeom prst="ellipse">
            <a:avLst/>
          </a:prstGeom>
          <a:solidFill>
            <a:srgbClr val="2D887E">
              <a:alpha val="30000"/>
            </a:srgbClr>
          </a:solidFill>
          <a:ln w="0">
            <a:noFill/>
            <a:prstDash val="solid"/>
          </a:ln>
        </p:spPr>
      </p:sp>
      <p:sp>
        <p:nvSpPr>
          <p:cNvPr id="102" name="02_predicted_pose_3401">
            <a:extLst>
              <a:ext uri="{FF2B5EF4-FFF2-40B4-BE49-F238E27FC236}">
                <a16:creationId xmlns:a16="http://schemas.microsoft.com/office/drawing/2014/main" id="{0A22ED4C-1EDA-4F21-AB08-BD0D820AA654}"/>
              </a:ext>
            </a:extLst>
          </p:cNvPr>
          <p:cNvSpPr>
            <a:spLocks noGrp="1"/>
          </p:cNvSpPr>
          <p:nvPr/>
        </p:nvSpPr>
        <p:spPr>
          <a:xfrm>
            <a:off x="1328403" y="3603285"/>
            <a:ext cx="28398" cy="28398"/>
          </a:xfrm>
          <a:prstGeom prst="ellipse">
            <a:avLst/>
          </a:prstGeom>
          <a:solidFill>
            <a:srgbClr val="2D887E">
              <a:alpha val="30000"/>
            </a:srgbClr>
          </a:solidFill>
          <a:ln w="0">
            <a:noFill/>
            <a:prstDash val="solid"/>
          </a:ln>
        </p:spPr>
      </p:sp>
      <p:sp>
        <p:nvSpPr>
          <p:cNvPr id="103" name="02_predicted_pose_3402">
            <a:extLst>
              <a:ext uri="{FF2B5EF4-FFF2-40B4-BE49-F238E27FC236}">
                <a16:creationId xmlns:a16="http://schemas.microsoft.com/office/drawing/2014/main" id="{966E9FAA-4349-4FF9-BEA8-74D3AA68A0CB}"/>
              </a:ext>
            </a:extLst>
          </p:cNvPr>
          <p:cNvSpPr>
            <a:spLocks noGrp="1"/>
          </p:cNvSpPr>
          <p:nvPr/>
        </p:nvSpPr>
        <p:spPr>
          <a:xfrm>
            <a:off x="1292572" y="3491262"/>
            <a:ext cx="28398" cy="28398"/>
          </a:xfrm>
          <a:prstGeom prst="ellipse">
            <a:avLst/>
          </a:prstGeom>
          <a:solidFill>
            <a:srgbClr val="2D887E">
              <a:alpha val="30000"/>
            </a:srgbClr>
          </a:solidFill>
          <a:ln w="0">
            <a:noFill/>
            <a:prstDash val="solid"/>
          </a:ln>
        </p:spPr>
      </p:sp>
      <p:sp>
        <p:nvSpPr>
          <p:cNvPr id="104" name="02_predicted_pose_3403">
            <a:extLst>
              <a:ext uri="{FF2B5EF4-FFF2-40B4-BE49-F238E27FC236}">
                <a16:creationId xmlns:a16="http://schemas.microsoft.com/office/drawing/2014/main" id="{D44D55AF-164C-4256-8896-E31C3F97575D}"/>
              </a:ext>
            </a:extLst>
          </p:cNvPr>
          <p:cNvSpPr>
            <a:spLocks noGrp="1"/>
          </p:cNvSpPr>
          <p:nvPr/>
        </p:nvSpPr>
        <p:spPr>
          <a:xfrm>
            <a:off x="1306353" y="3641260"/>
            <a:ext cx="28398" cy="28398"/>
          </a:xfrm>
          <a:prstGeom prst="ellipse">
            <a:avLst/>
          </a:prstGeom>
          <a:solidFill>
            <a:srgbClr val="2D887E">
              <a:alpha val="30000"/>
            </a:srgbClr>
          </a:solidFill>
          <a:ln w="0">
            <a:noFill/>
            <a:prstDash val="solid"/>
          </a:ln>
        </p:spPr>
      </p:sp>
      <p:sp>
        <p:nvSpPr>
          <p:cNvPr id="105" name="02_predicted_pose_3404">
            <a:extLst>
              <a:ext uri="{FF2B5EF4-FFF2-40B4-BE49-F238E27FC236}">
                <a16:creationId xmlns:a16="http://schemas.microsoft.com/office/drawing/2014/main" id="{333C2C73-E737-4345-9E03-6496FB4B1199}"/>
              </a:ext>
            </a:extLst>
          </p:cNvPr>
          <p:cNvSpPr>
            <a:spLocks noGrp="1"/>
          </p:cNvSpPr>
          <p:nvPr/>
        </p:nvSpPr>
        <p:spPr>
          <a:xfrm>
            <a:off x="1284303" y="3577483"/>
            <a:ext cx="28398" cy="28398"/>
          </a:xfrm>
          <a:prstGeom prst="ellipse">
            <a:avLst/>
          </a:prstGeom>
          <a:solidFill>
            <a:srgbClr val="2D887E">
              <a:alpha val="30000"/>
            </a:srgbClr>
          </a:solidFill>
          <a:ln w="0">
            <a:noFill/>
            <a:prstDash val="solid"/>
          </a:ln>
        </p:spPr>
      </p:sp>
      <p:sp>
        <p:nvSpPr>
          <p:cNvPr id="106" name="02_predicted_pose_3405">
            <a:extLst>
              <a:ext uri="{FF2B5EF4-FFF2-40B4-BE49-F238E27FC236}">
                <a16:creationId xmlns:a16="http://schemas.microsoft.com/office/drawing/2014/main" id="{DFA8AE02-3AF1-4793-B622-96F662B2019A}"/>
              </a:ext>
            </a:extLst>
          </p:cNvPr>
          <p:cNvSpPr>
            <a:spLocks noGrp="1"/>
          </p:cNvSpPr>
          <p:nvPr/>
        </p:nvSpPr>
        <p:spPr>
          <a:xfrm>
            <a:off x="1311866" y="3622523"/>
            <a:ext cx="28398" cy="28398"/>
          </a:xfrm>
          <a:prstGeom prst="ellipse">
            <a:avLst/>
          </a:prstGeom>
          <a:solidFill>
            <a:srgbClr val="2D887E">
              <a:alpha val="30000"/>
            </a:srgbClr>
          </a:solidFill>
          <a:ln w="0">
            <a:noFill/>
            <a:prstDash val="solid"/>
          </a:ln>
        </p:spPr>
      </p:sp>
      <p:sp>
        <p:nvSpPr>
          <p:cNvPr id="107" name="02_predicted_pose_3406">
            <a:extLst>
              <a:ext uri="{FF2B5EF4-FFF2-40B4-BE49-F238E27FC236}">
                <a16:creationId xmlns:a16="http://schemas.microsoft.com/office/drawing/2014/main" id="{F9F9A157-AA42-424D-B384-A8EBC0F82073}"/>
              </a:ext>
            </a:extLst>
          </p:cNvPr>
          <p:cNvSpPr>
            <a:spLocks noGrp="1"/>
          </p:cNvSpPr>
          <p:nvPr/>
        </p:nvSpPr>
        <p:spPr>
          <a:xfrm>
            <a:off x="1339428" y="3609464"/>
            <a:ext cx="28398" cy="28398"/>
          </a:xfrm>
          <a:prstGeom prst="ellipse">
            <a:avLst/>
          </a:prstGeom>
          <a:solidFill>
            <a:srgbClr val="2D887E">
              <a:alpha val="30000"/>
            </a:srgbClr>
          </a:solidFill>
          <a:ln w="0">
            <a:noFill/>
            <a:prstDash val="solid"/>
          </a:ln>
        </p:spPr>
      </p:sp>
      <p:sp>
        <p:nvSpPr>
          <p:cNvPr id="108" name="02_predicted_pose_3407">
            <a:extLst>
              <a:ext uri="{FF2B5EF4-FFF2-40B4-BE49-F238E27FC236}">
                <a16:creationId xmlns:a16="http://schemas.microsoft.com/office/drawing/2014/main" id="{1340B248-6C7D-49AB-AC0A-553871430154}"/>
              </a:ext>
            </a:extLst>
          </p:cNvPr>
          <p:cNvSpPr>
            <a:spLocks noGrp="1"/>
          </p:cNvSpPr>
          <p:nvPr/>
        </p:nvSpPr>
        <p:spPr>
          <a:xfrm>
            <a:off x="1321857" y="3564508"/>
            <a:ext cx="28398" cy="28398"/>
          </a:xfrm>
          <a:prstGeom prst="ellipse">
            <a:avLst/>
          </a:prstGeom>
          <a:solidFill>
            <a:srgbClr val="2D887E">
              <a:alpha val="30000"/>
            </a:srgbClr>
          </a:solidFill>
          <a:ln w="0">
            <a:noFill/>
            <a:prstDash val="solid"/>
          </a:ln>
        </p:spPr>
      </p:sp>
      <p:sp>
        <p:nvSpPr>
          <p:cNvPr id="109" name="02_predicted_pose_3408">
            <a:extLst>
              <a:ext uri="{FF2B5EF4-FFF2-40B4-BE49-F238E27FC236}">
                <a16:creationId xmlns:a16="http://schemas.microsoft.com/office/drawing/2014/main" id="{D78BE8E5-D6CF-4C4A-AC43-80D1D50A88C0}"/>
              </a:ext>
            </a:extLst>
          </p:cNvPr>
          <p:cNvSpPr>
            <a:spLocks noGrp="1"/>
          </p:cNvSpPr>
          <p:nvPr/>
        </p:nvSpPr>
        <p:spPr>
          <a:xfrm>
            <a:off x="1164407" y="3648457"/>
            <a:ext cx="28398" cy="28398"/>
          </a:xfrm>
          <a:prstGeom prst="ellipse">
            <a:avLst/>
          </a:prstGeom>
          <a:solidFill>
            <a:srgbClr val="2D887E">
              <a:alpha val="30000"/>
            </a:srgbClr>
          </a:solidFill>
          <a:ln w="0">
            <a:noFill/>
            <a:prstDash val="solid"/>
          </a:ln>
        </p:spPr>
      </p:sp>
      <p:sp>
        <p:nvSpPr>
          <p:cNvPr id="110" name="02_predicted_pose_3409">
            <a:extLst>
              <a:ext uri="{FF2B5EF4-FFF2-40B4-BE49-F238E27FC236}">
                <a16:creationId xmlns:a16="http://schemas.microsoft.com/office/drawing/2014/main" id="{537788DE-A146-4BAF-B95C-5F35A2F73514}"/>
              </a:ext>
            </a:extLst>
          </p:cNvPr>
          <p:cNvSpPr>
            <a:spLocks noGrp="1"/>
          </p:cNvSpPr>
          <p:nvPr/>
        </p:nvSpPr>
        <p:spPr>
          <a:xfrm>
            <a:off x="1350453" y="3644555"/>
            <a:ext cx="28398" cy="28398"/>
          </a:xfrm>
          <a:prstGeom prst="ellipse">
            <a:avLst/>
          </a:prstGeom>
          <a:solidFill>
            <a:srgbClr val="2D887E">
              <a:alpha val="30000"/>
            </a:srgbClr>
          </a:solidFill>
          <a:ln w="0">
            <a:noFill/>
            <a:prstDash val="solid"/>
          </a:ln>
        </p:spPr>
      </p:sp>
      <p:sp>
        <p:nvSpPr>
          <p:cNvPr id="111" name="02_predicted_pose_3410">
            <a:extLst>
              <a:ext uri="{FF2B5EF4-FFF2-40B4-BE49-F238E27FC236}">
                <a16:creationId xmlns:a16="http://schemas.microsoft.com/office/drawing/2014/main" id="{56E7B5B9-A31A-4E77-911A-46F473EA14B0}"/>
              </a:ext>
            </a:extLst>
          </p:cNvPr>
          <p:cNvSpPr>
            <a:spLocks noGrp="1"/>
          </p:cNvSpPr>
          <p:nvPr/>
        </p:nvSpPr>
        <p:spPr>
          <a:xfrm>
            <a:off x="1193003" y="3606401"/>
            <a:ext cx="28398" cy="28398"/>
          </a:xfrm>
          <a:prstGeom prst="ellipse">
            <a:avLst/>
          </a:prstGeom>
          <a:solidFill>
            <a:srgbClr val="2D887E">
              <a:alpha val="30000"/>
            </a:srgbClr>
          </a:solidFill>
          <a:ln w="0">
            <a:noFill/>
            <a:prstDash val="solid"/>
          </a:ln>
        </p:spPr>
      </p:sp>
      <p:sp>
        <p:nvSpPr>
          <p:cNvPr id="112" name="02_predicted_pose_3411">
            <a:extLst>
              <a:ext uri="{FF2B5EF4-FFF2-40B4-BE49-F238E27FC236}">
                <a16:creationId xmlns:a16="http://schemas.microsoft.com/office/drawing/2014/main" id="{EF8E8462-2661-4129-82CD-300C2EEC3D89}"/>
              </a:ext>
            </a:extLst>
          </p:cNvPr>
          <p:cNvSpPr>
            <a:spLocks noGrp="1"/>
          </p:cNvSpPr>
          <p:nvPr/>
        </p:nvSpPr>
        <p:spPr>
          <a:xfrm>
            <a:off x="1330815" y="3724556"/>
            <a:ext cx="28398" cy="28398"/>
          </a:xfrm>
          <a:prstGeom prst="ellipse">
            <a:avLst/>
          </a:prstGeom>
          <a:solidFill>
            <a:srgbClr val="2D887E">
              <a:alpha val="30000"/>
            </a:srgbClr>
          </a:solidFill>
          <a:ln w="0">
            <a:noFill/>
            <a:prstDash val="solid"/>
          </a:ln>
        </p:spPr>
      </p:sp>
      <p:sp>
        <p:nvSpPr>
          <p:cNvPr id="113" name="02_predicted_pose_3412">
            <a:extLst>
              <a:ext uri="{FF2B5EF4-FFF2-40B4-BE49-F238E27FC236}">
                <a16:creationId xmlns:a16="http://schemas.microsoft.com/office/drawing/2014/main" id="{8E46FDB1-A31C-42B7-8ECB-2AEDBFD87D30}"/>
              </a:ext>
            </a:extLst>
          </p:cNvPr>
          <p:cNvSpPr>
            <a:spLocks noGrp="1"/>
          </p:cNvSpPr>
          <p:nvPr/>
        </p:nvSpPr>
        <p:spPr>
          <a:xfrm>
            <a:off x="1344596" y="3708645"/>
            <a:ext cx="28398" cy="28398"/>
          </a:xfrm>
          <a:prstGeom prst="ellipse">
            <a:avLst/>
          </a:prstGeom>
          <a:solidFill>
            <a:srgbClr val="2D887E">
              <a:alpha val="30000"/>
            </a:srgbClr>
          </a:solidFill>
          <a:ln w="0">
            <a:noFill/>
            <a:prstDash val="solid"/>
          </a:ln>
        </p:spPr>
      </p:sp>
      <p:sp>
        <p:nvSpPr>
          <p:cNvPr id="114" name="02_predicted_pose_3413">
            <a:extLst>
              <a:ext uri="{FF2B5EF4-FFF2-40B4-BE49-F238E27FC236}">
                <a16:creationId xmlns:a16="http://schemas.microsoft.com/office/drawing/2014/main" id="{5153F9A5-E316-4463-B2D4-608051C2FCA7}"/>
              </a:ext>
            </a:extLst>
          </p:cNvPr>
          <p:cNvSpPr>
            <a:spLocks noGrp="1"/>
          </p:cNvSpPr>
          <p:nvPr/>
        </p:nvSpPr>
        <p:spPr>
          <a:xfrm>
            <a:off x="1385940" y="3532952"/>
            <a:ext cx="28398" cy="28398"/>
          </a:xfrm>
          <a:prstGeom prst="ellipse">
            <a:avLst/>
          </a:prstGeom>
          <a:solidFill>
            <a:srgbClr val="2D887E">
              <a:alpha val="30000"/>
            </a:srgbClr>
          </a:solidFill>
          <a:ln w="0">
            <a:noFill/>
            <a:prstDash val="solid"/>
          </a:ln>
        </p:spPr>
      </p:sp>
      <p:sp>
        <p:nvSpPr>
          <p:cNvPr id="115" name="02_predicted_pose_3414">
            <a:extLst>
              <a:ext uri="{FF2B5EF4-FFF2-40B4-BE49-F238E27FC236}">
                <a16:creationId xmlns:a16="http://schemas.microsoft.com/office/drawing/2014/main" id="{E0757D33-8CD8-487B-9D13-68194561F33A}"/>
              </a:ext>
            </a:extLst>
          </p:cNvPr>
          <p:cNvSpPr>
            <a:spLocks noGrp="1"/>
          </p:cNvSpPr>
          <p:nvPr/>
        </p:nvSpPr>
        <p:spPr>
          <a:xfrm>
            <a:off x="1399721" y="3645757"/>
            <a:ext cx="28398" cy="28398"/>
          </a:xfrm>
          <a:prstGeom prst="ellipse">
            <a:avLst/>
          </a:prstGeom>
          <a:solidFill>
            <a:srgbClr val="2D887E">
              <a:alpha val="30000"/>
            </a:srgbClr>
          </a:solidFill>
          <a:ln w="0">
            <a:noFill/>
            <a:prstDash val="solid"/>
          </a:ln>
        </p:spPr>
      </p:sp>
      <p:sp>
        <p:nvSpPr>
          <p:cNvPr id="116" name="02_predicted_pose_3415">
            <a:extLst>
              <a:ext uri="{FF2B5EF4-FFF2-40B4-BE49-F238E27FC236}">
                <a16:creationId xmlns:a16="http://schemas.microsoft.com/office/drawing/2014/main" id="{156ABE39-D2DB-424C-8B23-25AA3BFEED6C}"/>
              </a:ext>
            </a:extLst>
          </p:cNvPr>
          <p:cNvSpPr>
            <a:spLocks noGrp="1"/>
          </p:cNvSpPr>
          <p:nvPr/>
        </p:nvSpPr>
        <p:spPr>
          <a:xfrm>
            <a:off x="1441065" y="3794700"/>
            <a:ext cx="28398" cy="28398"/>
          </a:xfrm>
          <a:prstGeom prst="ellipse">
            <a:avLst/>
          </a:prstGeom>
          <a:solidFill>
            <a:srgbClr val="2D887E">
              <a:alpha val="30000"/>
            </a:srgbClr>
          </a:solidFill>
          <a:ln w="0">
            <a:noFill/>
            <a:prstDash val="solid"/>
          </a:ln>
        </p:spPr>
      </p:sp>
      <p:sp>
        <p:nvSpPr>
          <p:cNvPr id="117" name="02_predicted_pose_3416">
            <a:extLst>
              <a:ext uri="{FF2B5EF4-FFF2-40B4-BE49-F238E27FC236}">
                <a16:creationId xmlns:a16="http://schemas.microsoft.com/office/drawing/2014/main" id="{D3370164-119C-4602-B350-FB070F17840E}"/>
              </a:ext>
            </a:extLst>
          </p:cNvPr>
          <p:cNvSpPr>
            <a:spLocks noGrp="1"/>
          </p:cNvSpPr>
          <p:nvPr/>
        </p:nvSpPr>
        <p:spPr>
          <a:xfrm>
            <a:off x="1454846" y="3757720"/>
            <a:ext cx="28398" cy="28398"/>
          </a:xfrm>
          <a:prstGeom prst="ellipse">
            <a:avLst/>
          </a:prstGeom>
          <a:solidFill>
            <a:srgbClr val="2D887E">
              <a:alpha val="30000"/>
            </a:srgbClr>
          </a:solidFill>
          <a:ln w="0">
            <a:noFill/>
            <a:prstDash val="solid"/>
          </a:ln>
        </p:spPr>
      </p:sp>
      <p:sp>
        <p:nvSpPr>
          <p:cNvPr id="118" name="02_predicted_pose_3417">
            <a:extLst>
              <a:ext uri="{FF2B5EF4-FFF2-40B4-BE49-F238E27FC236}">
                <a16:creationId xmlns:a16="http://schemas.microsoft.com/office/drawing/2014/main" id="{59AD42DB-E52F-41C7-90A3-5CC16C9885F0}"/>
              </a:ext>
            </a:extLst>
          </p:cNvPr>
          <p:cNvSpPr>
            <a:spLocks noGrp="1"/>
          </p:cNvSpPr>
          <p:nvPr/>
        </p:nvSpPr>
        <p:spPr>
          <a:xfrm>
            <a:off x="1186801" y="3785920"/>
            <a:ext cx="28398" cy="28398"/>
          </a:xfrm>
          <a:prstGeom prst="ellipse">
            <a:avLst/>
          </a:prstGeom>
          <a:solidFill>
            <a:srgbClr val="2D887E">
              <a:alpha val="30000"/>
            </a:srgbClr>
          </a:solidFill>
          <a:ln w="0">
            <a:noFill/>
            <a:prstDash val="solid"/>
          </a:ln>
        </p:spPr>
      </p:sp>
      <p:sp>
        <p:nvSpPr>
          <p:cNvPr id="119" name="02_predicted_pose_3418">
            <a:extLst>
              <a:ext uri="{FF2B5EF4-FFF2-40B4-BE49-F238E27FC236}">
                <a16:creationId xmlns:a16="http://schemas.microsoft.com/office/drawing/2014/main" id="{C40CCD90-F51A-4DAA-884A-250FD4CF997C}"/>
              </a:ext>
            </a:extLst>
          </p:cNvPr>
          <p:cNvSpPr>
            <a:spLocks noGrp="1"/>
          </p:cNvSpPr>
          <p:nvPr/>
        </p:nvSpPr>
        <p:spPr>
          <a:xfrm>
            <a:off x="1279824" y="3614384"/>
            <a:ext cx="28398" cy="28398"/>
          </a:xfrm>
          <a:prstGeom prst="ellipse">
            <a:avLst/>
          </a:prstGeom>
          <a:solidFill>
            <a:srgbClr val="2D887E">
              <a:alpha val="30000"/>
            </a:srgbClr>
          </a:solidFill>
          <a:ln w="0">
            <a:noFill/>
            <a:prstDash val="solid"/>
          </a:ln>
        </p:spPr>
      </p:sp>
      <p:sp>
        <p:nvSpPr>
          <p:cNvPr id="120" name="02_predicted_pose_3419">
            <a:extLst>
              <a:ext uri="{FF2B5EF4-FFF2-40B4-BE49-F238E27FC236}">
                <a16:creationId xmlns:a16="http://schemas.microsoft.com/office/drawing/2014/main" id="{AB33BA1E-7E4D-4E75-AB41-9FB19A879F34}"/>
              </a:ext>
            </a:extLst>
          </p:cNvPr>
          <p:cNvSpPr>
            <a:spLocks noGrp="1"/>
          </p:cNvSpPr>
          <p:nvPr/>
        </p:nvSpPr>
        <p:spPr>
          <a:xfrm>
            <a:off x="1215397" y="3573719"/>
            <a:ext cx="28398" cy="28398"/>
          </a:xfrm>
          <a:prstGeom prst="ellipse">
            <a:avLst/>
          </a:prstGeom>
          <a:solidFill>
            <a:srgbClr val="2D887E">
              <a:alpha val="30000"/>
            </a:srgbClr>
          </a:solidFill>
          <a:ln w="0">
            <a:noFill/>
            <a:prstDash val="solid"/>
          </a:ln>
        </p:spPr>
      </p:sp>
      <p:sp>
        <p:nvSpPr>
          <p:cNvPr id="121" name="02_predicted_pose_3420">
            <a:extLst>
              <a:ext uri="{FF2B5EF4-FFF2-40B4-BE49-F238E27FC236}">
                <a16:creationId xmlns:a16="http://schemas.microsoft.com/office/drawing/2014/main" id="{74DCF40C-5A57-403C-9F42-27858D5D177A}"/>
              </a:ext>
            </a:extLst>
          </p:cNvPr>
          <p:cNvSpPr>
            <a:spLocks noGrp="1"/>
          </p:cNvSpPr>
          <p:nvPr/>
        </p:nvSpPr>
        <p:spPr>
          <a:xfrm>
            <a:off x="1308421" y="3546607"/>
            <a:ext cx="28398" cy="28398"/>
          </a:xfrm>
          <a:prstGeom prst="ellipse">
            <a:avLst/>
          </a:prstGeom>
          <a:solidFill>
            <a:srgbClr val="2D887E">
              <a:alpha val="30000"/>
            </a:srgbClr>
          </a:solidFill>
          <a:ln w="0">
            <a:noFill/>
            <a:prstDash val="solid"/>
          </a:ln>
        </p:spPr>
      </p:sp>
      <p:sp>
        <p:nvSpPr>
          <p:cNvPr id="122" name="02_predicted_pose_3421">
            <a:extLst>
              <a:ext uri="{FF2B5EF4-FFF2-40B4-BE49-F238E27FC236}">
                <a16:creationId xmlns:a16="http://schemas.microsoft.com/office/drawing/2014/main" id="{9E2CC068-C08B-4AE7-ABC2-555BD12B4F71}"/>
              </a:ext>
            </a:extLst>
          </p:cNvPr>
          <p:cNvSpPr>
            <a:spLocks noGrp="1"/>
          </p:cNvSpPr>
          <p:nvPr/>
        </p:nvSpPr>
        <p:spPr>
          <a:xfrm>
            <a:off x="1357688" y="3643253"/>
            <a:ext cx="28398" cy="28398"/>
          </a:xfrm>
          <a:prstGeom prst="ellipse">
            <a:avLst/>
          </a:prstGeom>
          <a:solidFill>
            <a:srgbClr val="2D887E">
              <a:alpha val="30000"/>
            </a:srgbClr>
          </a:solidFill>
          <a:ln w="0">
            <a:noFill/>
            <a:prstDash val="solid"/>
          </a:ln>
        </p:spPr>
      </p:sp>
      <p:sp>
        <p:nvSpPr>
          <p:cNvPr id="123" name="02_predicted_pose_3422">
            <a:extLst>
              <a:ext uri="{FF2B5EF4-FFF2-40B4-BE49-F238E27FC236}">
                <a16:creationId xmlns:a16="http://schemas.microsoft.com/office/drawing/2014/main" id="{E322CE39-9E21-4F2D-A080-41B6AC46B14D}"/>
              </a:ext>
            </a:extLst>
          </p:cNvPr>
          <p:cNvSpPr>
            <a:spLocks noGrp="1"/>
          </p:cNvSpPr>
          <p:nvPr/>
        </p:nvSpPr>
        <p:spPr>
          <a:xfrm>
            <a:off x="1195070" y="3554266"/>
            <a:ext cx="28398" cy="28398"/>
          </a:xfrm>
          <a:prstGeom prst="ellipse">
            <a:avLst/>
          </a:prstGeom>
          <a:solidFill>
            <a:srgbClr val="2D887E">
              <a:alpha val="30000"/>
            </a:srgbClr>
          </a:solidFill>
          <a:ln w="0">
            <a:noFill/>
            <a:prstDash val="solid"/>
          </a:ln>
        </p:spPr>
      </p:sp>
      <p:sp>
        <p:nvSpPr>
          <p:cNvPr id="124" name="02_predicted_pose_3423">
            <a:extLst>
              <a:ext uri="{FF2B5EF4-FFF2-40B4-BE49-F238E27FC236}">
                <a16:creationId xmlns:a16="http://schemas.microsoft.com/office/drawing/2014/main" id="{A0B7D500-3D4C-4A8D-8B65-7DD9264BF24E}"/>
              </a:ext>
            </a:extLst>
          </p:cNvPr>
          <p:cNvSpPr>
            <a:spLocks noGrp="1"/>
          </p:cNvSpPr>
          <p:nvPr/>
        </p:nvSpPr>
        <p:spPr>
          <a:xfrm>
            <a:off x="1222632" y="3788308"/>
            <a:ext cx="28398" cy="28398"/>
          </a:xfrm>
          <a:prstGeom prst="ellipse">
            <a:avLst/>
          </a:prstGeom>
          <a:solidFill>
            <a:srgbClr val="2D887E">
              <a:alpha val="30000"/>
            </a:srgbClr>
          </a:solidFill>
          <a:ln w="0">
            <a:noFill/>
            <a:prstDash val="solid"/>
          </a:ln>
        </p:spPr>
      </p:sp>
      <p:sp>
        <p:nvSpPr>
          <p:cNvPr id="125" name="02_predicted_pose_3424">
            <a:extLst>
              <a:ext uri="{FF2B5EF4-FFF2-40B4-BE49-F238E27FC236}">
                <a16:creationId xmlns:a16="http://schemas.microsoft.com/office/drawing/2014/main" id="{C2C8A2F8-3665-49D6-BC67-7B696BE04403}"/>
              </a:ext>
            </a:extLst>
          </p:cNvPr>
          <p:cNvSpPr>
            <a:spLocks noGrp="1"/>
          </p:cNvSpPr>
          <p:nvPr/>
        </p:nvSpPr>
        <p:spPr>
          <a:xfrm>
            <a:off x="1448645" y="3329442"/>
            <a:ext cx="28398" cy="28398"/>
          </a:xfrm>
          <a:prstGeom prst="ellipse">
            <a:avLst/>
          </a:prstGeom>
          <a:solidFill>
            <a:srgbClr val="2D887E">
              <a:alpha val="30000"/>
            </a:srgbClr>
          </a:solidFill>
          <a:ln w="0">
            <a:noFill/>
            <a:prstDash val="solid"/>
          </a:ln>
        </p:spPr>
      </p:sp>
      <p:sp>
        <p:nvSpPr>
          <p:cNvPr id="126" name="02_predicted_pose_3425">
            <a:extLst>
              <a:ext uri="{FF2B5EF4-FFF2-40B4-BE49-F238E27FC236}">
                <a16:creationId xmlns:a16="http://schemas.microsoft.com/office/drawing/2014/main" id="{37740B56-12A9-4FBD-A02F-CB7319816266}"/>
              </a:ext>
            </a:extLst>
          </p:cNvPr>
          <p:cNvSpPr>
            <a:spLocks noGrp="1"/>
          </p:cNvSpPr>
          <p:nvPr/>
        </p:nvSpPr>
        <p:spPr>
          <a:xfrm>
            <a:off x="1322891" y="3552981"/>
            <a:ext cx="28398" cy="28398"/>
          </a:xfrm>
          <a:prstGeom prst="ellipse">
            <a:avLst/>
          </a:prstGeom>
          <a:solidFill>
            <a:srgbClr val="2D887E">
              <a:alpha val="30000"/>
            </a:srgbClr>
          </a:solidFill>
          <a:ln w="0">
            <a:noFill/>
            <a:prstDash val="solid"/>
          </a:ln>
        </p:spPr>
      </p:sp>
      <p:sp>
        <p:nvSpPr>
          <p:cNvPr id="127" name="02_predicted_pose_3426">
            <a:extLst>
              <a:ext uri="{FF2B5EF4-FFF2-40B4-BE49-F238E27FC236}">
                <a16:creationId xmlns:a16="http://schemas.microsoft.com/office/drawing/2014/main" id="{5E44D1D3-0F11-4FF5-B931-8E7D65F20EF1}"/>
              </a:ext>
            </a:extLst>
          </p:cNvPr>
          <p:cNvSpPr>
            <a:spLocks noGrp="1"/>
          </p:cNvSpPr>
          <p:nvPr/>
        </p:nvSpPr>
        <p:spPr>
          <a:xfrm>
            <a:off x="1201271" y="3581410"/>
            <a:ext cx="28398" cy="28398"/>
          </a:xfrm>
          <a:prstGeom prst="ellipse">
            <a:avLst/>
          </a:prstGeom>
          <a:solidFill>
            <a:srgbClr val="2D887E">
              <a:alpha val="30000"/>
            </a:srgbClr>
          </a:solidFill>
          <a:ln w="0">
            <a:noFill/>
            <a:prstDash val="solid"/>
          </a:ln>
        </p:spPr>
      </p:sp>
      <p:sp>
        <p:nvSpPr>
          <p:cNvPr id="128" name="02_predicted_pose_3427">
            <a:extLst>
              <a:ext uri="{FF2B5EF4-FFF2-40B4-BE49-F238E27FC236}">
                <a16:creationId xmlns:a16="http://schemas.microsoft.com/office/drawing/2014/main" id="{9486FABB-7926-486D-9A19-CD3DB753D0EA}"/>
              </a:ext>
            </a:extLst>
          </p:cNvPr>
          <p:cNvSpPr>
            <a:spLocks noGrp="1"/>
          </p:cNvSpPr>
          <p:nvPr/>
        </p:nvSpPr>
        <p:spPr>
          <a:xfrm>
            <a:off x="1242615" y="3496663"/>
            <a:ext cx="28398" cy="28398"/>
          </a:xfrm>
          <a:prstGeom prst="ellipse">
            <a:avLst/>
          </a:prstGeom>
          <a:solidFill>
            <a:srgbClr val="2D887E">
              <a:alpha val="30000"/>
            </a:srgbClr>
          </a:solidFill>
          <a:ln w="0">
            <a:noFill/>
            <a:prstDash val="solid"/>
          </a:ln>
        </p:spPr>
      </p:sp>
      <p:sp>
        <p:nvSpPr>
          <p:cNvPr id="129" name="02_predicted_pose_3428">
            <a:extLst>
              <a:ext uri="{FF2B5EF4-FFF2-40B4-BE49-F238E27FC236}">
                <a16:creationId xmlns:a16="http://schemas.microsoft.com/office/drawing/2014/main" id="{F9BEF3D2-E19D-42BF-B9D9-CA3B388763E7}"/>
              </a:ext>
            </a:extLst>
          </p:cNvPr>
          <p:cNvSpPr>
            <a:spLocks noGrp="1"/>
          </p:cNvSpPr>
          <p:nvPr/>
        </p:nvSpPr>
        <p:spPr>
          <a:xfrm>
            <a:off x="1283959" y="3442737"/>
            <a:ext cx="28398" cy="28398"/>
          </a:xfrm>
          <a:prstGeom prst="ellipse">
            <a:avLst/>
          </a:prstGeom>
          <a:solidFill>
            <a:srgbClr val="2D887E">
              <a:alpha val="30000"/>
            </a:srgbClr>
          </a:solidFill>
          <a:ln w="0">
            <a:noFill/>
            <a:prstDash val="solid"/>
          </a:ln>
        </p:spPr>
      </p:sp>
      <p:sp>
        <p:nvSpPr>
          <p:cNvPr id="130" name="02_predicted_pose_3429">
            <a:extLst>
              <a:ext uri="{FF2B5EF4-FFF2-40B4-BE49-F238E27FC236}">
                <a16:creationId xmlns:a16="http://schemas.microsoft.com/office/drawing/2014/main" id="{9C22E154-77D0-47AB-9824-015B644A29FC}"/>
              </a:ext>
            </a:extLst>
          </p:cNvPr>
          <p:cNvSpPr>
            <a:spLocks noGrp="1"/>
          </p:cNvSpPr>
          <p:nvPr/>
        </p:nvSpPr>
        <p:spPr>
          <a:xfrm>
            <a:off x="1458291" y="2696931"/>
            <a:ext cx="28398" cy="28398"/>
          </a:xfrm>
          <a:prstGeom prst="ellipse">
            <a:avLst/>
          </a:prstGeom>
          <a:solidFill>
            <a:srgbClr val="2D887E">
              <a:alpha val="30000"/>
            </a:srgbClr>
          </a:solidFill>
          <a:ln w="0">
            <a:noFill/>
            <a:prstDash val="solid"/>
          </a:ln>
        </p:spPr>
      </p:sp>
      <p:sp>
        <p:nvSpPr>
          <p:cNvPr id="131" name="02_predicted_pose_3430">
            <a:extLst>
              <a:ext uri="{FF2B5EF4-FFF2-40B4-BE49-F238E27FC236}">
                <a16:creationId xmlns:a16="http://schemas.microsoft.com/office/drawing/2014/main" id="{92853356-5DB5-4272-87DC-FFEE7005036B}"/>
              </a:ext>
            </a:extLst>
          </p:cNvPr>
          <p:cNvSpPr>
            <a:spLocks noGrp="1"/>
          </p:cNvSpPr>
          <p:nvPr/>
        </p:nvSpPr>
        <p:spPr>
          <a:xfrm>
            <a:off x="1156138" y="3350892"/>
            <a:ext cx="28398" cy="28398"/>
          </a:xfrm>
          <a:prstGeom prst="ellipse">
            <a:avLst/>
          </a:prstGeom>
          <a:solidFill>
            <a:srgbClr val="2D887E">
              <a:alpha val="30000"/>
            </a:srgbClr>
          </a:solidFill>
          <a:ln w="0">
            <a:noFill/>
            <a:prstDash val="solid"/>
          </a:ln>
        </p:spPr>
      </p:sp>
      <p:sp>
        <p:nvSpPr>
          <p:cNvPr id="132" name="02_predicted_pose_3431">
            <a:extLst>
              <a:ext uri="{FF2B5EF4-FFF2-40B4-BE49-F238E27FC236}">
                <a16:creationId xmlns:a16="http://schemas.microsoft.com/office/drawing/2014/main" id="{F20B5A41-33C9-48D5-A40E-B7A502C00B0F}"/>
              </a:ext>
            </a:extLst>
          </p:cNvPr>
          <p:cNvSpPr>
            <a:spLocks noGrp="1"/>
          </p:cNvSpPr>
          <p:nvPr/>
        </p:nvSpPr>
        <p:spPr>
          <a:xfrm>
            <a:off x="1365957" y="2695340"/>
            <a:ext cx="28398" cy="28398"/>
          </a:xfrm>
          <a:prstGeom prst="ellipse">
            <a:avLst/>
          </a:prstGeom>
          <a:solidFill>
            <a:srgbClr val="2D887E">
              <a:alpha val="30000"/>
            </a:srgbClr>
          </a:solidFill>
          <a:ln w="0">
            <a:noFill/>
            <a:prstDash val="solid"/>
          </a:ln>
        </p:spPr>
      </p:sp>
      <p:sp>
        <p:nvSpPr>
          <p:cNvPr id="133" name="02_predicted_pose_3432">
            <a:extLst>
              <a:ext uri="{FF2B5EF4-FFF2-40B4-BE49-F238E27FC236}">
                <a16:creationId xmlns:a16="http://schemas.microsoft.com/office/drawing/2014/main" id="{920BF861-8F62-4DEB-9490-13313F0F1FC4}"/>
              </a:ext>
            </a:extLst>
          </p:cNvPr>
          <p:cNvSpPr>
            <a:spLocks noGrp="1"/>
          </p:cNvSpPr>
          <p:nvPr/>
        </p:nvSpPr>
        <p:spPr>
          <a:xfrm>
            <a:off x="1458981" y="3029462"/>
            <a:ext cx="28398" cy="28398"/>
          </a:xfrm>
          <a:prstGeom prst="ellipse">
            <a:avLst/>
          </a:prstGeom>
          <a:solidFill>
            <a:srgbClr val="2D887E">
              <a:alpha val="30000"/>
            </a:srgbClr>
          </a:solidFill>
          <a:ln w="0">
            <a:noFill/>
            <a:prstDash val="solid"/>
          </a:ln>
        </p:spPr>
      </p:sp>
      <p:sp>
        <p:nvSpPr>
          <p:cNvPr id="134" name="02_predicted_pose_3433">
            <a:extLst>
              <a:ext uri="{FF2B5EF4-FFF2-40B4-BE49-F238E27FC236}">
                <a16:creationId xmlns:a16="http://schemas.microsoft.com/office/drawing/2014/main" id="{B5234E90-14F5-4EC6-B84A-4724939AC82B}"/>
              </a:ext>
            </a:extLst>
          </p:cNvPr>
          <p:cNvSpPr>
            <a:spLocks noGrp="1"/>
          </p:cNvSpPr>
          <p:nvPr/>
        </p:nvSpPr>
        <p:spPr>
          <a:xfrm>
            <a:off x="1289816" y="2736718"/>
            <a:ext cx="28398" cy="28398"/>
          </a:xfrm>
          <a:prstGeom prst="ellipse">
            <a:avLst/>
          </a:prstGeom>
          <a:solidFill>
            <a:srgbClr val="2D887E">
              <a:alpha val="30000"/>
            </a:srgbClr>
          </a:solidFill>
          <a:ln w="0">
            <a:noFill/>
            <a:prstDash val="solid"/>
          </a:ln>
        </p:spPr>
      </p:sp>
      <p:sp>
        <p:nvSpPr>
          <p:cNvPr id="135" name="02_predicted_pose_3434">
            <a:extLst>
              <a:ext uri="{FF2B5EF4-FFF2-40B4-BE49-F238E27FC236}">
                <a16:creationId xmlns:a16="http://schemas.microsoft.com/office/drawing/2014/main" id="{3D2E23A8-151C-4F3B-A7D7-AB364F766654}"/>
              </a:ext>
            </a:extLst>
          </p:cNvPr>
          <p:cNvSpPr>
            <a:spLocks noGrp="1"/>
          </p:cNvSpPr>
          <p:nvPr/>
        </p:nvSpPr>
        <p:spPr>
          <a:xfrm>
            <a:off x="1303597" y="3237973"/>
            <a:ext cx="28398" cy="28398"/>
          </a:xfrm>
          <a:prstGeom prst="ellipse">
            <a:avLst/>
          </a:prstGeom>
          <a:solidFill>
            <a:srgbClr val="2D887E">
              <a:alpha val="30000"/>
            </a:srgbClr>
          </a:solidFill>
          <a:ln w="0">
            <a:noFill/>
            <a:prstDash val="solid"/>
          </a:ln>
        </p:spPr>
      </p:sp>
      <p:sp>
        <p:nvSpPr>
          <p:cNvPr id="136" name="02_predicted_pose_3435">
            <a:extLst>
              <a:ext uri="{FF2B5EF4-FFF2-40B4-BE49-F238E27FC236}">
                <a16:creationId xmlns:a16="http://schemas.microsoft.com/office/drawing/2014/main" id="{62682FB7-EAE6-4B68-8606-EEC8651845D1}"/>
              </a:ext>
            </a:extLst>
          </p:cNvPr>
          <p:cNvSpPr>
            <a:spLocks noGrp="1"/>
          </p:cNvSpPr>
          <p:nvPr/>
        </p:nvSpPr>
        <p:spPr>
          <a:xfrm>
            <a:off x="1225389" y="3274160"/>
            <a:ext cx="28398" cy="28398"/>
          </a:xfrm>
          <a:prstGeom prst="ellipse">
            <a:avLst/>
          </a:prstGeom>
          <a:solidFill>
            <a:srgbClr val="2D887E">
              <a:alpha val="30000"/>
            </a:srgbClr>
          </a:solidFill>
          <a:ln w="0">
            <a:noFill/>
            <a:prstDash val="solid"/>
          </a:ln>
        </p:spPr>
      </p:sp>
      <p:sp>
        <p:nvSpPr>
          <p:cNvPr id="137" name="02_predicted_pose_3436">
            <a:extLst>
              <a:ext uri="{FF2B5EF4-FFF2-40B4-BE49-F238E27FC236}">
                <a16:creationId xmlns:a16="http://schemas.microsoft.com/office/drawing/2014/main" id="{5EC6C063-A28F-471C-A34D-121D526A02DD}"/>
              </a:ext>
            </a:extLst>
          </p:cNvPr>
          <p:cNvSpPr>
            <a:spLocks noGrp="1"/>
          </p:cNvSpPr>
          <p:nvPr/>
        </p:nvSpPr>
        <p:spPr>
          <a:xfrm>
            <a:off x="1239170" y="3320979"/>
            <a:ext cx="28398" cy="28398"/>
          </a:xfrm>
          <a:prstGeom prst="ellipse">
            <a:avLst/>
          </a:prstGeom>
          <a:solidFill>
            <a:srgbClr val="2D887E">
              <a:alpha val="30000"/>
            </a:srgbClr>
          </a:solidFill>
          <a:ln w="0">
            <a:noFill/>
            <a:prstDash val="solid"/>
          </a:ln>
        </p:spPr>
      </p:sp>
      <p:sp>
        <p:nvSpPr>
          <p:cNvPr id="138" name="02_predicted_pose_3437">
            <a:extLst>
              <a:ext uri="{FF2B5EF4-FFF2-40B4-BE49-F238E27FC236}">
                <a16:creationId xmlns:a16="http://schemas.microsoft.com/office/drawing/2014/main" id="{36A7675E-D483-4CF7-B51B-10DC2C29FAEF}"/>
              </a:ext>
            </a:extLst>
          </p:cNvPr>
          <p:cNvSpPr>
            <a:spLocks noGrp="1"/>
          </p:cNvSpPr>
          <p:nvPr/>
        </p:nvSpPr>
        <p:spPr>
          <a:xfrm>
            <a:off x="1252951" y="3304649"/>
            <a:ext cx="28398" cy="28398"/>
          </a:xfrm>
          <a:prstGeom prst="ellipse">
            <a:avLst/>
          </a:prstGeom>
          <a:solidFill>
            <a:srgbClr val="2D887E">
              <a:alpha val="30000"/>
            </a:srgbClr>
          </a:solidFill>
          <a:ln w="0">
            <a:noFill/>
            <a:prstDash val="solid"/>
          </a:ln>
        </p:spPr>
      </p:sp>
      <p:sp>
        <p:nvSpPr>
          <p:cNvPr id="139" name="02_predicted_pose_3438">
            <a:extLst>
              <a:ext uri="{FF2B5EF4-FFF2-40B4-BE49-F238E27FC236}">
                <a16:creationId xmlns:a16="http://schemas.microsoft.com/office/drawing/2014/main" id="{A2911E64-B18A-4000-B96E-7372BFE713E9}"/>
              </a:ext>
            </a:extLst>
          </p:cNvPr>
          <p:cNvSpPr>
            <a:spLocks noGrp="1"/>
          </p:cNvSpPr>
          <p:nvPr/>
        </p:nvSpPr>
        <p:spPr>
          <a:xfrm>
            <a:off x="1266732" y="3275679"/>
            <a:ext cx="28398" cy="28398"/>
          </a:xfrm>
          <a:prstGeom prst="ellipse">
            <a:avLst/>
          </a:prstGeom>
          <a:solidFill>
            <a:srgbClr val="2D887E">
              <a:alpha val="30000"/>
            </a:srgbClr>
          </a:solidFill>
          <a:ln w="0">
            <a:noFill/>
            <a:prstDash val="solid"/>
          </a:ln>
        </p:spPr>
      </p:sp>
      <p:sp>
        <p:nvSpPr>
          <p:cNvPr id="140" name="02_predicted_pose_3439">
            <a:extLst>
              <a:ext uri="{FF2B5EF4-FFF2-40B4-BE49-F238E27FC236}">
                <a16:creationId xmlns:a16="http://schemas.microsoft.com/office/drawing/2014/main" id="{32D49C3B-2132-4C0A-BC72-6BF250872427}"/>
              </a:ext>
            </a:extLst>
          </p:cNvPr>
          <p:cNvSpPr>
            <a:spLocks noGrp="1"/>
          </p:cNvSpPr>
          <p:nvPr/>
        </p:nvSpPr>
        <p:spPr>
          <a:xfrm>
            <a:off x="1280514" y="3297586"/>
            <a:ext cx="28398" cy="28398"/>
          </a:xfrm>
          <a:prstGeom prst="ellipse">
            <a:avLst/>
          </a:prstGeom>
          <a:solidFill>
            <a:srgbClr val="2D887E">
              <a:alpha val="30000"/>
            </a:srgbClr>
          </a:solidFill>
          <a:ln w="0">
            <a:noFill/>
            <a:prstDash val="solid"/>
          </a:ln>
        </p:spPr>
      </p:sp>
      <p:sp>
        <p:nvSpPr>
          <p:cNvPr id="141" name="02_predicted_pose_3440">
            <a:extLst>
              <a:ext uri="{FF2B5EF4-FFF2-40B4-BE49-F238E27FC236}">
                <a16:creationId xmlns:a16="http://schemas.microsoft.com/office/drawing/2014/main" id="{A48CE4C8-7BD3-463A-A940-8FF9A04266E7}"/>
              </a:ext>
            </a:extLst>
          </p:cNvPr>
          <p:cNvSpPr>
            <a:spLocks noGrp="1"/>
          </p:cNvSpPr>
          <p:nvPr/>
        </p:nvSpPr>
        <p:spPr>
          <a:xfrm>
            <a:off x="1294295" y="3312223"/>
            <a:ext cx="28398" cy="28398"/>
          </a:xfrm>
          <a:prstGeom prst="ellipse">
            <a:avLst/>
          </a:prstGeom>
          <a:solidFill>
            <a:srgbClr val="2D887E">
              <a:alpha val="30000"/>
            </a:srgbClr>
          </a:solidFill>
          <a:ln w="0">
            <a:noFill/>
            <a:prstDash val="solid"/>
          </a:ln>
        </p:spPr>
      </p:sp>
      <p:sp>
        <p:nvSpPr>
          <p:cNvPr id="142" name="02_predicted_pose_3441">
            <a:extLst>
              <a:ext uri="{FF2B5EF4-FFF2-40B4-BE49-F238E27FC236}">
                <a16:creationId xmlns:a16="http://schemas.microsoft.com/office/drawing/2014/main" id="{4EAE9F40-8178-4BA6-8640-5944C84A0E8B}"/>
              </a:ext>
            </a:extLst>
          </p:cNvPr>
          <p:cNvSpPr>
            <a:spLocks noGrp="1"/>
          </p:cNvSpPr>
          <p:nvPr/>
        </p:nvSpPr>
        <p:spPr>
          <a:xfrm>
            <a:off x="1308076" y="3307665"/>
            <a:ext cx="28398" cy="28398"/>
          </a:xfrm>
          <a:prstGeom prst="ellipse">
            <a:avLst/>
          </a:prstGeom>
          <a:solidFill>
            <a:srgbClr val="2D887E">
              <a:alpha val="30000"/>
            </a:srgbClr>
          </a:solidFill>
          <a:ln w="0">
            <a:noFill/>
            <a:prstDash val="solid"/>
          </a:ln>
        </p:spPr>
      </p:sp>
      <p:sp>
        <p:nvSpPr>
          <p:cNvPr id="143" name="02_predicted_pose_3442">
            <a:extLst>
              <a:ext uri="{FF2B5EF4-FFF2-40B4-BE49-F238E27FC236}">
                <a16:creationId xmlns:a16="http://schemas.microsoft.com/office/drawing/2014/main" id="{1C4BFE9D-609D-4C4B-A6C7-F3415CA155D7}"/>
              </a:ext>
            </a:extLst>
          </p:cNvPr>
          <p:cNvSpPr>
            <a:spLocks noGrp="1"/>
          </p:cNvSpPr>
          <p:nvPr/>
        </p:nvSpPr>
        <p:spPr>
          <a:xfrm>
            <a:off x="1321857" y="3304807"/>
            <a:ext cx="28398" cy="28398"/>
          </a:xfrm>
          <a:prstGeom prst="ellipse">
            <a:avLst/>
          </a:prstGeom>
          <a:solidFill>
            <a:srgbClr val="2D887E">
              <a:alpha val="30000"/>
            </a:srgbClr>
          </a:solidFill>
          <a:ln w="0">
            <a:noFill/>
            <a:prstDash val="solid"/>
          </a:ln>
        </p:spPr>
      </p:sp>
      <p:sp>
        <p:nvSpPr>
          <p:cNvPr id="144" name="02_predicted_pose_3443">
            <a:extLst>
              <a:ext uri="{FF2B5EF4-FFF2-40B4-BE49-F238E27FC236}">
                <a16:creationId xmlns:a16="http://schemas.microsoft.com/office/drawing/2014/main" id="{F0C539CC-C31B-4DA0-B59E-DB643A42A5E9}"/>
              </a:ext>
            </a:extLst>
          </p:cNvPr>
          <p:cNvSpPr>
            <a:spLocks noGrp="1"/>
          </p:cNvSpPr>
          <p:nvPr/>
        </p:nvSpPr>
        <p:spPr>
          <a:xfrm>
            <a:off x="1335638" y="3302768"/>
            <a:ext cx="28398" cy="28398"/>
          </a:xfrm>
          <a:prstGeom prst="ellipse">
            <a:avLst/>
          </a:prstGeom>
          <a:solidFill>
            <a:srgbClr val="2D887E">
              <a:alpha val="30000"/>
            </a:srgbClr>
          </a:solidFill>
          <a:ln w="0">
            <a:noFill/>
            <a:prstDash val="solid"/>
          </a:ln>
        </p:spPr>
      </p:sp>
      <p:sp>
        <p:nvSpPr>
          <p:cNvPr id="145" name="02_predicted_pose_3444">
            <a:extLst>
              <a:ext uri="{FF2B5EF4-FFF2-40B4-BE49-F238E27FC236}">
                <a16:creationId xmlns:a16="http://schemas.microsoft.com/office/drawing/2014/main" id="{AA15F3FB-90CE-485B-A53E-D587316A4283}"/>
              </a:ext>
            </a:extLst>
          </p:cNvPr>
          <p:cNvSpPr>
            <a:spLocks noGrp="1"/>
          </p:cNvSpPr>
          <p:nvPr/>
        </p:nvSpPr>
        <p:spPr>
          <a:xfrm>
            <a:off x="1349420" y="3275371"/>
            <a:ext cx="28398" cy="28398"/>
          </a:xfrm>
          <a:prstGeom prst="ellipse">
            <a:avLst/>
          </a:prstGeom>
          <a:solidFill>
            <a:srgbClr val="2D887E">
              <a:alpha val="30000"/>
            </a:srgbClr>
          </a:solidFill>
          <a:ln w="0">
            <a:noFill/>
            <a:prstDash val="solid"/>
          </a:ln>
        </p:spPr>
      </p:sp>
      <p:sp>
        <p:nvSpPr>
          <p:cNvPr id="146" name="02_predicted_pose_3445">
            <a:extLst>
              <a:ext uri="{FF2B5EF4-FFF2-40B4-BE49-F238E27FC236}">
                <a16:creationId xmlns:a16="http://schemas.microsoft.com/office/drawing/2014/main" id="{15AB82BF-38BB-47F2-86ED-965319F7B1C2}"/>
              </a:ext>
            </a:extLst>
          </p:cNvPr>
          <p:cNvSpPr>
            <a:spLocks noGrp="1"/>
          </p:cNvSpPr>
          <p:nvPr/>
        </p:nvSpPr>
        <p:spPr>
          <a:xfrm>
            <a:off x="1238825" y="3293758"/>
            <a:ext cx="28398" cy="28398"/>
          </a:xfrm>
          <a:prstGeom prst="ellipse">
            <a:avLst/>
          </a:prstGeom>
          <a:solidFill>
            <a:srgbClr val="2D887E">
              <a:alpha val="30000"/>
            </a:srgbClr>
          </a:solidFill>
          <a:ln w="0">
            <a:noFill/>
            <a:prstDash val="solid"/>
          </a:ln>
        </p:spPr>
      </p:sp>
      <p:sp>
        <p:nvSpPr>
          <p:cNvPr id="147" name="02_predicted_pose_3446">
            <a:extLst>
              <a:ext uri="{FF2B5EF4-FFF2-40B4-BE49-F238E27FC236}">
                <a16:creationId xmlns:a16="http://schemas.microsoft.com/office/drawing/2014/main" id="{2D0BE95F-ACA7-437B-A898-015233BCD834}"/>
              </a:ext>
            </a:extLst>
          </p:cNvPr>
          <p:cNvSpPr>
            <a:spLocks noGrp="1"/>
          </p:cNvSpPr>
          <p:nvPr/>
        </p:nvSpPr>
        <p:spPr>
          <a:xfrm>
            <a:off x="1430040" y="3634809"/>
            <a:ext cx="28398" cy="28398"/>
          </a:xfrm>
          <a:prstGeom prst="ellipse">
            <a:avLst/>
          </a:prstGeom>
          <a:solidFill>
            <a:srgbClr val="2D887E">
              <a:alpha val="30000"/>
            </a:srgbClr>
          </a:solidFill>
          <a:ln w="0">
            <a:noFill/>
            <a:prstDash val="solid"/>
          </a:ln>
        </p:spPr>
      </p:sp>
      <p:sp>
        <p:nvSpPr>
          <p:cNvPr id="148" name="02_predicted_pose_3447">
            <a:extLst>
              <a:ext uri="{FF2B5EF4-FFF2-40B4-BE49-F238E27FC236}">
                <a16:creationId xmlns:a16="http://schemas.microsoft.com/office/drawing/2014/main" id="{9C835A50-A2C6-40AA-A627-6F1866C5FA47}"/>
              </a:ext>
            </a:extLst>
          </p:cNvPr>
          <p:cNvSpPr>
            <a:spLocks noGrp="1"/>
          </p:cNvSpPr>
          <p:nvPr/>
        </p:nvSpPr>
        <p:spPr>
          <a:xfrm>
            <a:off x="1301185" y="3789014"/>
            <a:ext cx="28398" cy="28398"/>
          </a:xfrm>
          <a:prstGeom prst="ellipse">
            <a:avLst/>
          </a:prstGeom>
          <a:solidFill>
            <a:srgbClr val="2D887E">
              <a:alpha val="30000"/>
            </a:srgbClr>
          </a:solidFill>
          <a:ln w="0">
            <a:noFill/>
            <a:prstDash val="solid"/>
          </a:ln>
        </p:spPr>
      </p:sp>
      <p:sp>
        <p:nvSpPr>
          <p:cNvPr id="149" name="02_predicted_pose_3448">
            <a:extLst>
              <a:ext uri="{FF2B5EF4-FFF2-40B4-BE49-F238E27FC236}">
                <a16:creationId xmlns:a16="http://schemas.microsoft.com/office/drawing/2014/main" id="{C8424C33-2A6B-4452-B71A-A0F7DC29F476}"/>
              </a:ext>
            </a:extLst>
          </p:cNvPr>
          <p:cNvSpPr>
            <a:spLocks noGrp="1"/>
          </p:cNvSpPr>
          <p:nvPr/>
        </p:nvSpPr>
        <p:spPr>
          <a:xfrm>
            <a:off x="1193347" y="3748768"/>
            <a:ext cx="28398" cy="28398"/>
          </a:xfrm>
          <a:prstGeom prst="ellipse">
            <a:avLst/>
          </a:prstGeom>
          <a:solidFill>
            <a:srgbClr val="2D887E">
              <a:alpha val="30000"/>
            </a:srgbClr>
          </a:solidFill>
          <a:ln w="0">
            <a:noFill/>
            <a:prstDash val="solid"/>
          </a:ln>
        </p:spPr>
      </p:sp>
      <p:sp>
        <p:nvSpPr>
          <p:cNvPr id="150" name="02_predicted_pose_3449">
            <a:extLst>
              <a:ext uri="{FF2B5EF4-FFF2-40B4-BE49-F238E27FC236}">
                <a16:creationId xmlns:a16="http://schemas.microsoft.com/office/drawing/2014/main" id="{228350E1-6B51-43BB-BF1E-46BFE997EE75}"/>
              </a:ext>
            </a:extLst>
          </p:cNvPr>
          <p:cNvSpPr>
            <a:spLocks noGrp="1"/>
          </p:cNvSpPr>
          <p:nvPr/>
        </p:nvSpPr>
        <p:spPr>
          <a:xfrm>
            <a:off x="1314967" y="3673322"/>
            <a:ext cx="28398" cy="28398"/>
          </a:xfrm>
          <a:prstGeom prst="ellipse">
            <a:avLst/>
          </a:prstGeom>
          <a:solidFill>
            <a:srgbClr val="2D887E">
              <a:alpha val="30000"/>
            </a:srgbClr>
          </a:solidFill>
          <a:ln w="0">
            <a:noFill/>
            <a:prstDash val="solid"/>
          </a:ln>
        </p:spPr>
      </p:sp>
      <p:sp>
        <p:nvSpPr>
          <p:cNvPr id="151" name="02_predicted_pose_3450">
            <a:extLst>
              <a:ext uri="{FF2B5EF4-FFF2-40B4-BE49-F238E27FC236}">
                <a16:creationId xmlns:a16="http://schemas.microsoft.com/office/drawing/2014/main" id="{DC41E5F8-F5C1-4703-9F12-646E2A6C87FD}"/>
              </a:ext>
            </a:extLst>
          </p:cNvPr>
          <p:cNvSpPr>
            <a:spLocks noGrp="1"/>
          </p:cNvSpPr>
          <p:nvPr/>
        </p:nvSpPr>
        <p:spPr>
          <a:xfrm>
            <a:off x="1422116" y="3482228"/>
            <a:ext cx="28398" cy="28398"/>
          </a:xfrm>
          <a:prstGeom prst="ellipse">
            <a:avLst/>
          </a:prstGeom>
          <a:solidFill>
            <a:srgbClr val="2D887E">
              <a:alpha val="30000"/>
            </a:srgbClr>
          </a:solidFill>
          <a:ln w="0">
            <a:noFill/>
            <a:prstDash val="solid"/>
          </a:ln>
        </p:spPr>
      </p:sp>
      <p:sp>
        <p:nvSpPr>
          <p:cNvPr id="152" name="02_predicted_pose_3451">
            <a:extLst>
              <a:ext uri="{FF2B5EF4-FFF2-40B4-BE49-F238E27FC236}">
                <a16:creationId xmlns:a16="http://schemas.microsoft.com/office/drawing/2014/main" id="{C1A45EFE-16E3-49C1-8DFA-CE6A8063CB35}"/>
              </a:ext>
            </a:extLst>
          </p:cNvPr>
          <p:cNvSpPr>
            <a:spLocks noGrp="1"/>
          </p:cNvSpPr>
          <p:nvPr/>
        </p:nvSpPr>
        <p:spPr>
          <a:xfrm>
            <a:off x="1477241" y="3423525"/>
            <a:ext cx="28398" cy="28398"/>
          </a:xfrm>
          <a:prstGeom prst="ellipse">
            <a:avLst/>
          </a:prstGeom>
          <a:solidFill>
            <a:srgbClr val="2D887E">
              <a:alpha val="30000"/>
            </a:srgbClr>
          </a:solidFill>
          <a:ln w="0">
            <a:noFill/>
            <a:prstDash val="solid"/>
          </a:ln>
        </p:spPr>
      </p:sp>
      <p:sp>
        <p:nvSpPr>
          <p:cNvPr id="153" name="02_predicted_pose_3452">
            <a:extLst>
              <a:ext uri="{FF2B5EF4-FFF2-40B4-BE49-F238E27FC236}">
                <a16:creationId xmlns:a16="http://schemas.microsoft.com/office/drawing/2014/main" id="{99C00A12-8718-4B20-A23A-8D346BA46A37}"/>
              </a:ext>
            </a:extLst>
          </p:cNvPr>
          <p:cNvSpPr>
            <a:spLocks noGrp="1"/>
          </p:cNvSpPr>
          <p:nvPr/>
        </p:nvSpPr>
        <p:spPr>
          <a:xfrm>
            <a:off x="1270522" y="3364763"/>
            <a:ext cx="28398" cy="28398"/>
          </a:xfrm>
          <a:prstGeom prst="ellipse">
            <a:avLst/>
          </a:prstGeom>
          <a:solidFill>
            <a:srgbClr val="2D887E">
              <a:alpha val="30000"/>
            </a:srgbClr>
          </a:solidFill>
          <a:ln w="0">
            <a:noFill/>
            <a:prstDash val="solid"/>
          </a:ln>
        </p:spPr>
      </p:sp>
      <p:sp>
        <p:nvSpPr>
          <p:cNvPr id="154" name="02_predicted_pose_3453">
            <a:extLst>
              <a:ext uri="{FF2B5EF4-FFF2-40B4-BE49-F238E27FC236}">
                <a16:creationId xmlns:a16="http://schemas.microsoft.com/office/drawing/2014/main" id="{0A909129-3359-4566-BCC5-4B28DF85021F}"/>
              </a:ext>
            </a:extLst>
          </p:cNvPr>
          <p:cNvSpPr>
            <a:spLocks noGrp="1"/>
          </p:cNvSpPr>
          <p:nvPr/>
        </p:nvSpPr>
        <p:spPr>
          <a:xfrm>
            <a:off x="1298085" y="3316658"/>
            <a:ext cx="28398" cy="28398"/>
          </a:xfrm>
          <a:prstGeom prst="ellipse">
            <a:avLst/>
          </a:prstGeom>
          <a:solidFill>
            <a:srgbClr val="2D887E">
              <a:alpha val="30000"/>
            </a:srgbClr>
          </a:solidFill>
          <a:ln w="0">
            <a:noFill/>
            <a:prstDash val="solid"/>
          </a:ln>
        </p:spPr>
      </p:sp>
      <p:sp>
        <p:nvSpPr>
          <p:cNvPr id="155" name="02_predicted_pose_3454">
            <a:extLst>
              <a:ext uri="{FF2B5EF4-FFF2-40B4-BE49-F238E27FC236}">
                <a16:creationId xmlns:a16="http://schemas.microsoft.com/office/drawing/2014/main" id="{831C0D51-8ED8-406D-AAE5-A8465D426525}"/>
              </a:ext>
            </a:extLst>
          </p:cNvPr>
          <p:cNvSpPr>
            <a:spLocks noGrp="1"/>
          </p:cNvSpPr>
          <p:nvPr/>
        </p:nvSpPr>
        <p:spPr>
          <a:xfrm>
            <a:off x="1339428" y="3318190"/>
            <a:ext cx="28398" cy="28398"/>
          </a:xfrm>
          <a:prstGeom prst="ellipse">
            <a:avLst/>
          </a:prstGeom>
          <a:solidFill>
            <a:srgbClr val="2D887E">
              <a:alpha val="30000"/>
            </a:srgbClr>
          </a:solidFill>
          <a:ln w="0">
            <a:noFill/>
            <a:prstDash val="solid"/>
          </a:ln>
        </p:spPr>
      </p:sp>
      <p:sp>
        <p:nvSpPr>
          <p:cNvPr id="156" name="02_predicted_pose_3455">
            <a:extLst>
              <a:ext uri="{FF2B5EF4-FFF2-40B4-BE49-F238E27FC236}">
                <a16:creationId xmlns:a16="http://schemas.microsoft.com/office/drawing/2014/main" id="{B4C40B0D-BF0B-41C0-8758-61C7397ED4C3}"/>
              </a:ext>
            </a:extLst>
          </p:cNvPr>
          <p:cNvSpPr>
            <a:spLocks noGrp="1"/>
          </p:cNvSpPr>
          <p:nvPr/>
        </p:nvSpPr>
        <p:spPr>
          <a:xfrm>
            <a:off x="1366991" y="3345041"/>
            <a:ext cx="28398" cy="28398"/>
          </a:xfrm>
          <a:prstGeom prst="ellipse">
            <a:avLst/>
          </a:prstGeom>
          <a:solidFill>
            <a:srgbClr val="2D887E">
              <a:alpha val="30000"/>
            </a:srgbClr>
          </a:solidFill>
          <a:ln w="0">
            <a:noFill/>
            <a:prstDash val="solid"/>
          </a:ln>
        </p:spPr>
      </p:sp>
      <p:sp>
        <p:nvSpPr>
          <p:cNvPr id="157" name="02_predicted_pose_3456">
            <a:extLst>
              <a:ext uri="{FF2B5EF4-FFF2-40B4-BE49-F238E27FC236}">
                <a16:creationId xmlns:a16="http://schemas.microsoft.com/office/drawing/2014/main" id="{0BA47AA7-B68B-4724-9F75-00D03ECFF495}"/>
              </a:ext>
            </a:extLst>
          </p:cNvPr>
          <p:cNvSpPr>
            <a:spLocks noGrp="1"/>
          </p:cNvSpPr>
          <p:nvPr/>
        </p:nvSpPr>
        <p:spPr>
          <a:xfrm>
            <a:off x="1380772" y="3326480"/>
            <a:ext cx="28398" cy="28398"/>
          </a:xfrm>
          <a:prstGeom prst="ellipse">
            <a:avLst/>
          </a:prstGeom>
          <a:solidFill>
            <a:srgbClr val="2D887E">
              <a:alpha val="30000"/>
            </a:srgbClr>
          </a:solidFill>
          <a:ln w="0">
            <a:noFill/>
            <a:prstDash val="solid"/>
          </a:ln>
        </p:spPr>
      </p:sp>
      <p:sp>
        <p:nvSpPr>
          <p:cNvPr id="158" name="02_predicted_pose_3457">
            <a:extLst>
              <a:ext uri="{FF2B5EF4-FFF2-40B4-BE49-F238E27FC236}">
                <a16:creationId xmlns:a16="http://schemas.microsoft.com/office/drawing/2014/main" id="{618A10FA-CA8D-400F-8D3D-F26E7951C832}"/>
              </a:ext>
            </a:extLst>
          </p:cNvPr>
          <p:cNvSpPr>
            <a:spLocks noGrp="1"/>
          </p:cNvSpPr>
          <p:nvPr/>
        </p:nvSpPr>
        <p:spPr>
          <a:xfrm>
            <a:off x="1283959" y="3314767"/>
            <a:ext cx="28398" cy="28398"/>
          </a:xfrm>
          <a:prstGeom prst="ellipse">
            <a:avLst/>
          </a:prstGeom>
          <a:solidFill>
            <a:srgbClr val="2D887E">
              <a:alpha val="30000"/>
            </a:srgbClr>
          </a:solidFill>
          <a:ln w="0">
            <a:noFill/>
            <a:prstDash val="solid"/>
          </a:ln>
        </p:spPr>
      </p:sp>
      <p:sp>
        <p:nvSpPr>
          <p:cNvPr id="159" name="02_predicted_pose_3458">
            <a:extLst>
              <a:ext uri="{FF2B5EF4-FFF2-40B4-BE49-F238E27FC236}">
                <a16:creationId xmlns:a16="http://schemas.microsoft.com/office/drawing/2014/main" id="{1191CC02-C938-4795-9712-F6E25CD984CE}"/>
              </a:ext>
            </a:extLst>
          </p:cNvPr>
          <p:cNvSpPr>
            <a:spLocks noGrp="1"/>
          </p:cNvSpPr>
          <p:nvPr/>
        </p:nvSpPr>
        <p:spPr>
          <a:xfrm>
            <a:off x="1386629" y="3630565"/>
            <a:ext cx="28398" cy="28398"/>
          </a:xfrm>
          <a:prstGeom prst="ellipse">
            <a:avLst/>
          </a:prstGeom>
          <a:solidFill>
            <a:srgbClr val="2D887E">
              <a:alpha val="30000"/>
            </a:srgbClr>
          </a:solidFill>
          <a:ln w="0">
            <a:noFill/>
            <a:prstDash val="solid"/>
          </a:ln>
        </p:spPr>
      </p:sp>
      <p:sp>
        <p:nvSpPr>
          <p:cNvPr id="160" name="02_predicted_pose_3459">
            <a:extLst>
              <a:ext uri="{FF2B5EF4-FFF2-40B4-BE49-F238E27FC236}">
                <a16:creationId xmlns:a16="http://schemas.microsoft.com/office/drawing/2014/main" id="{C4023391-7CE0-4D08-86BA-2ECCF574A577}"/>
              </a:ext>
            </a:extLst>
          </p:cNvPr>
          <p:cNvSpPr>
            <a:spLocks noGrp="1"/>
          </p:cNvSpPr>
          <p:nvPr/>
        </p:nvSpPr>
        <p:spPr>
          <a:xfrm>
            <a:off x="1414192" y="3657747"/>
            <a:ext cx="28398" cy="28398"/>
          </a:xfrm>
          <a:prstGeom prst="ellipse">
            <a:avLst/>
          </a:prstGeom>
          <a:solidFill>
            <a:srgbClr val="2D887E">
              <a:alpha val="30000"/>
            </a:srgbClr>
          </a:solidFill>
          <a:ln w="0">
            <a:noFill/>
            <a:prstDash val="solid"/>
          </a:ln>
        </p:spPr>
      </p:sp>
      <p:sp>
        <p:nvSpPr>
          <p:cNvPr id="161" name="02_predicted_pose_3460">
            <a:extLst>
              <a:ext uri="{FF2B5EF4-FFF2-40B4-BE49-F238E27FC236}">
                <a16:creationId xmlns:a16="http://schemas.microsoft.com/office/drawing/2014/main" id="{F84DB103-38AB-40E7-A5F5-2AE94CBAA47B}"/>
              </a:ext>
            </a:extLst>
          </p:cNvPr>
          <p:cNvSpPr>
            <a:spLocks noGrp="1"/>
          </p:cNvSpPr>
          <p:nvPr/>
        </p:nvSpPr>
        <p:spPr>
          <a:xfrm>
            <a:off x="1441754" y="3516498"/>
            <a:ext cx="28398" cy="28398"/>
          </a:xfrm>
          <a:prstGeom prst="ellipse">
            <a:avLst/>
          </a:prstGeom>
          <a:solidFill>
            <a:srgbClr val="2D887E">
              <a:alpha val="30000"/>
            </a:srgbClr>
          </a:solidFill>
          <a:ln w="0">
            <a:noFill/>
            <a:prstDash val="solid"/>
          </a:ln>
        </p:spPr>
      </p:sp>
      <p:sp>
        <p:nvSpPr>
          <p:cNvPr id="162" name="02_predicted_pose_3461">
            <a:extLst>
              <a:ext uri="{FF2B5EF4-FFF2-40B4-BE49-F238E27FC236}">
                <a16:creationId xmlns:a16="http://schemas.microsoft.com/office/drawing/2014/main" id="{F2B02CA9-B075-4FFC-BB20-01065B7A5E3C}"/>
              </a:ext>
            </a:extLst>
          </p:cNvPr>
          <p:cNvSpPr>
            <a:spLocks noGrp="1"/>
          </p:cNvSpPr>
          <p:nvPr/>
        </p:nvSpPr>
        <p:spPr>
          <a:xfrm>
            <a:off x="1469316" y="3569681"/>
            <a:ext cx="28398" cy="28398"/>
          </a:xfrm>
          <a:prstGeom prst="ellipse">
            <a:avLst/>
          </a:prstGeom>
          <a:solidFill>
            <a:srgbClr val="2D887E">
              <a:alpha val="30000"/>
            </a:srgbClr>
          </a:solidFill>
          <a:ln w="0">
            <a:noFill/>
            <a:prstDash val="solid"/>
          </a:ln>
        </p:spPr>
      </p:sp>
      <p:sp>
        <p:nvSpPr>
          <p:cNvPr id="163" name="02_predicted_pose_3462">
            <a:extLst>
              <a:ext uri="{FF2B5EF4-FFF2-40B4-BE49-F238E27FC236}">
                <a16:creationId xmlns:a16="http://schemas.microsoft.com/office/drawing/2014/main" id="{3CD7B179-9D34-4307-8E3C-17BDC9C43024}"/>
              </a:ext>
            </a:extLst>
          </p:cNvPr>
          <p:cNvSpPr>
            <a:spLocks noGrp="1"/>
          </p:cNvSpPr>
          <p:nvPr/>
        </p:nvSpPr>
        <p:spPr>
          <a:xfrm>
            <a:off x="1229868" y="3400274"/>
            <a:ext cx="28398" cy="28398"/>
          </a:xfrm>
          <a:prstGeom prst="ellipse">
            <a:avLst/>
          </a:prstGeom>
          <a:solidFill>
            <a:srgbClr val="2D887E">
              <a:alpha val="30000"/>
            </a:srgbClr>
          </a:solidFill>
          <a:ln w="0">
            <a:noFill/>
            <a:prstDash val="solid"/>
          </a:ln>
        </p:spPr>
      </p:sp>
      <p:sp>
        <p:nvSpPr>
          <p:cNvPr id="164" name="02_predicted_pose_3463">
            <a:extLst>
              <a:ext uri="{FF2B5EF4-FFF2-40B4-BE49-F238E27FC236}">
                <a16:creationId xmlns:a16="http://schemas.microsoft.com/office/drawing/2014/main" id="{8C9424E2-7CB8-4B9F-B5A6-86F32DD2AA00}"/>
              </a:ext>
            </a:extLst>
          </p:cNvPr>
          <p:cNvSpPr>
            <a:spLocks noGrp="1"/>
          </p:cNvSpPr>
          <p:nvPr/>
        </p:nvSpPr>
        <p:spPr>
          <a:xfrm>
            <a:off x="1238481" y="3808643"/>
            <a:ext cx="28398" cy="28398"/>
          </a:xfrm>
          <a:prstGeom prst="ellipse">
            <a:avLst/>
          </a:prstGeom>
          <a:solidFill>
            <a:srgbClr val="2D887E">
              <a:alpha val="30000"/>
            </a:srgbClr>
          </a:solidFill>
          <a:ln w="0">
            <a:noFill/>
            <a:prstDash val="solid"/>
          </a:ln>
        </p:spPr>
      </p:sp>
      <p:sp>
        <p:nvSpPr>
          <p:cNvPr id="165" name="02_predicted_pose_3464">
            <a:extLst>
              <a:ext uri="{FF2B5EF4-FFF2-40B4-BE49-F238E27FC236}">
                <a16:creationId xmlns:a16="http://schemas.microsoft.com/office/drawing/2014/main" id="{06A2127B-1961-406C-B254-742C2A5CDF03}"/>
              </a:ext>
            </a:extLst>
          </p:cNvPr>
          <p:cNvSpPr>
            <a:spLocks noGrp="1"/>
          </p:cNvSpPr>
          <p:nvPr/>
        </p:nvSpPr>
        <p:spPr>
          <a:xfrm>
            <a:off x="1252262" y="3602580"/>
            <a:ext cx="28398" cy="28398"/>
          </a:xfrm>
          <a:prstGeom prst="ellipse">
            <a:avLst/>
          </a:prstGeom>
          <a:solidFill>
            <a:srgbClr val="2D887E">
              <a:alpha val="30000"/>
            </a:srgbClr>
          </a:solidFill>
          <a:ln w="0">
            <a:noFill/>
            <a:prstDash val="solid"/>
          </a:ln>
        </p:spPr>
      </p:sp>
      <p:sp>
        <p:nvSpPr>
          <p:cNvPr id="166" name="02_predicted_pose_3465">
            <a:extLst>
              <a:ext uri="{FF2B5EF4-FFF2-40B4-BE49-F238E27FC236}">
                <a16:creationId xmlns:a16="http://schemas.microsoft.com/office/drawing/2014/main" id="{689938E5-598F-4CCA-BB12-A2F3E62BF7D1}"/>
              </a:ext>
            </a:extLst>
          </p:cNvPr>
          <p:cNvSpPr>
            <a:spLocks noGrp="1"/>
          </p:cNvSpPr>
          <p:nvPr/>
        </p:nvSpPr>
        <p:spPr>
          <a:xfrm>
            <a:off x="1279824" y="3711552"/>
            <a:ext cx="28398" cy="28398"/>
          </a:xfrm>
          <a:prstGeom prst="ellipse">
            <a:avLst/>
          </a:prstGeom>
          <a:solidFill>
            <a:srgbClr val="2D887E">
              <a:alpha val="30000"/>
            </a:srgbClr>
          </a:solidFill>
          <a:ln w="0">
            <a:noFill/>
            <a:prstDash val="solid"/>
          </a:ln>
        </p:spPr>
      </p:sp>
      <p:sp>
        <p:nvSpPr>
          <p:cNvPr id="167" name="02_predicted_pose_3466">
            <a:extLst>
              <a:ext uri="{FF2B5EF4-FFF2-40B4-BE49-F238E27FC236}">
                <a16:creationId xmlns:a16="http://schemas.microsoft.com/office/drawing/2014/main" id="{8A9DF158-2C8B-470C-96C2-3E66F10CE9AF}"/>
              </a:ext>
            </a:extLst>
          </p:cNvPr>
          <p:cNvSpPr>
            <a:spLocks noGrp="1"/>
          </p:cNvSpPr>
          <p:nvPr/>
        </p:nvSpPr>
        <p:spPr>
          <a:xfrm>
            <a:off x="1307387" y="3583855"/>
            <a:ext cx="28398" cy="28398"/>
          </a:xfrm>
          <a:prstGeom prst="ellipse">
            <a:avLst/>
          </a:prstGeom>
          <a:solidFill>
            <a:srgbClr val="2D887E">
              <a:alpha val="30000"/>
            </a:srgbClr>
          </a:solidFill>
          <a:ln w="0">
            <a:noFill/>
            <a:prstDash val="solid"/>
          </a:ln>
        </p:spPr>
      </p:sp>
      <p:sp>
        <p:nvSpPr>
          <p:cNvPr id="168" name="02_predicted_pose_3467">
            <a:extLst>
              <a:ext uri="{FF2B5EF4-FFF2-40B4-BE49-F238E27FC236}">
                <a16:creationId xmlns:a16="http://schemas.microsoft.com/office/drawing/2014/main" id="{9628A5CD-FBCA-4280-A3D9-AC7D35BFB919}"/>
              </a:ext>
            </a:extLst>
          </p:cNvPr>
          <p:cNvSpPr>
            <a:spLocks noGrp="1"/>
          </p:cNvSpPr>
          <p:nvPr/>
        </p:nvSpPr>
        <p:spPr>
          <a:xfrm>
            <a:off x="1334949" y="3672404"/>
            <a:ext cx="28398" cy="28398"/>
          </a:xfrm>
          <a:prstGeom prst="ellipse">
            <a:avLst/>
          </a:prstGeom>
          <a:solidFill>
            <a:srgbClr val="2D887E">
              <a:alpha val="30000"/>
            </a:srgbClr>
          </a:solidFill>
          <a:ln w="0">
            <a:noFill/>
            <a:prstDash val="solid"/>
          </a:ln>
        </p:spPr>
      </p:sp>
      <p:sp>
        <p:nvSpPr>
          <p:cNvPr id="169" name="02_predicted_pose_3468">
            <a:extLst>
              <a:ext uri="{FF2B5EF4-FFF2-40B4-BE49-F238E27FC236}">
                <a16:creationId xmlns:a16="http://schemas.microsoft.com/office/drawing/2014/main" id="{C60D47FA-EF47-4AD5-A16C-DA437EE77490}"/>
              </a:ext>
            </a:extLst>
          </p:cNvPr>
          <p:cNvSpPr>
            <a:spLocks noGrp="1"/>
          </p:cNvSpPr>
          <p:nvPr/>
        </p:nvSpPr>
        <p:spPr>
          <a:xfrm>
            <a:off x="1359756" y="2636012"/>
            <a:ext cx="28398" cy="28398"/>
          </a:xfrm>
          <a:prstGeom prst="ellipse">
            <a:avLst/>
          </a:prstGeom>
          <a:solidFill>
            <a:srgbClr val="2D887E">
              <a:alpha val="30000"/>
            </a:srgbClr>
          </a:solidFill>
          <a:ln w="0">
            <a:noFill/>
            <a:prstDash val="solid"/>
          </a:ln>
        </p:spPr>
      </p:sp>
      <p:sp>
        <p:nvSpPr>
          <p:cNvPr id="170" name="02_predicted_pose_3469">
            <a:extLst>
              <a:ext uri="{FF2B5EF4-FFF2-40B4-BE49-F238E27FC236}">
                <a16:creationId xmlns:a16="http://schemas.microsoft.com/office/drawing/2014/main" id="{5AE3068E-53D2-41B1-A591-F77E51792DAB}"/>
              </a:ext>
            </a:extLst>
          </p:cNvPr>
          <p:cNvSpPr>
            <a:spLocks noGrp="1"/>
          </p:cNvSpPr>
          <p:nvPr/>
        </p:nvSpPr>
        <p:spPr>
          <a:xfrm>
            <a:off x="1373537" y="2624481"/>
            <a:ext cx="28398" cy="28398"/>
          </a:xfrm>
          <a:prstGeom prst="ellipse">
            <a:avLst/>
          </a:prstGeom>
          <a:solidFill>
            <a:srgbClr val="2D887E">
              <a:alpha val="30000"/>
            </a:srgbClr>
          </a:solidFill>
          <a:ln w="0">
            <a:noFill/>
            <a:prstDash val="solid"/>
          </a:ln>
        </p:spPr>
      </p:sp>
      <p:sp>
        <p:nvSpPr>
          <p:cNvPr id="171" name="02_predicted_pose_3470">
            <a:extLst>
              <a:ext uri="{FF2B5EF4-FFF2-40B4-BE49-F238E27FC236}">
                <a16:creationId xmlns:a16="http://schemas.microsoft.com/office/drawing/2014/main" id="{FB9CDADD-6EBA-4649-970E-36B7976D4E84}"/>
              </a:ext>
            </a:extLst>
          </p:cNvPr>
          <p:cNvSpPr>
            <a:spLocks noGrp="1"/>
          </p:cNvSpPr>
          <p:nvPr/>
        </p:nvSpPr>
        <p:spPr>
          <a:xfrm>
            <a:off x="1304631" y="3561163"/>
            <a:ext cx="28398" cy="28398"/>
          </a:xfrm>
          <a:prstGeom prst="ellipse">
            <a:avLst/>
          </a:prstGeom>
          <a:solidFill>
            <a:srgbClr val="2D887E">
              <a:alpha val="30000"/>
            </a:srgbClr>
          </a:solidFill>
          <a:ln w="0">
            <a:noFill/>
            <a:prstDash val="solid"/>
          </a:ln>
        </p:spPr>
      </p:sp>
      <p:sp>
        <p:nvSpPr>
          <p:cNvPr id="172" name="02_predicted_pose_3471">
            <a:extLst>
              <a:ext uri="{FF2B5EF4-FFF2-40B4-BE49-F238E27FC236}">
                <a16:creationId xmlns:a16="http://schemas.microsoft.com/office/drawing/2014/main" id="{96736C33-8D98-4928-925B-C746DF20A3E5}"/>
              </a:ext>
            </a:extLst>
          </p:cNvPr>
          <p:cNvSpPr>
            <a:spLocks noGrp="1"/>
          </p:cNvSpPr>
          <p:nvPr/>
        </p:nvSpPr>
        <p:spPr>
          <a:xfrm>
            <a:off x="1251917" y="3617740"/>
            <a:ext cx="28398" cy="28398"/>
          </a:xfrm>
          <a:prstGeom prst="ellipse">
            <a:avLst/>
          </a:prstGeom>
          <a:solidFill>
            <a:srgbClr val="2D887E">
              <a:alpha val="30000"/>
            </a:srgbClr>
          </a:solidFill>
          <a:ln w="0">
            <a:noFill/>
            <a:prstDash val="solid"/>
          </a:ln>
        </p:spPr>
      </p:sp>
      <p:sp>
        <p:nvSpPr>
          <p:cNvPr id="173" name="02_predicted_pose_3472">
            <a:extLst>
              <a:ext uri="{FF2B5EF4-FFF2-40B4-BE49-F238E27FC236}">
                <a16:creationId xmlns:a16="http://schemas.microsoft.com/office/drawing/2014/main" id="{0E669562-A4CA-4B7E-B0B8-C6A151D92ACD}"/>
              </a:ext>
            </a:extLst>
          </p:cNvPr>
          <p:cNvSpPr>
            <a:spLocks noGrp="1"/>
          </p:cNvSpPr>
          <p:nvPr/>
        </p:nvSpPr>
        <p:spPr>
          <a:xfrm>
            <a:off x="1168541" y="3512034"/>
            <a:ext cx="28398" cy="28398"/>
          </a:xfrm>
          <a:prstGeom prst="ellipse">
            <a:avLst/>
          </a:prstGeom>
          <a:solidFill>
            <a:srgbClr val="2D887E">
              <a:alpha val="30000"/>
            </a:srgbClr>
          </a:solidFill>
          <a:ln w="0">
            <a:noFill/>
            <a:prstDash val="solid"/>
          </a:ln>
        </p:spPr>
      </p:sp>
      <p:sp>
        <p:nvSpPr>
          <p:cNvPr id="174" name="02_predicted_pose_3473">
            <a:extLst>
              <a:ext uri="{FF2B5EF4-FFF2-40B4-BE49-F238E27FC236}">
                <a16:creationId xmlns:a16="http://schemas.microsoft.com/office/drawing/2014/main" id="{6F8F36BB-2053-4A54-90DA-08C2793CC7F2}"/>
              </a:ext>
            </a:extLst>
          </p:cNvPr>
          <p:cNvSpPr>
            <a:spLocks noGrp="1"/>
          </p:cNvSpPr>
          <p:nvPr/>
        </p:nvSpPr>
        <p:spPr>
          <a:xfrm>
            <a:off x="1412469" y="2739496"/>
            <a:ext cx="28398" cy="28398"/>
          </a:xfrm>
          <a:prstGeom prst="ellipse">
            <a:avLst/>
          </a:prstGeom>
          <a:solidFill>
            <a:srgbClr val="2D887E">
              <a:alpha val="30000"/>
            </a:srgbClr>
          </a:solidFill>
          <a:ln w="0">
            <a:noFill/>
            <a:prstDash val="solid"/>
          </a:ln>
        </p:spPr>
      </p:sp>
      <p:sp>
        <p:nvSpPr>
          <p:cNvPr id="175" name="02_predicted_pose_3474">
            <a:extLst>
              <a:ext uri="{FF2B5EF4-FFF2-40B4-BE49-F238E27FC236}">
                <a16:creationId xmlns:a16="http://schemas.microsoft.com/office/drawing/2014/main" id="{6474C4C6-9E79-4568-B7B1-5170FED7A25F}"/>
              </a:ext>
            </a:extLst>
          </p:cNvPr>
          <p:cNvSpPr>
            <a:spLocks noGrp="1"/>
          </p:cNvSpPr>
          <p:nvPr/>
        </p:nvSpPr>
        <p:spPr>
          <a:xfrm>
            <a:off x="1369402" y="2607506"/>
            <a:ext cx="28398" cy="28398"/>
          </a:xfrm>
          <a:prstGeom prst="ellipse">
            <a:avLst/>
          </a:prstGeom>
          <a:solidFill>
            <a:srgbClr val="2D887E">
              <a:alpha val="30000"/>
            </a:srgbClr>
          </a:solidFill>
          <a:ln w="0">
            <a:noFill/>
            <a:prstDash val="solid"/>
          </a:ln>
        </p:spPr>
      </p:sp>
      <p:sp>
        <p:nvSpPr>
          <p:cNvPr id="176" name="02_predicted_pose_3475">
            <a:extLst>
              <a:ext uri="{FF2B5EF4-FFF2-40B4-BE49-F238E27FC236}">
                <a16:creationId xmlns:a16="http://schemas.microsoft.com/office/drawing/2014/main" id="{DBEE084C-E236-437F-BC04-5A299CEEF435}"/>
              </a:ext>
            </a:extLst>
          </p:cNvPr>
          <p:cNvSpPr>
            <a:spLocks noGrp="1"/>
          </p:cNvSpPr>
          <p:nvPr/>
        </p:nvSpPr>
        <p:spPr>
          <a:xfrm>
            <a:off x="1383184" y="2629567"/>
            <a:ext cx="28398" cy="28398"/>
          </a:xfrm>
          <a:prstGeom prst="ellipse">
            <a:avLst/>
          </a:prstGeom>
          <a:solidFill>
            <a:srgbClr val="2D887E">
              <a:alpha val="30000"/>
            </a:srgbClr>
          </a:solidFill>
          <a:ln w="0">
            <a:noFill/>
            <a:prstDash val="solid"/>
          </a:ln>
        </p:spPr>
      </p:sp>
      <p:sp>
        <p:nvSpPr>
          <p:cNvPr id="177" name="02_predicted_pose_3476">
            <a:extLst>
              <a:ext uri="{FF2B5EF4-FFF2-40B4-BE49-F238E27FC236}">
                <a16:creationId xmlns:a16="http://schemas.microsoft.com/office/drawing/2014/main" id="{F2059D6D-3891-4E51-92F5-72CA24275861}"/>
              </a:ext>
            </a:extLst>
          </p:cNvPr>
          <p:cNvSpPr>
            <a:spLocks noGrp="1"/>
          </p:cNvSpPr>
          <p:nvPr/>
        </p:nvSpPr>
        <p:spPr>
          <a:xfrm>
            <a:off x="1189213" y="2991011"/>
            <a:ext cx="28398" cy="28398"/>
          </a:xfrm>
          <a:prstGeom prst="ellipse">
            <a:avLst/>
          </a:prstGeom>
          <a:solidFill>
            <a:srgbClr val="2D887E">
              <a:alpha val="30000"/>
            </a:srgbClr>
          </a:solidFill>
          <a:ln w="0">
            <a:noFill/>
            <a:prstDash val="solid"/>
          </a:ln>
        </p:spPr>
      </p:sp>
      <p:sp>
        <p:nvSpPr>
          <p:cNvPr id="178" name="02_predicted_pose_3477">
            <a:extLst>
              <a:ext uri="{FF2B5EF4-FFF2-40B4-BE49-F238E27FC236}">
                <a16:creationId xmlns:a16="http://schemas.microsoft.com/office/drawing/2014/main" id="{AE9B1CFF-D71C-479E-B16F-B4ABC473A4EC}"/>
              </a:ext>
            </a:extLst>
          </p:cNvPr>
          <p:cNvSpPr>
            <a:spLocks noGrp="1"/>
          </p:cNvSpPr>
          <p:nvPr/>
        </p:nvSpPr>
        <p:spPr>
          <a:xfrm>
            <a:off x="1369747" y="2974674"/>
            <a:ext cx="28398" cy="28398"/>
          </a:xfrm>
          <a:prstGeom prst="ellipse">
            <a:avLst/>
          </a:prstGeom>
          <a:solidFill>
            <a:srgbClr val="2D887E">
              <a:alpha val="30000"/>
            </a:srgbClr>
          </a:solidFill>
          <a:ln w="0">
            <a:noFill/>
            <a:prstDash val="solid"/>
          </a:ln>
        </p:spPr>
      </p:sp>
      <p:sp>
        <p:nvSpPr>
          <p:cNvPr id="179" name="02_predicted_pose_3478">
            <a:extLst>
              <a:ext uri="{FF2B5EF4-FFF2-40B4-BE49-F238E27FC236}">
                <a16:creationId xmlns:a16="http://schemas.microsoft.com/office/drawing/2014/main" id="{18C19C78-F35A-4D49-91E1-EF7091BEB9A3}"/>
              </a:ext>
            </a:extLst>
          </p:cNvPr>
          <p:cNvSpPr>
            <a:spLocks noGrp="1"/>
          </p:cNvSpPr>
          <p:nvPr/>
        </p:nvSpPr>
        <p:spPr>
          <a:xfrm>
            <a:off x="1383528" y="2985460"/>
            <a:ext cx="28398" cy="28398"/>
          </a:xfrm>
          <a:prstGeom prst="ellipse">
            <a:avLst/>
          </a:prstGeom>
          <a:solidFill>
            <a:srgbClr val="2D887E">
              <a:alpha val="30000"/>
            </a:srgbClr>
          </a:solidFill>
          <a:ln w="0">
            <a:noFill/>
            <a:prstDash val="solid"/>
          </a:ln>
        </p:spPr>
      </p:sp>
      <p:sp>
        <p:nvSpPr>
          <p:cNvPr id="180" name="02_predicted_pose_3479">
            <a:extLst>
              <a:ext uri="{FF2B5EF4-FFF2-40B4-BE49-F238E27FC236}">
                <a16:creationId xmlns:a16="http://schemas.microsoft.com/office/drawing/2014/main" id="{3CC9B740-8049-4C33-B750-7052396A1727}"/>
              </a:ext>
            </a:extLst>
          </p:cNvPr>
          <p:cNvSpPr>
            <a:spLocks noGrp="1"/>
          </p:cNvSpPr>
          <p:nvPr/>
        </p:nvSpPr>
        <p:spPr>
          <a:xfrm>
            <a:off x="1397309" y="3496808"/>
            <a:ext cx="28398" cy="28398"/>
          </a:xfrm>
          <a:prstGeom prst="ellipse">
            <a:avLst/>
          </a:prstGeom>
          <a:solidFill>
            <a:srgbClr val="2D887E">
              <a:alpha val="30000"/>
            </a:srgbClr>
          </a:solidFill>
          <a:ln w="0">
            <a:noFill/>
            <a:prstDash val="solid"/>
          </a:ln>
        </p:spPr>
      </p:sp>
      <p:sp>
        <p:nvSpPr>
          <p:cNvPr id="181" name="02_predicted_pose_3480">
            <a:extLst>
              <a:ext uri="{FF2B5EF4-FFF2-40B4-BE49-F238E27FC236}">
                <a16:creationId xmlns:a16="http://schemas.microsoft.com/office/drawing/2014/main" id="{3845AEDF-32E7-4B01-8C80-ADBB82AD1408}"/>
              </a:ext>
            </a:extLst>
          </p:cNvPr>
          <p:cNvSpPr>
            <a:spLocks noGrp="1"/>
          </p:cNvSpPr>
          <p:nvPr/>
        </p:nvSpPr>
        <p:spPr>
          <a:xfrm>
            <a:off x="1411091" y="2955403"/>
            <a:ext cx="28398" cy="28398"/>
          </a:xfrm>
          <a:prstGeom prst="ellipse">
            <a:avLst/>
          </a:prstGeom>
          <a:solidFill>
            <a:srgbClr val="2D887E">
              <a:alpha val="30000"/>
            </a:srgbClr>
          </a:solidFill>
          <a:ln w="0">
            <a:noFill/>
            <a:prstDash val="solid"/>
          </a:ln>
        </p:spPr>
      </p:sp>
      <p:sp>
        <p:nvSpPr>
          <p:cNvPr id="182" name="02_predicted_pose_3481">
            <a:extLst>
              <a:ext uri="{FF2B5EF4-FFF2-40B4-BE49-F238E27FC236}">
                <a16:creationId xmlns:a16="http://schemas.microsoft.com/office/drawing/2014/main" id="{4FB01506-FB57-4BCA-89DC-8951ED624CB5}"/>
              </a:ext>
            </a:extLst>
          </p:cNvPr>
          <p:cNvSpPr>
            <a:spLocks noGrp="1"/>
          </p:cNvSpPr>
          <p:nvPr/>
        </p:nvSpPr>
        <p:spPr>
          <a:xfrm>
            <a:off x="1424872" y="3037975"/>
            <a:ext cx="28398" cy="28398"/>
          </a:xfrm>
          <a:prstGeom prst="ellipse">
            <a:avLst/>
          </a:prstGeom>
          <a:solidFill>
            <a:srgbClr val="2D887E">
              <a:alpha val="30000"/>
            </a:srgbClr>
          </a:solidFill>
          <a:ln w="0">
            <a:noFill/>
            <a:prstDash val="solid"/>
          </a:ln>
        </p:spPr>
      </p:sp>
      <p:sp>
        <p:nvSpPr>
          <p:cNvPr id="183" name="02_predicted_pose_3482">
            <a:extLst>
              <a:ext uri="{FF2B5EF4-FFF2-40B4-BE49-F238E27FC236}">
                <a16:creationId xmlns:a16="http://schemas.microsoft.com/office/drawing/2014/main" id="{25464D17-D958-4A44-AF40-E2B1BC6E3C73}"/>
              </a:ext>
            </a:extLst>
          </p:cNvPr>
          <p:cNvSpPr>
            <a:spLocks noGrp="1"/>
          </p:cNvSpPr>
          <p:nvPr/>
        </p:nvSpPr>
        <p:spPr>
          <a:xfrm>
            <a:off x="1251573" y="3307977"/>
            <a:ext cx="28398" cy="28398"/>
          </a:xfrm>
          <a:prstGeom prst="ellipse">
            <a:avLst/>
          </a:prstGeom>
          <a:solidFill>
            <a:srgbClr val="2D887E">
              <a:alpha val="30000"/>
            </a:srgbClr>
          </a:solidFill>
          <a:ln w="0">
            <a:noFill/>
            <a:prstDash val="solid"/>
          </a:ln>
        </p:spPr>
      </p:sp>
      <p:sp>
        <p:nvSpPr>
          <p:cNvPr id="184" name="02_predicted_pose_3483">
            <a:extLst>
              <a:ext uri="{FF2B5EF4-FFF2-40B4-BE49-F238E27FC236}">
                <a16:creationId xmlns:a16="http://schemas.microsoft.com/office/drawing/2014/main" id="{A3E16477-ED26-4276-8E5E-306D6F4696AA}"/>
              </a:ext>
            </a:extLst>
          </p:cNvPr>
          <p:cNvSpPr>
            <a:spLocks noGrp="1"/>
          </p:cNvSpPr>
          <p:nvPr/>
        </p:nvSpPr>
        <p:spPr>
          <a:xfrm>
            <a:off x="1334949" y="3599907"/>
            <a:ext cx="28398" cy="28398"/>
          </a:xfrm>
          <a:prstGeom prst="ellipse">
            <a:avLst/>
          </a:prstGeom>
          <a:solidFill>
            <a:srgbClr val="2D887E">
              <a:alpha val="30000"/>
            </a:srgbClr>
          </a:solidFill>
          <a:ln w="0">
            <a:noFill/>
            <a:prstDash val="solid"/>
          </a:ln>
        </p:spPr>
      </p:sp>
      <p:sp>
        <p:nvSpPr>
          <p:cNvPr id="185" name="02_predicted_pose_3484">
            <a:extLst>
              <a:ext uri="{FF2B5EF4-FFF2-40B4-BE49-F238E27FC236}">
                <a16:creationId xmlns:a16="http://schemas.microsoft.com/office/drawing/2014/main" id="{53C403E7-3472-4B07-968E-A4C93329B785}"/>
              </a:ext>
            </a:extLst>
          </p:cNvPr>
          <p:cNvSpPr>
            <a:spLocks noGrp="1"/>
          </p:cNvSpPr>
          <p:nvPr/>
        </p:nvSpPr>
        <p:spPr>
          <a:xfrm>
            <a:off x="1362512" y="3605270"/>
            <a:ext cx="28398" cy="28398"/>
          </a:xfrm>
          <a:prstGeom prst="ellipse">
            <a:avLst/>
          </a:prstGeom>
          <a:solidFill>
            <a:srgbClr val="2D887E">
              <a:alpha val="30000"/>
            </a:srgbClr>
          </a:solidFill>
          <a:ln w="0">
            <a:noFill/>
            <a:prstDash val="solid"/>
          </a:ln>
        </p:spPr>
      </p:sp>
      <p:sp>
        <p:nvSpPr>
          <p:cNvPr id="186" name="02_predicted_pose_3485">
            <a:extLst>
              <a:ext uri="{FF2B5EF4-FFF2-40B4-BE49-F238E27FC236}">
                <a16:creationId xmlns:a16="http://schemas.microsoft.com/office/drawing/2014/main" id="{C16E536A-1CB6-47E3-B9F7-44F1E6D45B8A}"/>
              </a:ext>
            </a:extLst>
          </p:cNvPr>
          <p:cNvSpPr>
            <a:spLocks noGrp="1"/>
          </p:cNvSpPr>
          <p:nvPr/>
        </p:nvSpPr>
        <p:spPr>
          <a:xfrm>
            <a:off x="1390074" y="3598662"/>
            <a:ext cx="28398" cy="28398"/>
          </a:xfrm>
          <a:prstGeom prst="ellipse">
            <a:avLst/>
          </a:prstGeom>
          <a:solidFill>
            <a:srgbClr val="2D887E">
              <a:alpha val="30000"/>
            </a:srgbClr>
          </a:solidFill>
          <a:ln w="0">
            <a:noFill/>
            <a:prstDash val="solid"/>
          </a:ln>
        </p:spPr>
      </p:sp>
      <p:sp>
        <p:nvSpPr>
          <p:cNvPr id="187" name="02_predicted_pose_3486">
            <a:extLst>
              <a:ext uri="{FF2B5EF4-FFF2-40B4-BE49-F238E27FC236}">
                <a16:creationId xmlns:a16="http://schemas.microsoft.com/office/drawing/2014/main" id="{DDE141D4-F85B-4D0C-A07E-C45A788E3DA4}"/>
              </a:ext>
            </a:extLst>
          </p:cNvPr>
          <p:cNvSpPr>
            <a:spLocks noGrp="1"/>
          </p:cNvSpPr>
          <p:nvPr/>
        </p:nvSpPr>
        <p:spPr>
          <a:xfrm>
            <a:off x="1417637" y="3378838"/>
            <a:ext cx="28398" cy="28398"/>
          </a:xfrm>
          <a:prstGeom prst="ellipse">
            <a:avLst/>
          </a:prstGeom>
          <a:solidFill>
            <a:srgbClr val="2D887E">
              <a:alpha val="30000"/>
            </a:srgbClr>
          </a:solidFill>
          <a:ln w="0">
            <a:noFill/>
            <a:prstDash val="solid"/>
          </a:ln>
        </p:spPr>
      </p:sp>
      <p:sp>
        <p:nvSpPr>
          <p:cNvPr id="188" name="02_predicted_pose_3487">
            <a:extLst>
              <a:ext uri="{FF2B5EF4-FFF2-40B4-BE49-F238E27FC236}">
                <a16:creationId xmlns:a16="http://schemas.microsoft.com/office/drawing/2014/main" id="{4C73C9AE-70A4-4AA3-82F5-4F624CD65FA3}"/>
              </a:ext>
            </a:extLst>
          </p:cNvPr>
          <p:cNvSpPr>
            <a:spLocks noGrp="1"/>
          </p:cNvSpPr>
          <p:nvPr/>
        </p:nvSpPr>
        <p:spPr>
          <a:xfrm>
            <a:off x="1497568" y="3404206"/>
            <a:ext cx="28398" cy="28398"/>
          </a:xfrm>
          <a:prstGeom prst="ellipse">
            <a:avLst/>
          </a:prstGeom>
          <a:solidFill>
            <a:srgbClr val="2D887E">
              <a:alpha val="30000"/>
            </a:srgbClr>
          </a:solidFill>
          <a:ln w="0">
            <a:noFill/>
            <a:prstDash val="solid"/>
          </a:ln>
        </p:spPr>
      </p:sp>
      <p:sp>
        <p:nvSpPr>
          <p:cNvPr id="189" name="02_predicted_pose_3488">
            <a:extLst>
              <a:ext uri="{FF2B5EF4-FFF2-40B4-BE49-F238E27FC236}">
                <a16:creationId xmlns:a16="http://schemas.microsoft.com/office/drawing/2014/main" id="{8AE02AD8-0467-4079-911B-36A62411E7F1}"/>
              </a:ext>
            </a:extLst>
          </p:cNvPr>
          <p:cNvSpPr>
            <a:spLocks noGrp="1"/>
          </p:cNvSpPr>
          <p:nvPr/>
        </p:nvSpPr>
        <p:spPr>
          <a:xfrm>
            <a:off x="1181633" y="3601729"/>
            <a:ext cx="28398" cy="28398"/>
          </a:xfrm>
          <a:prstGeom prst="ellipse">
            <a:avLst/>
          </a:prstGeom>
          <a:solidFill>
            <a:srgbClr val="2D887E">
              <a:alpha val="30000"/>
            </a:srgbClr>
          </a:solidFill>
          <a:ln w="0">
            <a:noFill/>
            <a:prstDash val="solid"/>
          </a:ln>
        </p:spPr>
      </p:sp>
      <p:sp>
        <p:nvSpPr>
          <p:cNvPr id="190" name="02_predicted_pose_3489">
            <a:extLst>
              <a:ext uri="{FF2B5EF4-FFF2-40B4-BE49-F238E27FC236}">
                <a16:creationId xmlns:a16="http://schemas.microsoft.com/office/drawing/2014/main" id="{7536387B-CDDC-47F7-80B5-963F679C7016}"/>
              </a:ext>
            </a:extLst>
          </p:cNvPr>
          <p:cNvSpPr>
            <a:spLocks noGrp="1"/>
          </p:cNvSpPr>
          <p:nvPr/>
        </p:nvSpPr>
        <p:spPr>
          <a:xfrm>
            <a:off x="1209196" y="3535522"/>
            <a:ext cx="28398" cy="28398"/>
          </a:xfrm>
          <a:prstGeom prst="ellipse">
            <a:avLst/>
          </a:prstGeom>
          <a:solidFill>
            <a:srgbClr val="2D887E">
              <a:alpha val="30000"/>
            </a:srgbClr>
          </a:solidFill>
          <a:ln w="0">
            <a:noFill/>
            <a:prstDash val="solid"/>
          </a:ln>
        </p:spPr>
      </p:sp>
      <p:sp>
        <p:nvSpPr>
          <p:cNvPr id="191" name="02_predicted_pose_3490">
            <a:extLst>
              <a:ext uri="{FF2B5EF4-FFF2-40B4-BE49-F238E27FC236}">
                <a16:creationId xmlns:a16="http://schemas.microsoft.com/office/drawing/2014/main" id="{814B0E81-158A-4485-AD24-15781C7BB28D}"/>
              </a:ext>
            </a:extLst>
          </p:cNvPr>
          <p:cNvSpPr>
            <a:spLocks noGrp="1"/>
          </p:cNvSpPr>
          <p:nvPr/>
        </p:nvSpPr>
        <p:spPr>
          <a:xfrm>
            <a:off x="1236758" y="3560360"/>
            <a:ext cx="28398" cy="28398"/>
          </a:xfrm>
          <a:prstGeom prst="ellipse">
            <a:avLst/>
          </a:prstGeom>
          <a:solidFill>
            <a:srgbClr val="2D887E">
              <a:alpha val="30000"/>
            </a:srgbClr>
          </a:solidFill>
          <a:ln w="0">
            <a:noFill/>
            <a:prstDash val="solid"/>
          </a:ln>
        </p:spPr>
      </p:sp>
      <p:sp>
        <p:nvSpPr>
          <p:cNvPr id="192" name="02_predicted_pose_3491">
            <a:extLst>
              <a:ext uri="{FF2B5EF4-FFF2-40B4-BE49-F238E27FC236}">
                <a16:creationId xmlns:a16="http://schemas.microsoft.com/office/drawing/2014/main" id="{1C14A7DD-D2B1-4463-A502-59E0B514CD71}"/>
              </a:ext>
            </a:extLst>
          </p:cNvPr>
          <p:cNvSpPr>
            <a:spLocks noGrp="1"/>
          </p:cNvSpPr>
          <p:nvPr/>
        </p:nvSpPr>
        <p:spPr>
          <a:xfrm>
            <a:off x="1264321" y="3568111"/>
            <a:ext cx="28398" cy="28398"/>
          </a:xfrm>
          <a:prstGeom prst="ellipse">
            <a:avLst/>
          </a:prstGeom>
          <a:solidFill>
            <a:srgbClr val="2D887E">
              <a:alpha val="30000"/>
            </a:srgbClr>
          </a:solidFill>
          <a:ln w="0">
            <a:noFill/>
            <a:prstDash val="solid"/>
          </a:ln>
        </p:spPr>
      </p:sp>
      <p:sp>
        <p:nvSpPr>
          <p:cNvPr id="193" name="02_predicted_pose_3492">
            <a:extLst>
              <a:ext uri="{FF2B5EF4-FFF2-40B4-BE49-F238E27FC236}">
                <a16:creationId xmlns:a16="http://schemas.microsoft.com/office/drawing/2014/main" id="{99A07840-DFC6-4705-8021-4DA6487EE97A}"/>
              </a:ext>
            </a:extLst>
          </p:cNvPr>
          <p:cNvSpPr>
            <a:spLocks noGrp="1"/>
          </p:cNvSpPr>
          <p:nvPr/>
        </p:nvSpPr>
        <p:spPr>
          <a:xfrm>
            <a:off x="1167507" y="3471983"/>
            <a:ext cx="28398" cy="28398"/>
          </a:xfrm>
          <a:prstGeom prst="ellipse">
            <a:avLst/>
          </a:prstGeom>
          <a:solidFill>
            <a:srgbClr val="2D887E">
              <a:alpha val="30000"/>
            </a:srgbClr>
          </a:solidFill>
          <a:ln w="0">
            <a:noFill/>
            <a:prstDash val="solid"/>
          </a:ln>
        </p:spPr>
      </p:sp>
      <p:sp>
        <p:nvSpPr>
          <p:cNvPr id="194" name="02_predicted_pose_3493">
            <a:extLst>
              <a:ext uri="{FF2B5EF4-FFF2-40B4-BE49-F238E27FC236}">
                <a16:creationId xmlns:a16="http://schemas.microsoft.com/office/drawing/2014/main" id="{2131E764-546B-4D4D-9C85-76E55D3A501E}"/>
              </a:ext>
            </a:extLst>
          </p:cNvPr>
          <p:cNvSpPr>
            <a:spLocks noGrp="1"/>
          </p:cNvSpPr>
          <p:nvPr/>
        </p:nvSpPr>
        <p:spPr>
          <a:xfrm>
            <a:off x="1217120" y="3362119"/>
            <a:ext cx="28398" cy="28398"/>
          </a:xfrm>
          <a:prstGeom prst="ellipse">
            <a:avLst/>
          </a:prstGeom>
          <a:solidFill>
            <a:srgbClr val="2D887E">
              <a:alpha val="30000"/>
            </a:srgbClr>
          </a:solidFill>
          <a:ln w="0">
            <a:noFill/>
            <a:prstDash val="solid"/>
          </a:ln>
        </p:spPr>
      </p:sp>
      <p:sp>
        <p:nvSpPr>
          <p:cNvPr id="195" name="02_predicted_pose_3494">
            <a:extLst>
              <a:ext uri="{FF2B5EF4-FFF2-40B4-BE49-F238E27FC236}">
                <a16:creationId xmlns:a16="http://schemas.microsoft.com/office/drawing/2014/main" id="{CA6A2D6C-F071-424B-8DF0-54E11428670E}"/>
              </a:ext>
            </a:extLst>
          </p:cNvPr>
          <p:cNvSpPr>
            <a:spLocks noGrp="1"/>
          </p:cNvSpPr>
          <p:nvPr/>
        </p:nvSpPr>
        <p:spPr>
          <a:xfrm>
            <a:off x="1359067" y="3646442"/>
            <a:ext cx="28398" cy="28398"/>
          </a:xfrm>
          <a:prstGeom prst="ellipse">
            <a:avLst/>
          </a:prstGeom>
          <a:solidFill>
            <a:srgbClr val="2D887E">
              <a:alpha val="30000"/>
            </a:srgbClr>
          </a:solidFill>
          <a:ln w="0">
            <a:noFill/>
            <a:prstDash val="solid"/>
          </a:ln>
        </p:spPr>
      </p:sp>
      <p:sp>
        <p:nvSpPr>
          <p:cNvPr id="196" name="02_predicted_pose_3495">
            <a:extLst>
              <a:ext uri="{FF2B5EF4-FFF2-40B4-BE49-F238E27FC236}">
                <a16:creationId xmlns:a16="http://schemas.microsoft.com/office/drawing/2014/main" id="{23A62C96-8873-4FDF-A3D4-EAF297B96E79}"/>
              </a:ext>
            </a:extLst>
          </p:cNvPr>
          <p:cNvSpPr>
            <a:spLocks noGrp="1"/>
          </p:cNvSpPr>
          <p:nvPr/>
        </p:nvSpPr>
        <p:spPr>
          <a:xfrm>
            <a:off x="1386629" y="3659778"/>
            <a:ext cx="28398" cy="28398"/>
          </a:xfrm>
          <a:prstGeom prst="ellipse">
            <a:avLst/>
          </a:prstGeom>
          <a:solidFill>
            <a:srgbClr val="2D887E">
              <a:alpha val="30000"/>
            </a:srgbClr>
          </a:solidFill>
          <a:ln w="0">
            <a:noFill/>
            <a:prstDash val="solid"/>
          </a:ln>
        </p:spPr>
      </p:sp>
      <p:sp>
        <p:nvSpPr>
          <p:cNvPr id="197" name="02_predicted_pose_3496">
            <a:extLst>
              <a:ext uri="{FF2B5EF4-FFF2-40B4-BE49-F238E27FC236}">
                <a16:creationId xmlns:a16="http://schemas.microsoft.com/office/drawing/2014/main" id="{921FB6F3-65A4-4D66-A22B-09BD60183E48}"/>
              </a:ext>
            </a:extLst>
          </p:cNvPr>
          <p:cNvSpPr>
            <a:spLocks noGrp="1"/>
          </p:cNvSpPr>
          <p:nvPr/>
        </p:nvSpPr>
        <p:spPr>
          <a:xfrm>
            <a:off x="1427973" y="3687679"/>
            <a:ext cx="28398" cy="28398"/>
          </a:xfrm>
          <a:prstGeom prst="ellipse">
            <a:avLst/>
          </a:prstGeom>
          <a:solidFill>
            <a:srgbClr val="2D887E">
              <a:alpha val="30000"/>
            </a:srgbClr>
          </a:solidFill>
          <a:ln w="0">
            <a:noFill/>
            <a:prstDash val="solid"/>
          </a:ln>
        </p:spPr>
      </p:sp>
      <p:sp>
        <p:nvSpPr>
          <p:cNvPr id="198" name="02_predicted_pose_3497">
            <a:extLst>
              <a:ext uri="{FF2B5EF4-FFF2-40B4-BE49-F238E27FC236}">
                <a16:creationId xmlns:a16="http://schemas.microsoft.com/office/drawing/2014/main" id="{B1B411E3-427D-4E5A-854D-8165E242CF25}"/>
              </a:ext>
            </a:extLst>
          </p:cNvPr>
          <p:cNvSpPr>
            <a:spLocks noGrp="1"/>
          </p:cNvSpPr>
          <p:nvPr/>
        </p:nvSpPr>
        <p:spPr>
          <a:xfrm>
            <a:off x="1455535" y="3674183"/>
            <a:ext cx="28398" cy="28398"/>
          </a:xfrm>
          <a:prstGeom prst="ellipse">
            <a:avLst/>
          </a:prstGeom>
          <a:solidFill>
            <a:srgbClr val="2D887E">
              <a:alpha val="30000"/>
            </a:srgbClr>
          </a:solidFill>
          <a:ln w="0">
            <a:noFill/>
            <a:prstDash val="solid"/>
          </a:ln>
        </p:spPr>
      </p:sp>
      <p:sp>
        <p:nvSpPr>
          <p:cNvPr id="199" name="02_predicted_pose_3498">
            <a:extLst>
              <a:ext uri="{FF2B5EF4-FFF2-40B4-BE49-F238E27FC236}">
                <a16:creationId xmlns:a16="http://schemas.microsoft.com/office/drawing/2014/main" id="{50AF02C0-F6C2-4740-B8E8-B9744903D971}"/>
              </a:ext>
            </a:extLst>
          </p:cNvPr>
          <p:cNvSpPr>
            <a:spLocks noGrp="1"/>
          </p:cNvSpPr>
          <p:nvPr/>
        </p:nvSpPr>
        <p:spPr>
          <a:xfrm>
            <a:off x="1483098" y="3745429"/>
            <a:ext cx="28398" cy="28398"/>
          </a:xfrm>
          <a:prstGeom prst="ellipse">
            <a:avLst/>
          </a:prstGeom>
          <a:solidFill>
            <a:srgbClr val="2D887E">
              <a:alpha val="30000"/>
            </a:srgbClr>
          </a:solidFill>
          <a:ln w="0">
            <a:noFill/>
            <a:prstDash val="solid"/>
          </a:ln>
        </p:spPr>
      </p:sp>
      <p:sp>
        <p:nvSpPr>
          <p:cNvPr id="200" name="02_predicted_pose_3499">
            <a:extLst>
              <a:ext uri="{FF2B5EF4-FFF2-40B4-BE49-F238E27FC236}">
                <a16:creationId xmlns:a16="http://schemas.microsoft.com/office/drawing/2014/main" id="{4616883A-C0EE-4655-B1D3-7B98BC9CCADA}"/>
              </a:ext>
            </a:extLst>
          </p:cNvPr>
          <p:cNvSpPr>
            <a:spLocks noGrp="1"/>
          </p:cNvSpPr>
          <p:nvPr/>
        </p:nvSpPr>
        <p:spPr>
          <a:xfrm>
            <a:off x="1465527" y="3661252"/>
            <a:ext cx="28398" cy="28398"/>
          </a:xfrm>
          <a:prstGeom prst="ellipse">
            <a:avLst/>
          </a:prstGeom>
          <a:solidFill>
            <a:srgbClr val="2D887E">
              <a:alpha val="30000"/>
            </a:srgbClr>
          </a:solidFill>
          <a:ln w="0">
            <a:noFill/>
            <a:prstDash val="solid"/>
          </a:ln>
        </p:spPr>
      </p:sp>
      <p:sp>
        <p:nvSpPr>
          <p:cNvPr id="201" name="02_predicted_pose_3500">
            <a:extLst>
              <a:ext uri="{FF2B5EF4-FFF2-40B4-BE49-F238E27FC236}">
                <a16:creationId xmlns:a16="http://schemas.microsoft.com/office/drawing/2014/main" id="{FFC9A037-2FD0-494E-87DB-8941116AB1D5}"/>
              </a:ext>
            </a:extLst>
          </p:cNvPr>
          <p:cNvSpPr>
            <a:spLocks noGrp="1"/>
          </p:cNvSpPr>
          <p:nvPr/>
        </p:nvSpPr>
        <p:spPr>
          <a:xfrm>
            <a:off x="1215053" y="3760433"/>
            <a:ext cx="28398" cy="28398"/>
          </a:xfrm>
          <a:prstGeom prst="ellipse">
            <a:avLst/>
          </a:prstGeom>
          <a:solidFill>
            <a:srgbClr val="2D887E">
              <a:alpha val="30000"/>
            </a:srgbClr>
          </a:solidFill>
          <a:ln w="0">
            <a:noFill/>
            <a:prstDash val="solid"/>
          </a:ln>
        </p:spPr>
      </p:sp>
      <p:sp>
        <p:nvSpPr>
          <p:cNvPr id="202" name="02_predicted_pose_3501">
            <a:extLst>
              <a:ext uri="{FF2B5EF4-FFF2-40B4-BE49-F238E27FC236}">
                <a16:creationId xmlns:a16="http://schemas.microsoft.com/office/drawing/2014/main" id="{D0D372D8-5AED-42FC-9B3E-6C704B8DD197}"/>
              </a:ext>
            </a:extLst>
          </p:cNvPr>
          <p:cNvSpPr>
            <a:spLocks noGrp="1"/>
          </p:cNvSpPr>
          <p:nvPr/>
        </p:nvSpPr>
        <p:spPr>
          <a:xfrm>
            <a:off x="1494123" y="3631329"/>
            <a:ext cx="28398" cy="28398"/>
          </a:xfrm>
          <a:prstGeom prst="ellipse">
            <a:avLst/>
          </a:prstGeom>
          <a:solidFill>
            <a:srgbClr val="2D887E">
              <a:alpha val="30000"/>
            </a:srgbClr>
          </a:solidFill>
          <a:ln w="0">
            <a:noFill/>
            <a:prstDash val="solid"/>
          </a:ln>
        </p:spPr>
      </p:sp>
      <p:sp>
        <p:nvSpPr>
          <p:cNvPr id="203" name="02_predicted_pose_3502">
            <a:extLst>
              <a:ext uri="{FF2B5EF4-FFF2-40B4-BE49-F238E27FC236}">
                <a16:creationId xmlns:a16="http://schemas.microsoft.com/office/drawing/2014/main" id="{3E1BC242-1AB3-4041-A6A7-68C02E739FA1}"/>
              </a:ext>
            </a:extLst>
          </p:cNvPr>
          <p:cNvSpPr>
            <a:spLocks noGrp="1"/>
          </p:cNvSpPr>
          <p:nvPr/>
        </p:nvSpPr>
        <p:spPr>
          <a:xfrm>
            <a:off x="1336672" y="3742945"/>
            <a:ext cx="28398" cy="28398"/>
          </a:xfrm>
          <a:prstGeom prst="ellipse">
            <a:avLst/>
          </a:prstGeom>
          <a:solidFill>
            <a:srgbClr val="2D887E">
              <a:alpha val="30000"/>
            </a:srgbClr>
          </a:solidFill>
          <a:ln w="0">
            <a:noFill/>
            <a:prstDash val="solid"/>
          </a:ln>
        </p:spPr>
      </p:sp>
      <p:sp>
        <p:nvSpPr>
          <p:cNvPr id="204" name="02_predicted_pose_3503">
            <a:extLst>
              <a:ext uri="{FF2B5EF4-FFF2-40B4-BE49-F238E27FC236}">
                <a16:creationId xmlns:a16="http://schemas.microsoft.com/office/drawing/2014/main" id="{7F80128A-E7DB-4DAA-9DA3-89ADC560EF67}"/>
              </a:ext>
            </a:extLst>
          </p:cNvPr>
          <p:cNvSpPr>
            <a:spLocks noGrp="1"/>
          </p:cNvSpPr>
          <p:nvPr/>
        </p:nvSpPr>
        <p:spPr>
          <a:xfrm>
            <a:off x="1429695" y="3618458"/>
            <a:ext cx="28398" cy="28398"/>
          </a:xfrm>
          <a:prstGeom prst="ellipse">
            <a:avLst/>
          </a:prstGeom>
          <a:solidFill>
            <a:srgbClr val="2D887E">
              <a:alpha val="30000"/>
            </a:srgbClr>
          </a:solidFill>
          <a:ln w="0">
            <a:noFill/>
            <a:prstDash val="solid"/>
          </a:ln>
        </p:spPr>
      </p:sp>
      <p:sp>
        <p:nvSpPr>
          <p:cNvPr id="205" name="02_predicted_pose_3504">
            <a:extLst>
              <a:ext uri="{FF2B5EF4-FFF2-40B4-BE49-F238E27FC236}">
                <a16:creationId xmlns:a16="http://schemas.microsoft.com/office/drawing/2014/main" id="{345DB7D6-0124-4B14-A909-D7ECB0526A55}"/>
              </a:ext>
            </a:extLst>
          </p:cNvPr>
          <p:cNvSpPr>
            <a:spLocks noGrp="1"/>
          </p:cNvSpPr>
          <p:nvPr/>
        </p:nvSpPr>
        <p:spPr>
          <a:xfrm>
            <a:off x="1174743" y="3321515"/>
            <a:ext cx="28398" cy="28398"/>
          </a:xfrm>
          <a:prstGeom prst="ellipse">
            <a:avLst/>
          </a:prstGeom>
          <a:solidFill>
            <a:srgbClr val="2D887E">
              <a:alpha val="30000"/>
            </a:srgbClr>
          </a:solidFill>
          <a:ln w="0">
            <a:noFill/>
            <a:prstDash val="solid"/>
          </a:ln>
        </p:spPr>
      </p:sp>
      <p:sp>
        <p:nvSpPr>
          <p:cNvPr id="206" name="02_predicted_pose_3505">
            <a:extLst>
              <a:ext uri="{FF2B5EF4-FFF2-40B4-BE49-F238E27FC236}">
                <a16:creationId xmlns:a16="http://schemas.microsoft.com/office/drawing/2014/main" id="{C057C832-E0F5-4191-A7E2-8CF1CBF22801}"/>
              </a:ext>
            </a:extLst>
          </p:cNvPr>
          <p:cNvSpPr>
            <a:spLocks noGrp="1"/>
          </p:cNvSpPr>
          <p:nvPr/>
        </p:nvSpPr>
        <p:spPr>
          <a:xfrm>
            <a:off x="1188524" y="3254647"/>
            <a:ext cx="28398" cy="28398"/>
          </a:xfrm>
          <a:prstGeom prst="ellipse">
            <a:avLst/>
          </a:prstGeom>
          <a:solidFill>
            <a:srgbClr val="2D887E">
              <a:alpha val="30000"/>
            </a:srgbClr>
          </a:solidFill>
          <a:ln w="0">
            <a:noFill/>
            <a:prstDash val="solid"/>
          </a:ln>
        </p:spPr>
      </p:sp>
      <p:sp>
        <p:nvSpPr>
          <p:cNvPr id="207" name="02_predicted_pose_3506">
            <a:extLst>
              <a:ext uri="{FF2B5EF4-FFF2-40B4-BE49-F238E27FC236}">
                <a16:creationId xmlns:a16="http://schemas.microsoft.com/office/drawing/2014/main" id="{B1149B88-CF18-4D02-87C6-4E25A76F10D3}"/>
              </a:ext>
            </a:extLst>
          </p:cNvPr>
          <p:cNvSpPr>
            <a:spLocks noGrp="1"/>
          </p:cNvSpPr>
          <p:nvPr/>
        </p:nvSpPr>
        <p:spPr>
          <a:xfrm>
            <a:off x="1202305" y="3305055"/>
            <a:ext cx="28398" cy="28398"/>
          </a:xfrm>
          <a:prstGeom prst="ellipse">
            <a:avLst/>
          </a:prstGeom>
          <a:solidFill>
            <a:srgbClr val="2D887E">
              <a:alpha val="30000"/>
            </a:srgbClr>
          </a:solidFill>
          <a:ln w="0">
            <a:noFill/>
            <a:prstDash val="solid"/>
          </a:ln>
        </p:spPr>
      </p:sp>
      <p:sp>
        <p:nvSpPr>
          <p:cNvPr id="208" name="02_predicted_pose_3507">
            <a:extLst>
              <a:ext uri="{FF2B5EF4-FFF2-40B4-BE49-F238E27FC236}">
                <a16:creationId xmlns:a16="http://schemas.microsoft.com/office/drawing/2014/main" id="{6FB2ECEE-F7BF-4F2C-B6E6-BFB93A47B651}"/>
              </a:ext>
            </a:extLst>
          </p:cNvPr>
          <p:cNvSpPr>
            <a:spLocks noGrp="1"/>
          </p:cNvSpPr>
          <p:nvPr/>
        </p:nvSpPr>
        <p:spPr>
          <a:xfrm>
            <a:off x="1216086" y="3477859"/>
            <a:ext cx="28398" cy="28398"/>
          </a:xfrm>
          <a:prstGeom prst="ellipse">
            <a:avLst/>
          </a:prstGeom>
          <a:solidFill>
            <a:srgbClr val="2D887E">
              <a:alpha val="30000"/>
            </a:srgbClr>
          </a:solidFill>
          <a:ln w="0">
            <a:noFill/>
            <a:prstDash val="solid"/>
          </a:ln>
        </p:spPr>
      </p:sp>
      <p:sp>
        <p:nvSpPr>
          <p:cNvPr id="209" name="02_predicted_pose_3508">
            <a:extLst>
              <a:ext uri="{FF2B5EF4-FFF2-40B4-BE49-F238E27FC236}">
                <a16:creationId xmlns:a16="http://schemas.microsoft.com/office/drawing/2014/main" id="{47FAB5F5-3AA3-4748-8A65-AF8952E58084}"/>
              </a:ext>
            </a:extLst>
          </p:cNvPr>
          <p:cNvSpPr>
            <a:spLocks noGrp="1"/>
          </p:cNvSpPr>
          <p:nvPr/>
        </p:nvSpPr>
        <p:spPr>
          <a:xfrm>
            <a:off x="1171642" y="3526970"/>
            <a:ext cx="28398" cy="28398"/>
          </a:xfrm>
          <a:prstGeom prst="ellipse">
            <a:avLst/>
          </a:prstGeom>
          <a:solidFill>
            <a:srgbClr val="2D887E">
              <a:alpha val="30000"/>
            </a:srgbClr>
          </a:solidFill>
          <a:ln w="0">
            <a:noFill/>
            <a:prstDash val="solid"/>
          </a:ln>
        </p:spPr>
      </p:sp>
      <p:sp>
        <p:nvSpPr>
          <p:cNvPr id="210" name="02_predicted_pose_3509">
            <a:extLst>
              <a:ext uri="{FF2B5EF4-FFF2-40B4-BE49-F238E27FC236}">
                <a16:creationId xmlns:a16="http://schemas.microsoft.com/office/drawing/2014/main" id="{B2AECC43-0B5D-40D3-94F6-E841EF60D743}"/>
              </a:ext>
            </a:extLst>
          </p:cNvPr>
          <p:cNvSpPr>
            <a:spLocks noGrp="1"/>
          </p:cNvSpPr>
          <p:nvPr/>
        </p:nvSpPr>
        <p:spPr>
          <a:xfrm>
            <a:off x="1199204" y="3442163"/>
            <a:ext cx="28398" cy="28398"/>
          </a:xfrm>
          <a:prstGeom prst="ellipse">
            <a:avLst/>
          </a:prstGeom>
          <a:solidFill>
            <a:srgbClr val="2D887E">
              <a:alpha val="30000"/>
            </a:srgbClr>
          </a:solidFill>
          <a:ln w="0">
            <a:noFill/>
            <a:prstDash val="solid"/>
          </a:ln>
        </p:spPr>
      </p:sp>
      <p:sp>
        <p:nvSpPr>
          <p:cNvPr id="211" name="02_predicted_pose_3510">
            <a:extLst>
              <a:ext uri="{FF2B5EF4-FFF2-40B4-BE49-F238E27FC236}">
                <a16:creationId xmlns:a16="http://schemas.microsoft.com/office/drawing/2014/main" id="{D4CF78B1-1165-4231-80ED-2DA5CEA76B02}"/>
              </a:ext>
            </a:extLst>
          </p:cNvPr>
          <p:cNvSpPr>
            <a:spLocks noGrp="1"/>
          </p:cNvSpPr>
          <p:nvPr/>
        </p:nvSpPr>
        <p:spPr>
          <a:xfrm>
            <a:off x="1283614" y="3620476"/>
            <a:ext cx="28398" cy="28398"/>
          </a:xfrm>
          <a:prstGeom prst="ellipse">
            <a:avLst/>
          </a:prstGeom>
          <a:solidFill>
            <a:srgbClr val="2D887E">
              <a:alpha val="30000"/>
            </a:srgbClr>
          </a:solidFill>
          <a:ln w="0">
            <a:noFill/>
            <a:prstDash val="solid"/>
          </a:ln>
        </p:spPr>
      </p:sp>
      <p:sp>
        <p:nvSpPr>
          <p:cNvPr id="212" name="02_predicted_pose_3511">
            <a:extLst>
              <a:ext uri="{FF2B5EF4-FFF2-40B4-BE49-F238E27FC236}">
                <a16:creationId xmlns:a16="http://schemas.microsoft.com/office/drawing/2014/main" id="{4773F566-C0A7-479C-9847-FC1E057FAC34}"/>
              </a:ext>
            </a:extLst>
          </p:cNvPr>
          <p:cNvSpPr>
            <a:spLocks noGrp="1"/>
          </p:cNvSpPr>
          <p:nvPr/>
        </p:nvSpPr>
        <p:spPr>
          <a:xfrm>
            <a:off x="1231590" y="3217582"/>
            <a:ext cx="28398" cy="28398"/>
          </a:xfrm>
          <a:prstGeom prst="ellipse">
            <a:avLst/>
          </a:prstGeom>
          <a:solidFill>
            <a:srgbClr val="2D887E">
              <a:alpha val="30000"/>
            </a:srgbClr>
          </a:solidFill>
          <a:ln w="0">
            <a:noFill/>
            <a:prstDash val="solid"/>
          </a:ln>
        </p:spPr>
      </p:sp>
      <p:sp>
        <p:nvSpPr>
          <p:cNvPr id="213" name="02_predicted_pose_3512">
            <a:extLst>
              <a:ext uri="{FF2B5EF4-FFF2-40B4-BE49-F238E27FC236}">
                <a16:creationId xmlns:a16="http://schemas.microsoft.com/office/drawing/2014/main" id="{60D10F1D-E584-4A8A-8E63-2437431C03E2}"/>
              </a:ext>
            </a:extLst>
          </p:cNvPr>
          <p:cNvSpPr>
            <a:spLocks noGrp="1"/>
          </p:cNvSpPr>
          <p:nvPr/>
        </p:nvSpPr>
        <p:spPr>
          <a:xfrm>
            <a:off x="1245371" y="3640727"/>
            <a:ext cx="28398" cy="28398"/>
          </a:xfrm>
          <a:prstGeom prst="ellipse">
            <a:avLst/>
          </a:prstGeom>
          <a:solidFill>
            <a:srgbClr val="2D887E">
              <a:alpha val="30000"/>
            </a:srgbClr>
          </a:solidFill>
          <a:ln w="0">
            <a:noFill/>
            <a:prstDash val="solid"/>
          </a:ln>
        </p:spPr>
      </p:sp>
      <p:sp>
        <p:nvSpPr>
          <p:cNvPr id="214" name="02_predicted_pose_3513">
            <a:extLst>
              <a:ext uri="{FF2B5EF4-FFF2-40B4-BE49-F238E27FC236}">
                <a16:creationId xmlns:a16="http://schemas.microsoft.com/office/drawing/2014/main" id="{E3BA5A22-63CA-40D9-8012-CA03D85C6C2B}"/>
              </a:ext>
            </a:extLst>
          </p:cNvPr>
          <p:cNvSpPr>
            <a:spLocks noGrp="1"/>
          </p:cNvSpPr>
          <p:nvPr/>
        </p:nvSpPr>
        <p:spPr>
          <a:xfrm>
            <a:off x="1259153" y="3577922"/>
            <a:ext cx="28398" cy="28398"/>
          </a:xfrm>
          <a:prstGeom prst="ellipse">
            <a:avLst/>
          </a:prstGeom>
          <a:solidFill>
            <a:srgbClr val="2D887E">
              <a:alpha val="30000"/>
            </a:srgbClr>
          </a:solidFill>
          <a:ln w="0">
            <a:noFill/>
            <a:prstDash val="solid"/>
          </a:ln>
        </p:spPr>
      </p:sp>
      <p:sp>
        <p:nvSpPr>
          <p:cNvPr id="215" name="02_predicted_pose_3514">
            <a:extLst>
              <a:ext uri="{FF2B5EF4-FFF2-40B4-BE49-F238E27FC236}">
                <a16:creationId xmlns:a16="http://schemas.microsoft.com/office/drawing/2014/main" id="{B9B1F4BF-30C1-4344-A1DF-6FB6B8BAFFE0}"/>
              </a:ext>
            </a:extLst>
          </p:cNvPr>
          <p:cNvSpPr>
            <a:spLocks noGrp="1"/>
          </p:cNvSpPr>
          <p:nvPr/>
        </p:nvSpPr>
        <p:spPr>
          <a:xfrm>
            <a:off x="1210574" y="3204055"/>
            <a:ext cx="28398" cy="28398"/>
          </a:xfrm>
          <a:prstGeom prst="ellipse">
            <a:avLst/>
          </a:prstGeom>
          <a:solidFill>
            <a:srgbClr val="2D887E">
              <a:alpha val="30000"/>
            </a:srgbClr>
          </a:solidFill>
          <a:ln w="0">
            <a:noFill/>
            <a:prstDash val="solid"/>
          </a:ln>
        </p:spPr>
      </p:sp>
      <p:sp>
        <p:nvSpPr>
          <p:cNvPr id="216" name="02_predicted_pose_3515">
            <a:extLst>
              <a:ext uri="{FF2B5EF4-FFF2-40B4-BE49-F238E27FC236}">
                <a16:creationId xmlns:a16="http://schemas.microsoft.com/office/drawing/2014/main" id="{7A76AC34-E9C5-4E56-B9C4-A85EA24788A6}"/>
              </a:ext>
            </a:extLst>
          </p:cNvPr>
          <p:cNvSpPr>
            <a:spLocks noGrp="1"/>
          </p:cNvSpPr>
          <p:nvPr/>
        </p:nvSpPr>
        <p:spPr>
          <a:xfrm>
            <a:off x="1224355" y="3161077"/>
            <a:ext cx="28398" cy="28398"/>
          </a:xfrm>
          <a:prstGeom prst="ellipse">
            <a:avLst/>
          </a:prstGeom>
          <a:solidFill>
            <a:srgbClr val="2D887E">
              <a:alpha val="30000"/>
            </a:srgbClr>
          </a:solidFill>
          <a:ln w="0">
            <a:noFill/>
            <a:prstDash val="solid"/>
          </a:ln>
        </p:spPr>
      </p:sp>
      <p:sp>
        <p:nvSpPr>
          <p:cNvPr id="217" name="02_predicted_pose_3516">
            <a:extLst>
              <a:ext uri="{FF2B5EF4-FFF2-40B4-BE49-F238E27FC236}">
                <a16:creationId xmlns:a16="http://schemas.microsoft.com/office/drawing/2014/main" id="{1D149B44-AC27-4206-A2A8-1C9372786921}"/>
              </a:ext>
            </a:extLst>
          </p:cNvPr>
          <p:cNvSpPr>
            <a:spLocks noGrp="1"/>
          </p:cNvSpPr>
          <p:nvPr/>
        </p:nvSpPr>
        <p:spPr>
          <a:xfrm>
            <a:off x="1238136" y="3137935"/>
            <a:ext cx="28398" cy="28398"/>
          </a:xfrm>
          <a:prstGeom prst="ellipse">
            <a:avLst/>
          </a:prstGeom>
          <a:solidFill>
            <a:srgbClr val="2D887E">
              <a:alpha val="30000"/>
            </a:srgbClr>
          </a:solidFill>
          <a:ln w="0">
            <a:noFill/>
            <a:prstDash val="solid"/>
          </a:ln>
        </p:spPr>
      </p:sp>
      <p:sp>
        <p:nvSpPr>
          <p:cNvPr id="218" name="02_predicted_pose_3517">
            <a:extLst>
              <a:ext uri="{FF2B5EF4-FFF2-40B4-BE49-F238E27FC236}">
                <a16:creationId xmlns:a16="http://schemas.microsoft.com/office/drawing/2014/main" id="{0157C2EB-F3A9-4A5F-8F98-725E59FDCBA1}"/>
              </a:ext>
            </a:extLst>
          </p:cNvPr>
          <p:cNvSpPr>
            <a:spLocks noGrp="1"/>
          </p:cNvSpPr>
          <p:nvPr/>
        </p:nvSpPr>
        <p:spPr>
          <a:xfrm>
            <a:off x="1257430" y="2879390"/>
            <a:ext cx="28398" cy="28398"/>
          </a:xfrm>
          <a:prstGeom prst="ellipse">
            <a:avLst/>
          </a:prstGeom>
          <a:solidFill>
            <a:srgbClr val="2D887E">
              <a:alpha val="30000"/>
            </a:srgbClr>
          </a:solidFill>
          <a:ln w="0">
            <a:noFill/>
            <a:prstDash val="solid"/>
          </a:ln>
        </p:spPr>
      </p:sp>
      <p:sp>
        <p:nvSpPr>
          <p:cNvPr id="219" name="02_predicted_pose_3518">
            <a:extLst>
              <a:ext uri="{FF2B5EF4-FFF2-40B4-BE49-F238E27FC236}">
                <a16:creationId xmlns:a16="http://schemas.microsoft.com/office/drawing/2014/main" id="{C9E3826B-8B75-4160-A4D5-09325045A135}"/>
              </a:ext>
            </a:extLst>
          </p:cNvPr>
          <p:cNvSpPr>
            <a:spLocks noGrp="1"/>
          </p:cNvSpPr>
          <p:nvPr/>
        </p:nvSpPr>
        <p:spPr>
          <a:xfrm>
            <a:off x="1298774" y="2737080"/>
            <a:ext cx="28398" cy="28398"/>
          </a:xfrm>
          <a:prstGeom prst="ellipse">
            <a:avLst/>
          </a:prstGeom>
          <a:solidFill>
            <a:srgbClr val="2D887E">
              <a:alpha val="30000"/>
            </a:srgbClr>
          </a:solidFill>
          <a:ln w="0">
            <a:noFill/>
            <a:prstDash val="solid"/>
          </a:ln>
        </p:spPr>
      </p:sp>
      <p:sp>
        <p:nvSpPr>
          <p:cNvPr id="220" name="02_predicted_pose_3519">
            <a:extLst>
              <a:ext uri="{FF2B5EF4-FFF2-40B4-BE49-F238E27FC236}">
                <a16:creationId xmlns:a16="http://schemas.microsoft.com/office/drawing/2014/main" id="{5D6EF725-08D4-4DF4-8B9D-4B5488BC2FED}"/>
              </a:ext>
            </a:extLst>
          </p:cNvPr>
          <p:cNvSpPr>
            <a:spLocks noGrp="1"/>
          </p:cNvSpPr>
          <p:nvPr/>
        </p:nvSpPr>
        <p:spPr>
          <a:xfrm>
            <a:off x="1270867" y="2769573"/>
            <a:ext cx="28398" cy="28398"/>
          </a:xfrm>
          <a:prstGeom prst="ellipse">
            <a:avLst/>
          </a:prstGeom>
          <a:solidFill>
            <a:srgbClr val="2D887E">
              <a:alpha val="30000"/>
            </a:srgbClr>
          </a:solidFill>
          <a:ln w="0">
            <a:noFill/>
            <a:prstDash val="solid"/>
          </a:ln>
        </p:spPr>
      </p:sp>
      <p:sp>
        <p:nvSpPr>
          <p:cNvPr id="221" name="02_predicted_pose_3520">
            <a:extLst>
              <a:ext uri="{FF2B5EF4-FFF2-40B4-BE49-F238E27FC236}">
                <a16:creationId xmlns:a16="http://schemas.microsoft.com/office/drawing/2014/main" id="{55855428-6E39-44F8-8FC4-AD5ACA819DA9}"/>
              </a:ext>
            </a:extLst>
          </p:cNvPr>
          <p:cNvSpPr>
            <a:spLocks noGrp="1"/>
          </p:cNvSpPr>
          <p:nvPr/>
        </p:nvSpPr>
        <p:spPr>
          <a:xfrm>
            <a:off x="1363890" y="2931089"/>
            <a:ext cx="28398" cy="28398"/>
          </a:xfrm>
          <a:prstGeom prst="ellipse">
            <a:avLst/>
          </a:prstGeom>
          <a:solidFill>
            <a:srgbClr val="2D887E">
              <a:alpha val="30000"/>
            </a:srgbClr>
          </a:solidFill>
          <a:ln w="0">
            <a:noFill/>
            <a:prstDash val="solid"/>
          </a:ln>
        </p:spPr>
      </p:sp>
      <p:sp>
        <p:nvSpPr>
          <p:cNvPr id="222" name="02_predicted_pose_3521">
            <a:extLst>
              <a:ext uri="{FF2B5EF4-FFF2-40B4-BE49-F238E27FC236}">
                <a16:creationId xmlns:a16="http://schemas.microsoft.com/office/drawing/2014/main" id="{AAE20A7A-D173-488C-9AEF-12B1A26912BE}"/>
              </a:ext>
            </a:extLst>
          </p:cNvPr>
          <p:cNvSpPr>
            <a:spLocks noGrp="1"/>
          </p:cNvSpPr>
          <p:nvPr/>
        </p:nvSpPr>
        <p:spPr>
          <a:xfrm>
            <a:off x="1485509" y="2764392"/>
            <a:ext cx="28398" cy="28398"/>
          </a:xfrm>
          <a:prstGeom prst="ellipse">
            <a:avLst/>
          </a:prstGeom>
          <a:solidFill>
            <a:srgbClr val="2D887E">
              <a:alpha val="30000"/>
            </a:srgbClr>
          </a:solidFill>
          <a:ln w="0">
            <a:noFill/>
            <a:prstDash val="solid"/>
          </a:ln>
        </p:spPr>
      </p:sp>
      <p:sp>
        <p:nvSpPr>
          <p:cNvPr id="223" name="02_predicted_pose_3522">
            <a:extLst>
              <a:ext uri="{FF2B5EF4-FFF2-40B4-BE49-F238E27FC236}">
                <a16:creationId xmlns:a16="http://schemas.microsoft.com/office/drawing/2014/main" id="{02E20393-C869-480D-BD07-5C0F4A0B1D88}"/>
              </a:ext>
            </a:extLst>
          </p:cNvPr>
          <p:cNvSpPr>
            <a:spLocks noGrp="1"/>
          </p:cNvSpPr>
          <p:nvPr/>
        </p:nvSpPr>
        <p:spPr>
          <a:xfrm>
            <a:off x="1235035" y="2896492"/>
            <a:ext cx="28398" cy="28398"/>
          </a:xfrm>
          <a:prstGeom prst="ellipse">
            <a:avLst/>
          </a:prstGeom>
          <a:solidFill>
            <a:srgbClr val="2D887E">
              <a:alpha val="30000"/>
            </a:srgbClr>
          </a:solidFill>
          <a:ln w="0">
            <a:noFill/>
            <a:prstDash val="solid"/>
          </a:ln>
        </p:spPr>
      </p:sp>
      <p:sp>
        <p:nvSpPr>
          <p:cNvPr id="224" name="02_predicted_pose_3523">
            <a:extLst>
              <a:ext uri="{FF2B5EF4-FFF2-40B4-BE49-F238E27FC236}">
                <a16:creationId xmlns:a16="http://schemas.microsoft.com/office/drawing/2014/main" id="{95D8F1BE-A574-4D8A-BA6C-29722B6F8694}"/>
              </a:ext>
            </a:extLst>
          </p:cNvPr>
          <p:cNvSpPr>
            <a:spLocks noGrp="1"/>
          </p:cNvSpPr>
          <p:nvPr/>
        </p:nvSpPr>
        <p:spPr>
          <a:xfrm>
            <a:off x="1382150" y="3446390"/>
            <a:ext cx="28398" cy="28398"/>
          </a:xfrm>
          <a:prstGeom prst="ellipse">
            <a:avLst/>
          </a:prstGeom>
          <a:solidFill>
            <a:srgbClr val="2D887E">
              <a:alpha val="30000"/>
            </a:srgbClr>
          </a:solidFill>
          <a:ln w="0">
            <a:noFill/>
            <a:prstDash val="solid"/>
          </a:ln>
        </p:spPr>
      </p:sp>
      <p:sp>
        <p:nvSpPr>
          <p:cNvPr id="225" name="02_predicted_pose_3524">
            <a:extLst>
              <a:ext uri="{FF2B5EF4-FFF2-40B4-BE49-F238E27FC236}">
                <a16:creationId xmlns:a16="http://schemas.microsoft.com/office/drawing/2014/main" id="{16FC3490-B1DE-4339-B4E2-656638DC3830}"/>
              </a:ext>
            </a:extLst>
          </p:cNvPr>
          <p:cNvSpPr>
            <a:spLocks noGrp="1"/>
          </p:cNvSpPr>
          <p:nvPr/>
        </p:nvSpPr>
        <p:spPr>
          <a:xfrm>
            <a:off x="1395931" y="3660288"/>
            <a:ext cx="28398" cy="28398"/>
          </a:xfrm>
          <a:prstGeom prst="ellipse">
            <a:avLst/>
          </a:prstGeom>
          <a:solidFill>
            <a:srgbClr val="2D887E">
              <a:alpha val="30000"/>
            </a:srgbClr>
          </a:solidFill>
          <a:ln w="0">
            <a:noFill/>
            <a:prstDash val="solid"/>
          </a:ln>
        </p:spPr>
      </p:sp>
      <p:sp>
        <p:nvSpPr>
          <p:cNvPr id="226" name="02_predicted_pose_3525">
            <a:extLst>
              <a:ext uri="{FF2B5EF4-FFF2-40B4-BE49-F238E27FC236}">
                <a16:creationId xmlns:a16="http://schemas.microsoft.com/office/drawing/2014/main" id="{B2836B07-B041-4301-AEF3-BC81E32B43E7}"/>
              </a:ext>
            </a:extLst>
          </p:cNvPr>
          <p:cNvSpPr>
            <a:spLocks noGrp="1"/>
          </p:cNvSpPr>
          <p:nvPr/>
        </p:nvSpPr>
        <p:spPr>
          <a:xfrm>
            <a:off x="1356310" y="3559967"/>
            <a:ext cx="28398" cy="28398"/>
          </a:xfrm>
          <a:prstGeom prst="ellipse">
            <a:avLst/>
          </a:prstGeom>
          <a:solidFill>
            <a:srgbClr val="2D887E">
              <a:alpha val="30000"/>
            </a:srgbClr>
          </a:solidFill>
          <a:ln w="0">
            <a:noFill/>
            <a:prstDash val="solid"/>
          </a:ln>
        </p:spPr>
      </p:sp>
      <p:sp>
        <p:nvSpPr>
          <p:cNvPr id="227" name="02_predicted_pose_3526">
            <a:extLst>
              <a:ext uri="{FF2B5EF4-FFF2-40B4-BE49-F238E27FC236}">
                <a16:creationId xmlns:a16="http://schemas.microsoft.com/office/drawing/2014/main" id="{00961182-6ABB-478E-AEA1-389D742C78DB}"/>
              </a:ext>
            </a:extLst>
          </p:cNvPr>
          <p:cNvSpPr>
            <a:spLocks noGrp="1"/>
          </p:cNvSpPr>
          <p:nvPr/>
        </p:nvSpPr>
        <p:spPr>
          <a:xfrm>
            <a:off x="1370092" y="3379085"/>
            <a:ext cx="28398" cy="28398"/>
          </a:xfrm>
          <a:prstGeom prst="ellipse">
            <a:avLst/>
          </a:prstGeom>
          <a:solidFill>
            <a:srgbClr val="2D887E">
              <a:alpha val="30000"/>
            </a:srgbClr>
          </a:solidFill>
          <a:ln w="0">
            <a:noFill/>
            <a:prstDash val="solid"/>
          </a:ln>
        </p:spPr>
      </p:sp>
      <p:sp>
        <p:nvSpPr>
          <p:cNvPr id="228" name="02_predicted_pose_3527">
            <a:extLst>
              <a:ext uri="{FF2B5EF4-FFF2-40B4-BE49-F238E27FC236}">
                <a16:creationId xmlns:a16="http://schemas.microsoft.com/office/drawing/2014/main" id="{194F56D8-B3CD-481D-B614-3DF51687CE8C}"/>
              </a:ext>
            </a:extLst>
          </p:cNvPr>
          <p:cNvSpPr>
            <a:spLocks noGrp="1"/>
          </p:cNvSpPr>
          <p:nvPr/>
        </p:nvSpPr>
        <p:spPr>
          <a:xfrm>
            <a:off x="1383873" y="3373682"/>
            <a:ext cx="28398" cy="28398"/>
          </a:xfrm>
          <a:prstGeom prst="ellipse">
            <a:avLst/>
          </a:prstGeom>
          <a:solidFill>
            <a:srgbClr val="2D887E">
              <a:alpha val="30000"/>
            </a:srgbClr>
          </a:solidFill>
          <a:ln w="0">
            <a:noFill/>
            <a:prstDash val="solid"/>
          </a:ln>
        </p:spPr>
      </p:sp>
      <p:sp>
        <p:nvSpPr>
          <p:cNvPr id="229" name="02_predicted_pose_3528">
            <a:extLst>
              <a:ext uri="{FF2B5EF4-FFF2-40B4-BE49-F238E27FC236}">
                <a16:creationId xmlns:a16="http://schemas.microsoft.com/office/drawing/2014/main" id="{E05E3482-4C8A-4B14-A399-47C794804F0A}"/>
              </a:ext>
            </a:extLst>
          </p:cNvPr>
          <p:cNvSpPr>
            <a:spLocks noGrp="1"/>
          </p:cNvSpPr>
          <p:nvPr/>
        </p:nvSpPr>
        <p:spPr>
          <a:xfrm>
            <a:off x="1411435" y="3350984"/>
            <a:ext cx="28398" cy="28398"/>
          </a:xfrm>
          <a:prstGeom prst="ellipse">
            <a:avLst/>
          </a:prstGeom>
          <a:solidFill>
            <a:srgbClr val="2D887E">
              <a:alpha val="30000"/>
            </a:srgbClr>
          </a:solidFill>
          <a:ln w="0">
            <a:noFill/>
            <a:prstDash val="solid"/>
          </a:ln>
        </p:spPr>
      </p:sp>
      <p:sp>
        <p:nvSpPr>
          <p:cNvPr id="230" name="02_predicted_pose_3529">
            <a:extLst>
              <a:ext uri="{FF2B5EF4-FFF2-40B4-BE49-F238E27FC236}">
                <a16:creationId xmlns:a16="http://schemas.microsoft.com/office/drawing/2014/main" id="{F0910291-D37A-40F3-9420-12C0146CE381}"/>
              </a:ext>
            </a:extLst>
          </p:cNvPr>
          <p:cNvSpPr>
            <a:spLocks noGrp="1"/>
          </p:cNvSpPr>
          <p:nvPr/>
        </p:nvSpPr>
        <p:spPr>
          <a:xfrm>
            <a:off x="1425216" y="3545478"/>
            <a:ext cx="28398" cy="28398"/>
          </a:xfrm>
          <a:prstGeom prst="ellipse">
            <a:avLst/>
          </a:prstGeom>
          <a:solidFill>
            <a:srgbClr val="2D887E">
              <a:alpha val="30000"/>
            </a:srgbClr>
          </a:solidFill>
          <a:ln w="0">
            <a:noFill/>
            <a:prstDash val="solid"/>
          </a:ln>
        </p:spPr>
      </p:sp>
      <p:sp>
        <p:nvSpPr>
          <p:cNvPr id="231" name="02_predicted_pose_3530">
            <a:extLst>
              <a:ext uri="{FF2B5EF4-FFF2-40B4-BE49-F238E27FC236}">
                <a16:creationId xmlns:a16="http://schemas.microsoft.com/office/drawing/2014/main" id="{1CAF81E4-E64C-4325-981F-CE4482C1E594}"/>
              </a:ext>
            </a:extLst>
          </p:cNvPr>
          <p:cNvSpPr>
            <a:spLocks noGrp="1"/>
          </p:cNvSpPr>
          <p:nvPr/>
        </p:nvSpPr>
        <p:spPr>
          <a:xfrm>
            <a:off x="1238825" y="3720862"/>
            <a:ext cx="28398" cy="28398"/>
          </a:xfrm>
          <a:prstGeom prst="ellipse">
            <a:avLst/>
          </a:prstGeom>
          <a:solidFill>
            <a:srgbClr val="2D887E">
              <a:alpha val="30000"/>
            </a:srgbClr>
          </a:solidFill>
          <a:ln w="0">
            <a:noFill/>
            <a:prstDash val="solid"/>
          </a:ln>
        </p:spPr>
      </p:sp>
      <p:sp>
        <p:nvSpPr>
          <p:cNvPr id="232" name="02_predicted_pose_3531">
            <a:extLst>
              <a:ext uri="{FF2B5EF4-FFF2-40B4-BE49-F238E27FC236}">
                <a16:creationId xmlns:a16="http://schemas.microsoft.com/office/drawing/2014/main" id="{252FE7A8-DF56-48AE-80FD-09E2F910716C}"/>
              </a:ext>
            </a:extLst>
          </p:cNvPr>
          <p:cNvSpPr>
            <a:spLocks noGrp="1"/>
          </p:cNvSpPr>
          <p:nvPr/>
        </p:nvSpPr>
        <p:spPr>
          <a:xfrm>
            <a:off x="1341496" y="3407432"/>
            <a:ext cx="28398" cy="28398"/>
          </a:xfrm>
          <a:prstGeom prst="ellipse">
            <a:avLst/>
          </a:prstGeom>
          <a:solidFill>
            <a:srgbClr val="2D887E">
              <a:alpha val="30000"/>
            </a:srgbClr>
          </a:solidFill>
          <a:ln w="0">
            <a:noFill/>
            <a:prstDash val="solid"/>
          </a:ln>
        </p:spPr>
      </p:sp>
      <p:sp>
        <p:nvSpPr>
          <p:cNvPr id="233" name="02_predicted_pose_3532">
            <a:extLst>
              <a:ext uri="{FF2B5EF4-FFF2-40B4-BE49-F238E27FC236}">
                <a16:creationId xmlns:a16="http://schemas.microsoft.com/office/drawing/2014/main" id="{395F5DEE-8332-4DDF-AEB0-CCB1F8C7FB22}"/>
              </a:ext>
            </a:extLst>
          </p:cNvPr>
          <p:cNvSpPr>
            <a:spLocks noGrp="1"/>
          </p:cNvSpPr>
          <p:nvPr/>
        </p:nvSpPr>
        <p:spPr>
          <a:xfrm>
            <a:off x="1382839" y="3446729"/>
            <a:ext cx="28398" cy="28398"/>
          </a:xfrm>
          <a:prstGeom prst="ellipse">
            <a:avLst/>
          </a:prstGeom>
          <a:solidFill>
            <a:srgbClr val="2D887E">
              <a:alpha val="30000"/>
            </a:srgbClr>
          </a:solidFill>
          <a:ln w="0">
            <a:noFill/>
            <a:prstDash val="solid"/>
          </a:ln>
        </p:spPr>
      </p:sp>
      <p:sp>
        <p:nvSpPr>
          <p:cNvPr id="234" name="02_predicted_pose_3533">
            <a:extLst>
              <a:ext uri="{FF2B5EF4-FFF2-40B4-BE49-F238E27FC236}">
                <a16:creationId xmlns:a16="http://schemas.microsoft.com/office/drawing/2014/main" id="{9C27712E-67BB-4E03-96C6-27210EF59785}"/>
              </a:ext>
            </a:extLst>
          </p:cNvPr>
          <p:cNvSpPr>
            <a:spLocks noGrp="1"/>
          </p:cNvSpPr>
          <p:nvPr/>
        </p:nvSpPr>
        <p:spPr>
          <a:xfrm>
            <a:off x="1396620" y="3403518"/>
            <a:ext cx="28398" cy="28398"/>
          </a:xfrm>
          <a:prstGeom prst="ellipse">
            <a:avLst/>
          </a:prstGeom>
          <a:solidFill>
            <a:srgbClr val="2D887E">
              <a:alpha val="30000"/>
            </a:srgbClr>
          </a:solidFill>
          <a:ln w="0">
            <a:noFill/>
            <a:prstDash val="solid"/>
          </a:ln>
        </p:spPr>
      </p:sp>
      <p:sp>
        <p:nvSpPr>
          <p:cNvPr id="235" name="02_predicted_pose_3534">
            <a:extLst>
              <a:ext uri="{FF2B5EF4-FFF2-40B4-BE49-F238E27FC236}">
                <a16:creationId xmlns:a16="http://schemas.microsoft.com/office/drawing/2014/main" id="{51C79942-6907-4154-8B5C-D415CF1E2517}"/>
              </a:ext>
            </a:extLst>
          </p:cNvPr>
          <p:cNvSpPr>
            <a:spLocks noGrp="1"/>
          </p:cNvSpPr>
          <p:nvPr/>
        </p:nvSpPr>
        <p:spPr>
          <a:xfrm>
            <a:off x="1424183" y="3390911"/>
            <a:ext cx="28398" cy="28398"/>
          </a:xfrm>
          <a:prstGeom prst="ellipse">
            <a:avLst/>
          </a:prstGeom>
          <a:solidFill>
            <a:srgbClr val="2D887E">
              <a:alpha val="30000"/>
            </a:srgbClr>
          </a:solidFill>
          <a:ln w="0">
            <a:noFill/>
            <a:prstDash val="solid"/>
          </a:ln>
        </p:spPr>
      </p:sp>
      <p:sp>
        <p:nvSpPr>
          <p:cNvPr id="236" name="02_predicted_pose_3535">
            <a:extLst>
              <a:ext uri="{FF2B5EF4-FFF2-40B4-BE49-F238E27FC236}">
                <a16:creationId xmlns:a16="http://schemas.microsoft.com/office/drawing/2014/main" id="{79E2D6FA-B995-4017-8678-7E91E2736E77}"/>
              </a:ext>
            </a:extLst>
          </p:cNvPr>
          <p:cNvSpPr>
            <a:spLocks noGrp="1"/>
          </p:cNvSpPr>
          <p:nvPr/>
        </p:nvSpPr>
        <p:spPr>
          <a:xfrm>
            <a:off x="1314967" y="3627912"/>
            <a:ext cx="28398" cy="28398"/>
          </a:xfrm>
          <a:prstGeom prst="ellipse">
            <a:avLst/>
          </a:prstGeom>
          <a:solidFill>
            <a:srgbClr val="2D887E">
              <a:alpha val="30000"/>
            </a:srgbClr>
          </a:solidFill>
          <a:ln w="0">
            <a:noFill/>
            <a:prstDash val="solid"/>
          </a:ln>
        </p:spPr>
      </p:sp>
      <p:sp>
        <p:nvSpPr>
          <p:cNvPr id="237" name="02_predicted_pose_3536">
            <a:extLst>
              <a:ext uri="{FF2B5EF4-FFF2-40B4-BE49-F238E27FC236}">
                <a16:creationId xmlns:a16="http://schemas.microsoft.com/office/drawing/2014/main" id="{1490C200-3D47-43B3-A31E-0A3DE960A26A}"/>
              </a:ext>
            </a:extLst>
          </p:cNvPr>
          <p:cNvSpPr>
            <a:spLocks noGrp="1"/>
          </p:cNvSpPr>
          <p:nvPr/>
        </p:nvSpPr>
        <p:spPr>
          <a:xfrm>
            <a:off x="1342529" y="3663378"/>
            <a:ext cx="28398" cy="28398"/>
          </a:xfrm>
          <a:prstGeom prst="ellipse">
            <a:avLst/>
          </a:prstGeom>
          <a:solidFill>
            <a:srgbClr val="2D887E">
              <a:alpha val="30000"/>
            </a:srgbClr>
          </a:solidFill>
          <a:ln w="0">
            <a:noFill/>
            <a:prstDash val="solid"/>
          </a:ln>
        </p:spPr>
      </p:sp>
      <p:sp>
        <p:nvSpPr>
          <p:cNvPr id="238" name="02_predicted_pose_3537">
            <a:extLst>
              <a:ext uri="{FF2B5EF4-FFF2-40B4-BE49-F238E27FC236}">
                <a16:creationId xmlns:a16="http://schemas.microsoft.com/office/drawing/2014/main" id="{B8A57C1B-95E4-4111-930C-F2D69FE9CC7D}"/>
              </a:ext>
            </a:extLst>
          </p:cNvPr>
          <p:cNvSpPr>
            <a:spLocks noGrp="1"/>
          </p:cNvSpPr>
          <p:nvPr/>
        </p:nvSpPr>
        <p:spPr>
          <a:xfrm>
            <a:off x="1370092" y="3495365"/>
            <a:ext cx="28398" cy="28398"/>
          </a:xfrm>
          <a:prstGeom prst="ellipse">
            <a:avLst/>
          </a:prstGeom>
          <a:solidFill>
            <a:srgbClr val="2D887E">
              <a:alpha val="30000"/>
            </a:srgbClr>
          </a:solidFill>
          <a:ln w="0">
            <a:noFill/>
            <a:prstDash val="solid"/>
          </a:ln>
        </p:spPr>
      </p:sp>
      <p:sp>
        <p:nvSpPr>
          <p:cNvPr id="239" name="02_predicted_pose_3538">
            <a:extLst>
              <a:ext uri="{FF2B5EF4-FFF2-40B4-BE49-F238E27FC236}">
                <a16:creationId xmlns:a16="http://schemas.microsoft.com/office/drawing/2014/main" id="{6E144F71-A2EB-4AB9-AB0A-CD4DF581D788}"/>
              </a:ext>
            </a:extLst>
          </p:cNvPr>
          <p:cNvSpPr>
            <a:spLocks noGrp="1"/>
          </p:cNvSpPr>
          <p:nvPr/>
        </p:nvSpPr>
        <p:spPr>
          <a:xfrm>
            <a:off x="1397654" y="3574272"/>
            <a:ext cx="28398" cy="28398"/>
          </a:xfrm>
          <a:prstGeom prst="ellipse">
            <a:avLst/>
          </a:prstGeom>
          <a:solidFill>
            <a:srgbClr val="2D887E">
              <a:alpha val="30000"/>
            </a:srgbClr>
          </a:solidFill>
          <a:ln w="0">
            <a:noFill/>
            <a:prstDash val="solid"/>
          </a:ln>
        </p:spPr>
      </p:sp>
      <p:sp>
        <p:nvSpPr>
          <p:cNvPr id="240" name="02_predicted_pose_3539">
            <a:extLst>
              <a:ext uri="{FF2B5EF4-FFF2-40B4-BE49-F238E27FC236}">
                <a16:creationId xmlns:a16="http://schemas.microsoft.com/office/drawing/2014/main" id="{D60350B2-5C4B-4632-9C59-F8F94429C0D4}"/>
              </a:ext>
            </a:extLst>
          </p:cNvPr>
          <p:cNvSpPr>
            <a:spLocks noGrp="1"/>
          </p:cNvSpPr>
          <p:nvPr/>
        </p:nvSpPr>
        <p:spPr>
          <a:xfrm>
            <a:off x="1425216" y="3736523"/>
            <a:ext cx="28398" cy="28398"/>
          </a:xfrm>
          <a:prstGeom prst="ellipse">
            <a:avLst/>
          </a:prstGeom>
          <a:solidFill>
            <a:srgbClr val="2D887E">
              <a:alpha val="30000"/>
            </a:srgbClr>
          </a:solidFill>
          <a:ln w="0">
            <a:noFill/>
            <a:prstDash val="solid"/>
          </a:ln>
        </p:spPr>
      </p:sp>
      <p:sp>
        <p:nvSpPr>
          <p:cNvPr id="241" name="02_predicted_pose_3540">
            <a:extLst>
              <a:ext uri="{FF2B5EF4-FFF2-40B4-BE49-F238E27FC236}">
                <a16:creationId xmlns:a16="http://schemas.microsoft.com/office/drawing/2014/main" id="{36B8F8DE-01C8-4A01-A1DF-A708E47EAB65}"/>
              </a:ext>
            </a:extLst>
          </p:cNvPr>
          <p:cNvSpPr>
            <a:spLocks noGrp="1"/>
          </p:cNvSpPr>
          <p:nvPr/>
        </p:nvSpPr>
        <p:spPr>
          <a:xfrm>
            <a:off x="1328403" y="3618689"/>
            <a:ext cx="28398" cy="28398"/>
          </a:xfrm>
          <a:prstGeom prst="ellipse">
            <a:avLst/>
          </a:prstGeom>
          <a:solidFill>
            <a:srgbClr val="2D887E">
              <a:alpha val="30000"/>
            </a:srgbClr>
          </a:solidFill>
          <a:ln w="0">
            <a:noFill/>
            <a:prstDash val="solid"/>
          </a:ln>
        </p:spPr>
      </p:sp>
      <p:sp>
        <p:nvSpPr>
          <p:cNvPr id="242" name="02_predicted_pose_3541">
            <a:extLst>
              <a:ext uri="{FF2B5EF4-FFF2-40B4-BE49-F238E27FC236}">
                <a16:creationId xmlns:a16="http://schemas.microsoft.com/office/drawing/2014/main" id="{FC59AEB0-440B-4C0B-A2DB-61D869B119E6}"/>
              </a:ext>
            </a:extLst>
          </p:cNvPr>
          <p:cNvSpPr>
            <a:spLocks noGrp="1"/>
          </p:cNvSpPr>
          <p:nvPr/>
        </p:nvSpPr>
        <p:spPr>
          <a:xfrm>
            <a:off x="1445544" y="2805967"/>
            <a:ext cx="28398" cy="28398"/>
          </a:xfrm>
          <a:prstGeom prst="ellipse">
            <a:avLst/>
          </a:prstGeom>
          <a:solidFill>
            <a:srgbClr val="2D887E">
              <a:alpha val="30000"/>
            </a:srgbClr>
          </a:solidFill>
          <a:ln w="0">
            <a:noFill/>
            <a:prstDash val="solid"/>
          </a:ln>
        </p:spPr>
      </p:sp>
      <p:sp>
        <p:nvSpPr>
          <p:cNvPr id="243" name="02_predicted_pose_3542">
            <a:extLst>
              <a:ext uri="{FF2B5EF4-FFF2-40B4-BE49-F238E27FC236}">
                <a16:creationId xmlns:a16="http://schemas.microsoft.com/office/drawing/2014/main" id="{4970F049-8B13-4806-8EB3-B714F88907DD}"/>
              </a:ext>
            </a:extLst>
          </p:cNvPr>
          <p:cNvSpPr>
            <a:spLocks noGrp="1"/>
          </p:cNvSpPr>
          <p:nvPr/>
        </p:nvSpPr>
        <p:spPr>
          <a:xfrm>
            <a:off x="1459325" y="3323123"/>
            <a:ext cx="28398" cy="28398"/>
          </a:xfrm>
          <a:prstGeom prst="ellipse">
            <a:avLst/>
          </a:prstGeom>
          <a:solidFill>
            <a:srgbClr val="2D887E">
              <a:alpha val="30000"/>
            </a:srgbClr>
          </a:solidFill>
          <a:ln w="0">
            <a:noFill/>
            <a:prstDash val="solid"/>
          </a:ln>
        </p:spPr>
      </p:sp>
      <p:sp>
        <p:nvSpPr>
          <p:cNvPr id="244" name="02_predicted_pose_3543">
            <a:extLst>
              <a:ext uri="{FF2B5EF4-FFF2-40B4-BE49-F238E27FC236}">
                <a16:creationId xmlns:a16="http://schemas.microsoft.com/office/drawing/2014/main" id="{42FFC28B-9BF4-450F-BB49-1719847C6DAD}"/>
              </a:ext>
            </a:extLst>
          </p:cNvPr>
          <p:cNvSpPr>
            <a:spLocks noGrp="1"/>
          </p:cNvSpPr>
          <p:nvPr/>
        </p:nvSpPr>
        <p:spPr>
          <a:xfrm>
            <a:off x="1242271" y="2879207"/>
            <a:ext cx="28398" cy="28398"/>
          </a:xfrm>
          <a:prstGeom prst="ellipse">
            <a:avLst/>
          </a:prstGeom>
          <a:solidFill>
            <a:srgbClr val="2D887E">
              <a:alpha val="30000"/>
            </a:srgbClr>
          </a:solidFill>
          <a:ln w="0">
            <a:noFill/>
            <a:prstDash val="solid"/>
          </a:ln>
        </p:spPr>
      </p:sp>
      <p:sp>
        <p:nvSpPr>
          <p:cNvPr id="245" name="02_predicted_pose_3544">
            <a:extLst>
              <a:ext uri="{FF2B5EF4-FFF2-40B4-BE49-F238E27FC236}">
                <a16:creationId xmlns:a16="http://schemas.microsoft.com/office/drawing/2014/main" id="{A3E1905D-C1A9-4612-9C92-5FD773ECA5D6}"/>
              </a:ext>
            </a:extLst>
          </p:cNvPr>
          <p:cNvSpPr>
            <a:spLocks noGrp="1"/>
          </p:cNvSpPr>
          <p:nvPr/>
        </p:nvSpPr>
        <p:spPr>
          <a:xfrm>
            <a:off x="1254674" y="3815417"/>
            <a:ext cx="28398" cy="28398"/>
          </a:xfrm>
          <a:prstGeom prst="ellipse">
            <a:avLst/>
          </a:prstGeom>
          <a:solidFill>
            <a:srgbClr val="2D887E">
              <a:alpha val="30000"/>
            </a:srgbClr>
          </a:solidFill>
          <a:ln w="0">
            <a:noFill/>
            <a:prstDash val="solid"/>
          </a:ln>
        </p:spPr>
      </p:sp>
      <p:sp>
        <p:nvSpPr>
          <p:cNvPr id="246" name="02_predicted_pose_3545">
            <a:extLst>
              <a:ext uri="{FF2B5EF4-FFF2-40B4-BE49-F238E27FC236}">
                <a16:creationId xmlns:a16="http://schemas.microsoft.com/office/drawing/2014/main" id="{91766740-1AA4-4DE6-AD4D-AFB38EF070E7}"/>
              </a:ext>
            </a:extLst>
          </p:cNvPr>
          <p:cNvSpPr>
            <a:spLocks noGrp="1"/>
          </p:cNvSpPr>
          <p:nvPr/>
        </p:nvSpPr>
        <p:spPr>
          <a:xfrm>
            <a:off x="1296362" y="3659046"/>
            <a:ext cx="28398" cy="28398"/>
          </a:xfrm>
          <a:prstGeom prst="ellipse">
            <a:avLst/>
          </a:prstGeom>
          <a:solidFill>
            <a:srgbClr val="2D887E">
              <a:alpha val="30000"/>
            </a:srgbClr>
          </a:solidFill>
          <a:ln w="0">
            <a:noFill/>
            <a:prstDash val="solid"/>
          </a:ln>
        </p:spPr>
      </p:sp>
      <p:sp>
        <p:nvSpPr>
          <p:cNvPr id="247" name="02_predicted_pose_3546">
            <a:extLst>
              <a:ext uri="{FF2B5EF4-FFF2-40B4-BE49-F238E27FC236}">
                <a16:creationId xmlns:a16="http://schemas.microsoft.com/office/drawing/2014/main" id="{B9B57BE9-B6AA-4EBC-9B7C-2928896B876D}"/>
              </a:ext>
            </a:extLst>
          </p:cNvPr>
          <p:cNvSpPr>
            <a:spLocks noGrp="1"/>
          </p:cNvSpPr>
          <p:nvPr/>
        </p:nvSpPr>
        <p:spPr>
          <a:xfrm>
            <a:off x="1259842" y="3660171"/>
            <a:ext cx="28398" cy="28398"/>
          </a:xfrm>
          <a:prstGeom prst="ellipse">
            <a:avLst/>
          </a:prstGeom>
          <a:solidFill>
            <a:srgbClr val="2D887E">
              <a:alpha val="30000"/>
            </a:srgbClr>
          </a:solidFill>
          <a:ln w="0">
            <a:noFill/>
            <a:prstDash val="solid"/>
          </a:ln>
        </p:spPr>
      </p:sp>
      <p:sp>
        <p:nvSpPr>
          <p:cNvPr id="248" name="02_predicted_pose_3547">
            <a:extLst>
              <a:ext uri="{FF2B5EF4-FFF2-40B4-BE49-F238E27FC236}">
                <a16:creationId xmlns:a16="http://schemas.microsoft.com/office/drawing/2014/main" id="{64A41CF3-C563-4D62-949B-B03B9E55EF1D}"/>
              </a:ext>
            </a:extLst>
          </p:cNvPr>
          <p:cNvSpPr>
            <a:spLocks noGrp="1"/>
          </p:cNvSpPr>
          <p:nvPr/>
        </p:nvSpPr>
        <p:spPr>
          <a:xfrm>
            <a:off x="1207818" y="3661892"/>
            <a:ext cx="28398" cy="28398"/>
          </a:xfrm>
          <a:prstGeom prst="ellipse">
            <a:avLst/>
          </a:prstGeom>
          <a:solidFill>
            <a:srgbClr val="2D887E">
              <a:alpha val="30000"/>
            </a:srgbClr>
          </a:solidFill>
          <a:ln w="0">
            <a:noFill/>
            <a:prstDash val="solid"/>
          </a:ln>
        </p:spPr>
      </p:sp>
      <p:sp>
        <p:nvSpPr>
          <p:cNvPr id="249" name="02_predicted_pose_3548">
            <a:extLst>
              <a:ext uri="{FF2B5EF4-FFF2-40B4-BE49-F238E27FC236}">
                <a16:creationId xmlns:a16="http://schemas.microsoft.com/office/drawing/2014/main" id="{EFF77604-B34D-44E1-B7F0-7D300D3E0B98}"/>
              </a:ext>
            </a:extLst>
          </p:cNvPr>
          <p:cNvSpPr>
            <a:spLocks noGrp="1"/>
          </p:cNvSpPr>
          <p:nvPr/>
        </p:nvSpPr>
        <p:spPr>
          <a:xfrm>
            <a:off x="1340117" y="3694119"/>
            <a:ext cx="28398" cy="28398"/>
          </a:xfrm>
          <a:prstGeom prst="ellipse">
            <a:avLst/>
          </a:prstGeom>
          <a:solidFill>
            <a:srgbClr val="2D887E">
              <a:alpha val="30000"/>
            </a:srgbClr>
          </a:solidFill>
          <a:ln w="0">
            <a:noFill/>
            <a:prstDash val="solid"/>
          </a:ln>
        </p:spPr>
      </p:sp>
      <p:sp>
        <p:nvSpPr>
          <p:cNvPr id="250" name="02_predicted_pose_3549">
            <a:extLst>
              <a:ext uri="{FF2B5EF4-FFF2-40B4-BE49-F238E27FC236}">
                <a16:creationId xmlns:a16="http://schemas.microsoft.com/office/drawing/2014/main" id="{D2BA4BF0-4EDF-41FD-B541-72224B675FDF}"/>
              </a:ext>
            </a:extLst>
          </p:cNvPr>
          <p:cNvSpPr>
            <a:spLocks noGrp="1"/>
          </p:cNvSpPr>
          <p:nvPr/>
        </p:nvSpPr>
        <p:spPr>
          <a:xfrm>
            <a:off x="1353899" y="3679645"/>
            <a:ext cx="28398" cy="28398"/>
          </a:xfrm>
          <a:prstGeom prst="ellipse">
            <a:avLst/>
          </a:prstGeom>
          <a:solidFill>
            <a:srgbClr val="2D887E">
              <a:alpha val="30000"/>
            </a:srgbClr>
          </a:solidFill>
          <a:ln w="0">
            <a:noFill/>
            <a:prstDash val="solid"/>
          </a:ln>
        </p:spPr>
      </p:sp>
      <p:sp>
        <p:nvSpPr>
          <p:cNvPr id="251" name="02_predicted_pose_3550">
            <a:extLst>
              <a:ext uri="{FF2B5EF4-FFF2-40B4-BE49-F238E27FC236}">
                <a16:creationId xmlns:a16="http://schemas.microsoft.com/office/drawing/2014/main" id="{FD223AE0-1E58-4A25-92C3-65F71836DA28}"/>
              </a:ext>
            </a:extLst>
          </p:cNvPr>
          <p:cNvSpPr>
            <a:spLocks noGrp="1"/>
          </p:cNvSpPr>
          <p:nvPr/>
        </p:nvSpPr>
        <p:spPr>
          <a:xfrm>
            <a:off x="1367680" y="3853134"/>
            <a:ext cx="28398" cy="28398"/>
          </a:xfrm>
          <a:prstGeom prst="ellipse">
            <a:avLst/>
          </a:prstGeom>
          <a:solidFill>
            <a:srgbClr val="2D887E">
              <a:alpha val="30000"/>
            </a:srgbClr>
          </a:solidFill>
          <a:ln w="0">
            <a:noFill/>
            <a:prstDash val="solid"/>
          </a:ln>
        </p:spPr>
      </p:sp>
      <p:sp>
        <p:nvSpPr>
          <p:cNvPr id="252" name="02_predicted_pose_3551">
            <a:extLst>
              <a:ext uri="{FF2B5EF4-FFF2-40B4-BE49-F238E27FC236}">
                <a16:creationId xmlns:a16="http://schemas.microsoft.com/office/drawing/2014/main" id="{449FF647-DB4D-40F1-B6F0-4944D201941D}"/>
              </a:ext>
            </a:extLst>
          </p:cNvPr>
          <p:cNvSpPr>
            <a:spLocks noGrp="1"/>
          </p:cNvSpPr>
          <p:nvPr/>
        </p:nvSpPr>
        <p:spPr>
          <a:xfrm>
            <a:off x="1381461" y="3602001"/>
            <a:ext cx="28398" cy="28398"/>
          </a:xfrm>
          <a:prstGeom prst="ellipse">
            <a:avLst/>
          </a:prstGeom>
          <a:solidFill>
            <a:srgbClr val="2D887E">
              <a:alpha val="30000"/>
            </a:srgbClr>
          </a:solidFill>
          <a:ln w="0">
            <a:noFill/>
            <a:prstDash val="solid"/>
          </a:ln>
        </p:spPr>
      </p:sp>
      <p:sp>
        <p:nvSpPr>
          <p:cNvPr id="253" name="02_predicted_pose_3552">
            <a:extLst>
              <a:ext uri="{FF2B5EF4-FFF2-40B4-BE49-F238E27FC236}">
                <a16:creationId xmlns:a16="http://schemas.microsoft.com/office/drawing/2014/main" id="{E742DE8D-5524-4647-BC4E-14BA0B062287}"/>
              </a:ext>
            </a:extLst>
          </p:cNvPr>
          <p:cNvSpPr>
            <a:spLocks noGrp="1"/>
          </p:cNvSpPr>
          <p:nvPr/>
        </p:nvSpPr>
        <p:spPr>
          <a:xfrm>
            <a:off x="1176465" y="3757385"/>
            <a:ext cx="28398" cy="28398"/>
          </a:xfrm>
          <a:prstGeom prst="ellipse">
            <a:avLst/>
          </a:prstGeom>
          <a:solidFill>
            <a:srgbClr val="2D887E">
              <a:alpha val="30000"/>
            </a:srgbClr>
          </a:solidFill>
          <a:ln w="0">
            <a:noFill/>
            <a:prstDash val="solid"/>
          </a:ln>
        </p:spPr>
      </p:sp>
      <p:sp>
        <p:nvSpPr>
          <p:cNvPr id="254" name="02_predicted_pose_3553">
            <a:extLst>
              <a:ext uri="{FF2B5EF4-FFF2-40B4-BE49-F238E27FC236}">
                <a16:creationId xmlns:a16="http://schemas.microsoft.com/office/drawing/2014/main" id="{9FE97F73-274A-4501-9B6D-34C1ABB8FD65}"/>
              </a:ext>
            </a:extLst>
          </p:cNvPr>
          <p:cNvSpPr>
            <a:spLocks noGrp="1"/>
          </p:cNvSpPr>
          <p:nvPr/>
        </p:nvSpPr>
        <p:spPr>
          <a:xfrm>
            <a:off x="1204028" y="3727508"/>
            <a:ext cx="28398" cy="28398"/>
          </a:xfrm>
          <a:prstGeom prst="ellipse">
            <a:avLst/>
          </a:prstGeom>
          <a:solidFill>
            <a:srgbClr val="2D887E">
              <a:alpha val="30000"/>
            </a:srgbClr>
          </a:solidFill>
          <a:ln w="0">
            <a:noFill/>
            <a:prstDash val="solid"/>
          </a:ln>
        </p:spPr>
      </p:sp>
      <p:sp>
        <p:nvSpPr>
          <p:cNvPr id="255" name="02_predicted_pose_3554">
            <a:extLst>
              <a:ext uri="{FF2B5EF4-FFF2-40B4-BE49-F238E27FC236}">
                <a16:creationId xmlns:a16="http://schemas.microsoft.com/office/drawing/2014/main" id="{80776479-5BEE-4663-9163-3C9EDC220FC7}"/>
              </a:ext>
            </a:extLst>
          </p:cNvPr>
          <p:cNvSpPr>
            <a:spLocks noGrp="1"/>
          </p:cNvSpPr>
          <p:nvPr/>
        </p:nvSpPr>
        <p:spPr>
          <a:xfrm>
            <a:off x="1415570" y="3139349"/>
            <a:ext cx="28398" cy="28398"/>
          </a:xfrm>
          <a:prstGeom prst="ellipse">
            <a:avLst/>
          </a:prstGeom>
          <a:solidFill>
            <a:srgbClr val="2D887E">
              <a:alpha val="30000"/>
            </a:srgbClr>
          </a:solidFill>
          <a:ln w="0">
            <a:noFill/>
            <a:prstDash val="solid"/>
          </a:ln>
        </p:spPr>
      </p:sp>
      <p:sp>
        <p:nvSpPr>
          <p:cNvPr id="256" name="02_predicted_pose_3555">
            <a:extLst>
              <a:ext uri="{FF2B5EF4-FFF2-40B4-BE49-F238E27FC236}">
                <a16:creationId xmlns:a16="http://schemas.microsoft.com/office/drawing/2014/main" id="{6DD2EE6A-2080-46BC-8A33-94DAA1F85416}"/>
              </a:ext>
            </a:extLst>
          </p:cNvPr>
          <p:cNvSpPr>
            <a:spLocks noGrp="1"/>
          </p:cNvSpPr>
          <p:nvPr/>
        </p:nvSpPr>
        <p:spPr>
          <a:xfrm>
            <a:off x="1450367" y="3675049"/>
            <a:ext cx="28398" cy="28398"/>
          </a:xfrm>
          <a:prstGeom prst="ellipse">
            <a:avLst/>
          </a:prstGeom>
          <a:solidFill>
            <a:srgbClr val="2D887E">
              <a:alpha val="30000"/>
            </a:srgbClr>
          </a:solidFill>
          <a:ln w="0">
            <a:noFill/>
            <a:prstDash val="solid"/>
          </a:ln>
        </p:spPr>
      </p:sp>
      <p:sp>
        <p:nvSpPr>
          <p:cNvPr id="257" name="02_predicted_pose_3556">
            <a:extLst>
              <a:ext uri="{FF2B5EF4-FFF2-40B4-BE49-F238E27FC236}">
                <a16:creationId xmlns:a16="http://schemas.microsoft.com/office/drawing/2014/main" id="{683E2473-FFC3-4F68-9D03-3B661EAAF4A4}"/>
              </a:ext>
            </a:extLst>
          </p:cNvPr>
          <p:cNvSpPr>
            <a:spLocks noGrp="1"/>
          </p:cNvSpPr>
          <p:nvPr/>
        </p:nvSpPr>
        <p:spPr>
          <a:xfrm>
            <a:off x="2411953" y="3333588"/>
            <a:ext cx="28398" cy="28398"/>
          </a:xfrm>
          <a:prstGeom prst="ellipse">
            <a:avLst/>
          </a:prstGeom>
          <a:solidFill>
            <a:srgbClr val="B57442">
              <a:alpha val="30000"/>
            </a:srgbClr>
          </a:solidFill>
          <a:ln w="0">
            <a:noFill/>
            <a:prstDash val="solid"/>
          </a:ln>
        </p:spPr>
      </p:sp>
      <p:sp>
        <p:nvSpPr>
          <p:cNvPr id="258" name="02_predicted_pose_3557">
            <a:extLst>
              <a:ext uri="{FF2B5EF4-FFF2-40B4-BE49-F238E27FC236}">
                <a16:creationId xmlns:a16="http://schemas.microsoft.com/office/drawing/2014/main" id="{5112FB5C-56B3-4A86-BE74-A882143CD03E}"/>
              </a:ext>
            </a:extLst>
          </p:cNvPr>
          <p:cNvSpPr>
            <a:spLocks noGrp="1"/>
          </p:cNvSpPr>
          <p:nvPr/>
        </p:nvSpPr>
        <p:spPr>
          <a:xfrm>
            <a:off x="2425734" y="3326796"/>
            <a:ext cx="28398" cy="28398"/>
          </a:xfrm>
          <a:prstGeom prst="ellipse">
            <a:avLst/>
          </a:prstGeom>
          <a:solidFill>
            <a:srgbClr val="B57442">
              <a:alpha val="30000"/>
            </a:srgbClr>
          </a:solidFill>
          <a:ln w="0">
            <a:noFill/>
            <a:prstDash val="solid"/>
          </a:ln>
        </p:spPr>
      </p:sp>
      <p:sp>
        <p:nvSpPr>
          <p:cNvPr id="259" name="02_predicted_pose_3558">
            <a:extLst>
              <a:ext uri="{FF2B5EF4-FFF2-40B4-BE49-F238E27FC236}">
                <a16:creationId xmlns:a16="http://schemas.microsoft.com/office/drawing/2014/main" id="{A9B3E7C3-2B11-4359-9EBB-D68304994E11}"/>
              </a:ext>
            </a:extLst>
          </p:cNvPr>
          <p:cNvSpPr>
            <a:spLocks noGrp="1"/>
          </p:cNvSpPr>
          <p:nvPr/>
        </p:nvSpPr>
        <p:spPr>
          <a:xfrm>
            <a:off x="2439515" y="3398559"/>
            <a:ext cx="28398" cy="28398"/>
          </a:xfrm>
          <a:prstGeom prst="ellipse">
            <a:avLst/>
          </a:prstGeom>
          <a:solidFill>
            <a:srgbClr val="B57442">
              <a:alpha val="30000"/>
            </a:srgbClr>
          </a:solidFill>
          <a:ln w="0">
            <a:noFill/>
            <a:prstDash val="solid"/>
          </a:ln>
        </p:spPr>
      </p:sp>
      <p:sp>
        <p:nvSpPr>
          <p:cNvPr id="260" name="02_predicted_pose_3559">
            <a:extLst>
              <a:ext uri="{FF2B5EF4-FFF2-40B4-BE49-F238E27FC236}">
                <a16:creationId xmlns:a16="http://schemas.microsoft.com/office/drawing/2014/main" id="{72D4D717-1AA3-466F-B183-493C75CCD0A8}"/>
              </a:ext>
            </a:extLst>
          </p:cNvPr>
          <p:cNvSpPr>
            <a:spLocks noGrp="1"/>
          </p:cNvSpPr>
          <p:nvPr/>
        </p:nvSpPr>
        <p:spPr>
          <a:xfrm>
            <a:off x="2453297" y="3366499"/>
            <a:ext cx="28398" cy="28398"/>
          </a:xfrm>
          <a:prstGeom prst="ellipse">
            <a:avLst/>
          </a:prstGeom>
          <a:solidFill>
            <a:srgbClr val="B57442">
              <a:alpha val="30000"/>
            </a:srgbClr>
          </a:solidFill>
          <a:ln w="0">
            <a:noFill/>
            <a:prstDash val="solid"/>
          </a:ln>
        </p:spPr>
      </p:sp>
      <p:sp>
        <p:nvSpPr>
          <p:cNvPr id="261" name="02_predicted_pose_3560">
            <a:extLst>
              <a:ext uri="{FF2B5EF4-FFF2-40B4-BE49-F238E27FC236}">
                <a16:creationId xmlns:a16="http://schemas.microsoft.com/office/drawing/2014/main" id="{1C708871-A15F-467C-83BA-2AE427DFA06E}"/>
              </a:ext>
            </a:extLst>
          </p:cNvPr>
          <p:cNvSpPr>
            <a:spLocks noGrp="1"/>
          </p:cNvSpPr>
          <p:nvPr/>
        </p:nvSpPr>
        <p:spPr>
          <a:xfrm>
            <a:off x="2467078" y="3348711"/>
            <a:ext cx="28398" cy="28398"/>
          </a:xfrm>
          <a:prstGeom prst="ellipse">
            <a:avLst/>
          </a:prstGeom>
          <a:solidFill>
            <a:srgbClr val="B57442">
              <a:alpha val="30000"/>
            </a:srgbClr>
          </a:solidFill>
          <a:ln w="0">
            <a:noFill/>
            <a:prstDash val="solid"/>
          </a:ln>
        </p:spPr>
      </p:sp>
      <p:sp>
        <p:nvSpPr>
          <p:cNvPr id="262" name="02_predicted_pose_3561">
            <a:extLst>
              <a:ext uri="{FF2B5EF4-FFF2-40B4-BE49-F238E27FC236}">
                <a16:creationId xmlns:a16="http://schemas.microsoft.com/office/drawing/2014/main" id="{D8D2F51F-0FF6-4425-A158-3BAFEDCADD4B}"/>
              </a:ext>
            </a:extLst>
          </p:cNvPr>
          <p:cNvSpPr>
            <a:spLocks noGrp="1"/>
          </p:cNvSpPr>
          <p:nvPr/>
        </p:nvSpPr>
        <p:spPr>
          <a:xfrm>
            <a:off x="2480859" y="3347212"/>
            <a:ext cx="28398" cy="28398"/>
          </a:xfrm>
          <a:prstGeom prst="ellipse">
            <a:avLst/>
          </a:prstGeom>
          <a:solidFill>
            <a:srgbClr val="B57442">
              <a:alpha val="30000"/>
            </a:srgbClr>
          </a:solidFill>
          <a:ln w="0">
            <a:noFill/>
            <a:prstDash val="solid"/>
          </a:ln>
        </p:spPr>
      </p:sp>
      <p:sp>
        <p:nvSpPr>
          <p:cNvPr id="263" name="02_predicted_pose_3562">
            <a:extLst>
              <a:ext uri="{FF2B5EF4-FFF2-40B4-BE49-F238E27FC236}">
                <a16:creationId xmlns:a16="http://schemas.microsoft.com/office/drawing/2014/main" id="{5C7C395A-47D7-4B65-82FD-D68ED34899A4}"/>
              </a:ext>
            </a:extLst>
          </p:cNvPr>
          <p:cNvSpPr>
            <a:spLocks noGrp="1"/>
          </p:cNvSpPr>
          <p:nvPr/>
        </p:nvSpPr>
        <p:spPr>
          <a:xfrm>
            <a:off x="2494640" y="3333584"/>
            <a:ext cx="28398" cy="28398"/>
          </a:xfrm>
          <a:prstGeom prst="ellipse">
            <a:avLst/>
          </a:prstGeom>
          <a:solidFill>
            <a:srgbClr val="B57442">
              <a:alpha val="30000"/>
            </a:srgbClr>
          </a:solidFill>
          <a:ln w="0">
            <a:noFill/>
            <a:prstDash val="solid"/>
          </a:ln>
        </p:spPr>
      </p:sp>
      <p:sp>
        <p:nvSpPr>
          <p:cNvPr id="264" name="02_predicted_pose_3563">
            <a:extLst>
              <a:ext uri="{FF2B5EF4-FFF2-40B4-BE49-F238E27FC236}">
                <a16:creationId xmlns:a16="http://schemas.microsoft.com/office/drawing/2014/main" id="{CE7BD7D7-7CE1-4103-8FF4-533148549F04}"/>
              </a:ext>
            </a:extLst>
          </p:cNvPr>
          <p:cNvSpPr>
            <a:spLocks noGrp="1"/>
          </p:cNvSpPr>
          <p:nvPr/>
        </p:nvSpPr>
        <p:spPr>
          <a:xfrm>
            <a:off x="2508421" y="3500537"/>
            <a:ext cx="28398" cy="28398"/>
          </a:xfrm>
          <a:prstGeom prst="ellipse">
            <a:avLst/>
          </a:prstGeom>
          <a:solidFill>
            <a:srgbClr val="B57442">
              <a:alpha val="30000"/>
            </a:srgbClr>
          </a:solidFill>
          <a:ln w="0">
            <a:noFill/>
            <a:prstDash val="solid"/>
          </a:ln>
        </p:spPr>
      </p:sp>
      <p:sp>
        <p:nvSpPr>
          <p:cNvPr id="265" name="02_predicted_pose_3564">
            <a:extLst>
              <a:ext uri="{FF2B5EF4-FFF2-40B4-BE49-F238E27FC236}">
                <a16:creationId xmlns:a16="http://schemas.microsoft.com/office/drawing/2014/main" id="{17AB5C10-7A7B-4068-BBE1-C4550E62D01E}"/>
              </a:ext>
            </a:extLst>
          </p:cNvPr>
          <p:cNvSpPr>
            <a:spLocks noGrp="1"/>
          </p:cNvSpPr>
          <p:nvPr/>
        </p:nvSpPr>
        <p:spPr>
          <a:xfrm>
            <a:off x="2522203" y="3386941"/>
            <a:ext cx="28398" cy="28398"/>
          </a:xfrm>
          <a:prstGeom prst="ellipse">
            <a:avLst/>
          </a:prstGeom>
          <a:solidFill>
            <a:srgbClr val="B57442">
              <a:alpha val="30000"/>
            </a:srgbClr>
          </a:solidFill>
          <a:ln w="0">
            <a:noFill/>
            <a:prstDash val="solid"/>
          </a:ln>
        </p:spPr>
      </p:sp>
      <p:sp>
        <p:nvSpPr>
          <p:cNvPr id="266" name="02_predicted_pose_3565">
            <a:extLst>
              <a:ext uri="{FF2B5EF4-FFF2-40B4-BE49-F238E27FC236}">
                <a16:creationId xmlns:a16="http://schemas.microsoft.com/office/drawing/2014/main" id="{12B79865-F709-4292-A81F-BAE7DBBF6868}"/>
              </a:ext>
            </a:extLst>
          </p:cNvPr>
          <p:cNvSpPr>
            <a:spLocks noGrp="1"/>
          </p:cNvSpPr>
          <p:nvPr/>
        </p:nvSpPr>
        <p:spPr>
          <a:xfrm>
            <a:off x="2535984" y="3342594"/>
            <a:ext cx="28398" cy="28398"/>
          </a:xfrm>
          <a:prstGeom prst="ellipse">
            <a:avLst/>
          </a:prstGeom>
          <a:solidFill>
            <a:srgbClr val="B57442">
              <a:alpha val="30000"/>
            </a:srgbClr>
          </a:solidFill>
          <a:ln w="0">
            <a:noFill/>
            <a:prstDash val="solid"/>
          </a:ln>
        </p:spPr>
      </p:sp>
      <p:sp>
        <p:nvSpPr>
          <p:cNvPr id="267" name="02_predicted_pose_3566">
            <a:extLst>
              <a:ext uri="{FF2B5EF4-FFF2-40B4-BE49-F238E27FC236}">
                <a16:creationId xmlns:a16="http://schemas.microsoft.com/office/drawing/2014/main" id="{BE077C86-CBC4-444F-AFAA-A5C1F38F0BAA}"/>
              </a:ext>
            </a:extLst>
          </p:cNvPr>
          <p:cNvSpPr>
            <a:spLocks noGrp="1"/>
          </p:cNvSpPr>
          <p:nvPr/>
        </p:nvSpPr>
        <p:spPr>
          <a:xfrm>
            <a:off x="2425389" y="3342263"/>
            <a:ext cx="28398" cy="28398"/>
          </a:xfrm>
          <a:prstGeom prst="ellipse">
            <a:avLst/>
          </a:prstGeom>
          <a:solidFill>
            <a:srgbClr val="B57442">
              <a:alpha val="30000"/>
            </a:srgbClr>
          </a:solidFill>
          <a:ln w="0">
            <a:noFill/>
            <a:prstDash val="solid"/>
          </a:ln>
        </p:spPr>
      </p:sp>
      <p:sp>
        <p:nvSpPr>
          <p:cNvPr id="268" name="02_predicted_pose_3567">
            <a:extLst>
              <a:ext uri="{FF2B5EF4-FFF2-40B4-BE49-F238E27FC236}">
                <a16:creationId xmlns:a16="http://schemas.microsoft.com/office/drawing/2014/main" id="{43707AE9-974E-4101-A8F0-A62D8CD7FDB8}"/>
              </a:ext>
            </a:extLst>
          </p:cNvPr>
          <p:cNvSpPr>
            <a:spLocks noGrp="1"/>
          </p:cNvSpPr>
          <p:nvPr/>
        </p:nvSpPr>
        <p:spPr>
          <a:xfrm>
            <a:off x="2518413" y="3318572"/>
            <a:ext cx="28398" cy="28398"/>
          </a:xfrm>
          <a:prstGeom prst="ellipse">
            <a:avLst/>
          </a:prstGeom>
          <a:solidFill>
            <a:srgbClr val="B57442">
              <a:alpha val="30000"/>
            </a:srgbClr>
          </a:solidFill>
          <a:ln w="0">
            <a:noFill/>
            <a:prstDash val="solid"/>
          </a:ln>
        </p:spPr>
      </p:sp>
      <p:sp>
        <p:nvSpPr>
          <p:cNvPr id="269" name="02_predicted_pose_3568">
            <a:extLst>
              <a:ext uri="{FF2B5EF4-FFF2-40B4-BE49-F238E27FC236}">
                <a16:creationId xmlns:a16="http://schemas.microsoft.com/office/drawing/2014/main" id="{AFF6EE14-1ED6-4306-8298-D89DE8435143}"/>
              </a:ext>
            </a:extLst>
          </p:cNvPr>
          <p:cNvSpPr>
            <a:spLocks noGrp="1"/>
          </p:cNvSpPr>
          <p:nvPr/>
        </p:nvSpPr>
        <p:spPr>
          <a:xfrm>
            <a:off x="2611436" y="3376944"/>
            <a:ext cx="28398" cy="28398"/>
          </a:xfrm>
          <a:prstGeom prst="ellipse">
            <a:avLst/>
          </a:prstGeom>
          <a:solidFill>
            <a:srgbClr val="B57442">
              <a:alpha val="30000"/>
            </a:srgbClr>
          </a:solidFill>
          <a:ln w="0">
            <a:noFill/>
            <a:prstDash val="solid"/>
          </a:ln>
        </p:spPr>
      </p:sp>
      <p:sp>
        <p:nvSpPr>
          <p:cNvPr id="270" name="02_predicted_pose_3569">
            <a:extLst>
              <a:ext uri="{FF2B5EF4-FFF2-40B4-BE49-F238E27FC236}">
                <a16:creationId xmlns:a16="http://schemas.microsoft.com/office/drawing/2014/main" id="{001F8CF2-7BB2-41A9-8F2F-0CB32E6B0A86}"/>
              </a:ext>
            </a:extLst>
          </p:cNvPr>
          <p:cNvSpPr>
            <a:spLocks noGrp="1"/>
          </p:cNvSpPr>
          <p:nvPr/>
        </p:nvSpPr>
        <p:spPr>
          <a:xfrm>
            <a:off x="2360962" y="3289526"/>
            <a:ext cx="28398" cy="28398"/>
          </a:xfrm>
          <a:prstGeom prst="ellipse">
            <a:avLst/>
          </a:prstGeom>
          <a:solidFill>
            <a:srgbClr val="B57442">
              <a:alpha val="30000"/>
            </a:srgbClr>
          </a:solidFill>
          <a:ln w="0">
            <a:noFill/>
            <a:prstDash val="solid"/>
          </a:ln>
        </p:spPr>
      </p:sp>
      <p:sp>
        <p:nvSpPr>
          <p:cNvPr id="271" name="02_predicted_pose_3570">
            <a:extLst>
              <a:ext uri="{FF2B5EF4-FFF2-40B4-BE49-F238E27FC236}">
                <a16:creationId xmlns:a16="http://schemas.microsoft.com/office/drawing/2014/main" id="{A15CC59A-EFE0-4011-9821-86B52C601E4E}"/>
              </a:ext>
            </a:extLst>
          </p:cNvPr>
          <p:cNvSpPr>
            <a:spLocks noGrp="1"/>
          </p:cNvSpPr>
          <p:nvPr/>
        </p:nvSpPr>
        <p:spPr>
          <a:xfrm>
            <a:off x="2453986" y="3291681"/>
            <a:ext cx="28398" cy="28398"/>
          </a:xfrm>
          <a:prstGeom prst="ellipse">
            <a:avLst/>
          </a:prstGeom>
          <a:solidFill>
            <a:srgbClr val="B57442">
              <a:alpha val="30000"/>
            </a:srgbClr>
          </a:solidFill>
          <a:ln w="0">
            <a:noFill/>
            <a:prstDash val="solid"/>
          </a:ln>
        </p:spPr>
      </p:sp>
      <p:sp>
        <p:nvSpPr>
          <p:cNvPr id="272" name="02_predicted_pose_3571">
            <a:extLst>
              <a:ext uri="{FF2B5EF4-FFF2-40B4-BE49-F238E27FC236}">
                <a16:creationId xmlns:a16="http://schemas.microsoft.com/office/drawing/2014/main" id="{CCA917DD-0F0C-4842-B75C-A1E6C13F19A3}"/>
              </a:ext>
            </a:extLst>
          </p:cNvPr>
          <p:cNvSpPr>
            <a:spLocks noGrp="1"/>
          </p:cNvSpPr>
          <p:nvPr/>
        </p:nvSpPr>
        <p:spPr>
          <a:xfrm>
            <a:off x="2547009" y="3360748"/>
            <a:ext cx="28398" cy="28398"/>
          </a:xfrm>
          <a:prstGeom prst="ellipse">
            <a:avLst/>
          </a:prstGeom>
          <a:solidFill>
            <a:srgbClr val="B57442">
              <a:alpha val="30000"/>
            </a:srgbClr>
          </a:solidFill>
          <a:ln w="0">
            <a:noFill/>
            <a:prstDash val="solid"/>
          </a:ln>
        </p:spPr>
      </p:sp>
      <p:sp>
        <p:nvSpPr>
          <p:cNvPr id="273" name="02_predicted_pose_3572">
            <a:extLst>
              <a:ext uri="{FF2B5EF4-FFF2-40B4-BE49-F238E27FC236}">
                <a16:creationId xmlns:a16="http://schemas.microsoft.com/office/drawing/2014/main" id="{CC5A8419-F71C-4D95-B874-6114F6EBB75C}"/>
              </a:ext>
            </a:extLst>
          </p:cNvPr>
          <p:cNvSpPr>
            <a:spLocks noGrp="1"/>
          </p:cNvSpPr>
          <p:nvPr/>
        </p:nvSpPr>
        <p:spPr>
          <a:xfrm>
            <a:off x="2640032" y="3524512"/>
            <a:ext cx="28398" cy="28398"/>
          </a:xfrm>
          <a:prstGeom prst="ellipse">
            <a:avLst/>
          </a:prstGeom>
          <a:solidFill>
            <a:srgbClr val="B57442">
              <a:alpha val="30000"/>
            </a:srgbClr>
          </a:solidFill>
          <a:ln w="0">
            <a:noFill/>
            <a:prstDash val="solid"/>
          </a:ln>
        </p:spPr>
      </p:sp>
      <p:sp>
        <p:nvSpPr>
          <p:cNvPr id="274" name="02_predicted_pose_3573">
            <a:extLst>
              <a:ext uri="{FF2B5EF4-FFF2-40B4-BE49-F238E27FC236}">
                <a16:creationId xmlns:a16="http://schemas.microsoft.com/office/drawing/2014/main" id="{FB5862F5-B8A1-4E9A-8EC1-8907A22FE506}"/>
              </a:ext>
            </a:extLst>
          </p:cNvPr>
          <p:cNvSpPr>
            <a:spLocks noGrp="1"/>
          </p:cNvSpPr>
          <p:nvPr/>
        </p:nvSpPr>
        <p:spPr>
          <a:xfrm>
            <a:off x="2389558" y="3240778"/>
            <a:ext cx="28398" cy="28398"/>
          </a:xfrm>
          <a:prstGeom prst="ellipse">
            <a:avLst/>
          </a:prstGeom>
          <a:solidFill>
            <a:srgbClr val="B57442">
              <a:alpha val="30000"/>
            </a:srgbClr>
          </a:solidFill>
          <a:ln w="0">
            <a:noFill/>
            <a:prstDash val="solid"/>
          </a:ln>
        </p:spPr>
      </p:sp>
      <p:sp>
        <p:nvSpPr>
          <p:cNvPr id="275" name="02_predicted_pose_3574">
            <a:extLst>
              <a:ext uri="{FF2B5EF4-FFF2-40B4-BE49-F238E27FC236}">
                <a16:creationId xmlns:a16="http://schemas.microsoft.com/office/drawing/2014/main" id="{7AC4F1BF-45E2-4590-A6EB-8E77C8400F69}"/>
              </a:ext>
            </a:extLst>
          </p:cNvPr>
          <p:cNvSpPr>
            <a:spLocks noGrp="1"/>
          </p:cNvSpPr>
          <p:nvPr/>
        </p:nvSpPr>
        <p:spPr>
          <a:xfrm>
            <a:off x="2482582" y="3394068"/>
            <a:ext cx="28398" cy="28398"/>
          </a:xfrm>
          <a:prstGeom prst="ellipse">
            <a:avLst/>
          </a:prstGeom>
          <a:solidFill>
            <a:srgbClr val="B57442">
              <a:alpha val="30000"/>
            </a:srgbClr>
          </a:solidFill>
          <a:ln w="0">
            <a:noFill/>
            <a:prstDash val="solid"/>
          </a:ln>
        </p:spPr>
      </p:sp>
      <p:sp>
        <p:nvSpPr>
          <p:cNvPr id="276" name="02_predicted_pose_3575">
            <a:extLst>
              <a:ext uri="{FF2B5EF4-FFF2-40B4-BE49-F238E27FC236}">
                <a16:creationId xmlns:a16="http://schemas.microsoft.com/office/drawing/2014/main" id="{E380D597-AF46-43CA-B409-854BE1A99CC6}"/>
              </a:ext>
            </a:extLst>
          </p:cNvPr>
          <p:cNvSpPr>
            <a:spLocks noGrp="1"/>
          </p:cNvSpPr>
          <p:nvPr/>
        </p:nvSpPr>
        <p:spPr>
          <a:xfrm>
            <a:off x="2575605" y="3420154"/>
            <a:ext cx="28398" cy="28398"/>
          </a:xfrm>
          <a:prstGeom prst="ellipse">
            <a:avLst/>
          </a:prstGeom>
          <a:solidFill>
            <a:srgbClr val="B57442">
              <a:alpha val="30000"/>
            </a:srgbClr>
          </a:solidFill>
          <a:ln w="0">
            <a:noFill/>
            <a:prstDash val="solid"/>
          </a:ln>
        </p:spPr>
      </p:sp>
      <p:sp>
        <p:nvSpPr>
          <p:cNvPr id="277" name="02_predicted_pose_3576">
            <a:extLst>
              <a:ext uri="{FF2B5EF4-FFF2-40B4-BE49-F238E27FC236}">
                <a16:creationId xmlns:a16="http://schemas.microsoft.com/office/drawing/2014/main" id="{B4D67C1E-6BEB-4EA8-A34C-213B529C4953}"/>
              </a:ext>
            </a:extLst>
          </p:cNvPr>
          <p:cNvSpPr>
            <a:spLocks noGrp="1"/>
          </p:cNvSpPr>
          <p:nvPr/>
        </p:nvSpPr>
        <p:spPr>
          <a:xfrm>
            <a:off x="2439171" y="3271960"/>
            <a:ext cx="28398" cy="28398"/>
          </a:xfrm>
          <a:prstGeom prst="ellipse">
            <a:avLst/>
          </a:prstGeom>
          <a:solidFill>
            <a:srgbClr val="B57442">
              <a:alpha val="30000"/>
            </a:srgbClr>
          </a:solidFill>
          <a:ln w="0">
            <a:noFill/>
            <a:prstDash val="solid"/>
          </a:ln>
        </p:spPr>
      </p:sp>
      <p:sp>
        <p:nvSpPr>
          <p:cNvPr id="278" name="02_predicted_pose_3577">
            <a:extLst>
              <a:ext uri="{FF2B5EF4-FFF2-40B4-BE49-F238E27FC236}">
                <a16:creationId xmlns:a16="http://schemas.microsoft.com/office/drawing/2014/main" id="{C80786F4-BE59-432B-9381-5B44F5EA9F41}"/>
              </a:ext>
            </a:extLst>
          </p:cNvPr>
          <p:cNvSpPr>
            <a:spLocks noGrp="1"/>
          </p:cNvSpPr>
          <p:nvPr/>
        </p:nvSpPr>
        <p:spPr>
          <a:xfrm>
            <a:off x="2532194" y="3442760"/>
            <a:ext cx="28398" cy="28398"/>
          </a:xfrm>
          <a:prstGeom prst="ellipse">
            <a:avLst/>
          </a:prstGeom>
          <a:solidFill>
            <a:srgbClr val="B57442">
              <a:alpha val="30000"/>
            </a:srgbClr>
          </a:solidFill>
          <a:ln w="0">
            <a:noFill/>
            <a:prstDash val="solid"/>
          </a:ln>
        </p:spPr>
      </p:sp>
      <p:sp>
        <p:nvSpPr>
          <p:cNvPr id="279" name="02_predicted_pose_3578">
            <a:extLst>
              <a:ext uri="{FF2B5EF4-FFF2-40B4-BE49-F238E27FC236}">
                <a16:creationId xmlns:a16="http://schemas.microsoft.com/office/drawing/2014/main" id="{7C70C104-4D90-49D2-AD1E-55D61D79DC44}"/>
              </a:ext>
            </a:extLst>
          </p:cNvPr>
          <p:cNvSpPr>
            <a:spLocks noGrp="1"/>
          </p:cNvSpPr>
          <p:nvPr/>
        </p:nvSpPr>
        <p:spPr>
          <a:xfrm>
            <a:off x="2625217" y="3360250"/>
            <a:ext cx="28398" cy="28398"/>
          </a:xfrm>
          <a:prstGeom prst="ellipse">
            <a:avLst/>
          </a:prstGeom>
          <a:solidFill>
            <a:srgbClr val="B57442">
              <a:alpha val="30000"/>
            </a:srgbClr>
          </a:solidFill>
          <a:ln w="0">
            <a:noFill/>
            <a:prstDash val="solid"/>
          </a:ln>
        </p:spPr>
      </p:sp>
      <p:sp>
        <p:nvSpPr>
          <p:cNvPr id="280" name="02_predicted_pose_3579">
            <a:extLst>
              <a:ext uri="{FF2B5EF4-FFF2-40B4-BE49-F238E27FC236}">
                <a16:creationId xmlns:a16="http://schemas.microsoft.com/office/drawing/2014/main" id="{BFCE21AB-886D-48CB-9DDB-16F5C7439CB0}"/>
              </a:ext>
            </a:extLst>
          </p:cNvPr>
          <p:cNvSpPr>
            <a:spLocks noGrp="1"/>
          </p:cNvSpPr>
          <p:nvPr/>
        </p:nvSpPr>
        <p:spPr>
          <a:xfrm>
            <a:off x="2374743" y="3427065"/>
            <a:ext cx="28398" cy="28398"/>
          </a:xfrm>
          <a:prstGeom prst="ellipse">
            <a:avLst/>
          </a:prstGeom>
          <a:solidFill>
            <a:srgbClr val="B57442">
              <a:alpha val="30000"/>
            </a:srgbClr>
          </a:solidFill>
          <a:ln w="0">
            <a:noFill/>
            <a:prstDash val="solid"/>
          </a:ln>
        </p:spPr>
      </p:sp>
      <p:sp>
        <p:nvSpPr>
          <p:cNvPr id="281" name="02_predicted_pose_3580">
            <a:extLst>
              <a:ext uri="{FF2B5EF4-FFF2-40B4-BE49-F238E27FC236}">
                <a16:creationId xmlns:a16="http://schemas.microsoft.com/office/drawing/2014/main" id="{624FB0DA-53C1-40BC-9353-FD45077D321C}"/>
              </a:ext>
            </a:extLst>
          </p:cNvPr>
          <p:cNvSpPr>
            <a:spLocks noGrp="1"/>
          </p:cNvSpPr>
          <p:nvPr/>
        </p:nvSpPr>
        <p:spPr>
          <a:xfrm>
            <a:off x="2467767" y="3342577"/>
            <a:ext cx="28398" cy="28398"/>
          </a:xfrm>
          <a:prstGeom prst="ellipse">
            <a:avLst/>
          </a:prstGeom>
          <a:solidFill>
            <a:srgbClr val="B57442">
              <a:alpha val="30000"/>
            </a:srgbClr>
          </a:solidFill>
          <a:ln w="0">
            <a:noFill/>
            <a:prstDash val="solid"/>
          </a:ln>
        </p:spPr>
      </p:sp>
      <p:sp>
        <p:nvSpPr>
          <p:cNvPr id="282" name="02_predicted_pose_3581">
            <a:extLst>
              <a:ext uri="{FF2B5EF4-FFF2-40B4-BE49-F238E27FC236}">
                <a16:creationId xmlns:a16="http://schemas.microsoft.com/office/drawing/2014/main" id="{BD704534-AE92-4FEC-813D-4FA2CBDBFC5C}"/>
              </a:ext>
            </a:extLst>
          </p:cNvPr>
          <p:cNvSpPr>
            <a:spLocks noGrp="1"/>
          </p:cNvSpPr>
          <p:nvPr/>
        </p:nvSpPr>
        <p:spPr>
          <a:xfrm>
            <a:off x="2560790" y="3483826"/>
            <a:ext cx="28398" cy="28398"/>
          </a:xfrm>
          <a:prstGeom prst="ellipse">
            <a:avLst/>
          </a:prstGeom>
          <a:solidFill>
            <a:srgbClr val="B57442">
              <a:alpha val="30000"/>
            </a:srgbClr>
          </a:solidFill>
          <a:ln w="0">
            <a:noFill/>
            <a:prstDash val="solid"/>
          </a:ln>
        </p:spPr>
      </p:sp>
      <p:sp>
        <p:nvSpPr>
          <p:cNvPr id="283" name="02_predicted_pose_3582">
            <a:extLst>
              <a:ext uri="{FF2B5EF4-FFF2-40B4-BE49-F238E27FC236}">
                <a16:creationId xmlns:a16="http://schemas.microsoft.com/office/drawing/2014/main" id="{182370CB-EA1B-44B3-A337-138FD5E14EFD}"/>
              </a:ext>
            </a:extLst>
          </p:cNvPr>
          <p:cNvSpPr>
            <a:spLocks noGrp="1"/>
          </p:cNvSpPr>
          <p:nvPr/>
        </p:nvSpPr>
        <p:spPr>
          <a:xfrm>
            <a:off x="2310316" y="3270429"/>
            <a:ext cx="28398" cy="28398"/>
          </a:xfrm>
          <a:prstGeom prst="ellipse">
            <a:avLst/>
          </a:prstGeom>
          <a:solidFill>
            <a:srgbClr val="B57442">
              <a:alpha val="30000"/>
            </a:srgbClr>
          </a:solidFill>
          <a:ln w="0">
            <a:noFill/>
            <a:prstDash val="solid"/>
          </a:ln>
        </p:spPr>
      </p:sp>
      <p:sp>
        <p:nvSpPr>
          <p:cNvPr id="284" name="02_predicted_pose_3583">
            <a:extLst>
              <a:ext uri="{FF2B5EF4-FFF2-40B4-BE49-F238E27FC236}">
                <a16:creationId xmlns:a16="http://schemas.microsoft.com/office/drawing/2014/main" id="{56A5C271-17B7-4076-899E-D9602A1D1967}"/>
              </a:ext>
            </a:extLst>
          </p:cNvPr>
          <p:cNvSpPr>
            <a:spLocks noGrp="1"/>
          </p:cNvSpPr>
          <p:nvPr/>
        </p:nvSpPr>
        <p:spPr>
          <a:xfrm>
            <a:off x="2403340" y="3409911"/>
            <a:ext cx="28398" cy="28398"/>
          </a:xfrm>
          <a:prstGeom prst="ellipse">
            <a:avLst/>
          </a:prstGeom>
          <a:solidFill>
            <a:srgbClr val="B57442">
              <a:alpha val="30000"/>
            </a:srgbClr>
          </a:solidFill>
          <a:ln w="0">
            <a:noFill/>
            <a:prstDash val="solid"/>
          </a:ln>
        </p:spPr>
      </p:sp>
      <p:sp>
        <p:nvSpPr>
          <p:cNvPr id="285" name="02_predicted_pose_3584">
            <a:extLst>
              <a:ext uri="{FF2B5EF4-FFF2-40B4-BE49-F238E27FC236}">
                <a16:creationId xmlns:a16="http://schemas.microsoft.com/office/drawing/2014/main" id="{967757C4-B6C5-46F6-996F-A9AF70F23C8E}"/>
              </a:ext>
            </a:extLst>
          </p:cNvPr>
          <p:cNvSpPr>
            <a:spLocks noGrp="1"/>
          </p:cNvSpPr>
          <p:nvPr/>
        </p:nvSpPr>
        <p:spPr>
          <a:xfrm>
            <a:off x="2496363" y="3458780"/>
            <a:ext cx="28398" cy="28398"/>
          </a:xfrm>
          <a:prstGeom prst="ellipse">
            <a:avLst/>
          </a:prstGeom>
          <a:solidFill>
            <a:srgbClr val="B57442">
              <a:alpha val="30000"/>
            </a:srgbClr>
          </a:solidFill>
          <a:ln w="0">
            <a:noFill/>
            <a:prstDash val="solid"/>
          </a:ln>
        </p:spPr>
      </p:sp>
      <p:sp>
        <p:nvSpPr>
          <p:cNvPr id="286" name="02_predicted_pose_3585">
            <a:extLst>
              <a:ext uri="{FF2B5EF4-FFF2-40B4-BE49-F238E27FC236}">
                <a16:creationId xmlns:a16="http://schemas.microsoft.com/office/drawing/2014/main" id="{8A57D8BD-522A-4C14-B3DF-A06B74297F49}"/>
              </a:ext>
            </a:extLst>
          </p:cNvPr>
          <p:cNvSpPr>
            <a:spLocks noGrp="1"/>
          </p:cNvSpPr>
          <p:nvPr/>
        </p:nvSpPr>
        <p:spPr>
          <a:xfrm>
            <a:off x="2589386" y="3244919"/>
            <a:ext cx="28398" cy="28398"/>
          </a:xfrm>
          <a:prstGeom prst="ellipse">
            <a:avLst/>
          </a:prstGeom>
          <a:solidFill>
            <a:srgbClr val="B57442">
              <a:alpha val="30000"/>
            </a:srgbClr>
          </a:solidFill>
          <a:ln w="0">
            <a:noFill/>
            <a:prstDash val="solid"/>
          </a:ln>
        </p:spPr>
      </p:sp>
      <p:sp>
        <p:nvSpPr>
          <p:cNvPr id="287" name="02_predicted_pose_3586">
            <a:extLst>
              <a:ext uri="{FF2B5EF4-FFF2-40B4-BE49-F238E27FC236}">
                <a16:creationId xmlns:a16="http://schemas.microsoft.com/office/drawing/2014/main" id="{192FCDE1-EA27-4BFA-8852-B079B407FC0E}"/>
              </a:ext>
            </a:extLst>
          </p:cNvPr>
          <p:cNvSpPr>
            <a:spLocks noGrp="1"/>
          </p:cNvSpPr>
          <p:nvPr/>
        </p:nvSpPr>
        <p:spPr>
          <a:xfrm>
            <a:off x="2452952" y="3331754"/>
            <a:ext cx="28398" cy="28398"/>
          </a:xfrm>
          <a:prstGeom prst="ellipse">
            <a:avLst/>
          </a:prstGeom>
          <a:solidFill>
            <a:srgbClr val="B57442">
              <a:alpha val="30000"/>
            </a:srgbClr>
          </a:solidFill>
          <a:ln w="0">
            <a:noFill/>
            <a:prstDash val="solid"/>
          </a:ln>
        </p:spPr>
      </p:sp>
      <p:sp>
        <p:nvSpPr>
          <p:cNvPr id="288" name="02_predicted_pose_3587">
            <a:extLst>
              <a:ext uri="{FF2B5EF4-FFF2-40B4-BE49-F238E27FC236}">
                <a16:creationId xmlns:a16="http://schemas.microsoft.com/office/drawing/2014/main" id="{CE52B9E0-B4F9-4546-AEE1-B0D4B699E0FB}"/>
              </a:ext>
            </a:extLst>
          </p:cNvPr>
          <p:cNvSpPr>
            <a:spLocks noGrp="1"/>
          </p:cNvSpPr>
          <p:nvPr/>
        </p:nvSpPr>
        <p:spPr>
          <a:xfrm>
            <a:off x="2545975" y="3362041"/>
            <a:ext cx="28398" cy="28398"/>
          </a:xfrm>
          <a:prstGeom prst="ellipse">
            <a:avLst/>
          </a:prstGeom>
          <a:solidFill>
            <a:srgbClr val="B57442">
              <a:alpha val="30000"/>
            </a:srgbClr>
          </a:solidFill>
          <a:ln w="0">
            <a:noFill/>
            <a:prstDash val="solid"/>
          </a:ln>
        </p:spPr>
      </p:sp>
      <p:sp>
        <p:nvSpPr>
          <p:cNvPr id="289" name="02_predicted_pose_3588">
            <a:extLst>
              <a:ext uri="{FF2B5EF4-FFF2-40B4-BE49-F238E27FC236}">
                <a16:creationId xmlns:a16="http://schemas.microsoft.com/office/drawing/2014/main" id="{30F312B6-7C1C-4384-8743-C08BDE65DFA9}"/>
              </a:ext>
            </a:extLst>
          </p:cNvPr>
          <p:cNvSpPr>
            <a:spLocks noGrp="1"/>
          </p:cNvSpPr>
          <p:nvPr/>
        </p:nvSpPr>
        <p:spPr>
          <a:xfrm>
            <a:off x="2638999" y="3341098"/>
            <a:ext cx="28398" cy="28398"/>
          </a:xfrm>
          <a:prstGeom prst="ellipse">
            <a:avLst/>
          </a:prstGeom>
          <a:solidFill>
            <a:srgbClr val="B57442">
              <a:alpha val="30000"/>
            </a:srgbClr>
          </a:solidFill>
          <a:ln w="0">
            <a:noFill/>
            <a:prstDash val="solid"/>
          </a:ln>
        </p:spPr>
      </p:sp>
      <p:sp>
        <p:nvSpPr>
          <p:cNvPr id="290" name="02_predicted_pose_3589">
            <a:extLst>
              <a:ext uri="{FF2B5EF4-FFF2-40B4-BE49-F238E27FC236}">
                <a16:creationId xmlns:a16="http://schemas.microsoft.com/office/drawing/2014/main" id="{CC722863-E381-404F-B682-C0C9D5813AE9}"/>
              </a:ext>
            </a:extLst>
          </p:cNvPr>
          <p:cNvSpPr>
            <a:spLocks noGrp="1"/>
          </p:cNvSpPr>
          <p:nvPr/>
        </p:nvSpPr>
        <p:spPr>
          <a:xfrm>
            <a:off x="2388525" y="3254261"/>
            <a:ext cx="28398" cy="28398"/>
          </a:xfrm>
          <a:prstGeom prst="ellipse">
            <a:avLst/>
          </a:prstGeom>
          <a:solidFill>
            <a:srgbClr val="B57442">
              <a:alpha val="30000"/>
            </a:srgbClr>
          </a:solidFill>
          <a:ln w="0">
            <a:noFill/>
            <a:prstDash val="solid"/>
          </a:ln>
        </p:spPr>
      </p:sp>
      <p:sp>
        <p:nvSpPr>
          <p:cNvPr id="291" name="02_predicted_pose_3590">
            <a:extLst>
              <a:ext uri="{FF2B5EF4-FFF2-40B4-BE49-F238E27FC236}">
                <a16:creationId xmlns:a16="http://schemas.microsoft.com/office/drawing/2014/main" id="{7F151036-D276-4EE2-A111-87D564C5A951}"/>
              </a:ext>
            </a:extLst>
          </p:cNvPr>
          <p:cNvSpPr>
            <a:spLocks noGrp="1"/>
          </p:cNvSpPr>
          <p:nvPr/>
        </p:nvSpPr>
        <p:spPr>
          <a:xfrm>
            <a:off x="2481548" y="3458031"/>
            <a:ext cx="28398" cy="28398"/>
          </a:xfrm>
          <a:prstGeom prst="ellipse">
            <a:avLst/>
          </a:prstGeom>
          <a:solidFill>
            <a:srgbClr val="B57442">
              <a:alpha val="30000"/>
            </a:srgbClr>
          </a:solidFill>
          <a:ln w="0">
            <a:noFill/>
            <a:prstDash val="solid"/>
          </a:ln>
        </p:spPr>
      </p:sp>
      <p:sp>
        <p:nvSpPr>
          <p:cNvPr id="292" name="02_predicted_pose_3591">
            <a:extLst>
              <a:ext uri="{FF2B5EF4-FFF2-40B4-BE49-F238E27FC236}">
                <a16:creationId xmlns:a16="http://schemas.microsoft.com/office/drawing/2014/main" id="{FAB9ED12-91EE-40B1-9B95-3E9E34B020E4}"/>
              </a:ext>
            </a:extLst>
          </p:cNvPr>
          <p:cNvSpPr>
            <a:spLocks noGrp="1"/>
          </p:cNvSpPr>
          <p:nvPr/>
        </p:nvSpPr>
        <p:spPr>
          <a:xfrm>
            <a:off x="2574571" y="3233717"/>
            <a:ext cx="28398" cy="28398"/>
          </a:xfrm>
          <a:prstGeom prst="ellipse">
            <a:avLst/>
          </a:prstGeom>
          <a:solidFill>
            <a:srgbClr val="B57442">
              <a:alpha val="30000"/>
            </a:srgbClr>
          </a:solidFill>
          <a:ln w="0">
            <a:noFill/>
            <a:prstDash val="solid"/>
          </a:ln>
        </p:spPr>
      </p:sp>
      <p:sp>
        <p:nvSpPr>
          <p:cNvPr id="293" name="02_predicted_pose_3592">
            <a:extLst>
              <a:ext uri="{FF2B5EF4-FFF2-40B4-BE49-F238E27FC236}">
                <a16:creationId xmlns:a16="http://schemas.microsoft.com/office/drawing/2014/main" id="{FF57460B-EB38-43A4-A87A-18CA17836463}"/>
              </a:ext>
            </a:extLst>
          </p:cNvPr>
          <p:cNvSpPr>
            <a:spLocks noGrp="1"/>
          </p:cNvSpPr>
          <p:nvPr/>
        </p:nvSpPr>
        <p:spPr>
          <a:xfrm>
            <a:off x="2324097" y="3338324"/>
            <a:ext cx="28398" cy="28398"/>
          </a:xfrm>
          <a:prstGeom prst="ellipse">
            <a:avLst/>
          </a:prstGeom>
          <a:solidFill>
            <a:srgbClr val="B57442">
              <a:alpha val="30000"/>
            </a:srgbClr>
          </a:solidFill>
          <a:ln w="0">
            <a:noFill/>
            <a:prstDash val="solid"/>
          </a:ln>
        </p:spPr>
      </p:sp>
      <p:sp>
        <p:nvSpPr>
          <p:cNvPr id="294" name="02_predicted_pose_3593">
            <a:extLst>
              <a:ext uri="{FF2B5EF4-FFF2-40B4-BE49-F238E27FC236}">
                <a16:creationId xmlns:a16="http://schemas.microsoft.com/office/drawing/2014/main" id="{1ACF6A76-6911-4610-AA2F-EFE912ECA4CE}"/>
              </a:ext>
            </a:extLst>
          </p:cNvPr>
          <p:cNvSpPr>
            <a:spLocks noGrp="1"/>
          </p:cNvSpPr>
          <p:nvPr/>
        </p:nvSpPr>
        <p:spPr>
          <a:xfrm>
            <a:off x="2417121" y="3429474"/>
            <a:ext cx="28398" cy="28398"/>
          </a:xfrm>
          <a:prstGeom prst="ellipse">
            <a:avLst/>
          </a:prstGeom>
          <a:solidFill>
            <a:srgbClr val="B57442">
              <a:alpha val="30000"/>
            </a:srgbClr>
          </a:solidFill>
          <a:ln w="0">
            <a:noFill/>
            <a:prstDash val="solid"/>
          </a:ln>
        </p:spPr>
      </p:sp>
      <p:sp>
        <p:nvSpPr>
          <p:cNvPr id="295" name="02_predicted_pose_3594">
            <a:extLst>
              <a:ext uri="{FF2B5EF4-FFF2-40B4-BE49-F238E27FC236}">
                <a16:creationId xmlns:a16="http://schemas.microsoft.com/office/drawing/2014/main" id="{5846D69F-9A89-44E7-924A-9C71B389BBAC}"/>
              </a:ext>
            </a:extLst>
          </p:cNvPr>
          <p:cNvSpPr>
            <a:spLocks noGrp="1"/>
          </p:cNvSpPr>
          <p:nvPr/>
        </p:nvSpPr>
        <p:spPr>
          <a:xfrm>
            <a:off x="2510144" y="3391326"/>
            <a:ext cx="28398" cy="28398"/>
          </a:xfrm>
          <a:prstGeom prst="ellipse">
            <a:avLst/>
          </a:prstGeom>
          <a:solidFill>
            <a:srgbClr val="B57442">
              <a:alpha val="30000"/>
            </a:srgbClr>
          </a:solidFill>
          <a:ln w="0">
            <a:noFill/>
            <a:prstDash val="solid"/>
          </a:ln>
        </p:spPr>
      </p:sp>
      <p:sp>
        <p:nvSpPr>
          <p:cNvPr id="296" name="02_predicted_pose_3595">
            <a:extLst>
              <a:ext uri="{FF2B5EF4-FFF2-40B4-BE49-F238E27FC236}">
                <a16:creationId xmlns:a16="http://schemas.microsoft.com/office/drawing/2014/main" id="{3CD5D884-F491-425F-A866-924DB3D553A6}"/>
              </a:ext>
            </a:extLst>
          </p:cNvPr>
          <p:cNvSpPr>
            <a:spLocks noGrp="1"/>
          </p:cNvSpPr>
          <p:nvPr/>
        </p:nvSpPr>
        <p:spPr>
          <a:xfrm>
            <a:off x="2603167" y="3463145"/>
            <a:ext cx="28398" cy="28398"/>
          </a:xfrm>
          <a:prstGeom prst="ellipse">
            <a:avLst/>
          </a:prstGeom>
          <a:solidFill>
            <a:srgbClr val="B57442">
              <a:alpha val="30000"/>
            </a:srgbClr>
          </a:solidFill>
          <a:ln w="0">
            <a:noFill/>
            <a:prstDash val="solid"/>
          </a:ln>
        </p:spPr>
      </p:sp>
      <p:sp>
        <p:nvSpPr>
          <p:cNvPr id="297" name="02_predicted_pose_3596">
            <a:extLst>
              <a:ext uri="{FF2B5EF4-FFF2-40B4-BE49-F238E27FC236}">
                <a16:creationId xmlns:a16="http://schemas.microsoft.com/office/drawing/2014/main" id="{47961DBF-F797-4F46-B8BD-F980041B0806}"/>
              </a:ext>
            </a:extLst>
          </p:cNvPr>
          <p:cNvSpPr>
            <a:spLocks noGrp="1"/>
          </p:cNvSpPr>
          <p:nvPr/>
        </p:nvSpPr>
        <p:spPr>
          <a:xfrm>
            <a:off x="2466733" y="3276987"/>
            <a:ext cx="28398" cy="28398"/>
          </a:xfrm>
          <a:prstGeom prst="ellipse">
            <a:avLst/>
          </a:prstGeom>
          <a:solidFill>
            <a:srgbClr val="B57442">
              <a:alpha val="30000"/>
            </a:srgbClr>
          </a:solidFill>
          <a:ln w="0">
            <a:noFill/>
            <a:prstDash val="solid"/>
          </a:ln>
        </p:spPr>
      </p:sp>
      <p:sp>
        <p:nvSpPr>
          <p:cNvPr id="298" name="02_predicted_pose_3597">
            <a:extLst>
              <a:ext uri="{FF2B5EF4-FFF2-40B4-BE49-F238E27FC236}">
                <a16:creationId xmlns:a16="http://schemas.microsoft.com/office/drawing/2014/main" id="{538DD50C-1FB9-42E2-B8AC-EC07F286B14A}"/>
              </a:ext>
            </a:extLst>
          </p:cNvPr>
          <p:cNvSpPr>
            <a:spLocks noGrp="1"/>
          </p:cNvSpPr>
          <p:nvPr/>
        </p:nvSpPr>
        <p:spPr>
          <a:xfrm>
            <a:off x="2559757" y="3273479"/>
            <a:ext cx="28398" cy="28398"/>
          </a:xfrm>
          <a:prstGeom prst="ellipse">
            <a:avLst/>
          </a:prstGeom>
          <a:solidFill>
            <a:srgbClr val="B57442">
              <a:alpha val="30000"/>
            </a:srgbClr>
          </a:solidFill>
          <a:ln w="0">
            <a:noFill/>
            <a:prstDash val="solid"/>
          </a:ln>
        </p:spPr>
      </p:sp>
      <p:sp>
        <p:nvSpPr>
          <p:cNvPr id="299" name="02_predicted_pose_3598">
            <a:extLst>
              <a:ext uri="{FF2B5EF4-FFF2-40B4-BE49-F238E27FC236}">
                <a16:creationId xmlns:a16="http://schemas.microsoft.com/office/drawing/2014/main" id="{2A0FE57F-5947-48A0-9AA0-925224927623}"/>
              </a:ext>
            </a:extLst>
          </p:cNvPr>
          <p:cNvSpPr>
            <a:spLocks noGrp="1"/>
          </p:cNvSpPr>
          <p:nvPr/>
        </p:nvSpPr>
        <p:spPr>
          <a:xfrm>
            <a:off x="2309283" y="3324550"/>
            <a:ext cx="28398" cy="28398"/>
          </a:xfrm>
          <a:prstGeom prst="ellipse">
            <a:avLst/>
          </a:prstGeom>
          <a:solidFill>
            <a:srgbClr val="B57442">
              <a:alpha val="30000"/>
            </a:srgbClr>
          </a:solidFill>
          <a:ln w="0">
            <a:noFill/>
            <a:prstDash val="solid"/>
          </a:ln>
        </p:spPr>
      </p:sp>
      <p:sp>
        <p:nvSpPr>
          <p:cNvPr id="300" name="02_predicted_pose_3599">
            <a:extLst>
              <a:ext uri="{FF2B5EF4-FFF2-40B4-BE49-F238E27FC236}">
                <a16:creationId xmlns:a16="http://schemas.microsoft.com/office/drawing/2014/main" id="{0680ED2B-7F19-42E5-B5FB-29A2B70492EE}"/>
              </a:ext>
            </a:extLst>
          </p:cNvPr>
          <p:cNvSpPr>
            <a:spLocks noGrp="1"/>
          </p:cNvSpPr>
          <p:nvPr/>
        </p:nvSpPr>
        <p:spPr>
          <a:xfrm>
            <a:off x="2402306" y="3297029"/>
            <a:ext cx="28398" cy="28398"/>
          </a:xfrm>
          <a:prstGeom prst="ellipse">
            <a:avLst/>
          </a:prstGeom>
          <a:solidFill>
            <a:srgbClr val="B57442">
              <a:alpha val="30000"/>
            </a:srgbClr>
          </a:solidFill>
          <a:ln w="0">
            <a:noFill/>
            <a:prstDash val="solid"/>
          </a:ln>
        </p:spPr>
      </p:sp>
      <p:sp>
        <p:nvSpPr>
          <p:cNvPr id="301" name="02_predicted_pose_3600">
            <a:extLst>
              <a:ext uri="{FF2B5EF4-FFF2-40B4-BE49-F238E27FC236}">
                <a16:creationId xmlns:a16="http://schemas.microsoft.com/office/drawing/2014/main" id="{F701CE26-099D-4128-9274-7BDACBD6C5BE}"/>
              </a:ext>
            </a:extLst>
          </p:cNvPr>
          <p:cNvSpPr>
            <a:spLocks noGrp="1"/>
          </p:cNvSpPr>
          <p:nvPr/>
        </p:nvSpPr>
        <p:spPr>
          <a:xfrm>
            <a:off x="2495329" y="3542080"/>
            <a:ext cx="28398" cy="28398"/>
          </a:xfrm>
          <a:prstGeom prst="ellipse">
            <a:avLst/>
          </a:prstGeom>
          <a:solidFill>
            <a:srgbClr val="B57442">
              <a:alpha val="30000"/>
            </a:srgbClr>
          </a:solidFill>
          <a:ln w="0">
            <a:noFill/>
            <a:prstDash val="solid"/>
          </a:ln>
        </p:spPr>
      </p:sp>
      <p:sp>
        <p:nvSpPr>
          <p:cNvPr id="302" name="02_predicted_pose_3601">
            <a:extLst>
              <a:ext uri="{FF2B5EF4-FFF2-40B4-BE49-F238E27FC236}">
                <a16:creationId xmlns:a16="http://schemas.microsoft.com/office/drawing/2014/main" id="{819B065E-0262-4D68-A6EE-A7B416797D5E}"/>
              </a:ext>
            </a:extLst>
          </p:cNvPr>
          <p:cNvSpPr>
            <a:spLocks noGrp="1"/>
          </p:cNvSpPr>
          <p:nvPr/>
        </p:nvSpPr>
        <p:spPr>
          <a:xfrm>
            <a:off x="2588353" y="3445719"/>
            <a:ext cx="28398" cy="28398"/>
          </a:xfrm>
          <a:prstGeom prst="ellipse">
            <a:avLst/>
          </a:prstGeom>
          <a:solidFill>
            <a:srgbClr val="B57442">
              <a:alpha val="30000"/>
            </a:srgbClr>
          </a:solidFill>
          <a:ln w="0">
            <a:noFill/>
            <a:prstDash val="solid"/>
          </a:ln>
        </p:spPr>
      </p:sp>
      <p:sp>
        <p:nvSpPr>
          <p:cNvPr id="303" name="02_predicted_pose_3602">
            <a:extLst>
              <a:ext uri="{FF2B5EF4-FFF2-40B4-BE49-F238E27FC236}">
                <a16:creationId xmlns:a16="http://schemas.microsoft.com/office/drawing/2014/main" id="{C80BD4BD-FDF2-4C77-B904-3E8052B8CA95}"/>
              </a:ext>
            </a:extLst>
          </p:cNvPr>
          <p:cNvSpPr>
            <a:spLocks noGrp="1"/>
          </p:cNvSpPr>
          <p:nvPr/>
        </p:nvSpPr>
        <p:spPr>
          <a:xfrm>
            <a:off x="2337879" y="3224340"/>
            <a:ext cx="28398" cy="28398"/>
          </a:xfrm>
          <a:prstGeom prst="ellipse">
            <a:avLst/>
          </a:prstGeom>
          <a:solidFill>
            <a:srgbClr val="B57442">
              <a:alpha val="30000"/>
            </a:srgbClr>
          </a:solidFill>
          <a:ln w="0">
            <a:noFill/>
            <a:prstDash val="solid"/>
          </a:ln>
        </p:spPr>
      </p:sp>
      <p:sp>
        <p:nvSpPr>
          <p:cNvPr id="304" name="02_predicted_pose_3603">
            <a:extLst>
              <a:ext uri="{FF2B5EF4-FFF2-40B4-BE49-F238E27FC236}">
                <a16:creationId xmlns:a16="http://schemas.microsoft.com/office/drawing/2014/main" id="{6D6E45CF-739E-4395-ABDD-60643A8113CE}"/>
              </a:ext>
            </a:extLst>
          </p:cNvPr>
          <p:cNvSpPr>
            <a:spLocks noGrp="1"/>
          </p:cNvSpPr>
          <p:nvPr/>
        </p:nvSpPr>
        <p:spPr>
          <a:xfrm>
            <a:off x="2430902" y="3422309"/>
            <a:ext cx="28398" cy="28398"/>
          </a:xfrm>
          <a:prstGeom prst="ellipse">
            <a:avLst/>
          </a:prstGeom>
          <a:solidFill>
            <a:srgbClr val="B57442">
              <a:alpha val="30000"/>
            </a:srgbClr>
          </a:solidFill>
          <a:ln w="0">
            <a:noFill/>
            <a:prstDash val="solid"/>
          </a:ln>
        </p:spPr>
      </p:sp>
      <p:sp>
        <p:nvSpPr>
          <p:cNvPr id="305" name="02_predicted_pose_3604">
            <a:extLst>
              <a:ext uri="{FF2B5EF4-FFF2-40B4-BE49-F238E27FC236}">
                <a16:creationId xmlns:a16="http://schemas.microsoft.com/office/drawing/2014/main" id="{5CF829EC-4E02-454E-A862-F20883BDCFBB}"/>
              </a:ext>
            </a:extLst>
          </p:cNvPr>
          <p:cNvSpPr>
            <a:spLocks noGrp="1"/>
          </p:cNvSpPr>
          <p:nvPr/>
        </p:nvSpPr>
        <p:spPr>
          <a:xfrm>
            <a:off x="2523925" y="3302382"/>
            <a:ext cx="28398" cy="28398"/>
          </a:xfrm>
          <a:prstGeom prst="ellipse">
            <a:avLst/>
          </a:prstGeom>
          <a:solidFill>
            <a:srgbClr val="B57442">
              <a:alpha val="30000"/>
            </a:srgbClr>
          </a:solidFill>
          <a:ln w="0">
            <a:noFill/>
            <a:prstDash val="solid"/>
          </a:ln>
        </p:spPr>
      </p:sp>
      <p:sp>
        <p:nvSpPr>
          <p:cNvPr id="306" name="02_predicted_pose_3605">
            <a:extLst>
              <a:ext uri="{FF2B5EF4-FFF2-40B4-BE49-F238E27FC236}">
                <a16:creationId xmlns:a16="http://schemas.microsoft.com/office/drawing/2014/main" id="{672BAF84-DA67-4C03-A9B8-3EA21F7D9DA0}"/>
              </a:ext>
            </a:extLst>
          </p:cNvPr>
          <p:cNvSpPr>
            <a:spLocks noGrp="1"/>
          </p:cNvSpPr>
          <p:nvPr/>
        </p:nvSpPr>
        <p:spPr>
          <a:xfrm>
            <a:off x="2616949" y="3219793"/>
            <a:ext cx="28398" cy="28398"/>
          </a:xfrm>
          <a:prstGeom prst="ellipse">
            <a:avLst/>
          </a:prstGeom>
          <a:solidFill>
            <a:srgbClr val="B57442">
              <a:alpha val="30000"/>
            </a:srgbClr>
          </a:solidFill>
          <a:ln w="0">
            <a:noFill/>
            <a:prstDash val="solid"/>
          </a:ln>
        </p:spPr>
      </p:sp>
      <p:sp>
        <p:nvSpPr>
          <p:cNvPr id="307" name="02_predicted_pose_3606">
            <a:extLst>
              <a:ext uri="{FF2B5EF4-FFF2-40B4-BE49-F238E27FC236}">
                <a16:creationId xmlns:a16="http://schemas.microsoft.com/office/drawing/2014/main" id="{03776427-2CED-4160-9C4F-661318B1A27B}"/>
              </a:ext>
            </a:extLst>
          </p:cNvPr>
          <p:cNvSpPr>
            <a:spLocks noGrp="1"/>
          </p:cNvSpPr>
          <p:nvPr/>
        </p:nvSpPr>
        <p:spPr>
          <a:xfrm>
            <a:off x="2480514" y="3416596"/>
            <a:ext cx="28398" cy="28398"/>
          </a:xfrm>
          <a:prstGeom prst="ellipse">
            <a:avLst/>
          </a:prstGeom>
          <a:solidFill>
            <a:srgbClr val="B57442">
              <a:alpha val="30000"/>
            </a:srgbClr>
          </a:solidFill>
          <a:ln w="0">
            <a:noFill/>
            <a:prstDash val="solid"/>
          </a:ln>
        </p:spPr>
      </p:sp>
      <p:sp>
        <p:nvSpPr>
          <p:cNvPr id="308" name="02_predicted_pose_3607">
            <a:extLst>
              <a:ext uri="{FF2B5EF4-FFF2-40B4-BE49-F238E27FC236}">
                <a16:creationId xmlns:a16="http://schemas.microsoft.com/office/drawing/2014/main" id="{47F688D6-E753-4967-A353-77AB11F3BFC0}"/>
              </a:ext>
            </a:extLst>
          </p:cNvPr>
          <p:cNvSpPr>
            <a:spLocks noGrp="1"/>
          </p:cNvSpPr>
          <p:nvPr/>
        </p:nvSpPr>
        <p:spPr>
          <a:xfrm>
            <a:off x="2573538" y="3342224"/>
            <a:ext cx="28398" cy="28398"/>
          </a:xfrm>
          <a:prstGeom prst="ellipse">
            <a:avLst/>
          </a:prstGeom>
          <a:solidFill>
            <a:srgbClr val="B57442">
              <a:alpha val="30000"/>
            </a:srgbClr>
          </a:solidFill>
          <a:ln w="0">
            <a:noFill/>
            <a:prstDash val="solid"/>
          </a:ln>
        </p:spPr>
      </p:sp>
      <p:sp>
        <p:nvSpPr>
          <p:cNvPr id="309" name="02_predicted_pose_3608">
            <a:extLst>
              <a:ext uri="{FF2B5EF4-FFF2-40B4-BE49-F238E27FC236}">
                <a16:creationId xmlns:a16="http://schemas.microsoft.com/office/drawing/2014/main" id="{692EA7C7-A4D7-4174-9435-8C7F367D84E2}"/>
              </a:ext>
            </a:extLst>
          </p:cNvPr>
          <p:cNvSpPr>
            <a:spLocks noGrp="1"/>
          </p:cNvSpPr>
          <p:nvPr/>
        </p:nvSpPr>
        <p:spPr>
          <a:xfrm>
            <a:off x="2323064" y="3453037"/>
            <a:ext cx="28398" cy="28398"/>
          </a:xfrm>
          <a:prstGeom prst="ellipse">
            <a:avLst/>
          </a:prstGeom>
          <a:solidFill>
            <a:srgbClr val="B57442">
              <a:alpha val="30000"/>
            </a:srgbClr>
          </a:solidFill>
          <a:ln w="0">
            <a:noFill/>
            <a:prstDash val="solid"/>
          </a:ln>
        </p:spPr>
      </p:sp>
      <p:sp>
        <p:nvSpPr>
          <p:cNvPr id="310" name="02_predicted_pose_3609">
            <a:extLst>
              <a:ext uri="{FF2B5EF4-FFF2-40B4-BE49-F238E27FC236}">
                <a16:creationId xmlns:a16="http://schemas.microsoft.com/office/drawing/2014/main" id="{7AC75CED-3D40-40BE-8A50-89796AE5EDD5}"/>
              </a:ext>
            </a:extLst>
          </p:cNvPr>
          <p:cNvSpPr>
            <a:spLocks noGrp="1"/>
          </p:cNvSpPr>
          <p:nvPr/>
        </p:nvSpPr>
        <p:spPr>
          <a:xfrm>
            <a:off x="2416087" y="3435165"/>
            <a:ext cx="28398" cy="28398"/>
          </a:xfrm>
          <a:prstGeom prst="ellipse">
            <a:avLst/>
          </a:prstGeom>
          <a:solidFill>
            <a:srgbClr val="B57442">
              <a:alpha val="30000"/>
            </a:srgbClr>
          </a:solidFill>
          <a:ln w="0">
            <a:noFill/>
            <a:prstDash val="solid"/>
          </a:ln>
        </p:spPr>
      </p:sp>
      <p:sp>
        <p:nvSpPr>
          <p:cNvPr id="311" name="02_predicted_pose_3610">
            <a:extLst>
              <a:ext uri="{FF2B5EF4-FFF2-40B4-BE49-F238E27FC236}">
                <a16:creationId xmlns:a16="http://schemas.microsoft.com/office/drawing/2014/main" id="{A4CA0DF3-25D7-4117-A802-BE418474F113}"/>
              </a:ext>
            </a:extLst>
          </p:cNvPr>
          <p:cNvSpPr>
            <a:spLocks noGrp="1"/>
          </p:cNvSpPr>
          <p:nvPr/>
        </p:nvSpPr>
        <p:spPr>
          <a:xfrm>
            <a:off x="2509110" y="3320966"/>
            <a:ext cx="28398" cy="28398"/>
          </a:xfrm>
          <a:prstGeom prst="ellipse">
            <a:avLst/>
          </a:prstGeom>
          <a:solidFill>
            <a:srgbClr val="B57442">
              <a:alpha val="30000"/>
            </a:srgbClr>
          </a:solidFill>
          <a:ln w="0">
            <a:noFill/>
            <a:prstDash val="solid"/>
          </a:ln>
        </p:spPr>
      </p:sp>
      <p:sp>
        <p:nvSpPr>
          <p:cNvPr id="312" name="02_predicted_pose_3611">
            <a:extLst>
              <a:ext uri="{FF2B5EF4-FFF2-40B4-BE49-F238E27FC236}">
                <a16:creationId xmlns:a16="http://schemas.microsoft.com/office/drawing/2014/main" id="{BC8414A0-D581-45BF-B09E-0E9067CBBD79}"/>
              </a:ext>
            </a:extLst>
          </p:cNvPr>
          <p:cNvSpPr>
            <a:spLocks noGrp="1"/>
          </p:cNvSpPr>
          <p:nvPr/>
        </p:nvSpPr>
        <p:spPr>
          <a:xfrm>
            <a:off x="2602134" y="3299246"/>
            <a:ext cx="28398" cy="28398"/>
          </a:xfrm>
          <a:prstGeom prst="ellipse">
            <a:avLst/>
          </a:prstGeom>
          <a:solidFill>
            <a:srgbClr val="B57442">
              <a:alpha val="30000"/>
            </a:srgbClr>
          </a:solidFill>
          <a:ln w="0">
            <a:noFill/>
            <a:prstDash val="solid"/>
          </a:ln>
        </p:spPr>
      </p:sp>
      <p:sp>
        <p:nvSpPr>
          <p:cNvPr id="313" name="02_predicted_pose_3612">
            <a:extLst>
              <a:ext uri="{FF2B5EF4-FFF2-40B4-BE49-F238E27FC236}">
                <a16:creationId xmlns:a16="http://schemas.microsoft.com/office/drawing/2014/main" id="{2D96ECC0-2E69-4653-91F5-75075E24A2AA}"/>
              </a:ext>
            </a:extLst>
          </p:cNvPr>
          <p:cNvSpPr>
            <a:spLocks noGrp="1"/>
          </p:cNvSpPr>
          <p:nvPr/>
        </p:nvSpPr>
        <p:spPr>
          <a:xfrm>
            <a:off x="2351660" y="3467010"/>
            <a:ext cx="28398" cy="28398"/>
          </a:xfrm>
          <a:prstGeom prst="ellipse">
            <a:avLst/>
          </a:prstGeom>
          <a:solidFill>
            <a:srgbClr val="B57442">
              <a:alpha val="30000"/>
            </a:srgbClr>
          </a:solidFill>
          <a:ln w="0">
            <a:noFill/>
            <a:prstDash val="solid"/>
          </a:ln>
        </p:spPr>
      </p:sp>
      <p:sp>
        <p:nvSpPr>
          <p:cNvPr id="314" name="02_predicted_pose_3613">
            <a:extLst>
              <a:ext uri="{FF2B5EF4-FFF2-40B4-BE49-F238E27FC236}">
                <a16:creationId xmlns:a16="http://schemas.microsoft.com/office/drawing/2014/main" id="{F05730C0-5D92-449A-89E8-1EBC3445EB3E}"/>
              </a:ext>
            </a:extLst>
          </p:cNvPr>
          <p:cNvSpPr>
            <a:spLocks noGrp="1"/>
          </p:cNvSpPr>
          <p:nvPr/>
        </p:nvSpPr>
        <p:spPr>
          <a:xfrm>
            <a:off x="2444683" y="3421720"/>
            <a:ext cx="28398" cy="28398"/>
          </a:xfrm>
          <a:prstGeom prst="ellipse">
            <a:avLst/>
          </a:prstGeom>
          <a:solidFill>
            <a:srgbClr val="B57442">
              <a:alpha val="30000"/>
            </a:srgbClr>
          </a:solidFill>
          <a:ln w="0">
            <a:noFill/>
            <a:prstDash val="solid"/>
          </a:ln>
        </p:spPr>
      </p:sp>
      <p:sp>
        <p:nvSpPr>
          <p:cNvPr id="315" name="02_predicted_pose_3614">
            <a:extLst>
              <a:ext uri="{FF2B5EF4-FFF2-40B4-BE49-F238E27FC236}">
                <a16:creationId xmlns:a16="http://schemas.microsoft.com/office/drawing/2014/main" id="{54CB308D-48EC-4420-9FDE-0D2DE1A31825}"/>
              </a:ext>
            </a:extLst>
          </p:cNvPr>
          <p:cNvSpPr>
            <a:spLocks noGrp="1"/>
          </p:cNvSpPr>
          <p:nvPr/>
        </p:nvSpPr>
        <p:spPr>
          <a:xfrm>
            <a:off x="2537707" y="3282482"/>
            <a:ext cx="28398" cy="28398"/>
          </a:xfrm>
          <a:prstGeom prst="ellipse">
            <a:avLst/>
          </a:prstGeom>
          <a:solidFill>
            <a:srgbClr val="B57442">
              <a:alpha val="30000"/>
            </a:srgbClr>
          </a:solidFill>
          <a:ln w="0">
            <a:noFill/>
            <a:prstDash val="solid"/>
          </a:ln>
        </p:spPr>
      </p:sp>
      <p:sp>
        <p:nvSpPr>
          <p:cNvPr id="316" name="02_predicted_pose_3615">
            <a:extLst>
              <a:ext uri="{FF2B5EF4-FFF2-40B4-BE49-F238E27FC236}">
                <a16:creationId xmlns:a16="http://schemas.microsoft.com/office/drawing/2014/main" id="{7ED30DBB-4B78-4438-A27B-B8A71D24D731}"/>
              </a:ext>
            </a:extLst>
          </p:cNvPr>
          <p:cNvSpPr>
            <a:spLocks noGrp="1"/>
          </p:cNvSpPr>
          <p:nvPr/>
        </p:nvSpPr>
        <p:spPr>
          <a:xfrm>
            <a:off x="2630730" y="3534138"/>
            <a:ext cx="28398" cy="28398"/>
          </a:xfrm>
          <a:prstGeom prst="ellipse">
            <a:avLst/>
          </a:prstGeom>
          <a:solidFill>
            <a:srgbClr val="B57442">
              <a:alpha val="30000"/>
            </a:srgbClr>
          </a:solidFill>
          <a:ln w="0">
            <a:noFill/>
            <a:prstDash val="solid"/>
          </a:ln>
        </p:spPr>
      </p:sp>
      <p:sp>
        <p:nvSpPr>
          <p:cNvPr id="317" name="02_predicted_pose_3616">
            <a:extLst>
              <a:ext uri="{FF2B5EF4-FFF2-40B4-BE49-F238E27FC236}">
                <a16:creationId xmlns:a16="http://schemas.microsoft.com/office/drawing/2014/main" id="{D915D495-9B7C-4A0D-B671-7950E465DC8E}"/>
              </a:ext>
            </a:extLst>
          </p:cNvPr>
          <p:cNvSpPr>
            <a:spLocks noGrp="1"/>
          </p:cNvSpPr>
          <p:nvPr/>
        </p:nvSpPr>
        <p:spPr>
          <a:xfrm>
            <a:off x="2587319" y="3226557"/>
            <a:ext cx="28398" cy="28398"/>
          </a:xfrm>
          <a:prstGeom prst="ellipse">
            <a:avLst/>
          </a:prstGeom>
          <a:solidFill>
            <a:srgbClr val="B57442">
              <a:alpha val="30000"/>
            </a:srgbClr>
          </a:solidFill>
          <a:ln w="0">
            <a:noFill/>
            <a:prstDash val="solid"/>
          </a:ln>
        </p:spPr>
      </p:sp>
      <p:sp>
        <p:nvSpPr>
          <p:cNvPr id="318" name="02_predicted_pose_3617">
            <a:extLst>
              <a:ext uri="{FF2B5EF4-FFF2-40B4-BE49-F238E27FC236}">
                <a16:creationId xmlns:a16="http://schemas.microsoft.com/office/drawing/2014/main" id="{8F3DA256-5E61-4905-9748-B980481212D9}"/>
              </a:ext>
            </a:extLst>
          </p:cNvPr>
          <p:cNvSpPr>
            <a:spLocks noGrp="1"/>
          </p:cNvSpPr>
          <p:nvPr/>
        </p:nvSpPr>
        <p:spPr>
          <a:xfrm>
            <a:off x="2336845" y="3397552"/>
            <a:ext cx="28398" cy="28398"/>
          </a:xfrm>
          <a:prstGeom prst="ellipse">
            <a:avLst/>
          </a:prstGeom>
          <a:solidFill>
            <a:srgbClr val="B57442">
              <a:alpha val="30000"/>
            </a:srgbClr>
          </a:solidFill>
          <a:ln w="0">
            <a:noFill/>
            <a:prstDash val="solid"/>
          </a:ln>
        </p:spPr>
      </p:sp>
      <p:sp>
        <p:nvSpPr>
          <p:cNvPr id="319" name="02_predicted_pose_3618">
            <a:extLst>
              <a:ext uri="{FF2B5EF4-FFF2-40B4-BE49-F238E27FC236}">
                <a16:creationId xmlns:a16="http://schemas.microsoft.com/office/drawing/2014/main" id="{68524052-0A72-47B4-B066-E88C55FE6159}"/>
              </a:ext>
            </a:extLst>
          </p:cNvPr>
          <p:cNvSpPr>
            <a:spLocks noGrp="1"/>
          </p:cNvSpPr>
          <p:nvPr/>
        </p:nvSpPr>
        <p:spPr>
          <a:xfrm>
            <a:off x="2429868" y="3282495"/>
            <a:ext cx="28398" cy="28398"/>
          </a:xfrm>
          <a:prstGeom prst="ellipse">
            <a:avLst/>
          </a:prstGeom>
          <a:solidFill>
            <a:srgbClr val="B57442">
              <a:alpha val="30000"/>
            </a:srgbClr>
          </a:solidFill>
          <a:ln w="0">
            <a:noFill/>
            <a:prstDash val="solid"/>
          </a:ln>
        </p:spPr>
      </p:sp>
      <p:sp>
        <p:nvSpPr>
          <p:cNvPr id="320" name="02_predicted_pose_3619">
            <a:extLst>
              <a:ext uri="{FF2B5EF4-FFF2-40B4-BE49-F238E27FC236}">
                <a16:creationId xmlns:a16="http://schemas.microsoft.com/office/drawing/2014/main" id="{384614D2-BA67-4A76-8617-B61AD07C3B83}"/>
              </a:ext>
            </a:extLst>
          </p:cNvPr>
          <p:cNvSpPr>
            <a:spLocks noGrp="1"/>
          </p:cNvSpPr>
          <p:nvPr/>
        </p:nvSpPr>
        <p:spPr>
          <a:xfrm>
            <a:off x="2522892" y="3280508"/>
            <a:ext cx="28398" cy="28398"/>
          </a:xfrm>
          <a:prstGeom prst="ellipse">
            <a:avLst/>
          </a:prstGeom>
          <a:solidFill>
            <a:srgbClr val="B57442">
              <a:alpha val="30000"/>
            </a:srgbClr>
          </a:solidFill>
          <a:ln w="0">
            <a:noFill/>
            <a:prstDash val="solid"/>
          </a:ln>
        </p:spPr>
      </p:sp>
      <p:sp>
        <p:nvSpPr>
          <p:cNvPr id="321" name="02_predicted_pose_3620">
            <a:extLst>
              <a:ext uri="{FF2B5EF4-FFF2-40B4-BE49-F238E27FC236}">
                <a16:creationId xmlns:a16="http://schemas.microsoft.com/office/drawing/2014/main" id="{039FE400-525B-4E34-88CC-8C5EE85773D7}"/>
              </a:ext>
            </a:extLst>
          </p:cNvPr>
          <p:cNvSpPr>
            <a:spLocks noGrp="1"/>
          </p:cNvSpPr>
          <p:nvPr/>
        </p:nvSpPr>
        <p:spPr>
          <a:xfrm>
            <a:off x="2615915" y="3282531"/>
            <a:ext cx="28398" cy="28398"/>
          </a:xfrm>
          <a:prstGeom prst="ellipse">
            <a:avLst/>
          </a:prstGeom>
          <a:solidFill>
            <a:srgbClr val="B57442">
              <a:alpha val="30000"/>
            </a:srgbClr>
          </a:solidFill>
          <a:ln w="0">
            <a:noFill/>
            <a:prstDash val="solid"/>
          </a:ln>
        </p:spPr>
      </p:sp>
      <p:sp>
        <p:nvSpPr>
          <p:cNvPr id="322" name="02_predicted_pose_3621">
            <a:extLst>
              <a:ext uri="{FF2B5EF4-FFF2-40B4-BE49-F238E27FC236}">
                <a16:creationId xmlns:a16="http://schemas.microsoft.com/office/drawing/2014/main" id="{B821AEC7-703C-4210-9F85-DEA6FAE16849}"/>
              </a:ext>
            </a:extLst>
          </p:cNvPr>
          <p:cNvSpPr>
            <a:spLocks noGrp="1"/>
          </p:cNvSpPr>
          <p:nvPr/>
        </p:nvSpPr>
        <p:spPr>
          <a:xfrm>
            <a:off x="2365441" y="3316059"/>
            <a:ext cx="28398" cy="28398"/>
          </a:xfrm>
          <a:prstGeom prst="ellipse">
            <a:avLst/>
          </a:prstGeom>
          <a:solidFill>
            <a:srgbClr val="B57442">
              <a:alpha val="30000"/>
            </a:srgbClr>
          </a:solidFill>
          <a:ln w="0">
            <a:noFill/>
            <a:prstDash val="solid"/>
          </a:ln>
        </p:spPr>
      </p:sp>
      <p:sp>
        <p:nvSpPr>
          <p:cNvPr id="323" name="02_predicted_pose_3622">
            <a:extLst>
              <a:ext uri="{FF2B5EF4-FFF2-40B4-BE49-F238E27FC236}">
                <a16:creationId xmlns:a16="http://schemas.microsoft.com/office/drawing/2014/main" id="{64EF4B4B-841A-4339-A69E-704545DB10A6}"/>
              </a:ext>
            </a:extLst>
          </p:cNvPr>
          <p:cNvSpPr>
            <a:spLocks noGrp="1"/>
          </p:cNvSpPr>
          <p:nvPr/>
        </p:nvSpPr>
        <p:spPr>
          <a:xfrm>
            <a:off x="2458464" y="3271110"/>
            <a:ext cx="28398" cy="28398"/>
          </a:xfrm>
          <a:prstGeom prst="ellipse">
            <a:avLst/>
          </a:prstGeom>
          <a:solidFill>
            <a:srgbClr val="B57442">
              <a:alpha val="30000"/>
            </a:srgbClr>
          </a:solidFill>
          <a:ln w="0">
            <a:noFill/>
            <a:prstDash val="solid"/>
          </a:ln>
        </p:spPr>
      </p:sp>
      <p:sp>
        <p:nvSpPr>
          <p:cNvPr id="324" name="02_predicted_pose_3623">
            <a:extLst>
              <a:ext uri="{FF2B5EF4-FFF2-40B4-BE49-F238E27FC236}">
                <a16:creationId xmlns:a16="http://schemas.microsoft.com/office/drawing/2014/main" id="{435E88F1-57CE-475C-AA5B-7D41401EEEA1}"/>
              </a:ext>
            </a:extLst>
          </p:cNvPr>
          <p:cNvSpPr>
            <a:spLocks noGrp="1"/>
          </p:cNvSpPr>
          <p:nvPr/>
        </p:nvSpPr>
        <p:spPr>
          <a:xfrm>
            <a:off x="2551488" y="3469555"/>
            <a:ext cx="28398" cy="28398"/>
          </a:xfrm>
          <a:prstGeom prst="ellipse">
            <a:avLst/>
          </a:prstGeom>
          <a:solidFill>
            <a:srgbClr val="B57442">
              <a:alpha val="30000"/>
            </a:srgbClr>
          </a:solidFill>
          <a:ln w="0">
            <a:noFill/>
            <a:prstDash val="solid"/>
          </a:ln>
        </p:spPr>
      </p:sp>
      <p:sp>
        <p:nvSpPr>
          <p:cNvPr id="325" name="02_predicted_pose_3624">
            <a:extLst>
              <a:ext uri="{FF2B5EF4-FFF2-40B4-BE49-F238E27FC236}">
                <a16:creationId xmlns:a16="http://schemas.microsoft.com/office/drawing/2014/main" id="{7F464FF9-E3BB-44FE-8212-CAD35A2C3B8B}"/>
              </a:ext>
            </a:extLst>
          </p:cNvPr>
          <p:cNvSpPr>
            <a:spLocks noGrp="1"/>
          </p:cNvSpPr>
          <p:nvPr/>
        </p:nvSpPr>
        <p:spPr>
          <a:xfrm>
            <a:off x="2301014" y="3264955"/>
            <a:ext cx="28398" cy="28398"/>
          </a:xfrm>
          <a:prstGeom prst="ellipse">
            <a:avLst/>
          </a:prstGeom>
          <a:solidFill>
            <a:srgbClr val="B57442">
              <a:alpha val="30000"/>
            </a:srgbClr>
          </a:solidFill>
          <a:ln w="0">
            <a:noFill/>
            <a:prstDash val="solid"/>
          </a:ln>
        </p:spPr>
      </p:sp>
      <p:sp>
        <p:nvSpPr>
          <p:cNvPr id="326" name="02_predicted_pose_3625">
            <a:extLst>
              <a:ext uri="{FF2B5EF4-FFF2-40B4-BE49-F238E27FC236}">
                <a16:creationId xmlns:a16="http://schemas.microsoft.com/office/drawing/2014/main" id="{A0E05BFA-1DB9-4CEA-9202-14B50F15C224}"/>
              </a:ext>
            </a:extLst>
          </p:cNvPr>
          <p:cNvSpPr>
            <a:spLocks noGrp="1"/>
          </p:cNvSpPr>
          <p:nvPr/>
        </p:nvSpPr>
        <p:spPr>
          <a:xfrm>
            <a:off x="2508077" y="3382376"/>
            <a:ext cx="28398" cy="28398"/>
          </a:xfrm>
          <a:prstGeom prst="ellipse">
            <a:avLst/>
          </a:prstGeom>
          <a:solidFill>
            <a:srgbClr val="B57442">
              <a:alpha val="30000"/>
            </a:srgbClr>
          </a:solidFill>
          <a:ln w="0">
            <a:noFill/>
            <a:prstDash val="solid"/>
          </a:ln>
        </p:spPr>
      </p:sp>
      <p:sp>
        <p:nvSpPr>
          <p:cNvPr id="327" name="02_predicted_pose_3626">
            <a:extLst>
              <a:ext uri="{FF2B5EF4-FFF2-40B4-BE49-F238E27FC236}">
                <a16:creationId xmlns:a16="http://schemas.microsoft.com/office/drawing/2014/main" id="{BB353A3F-507D-4FE4-ADDD-8274C6428FDA}"/>
              </a:ext>
            </a:extLst>
          </p:cNvPr>
          <p:cNvSpPr>
            <a:spLocks noGrp="1"/>
          </p:cNvSpPr>
          <p:nvPr/>
        </p:nvSpPr>
        <p:spPr>
          <a:xfrm>
            <a:off x="2601100" y="3316182"/>
            <a:ext cx="28398" cy="28398"/>
          </a:xfrm>
          <a:prstGeom prst="ellipse">
            <a:avLst/>
          </a:prstGeom>
          <a:solidFill>
            <a:srgbClr val="B57442">
              <a:alpha val="30000"/>
            </a:srgbClr>
          </a:solidFill>
          <a:ln w="0">
            <a:noFill/>
            <a:prstDash val="solid"/>
          </a:ln>
        </p:spPr>
      </p:sp>
      <p:sp>
        <p:nvSpPr>
          <p:cNvPr id="328" name="02_predicted_pose_3627">
            <a:extLst>
              <a:ext uri="{FF2B5EF4-FFF2-40B4-BE49-F238E27FC236}">
                <a16:creationId xmlns:a16="http://schemas.microsoft.com/office/drawing/2014/main" id="{C5D7F28E-ED18-494B-8DA7-81B85AEA596A}"/>
              </a:ext>
            </a:extLst>
          </p:cNvPr>
          <p:cNvSpPr>
            <a:spLocks noGrp="1"/>
          </p:cNvSpPr>
          <p:nvPr/>
        </p:nvSpPr>
        <p:spPr>
          <a:xfrm>
            <a:off x="2350626" y="3456827"/>
            <a:ext cx="28398" cy="28398"/>
          </a:xfrm>
          <a:prstGeom prst="ellipse">
            <a:avLst/>
          </a:prstGeom>
          <a:solidFill>
            <a:srgbClr val="B57442">
              <a:alpha val="30000"/>
            </a:srgbClr>
          </a:solidFill>
          <a:ln w="0">
            <a:noFill/>
            <a:prstDash val="solid"/>
          </a:ln>
        </p:spPr>
      </p:sp>
      <p:sp>
        <p:nvSpPr>
          <p:cNvPr id="329" name="02_predicted_pose_3628">
            <a:extLst>
              <a:ext uri="{FF2B5EF4-FFF2-40B4-BE49-F238E27FC236}">
                <a16:creationId xmlns:a16="http://schemas.microsoft.com/office/drawing/2014/main" id="{8BBCF1C6-DE48-4BEF-A03F-CAB51D24B944}"/>
              </a:ext>
            </a:extLst>
          </p:cNvPr>
          <p:cNvSpPr>
            <a:spLocks noGrp="1"/>
          </p:cNvSpPr>
          <p:nvPr/>
        </p:nvSpPr>
        <p:spPr>
          <a:xfrm>
            <a:off x="2443650" y="3305729"/>
            <a:ext cx="28398" cy="28398"/>
          </a:xfrm>
          <a:prstGeom prst="ellipse">
            <a:avLst/>
          </a:prstGeom>
          <a:solidFill>
            <a:srgbClr val="B57442">
              <a:alpha val="30000"/>
            </a:srgbClr>
          </a:solidFill>
          <a:ln w="0">
            <a:noFill/>
            <a:prstDash val="solid"/>
          </a:ln>
        </p:spPr>
      </p:sp>
      <p:sp>
        <p:nvSpPr>
          <p:cNvPr id="330" name="02_predicted_pose_3629">
            <a:extLst>
              <a:ext uri="{FF2B5EF4-FFF2-40B4-BE49-F238E27FC236}">
                <a16:creationId xmlns:a16="http://schemas.microsoft.com/office/drawing/2014/main" id="{D66ACCA1-2BC6-49DD-A231-96EC7BC2F663}"/>
              </a:ext>
            </a:extLst>
          </p:cNvPr>
          <p:cNvSpPr>
            <a:spLocks noGrp="1"/>
          </p:cNvSpPr>
          <p:nvPr/>
        </p:nvSpPr>
        <p:spPr>
          <a:xfrm>
            <a:off x="2536673" y="3405213"/>
            <a:ext cx="28398" cy="28398"/>
          </a:xfrm>
          <a:prstGeom prst="ellipse">
            <a:avLst/>
          </a:prstGeom>
          <a:solidFill>
            <a:srgbClr val="B57442">
              <a:alpha val="30000"/>
            </a:srgbClr>
          </a:solidFill>
          <a:ln w="0">
            <a:noFill/>
            <a:prstDash val="solid"/>
          </a:ln>
        </p:spPr>
      </p:sp>
      <p:sp>
        <p:nvSpPr>
          <p:cNvPr id="331" name="02_predicted_pose_3630">
            <a:extLst>
              <a:ext uri="{FF2B5EF4-FFF2-40B4-BE49-F238E27FC236}">
                <a16:creationId xmlns:a16="http://schemas.microsoft.com/office/drawing/2014/main" id="{DDF4F7FB-E91F-410E-AB0D-8C6E36567CA5}"/>
              </a:ext>
            </a:extLst>
          </p:cNvPr>
          <p:cNvSpPr>
            <a:spLocks noGrp="1"/>
          </p:cNvSpPr>
          <p:nvPr/>
        </p:nvSpPr>
        <p:spPr>
          <a:xfrm>
            <a:off x="2629696" y="3446911"/>
            <a:ext cx="28398" cy="28398"/>
          </a:xfrm>
          <a:prstGeom prst="ellipse">
            <a:avLst/>
          </a:prstGeom>
          <a:solidFill>
            <a:srgbClr val="B57442">
              <a:alpha val="30000"/>
            </a:srgbClr>
          </a:solidFill>
          <a:ln w="0">
            <a:noFill/>
            <a:prstDash val="solid"/>
          </a:ln>
        </p:spPr>
      </p:sp>
      <p:sp>
        <p:nvSpPr>
          <p:cNvPr id="332" name="02_predicted_pose_3631">
            <a:extLst>
              <a:ext uri="{FF2B5EF4-FFF2-40B4-BE49-F238E27FC236}">
                <a16:creationId xmlns:a16="http://schemas.microsoft.com/office/drawing/2014/main" id="{0BD10851-C69A-418E-919E-CDBC0179F274}"/>
              </a:ext>
            </a:extLst>
          </p:cNvPr>
          <p:cNvSpPr>
            <a:spLocks noGrp="1"/>
          </p:cNvSpPr>
          <p:nvPr/>
        </p:nvSpPr>
        <p:spPr>
          <a:xfrm>
            <a:off x="2379222" y="3326119"/>
            <a:ext cx="28398" cy="28398"/>
          </a:xfrm>
          <a:prstGeom prst="ellipse">
            <a:avLst/>
          </a:prstGeom>
          <a:solidFill>
            <a:srgbClr val="B57442">
              <a:alpha val="30000"/>
            </a:srgbClr>
          </a:solidFill>
          <a:ln w="0">
            <a:noFill/>
            <a:prstDash val="solid"/>
          </a:ln>
        </p:spPr>
      </p:sp>
      <p:sp>
        <p:nvSpPr>
          <p:cNvPr id="333" name="02_predicted_pose_3632">
            <a:extLst>
              <a:ext uri="{FF2B5EF4-FFF2-40B4-BE49-F238E27FC236}">
                <a16:creationId xmlns:a16="http://schemas.microsoft.com/office/drawing/2014/main" id="{EC010F38-A815-4426-B80E-17BC945D2EC9}"/>
              </a:ext>
            </a:extLst>
          </p:cNvPr>
          <p:cNvSpPr>
            <a:spLocks noGrp="1"/>
          </p:cNvSpPr>
          <p:nvPr/>
        </p:nvSpPr>
        <p:spPr>
          <a:xfrm>
            <a:off x="2472246" y="3454877"/>
            <a:ext cx="28398" cy="28398"/>
          </a:xfrm>
          <a:prstGeom prst="ellipse">
            <a:avLst/>
          </a:prstGeom>
          <a:solidFill>
            <a:srgbClr val="B57442">
              <a:alpha val="30000"/>
            </a:srgbClr>
          </a:solidFill>
          <a:ln w="0">
            <a:noFill/>
            <a:prstDash val="solid"/>
          </a:ln>
        </p:spPr>
      </p:sp>
      <p:sp>
        <p:nvSpPr>
          <p:cNvPr id="334" name="02_predicted_pose_3633">
            <a:extLst>
              <a:ext uri="{FF2B5EF4-FFF2-40B4-BE49-F238E27FC236}">
                <a16:creationId xmlns:a16="http://schemas.microsoft.com/office/drawing/2014/main" id="{3CA20B46-E244-48C5-913E-DC42A96FFB0F}"/>
              </a:ext>
            </a:extLst>
          </p:cNvPr>
          <p:cNvSpPr>
            <a:spLocks noGrp="1"/>
          </p:cNvSpPr>
          <p:nvPr/>
        </p:nvSpPr>
        <p:spPr>
          <a:xfrm>
            <a:off x="2436414" y="3444972"/>
            <a:ext cx="28398" cy="28398"/>
          </a:xfrm>
          <a:prstGeom prst="ellipse">
            <a:avLst/>
          </a:prstGeom>
          <a:solidFill>
            <a:srgbClr val="B57442">
              <a:alpha val="30000"/>
            </a:srgbClr>
          </a:solidFill>
          <a:ln w="0">
            <a:noFill/>
            <a:prstDash val="solid"/>
          </a:ln>
        </p:spPr>
      </p:sp>
      <p:sp>
        <p:nvSpPr>
          <p:cNvPr id="335" name="02_predicted_pose_3634">
            <a:extLst>
              <a:ext uri="{FF2B5EF4-FFF2-40B4-BE49-F238E27FC236}">
                <a16:creationId xmlns:a16="http://schemas.microsoft.com/office/drawing/2014/main" id="{2309ABCC-A892-429C-B07B-7E941E3CEAFA}"/>
              </a:ext>
            </a:extLst>
          </p:cNvPr>
          <p:cNvSpPr>
            <a:spLocks noGrp="1"/>
          </p:cNvSpPr>
          <p:nvPr/>
        </p:nvSpPr>
        <p:spPr>
          <a:xfrm>
            <a:off x="2450196" y="3395165"/>
            <a:ext cx="28398" cy="28398"/>
          </a:xfrm>
          <a:prstGeom prst="ellipse">
            <a:avLst/>
          </a:prstGeom>
          <a:solidFill>
            <a:srgbClr val="B57442">
              <a:alpha val="30000"/>
            </a:srgbClr>
          </a:solidFill>
          <a:ln w="0">
            <a:noFill/>
            <a:prstDash val="solid"/>
          </a:ln>
        </p:spPr>
      </p:sp>
      <p:sp>
        <p:nvSpPr>
          <p:cNvPr id="336" name="02_predicted_pose_3635">
            <a:extLst>
              <a:ext uri="{FF2B5EF4-FFF2-40B4-BE49-F238E27FC236}">
                <a16:creationId xmlns:a16="http://schemas.microsoft.com/office/drawing/2014/main" id="{A671A785-C6DF-4D28-AD9D-0C08B66D47C6}"/>
              </a:ext>
            </a:extLst>
          </p:cNvPr>
          <p:cNvSpPr>
            <a:spLocks noGrp="1"/>
          </p:cNvSpPr>
          <p:nvPr/>
        </p:nvSpPr>
        <p:spPr>
          <a:xfrm>
            <a:off x="2428146" y="3264657"/>
            <a:ext cx="28398" cy="28398"/>
          </a:xfrm>
          <a:prstGeom prst="ellipse">
            <a:avLst/>
          </a:prstGeom>
          <a:solidFill>
            <a:srgbClr val="B57442">
              <a:alpha val="30000"/>
            </a:srgbClr>
          </a:solidFill>
          <a:ln w="0">
            <a:noFill/>
            <a:prstDash val="solid"/>
          </a:ln>
        </p:spPr>
      </p:sp>
      <p:sp>
        <p:nvSpPr>
          <p:cNvPr id="337" name="02_predicted_pose_3636">
            <a:extLst>
              <a:ext uri="{FF2B5EF4-FFF2-40B4-BE49-F238E27FC236}">
                <a16:creationId xmlns:a16="http://schemas.microsoft.com/office/drawing/2014/main" id="{C5EA10A1-B13E-42E2-A76D-132919ABA441}"/>
              </a:ext>
            </a:extLst>
          </p:cNvPr>
          <p:cNvSpPr>
            <a:spLocks noGrp="1"/>
          </p:cNvSpPr>
          <p:nvPr/>
        </p:nvSpPr>
        <p:spPr>
          <a:xfrm>
            <a:off x="2455708" y="3225269"/>
            <a:ext cx="28398" cy="28398"/>
          </a:xfrm>
          <a:prstGeom prst="ellipse">
            <a:avLst/>
          </a:prstGeom>
          <a:solidFill>
            <a:srgbClr val="B57442">
              <a:alpha val="30000"/>
            </a:srgbClr>
          </a:solidFill>
          <a:ln w="0">
            <a:noFill/>
            <a:prstDash val="solid"/>
          </a:ln>
        </p:spPr>
      </p:sp>
      <p:sp>
        <p:nvSpPr>
          <p:cNvPr id="338" name="02_predicted_pose_3637">
            <a:extLst>
              <a:ext uri="{FF2B5EF4-FFF2-40B4-BE49-F238E27FC236}">
                <a16:creationId xmlns:a16="http://schemas.microsoft.com/office/drawing/2014/main" id="{3A3C498A-8906-4CF6-84EF-BFC00CF91408}"/>
              </a:ext>
            </a:extLst>
          </p:cNvPr>
          <p:cNvSpPr>
            <a:spLocks noGrp="1"/>
          </p:cNvSpPr>
          <p:nvPr/>
        </p:nvSpPr>
        <p:spPr>
          <a:xfrm>
            <a:off x="2483271" y="3354163"/>
            <a:ext cx="28398" cy="28398"/>
          </a:xfrm>
          <a:prstGeom prst="ellipse">
            <a:avLst/>
          </a:prstGeom>
          <a:solidFill>
            <a:srgbClr val="B57442">
              <a:alpha val="30000"/>
            </a:srgbClr>
          </a:solidFill>
          <a:ln w="0">
            <a:noFill/>
            <a:prstDash val="solid"/>
          </a:ln>
        </p:spPr>
      </p:sp>
      <p:sp>
        <p:nvSpPr>
          <p:cNvPr id="339" name="02_predicted_pose_3638">
            <a:extLst>
              <a:ext uri="{FF2B5EF4-FFF2-40B4-BE49-F238E27FC236}">
                <a16:creationId xmlns:a16="http://schemas.microsoft.com/office/drawing/2014/main" id="{AE706CFA-A631-41C2-A6B9-E5C557AF11CB}"/>
              </a:ext>
            </a:extLst>
          </p:cNvPr>
          <p:cNvSpPr>
            <a:spLocks noGrp="1"/>
          </p:cNvSpPr>
          <p:nvPr/>
        </p:nvSpPr>
        <p:spPr>
          <a:xfrm>
            <a:off x="2465700" y="3382422"/>
            <a:ext cx="28398" cy="28398"/>
          </a:xfrm>
          <a:prstGeom prst="ellipse">
            <a:avLst/>
          </a:prstGeom>
          <a:solidFill>
            <a:srgbClr val="B57442">
              <a:alpha val="30000"/>
            </a:srgbClr>
          </a:solidFill>
          <a:ln w="0">
            <a:noFill/>
            <a:prstDash val="solid"/>
          </a:ln>
        </p:spPr>
      </p:sp>
      <p:sp>
        <p:nvSpPr>
          <p:cNvPr id="340" name="02_predicted_pose_3639">
            <a:extLst>
              <a:ext uri="{FF2B5EF4-FFF2-40B4-BE49-F238E27FC236}">
                <a16:creationId xmlns:a16="http://schemas.microsoft.com/office/drawing/2014/main" id="{76DDC2B0-B27F-4D82-9FA5-866A8D4A985F}"/>
              </a:ext>
            </a:extLst>
          </p:cNvPr>
          <p:cNvSpPr>
            <a:spLocks noGrp="1"/>
          </p:cNvSpPr>
          <p:nvPr/>
        </p:nvSpPr>
        <p:spPr>
          <a:xfrm>
            <a:off x="2308249" y="3478465"/>
            <a:ext cx="28398" cy="28398"/>
          </a:xfrm>
          <a:prstGeom prst="ellipse">
            <a:avLst/>
          </a:prstGeom>
          <a:solidFill>
            <a:srgbClr val="B57442">
              <a:alpha val="30000"/>
            </a:srgbClr>
          </a:solidFill>
          <a:ln w="0">
            <a:noFill/>
            <a:prstDash val="solid"/>
          </a:ln>
        </p:spPr>
      </p:sp>
      <p:sp>
        <p:nvSpPr>
          <p:cNvPr id="341" name="02_predicted_pose_3640">
            <a:extLst>
              <a:ext uri="{FF2B5EF4-FFF2-40B4-BE49-F238E27FC236}">
                <a16:creationId xmlns:a16="http://schemas.microsoft.com/office/drawing/2014/main" id="{3325E8F0-65A5-49F8-81C9-4117CC4F5F46}"/>
              </a:ext>
            </a:extLst>
          </p:cNvPr>
          <p:cNvSpPr>
            <a:spLocks noGrp="1"/>
          </p:cNvSpPr>
          <p:nvPr/>
        </p:nvSpPr>
        <p:spPr>
          <a:xfrm>
            <a:off x="2494296" y="3450672"/>
            <a:ext cx="28398" cy="28398"/>
          </a:xfrm>
          <a:prstGeom prst="ellipse">
            <a:avLst/>
          </a:prstGeom>
          <a:solidFill>
            <a:srgbClr val="B57442">
              <a:alpha val="30000"/>
            </a:srgbClr>
          </a:solidFill>
          <a:ln w="0">
            <a:noFill/>
            <a:prstDash val="solid"/>
          </a:ln>
        </p:spPr>
      </p:sp>
      <p:sp>
        <p:nvSpPr>
          <p:cNvPr id="342" name="02_predicted_pose_3641">
            <a:extLst>
              <a:ext uri="{FF2B5EF4-FFF2-40B4-BE49-F238E27FC236}">
                <a16:creationId xmlns:a16="http://schemas.microsoft.com/office/drawing/2014/main" id="{B9B4FA6B-8B0E-4612-8115-56146F134A49}"/>
              </a:ext>
            </a:extLst>
          </p:cNvPr>
          <p:cNvSpPr>
            <a:spLocks noGrp="1"/>
          </p:cNvSpPr>
          <p:nvPr/>
        </p:nvSpPr>
        <p:spPr>
          <a:xfrm>
            <a:off x="2336845" y="3434261"/>
            <a:ext cx="28398" cy="28398"/>
          </a:xfrm>
          <a:prstGeom prst="ellipse">
            <a:avLst/>
          </a:prstGeom>
          <a:solidFill>
            <a:srgbClr val="B57442">
              <a:alpha val="30000"/>
            </a:srgbClr>
          </a:solidFill>
          <a:ln w="0">
            <a:noFill/>
            <a:prstDash val="solid"/>
          </a:ln>
        </p:spPr>
      </p:sp>
      <p:sp>
        <p:nvSpPr>
          <p:cNvPr id="343" name="02_predicted_pose_3642">
            <a:extLst>
              <a:ext uri="{FF2B5EF4-FFF2-40B4-BE49-F238E27FC236}">
                <a16:creationId xmlns:a16="http://schemas.microsoft.com/office/drawing/2014/main" id="{B284D210-4F36-43F1-B668-520BEEAD8F3F}"/>
              </a:ext>
            </a:extLst>
          </p:cNvPr>
          <p:cNvSpPr>
            <a:spLocks noGrp="1"/>
          </p:cNvSpPr>
          <p:nvPr/>
        </p:nvSpPr>
        <p:spPr>
          <a:xfrm>
            <a:off x="2474657" y="3546400"/>
            <a:ext cx="28398" cy="28398"/>
          </a:xfrm>
          <a:prstGeom prst="ellipse">
            <a:avLst/>
          </a:prstGeom>
          <a:solidFill>
            <a:srgbClr val="B57442">
              <a:alpha val="30000"/>
            </a:srgbClr>
          </a:solidFill>
          <a:ln w="0">
            <a:noFill/>
            <a:prstDash val="solid"/>
          </a:ln>
        </p:spPr>
      </p:sp>
      <p:sp>
        <p:nvSpPr>
          <p:cNvPr id="344" name="02_predicted_pose_3643">
            <a:extLst>
              <a:ext uri="{FF2B5EF4-FFF2-40B4-BE49-F238E27FC236}">
                <a16:creationId xmlns:a16="http://schemas.microsoft.com/office/drawing/2014/main" id="{031AC620-6D4C-42E1-B794-781EF849440E}"/>
              </a:ext>
            </a:extLst>
          </p:cNvPr>
          <p:cNvSpPr>
            <a:spLocks noGrp="1"/>
          </p:cNvSpPr>
          <p:nvPr/>
        </p:nvSpPr>
        <p:spPr>
          <a:xfrm>
            <a:off x="2488439" y="3252032"/>
            <a:ext cx="28398" cy="28398"/>
          </a:xfrm>
          <a:prstGeom prst="ellipse">
            <a:avLst/>
          </a:prstGeom>
          <a:solidFill>
            <a:srgbClr val="B57442">
              <a:alpha val="30000"/>
            </a:srgbClr>
          </a:solidFill>
          <a:ln w="0">
            <a:noFill/>
            <a:prstDash val="solid"/>
          </a:ln>
        </p:spPr>
      </p:sp>
      <p:sp>
        <p:nvSpPr>
          <p:cNvPr id="345" name="02_predicted_pose_3644">
            <a:extLst>
              <a:ext uri="{FF2B5EF4-FFF2-40B4-BE49-F238E27FC236}">
                <a16:creationId xmlns:a16="http://schemas.microsoft.com/office/drawing/2014/main" id="{4E49CD5C-3ABA-4366-BDC2-ABF00D864DD1}"/>
              </a:ext>
            </a:extLst>
          </p:cNvPr>
          <p:cNvSpPr>
            <a:spLocks noGrp="1"/>
          </p:cNvSpPr>
          <p:nvPr/>
        </p:nvSpPr>
        <p:spPr>
          <a:xfrm>
            <a:off x="2529782" y="3537550"/>
            <a:ext cx="28398" cy="28398"/>
          </a:xfrm>
          <a:prstGeom prst="ellipse">
            <a:avLst/>
          </a:prstGeom>
          <a:solidFill>
            <a:srgbClr val="B57442">
              <a:alpha val="30000"/>
            </a:srgbClr>
          </a:solidFill>
          <a:ln w="0">
            <a:noFill/>
            <a:prstDash val="solid"/>
          </a:ln>
        </p:spPr>
      </p:sp>
      <p:sp>
        <p:nvSpPr>
          <p:cNvPr id="346" name="02_predicted_pose_3645">
            <a:extLst>
              <a:ext uri="{FF2B5EF4-FFF2-40B4-BE49-F238E27FC236}">
                <a16:creationId xmlns:a16="http://schemas.microsoft.com/office/drawing/2014/main" id="{1C2B83D2-3E22-4A96-9B1E-5AACBADFD98E}"/>
              </a:ext>
            </a:extLst>
          </p:cNvPr>
          <p:cNvSpPr>
            <a:spLocks noGrp="1"/>
          </p:cNvSpPr>
          <p:nvPr/>
        </p:nvSpPr>
        <p:spPr>
          <a:xfrm>
            <a:off x="2543564" y="3151597"/>
            <a:ext cx="28398" cy="28398"/>
          </a:xfrm>
          <a:prstGeom prst="ellipse">
            <a:avLst/>
          </a:prstGeom>
          <a:solidFill>
            <a:srgbClr val="B57442">
              <a:alpha val="30000"/>
            </a:srgbClr>
          </a:solidFill>
          <a:ln w="0">
            <a:noFill/>
            <a:prstDash val="solid"/>
          </a:ln>
        </p:spPr>
      </p:sp>
      <p:sp>
        <p:nvSpPr>
          <p:cNvPr id="347" name="02_predicted_pose_3646">
            <a:extLst>
              <a:ext uri="{FF2B5EF4-FFF2-40B4-BE49-F238E27FC236}">
                <a16:creationId xmlns:a16="http://schemas.microsoft.com/office/drawing/2014/main" id="{CB01587C-1682-487C-96DC-83DB49209D57}"/>
              </a:ext>
            </a:extLst>
          </p:cNvPr>
          <p:cNvSpPr>
            <a:spLocks noGrp="1"/>
          </p:cNvSpPr>
          <p:nvPr/>
        </p:nvSpPr>
        <p:spPr>
          <a:xfrm>
            <a:off x="2584907" y="3216290"/>
            <a:ext cx="28398" cy="28398"/>
          </a:xfrm>
          <a:prstGeom prst="ellipse">
            <a:avLst/>
          </a:prstGeom>
          <a:solidFill>
            <a:srgbClr val="B57442">
              <a:alpha val="30000"/>
            </a:srgbClr>
          </a:solidFill>
          <a:ln w="0">
            <a:noFill/>
            <a:prstDash val="solid"/>
          </a:ln>
        </p:spPr>
      </p:sp>
      <p:sp>
        <p:nvSpPr>
          <p:cNvPr id="348" name="02_predicted_pose_3647">
            <a:extLst>
              <a:ext uri="{FF2B5EF4-FFF2-40B4-BE49-F238E27FC236}">
                <a16:creationId xmlns:a16="http://schemas.microsoft.com/office/drawing/2014/main" id="{73E88EFB-7697-4C7F-AE24-18C0AABFC8FC}"/>
              </a:ext>
            </a:extLst>
          </p:cNvPr>
          <p:cNvSpPr>
            <a:spLocks noGrp="1"/>
          </p:cNvSpPr>
          <p:nvPr/>
        </p:nvSpPr>
        <p:spPr>
          <a:xfrm>
            <a:off x="2598689" y="3513354"/>
            <a:ext cx="28398" cy="28398"/>
          </a:xfrm>
          <a:prstGeom prst="ellipse">
            <a:avLst/>
          </a:prstGeom>
          <a:solidFill>
            <a:srgbClr val="B57442">
              <a:alpha val="30000"/>
            </a:srgbClr>
          </a:solidFill>
          <a:ln w="0">
            <a:noFill/>
            <a:prstDash val="solid"/>
          </a:ln>
        </p:spPr>
      </p:sp>
      <p:sp>
        <p:nvSpPr>
          <p:cNvPr id="349" name="02_predicted_pose_3648">
            <a:extLst>
              <a:ext uri="{FF2B5EF4-FFF2-40B4-BE49-F238E27FC236}">
                <a16:creationId xmlns:a16="http://schemas.microsoft.com/office/drawing/2014/main" id="{0BA4AEEF-4193-4CE4-B26F-A1ACF1D45628}"/>
              </a:ext>
            </a:extLst>
          </p:cNvPr>
          <p:cNvSpPr>
            <a:spLocks noGrp="1"/>
          </p:cNvSpPr>
          <p:nvPr/>
        </p:nvSpPr>
        <p:spPr>
          <a:xfrm>
            <a:off x="2330644" y="3572639"/>
            <a:ext cx="28398" cy="28398"/>
          </a:xfrm>
          <a:prstGeom prst="ellipse">
            <a:avLst/>
          </a:prstGeom>
          <a:solidFill>
            <a:srgbClr val="B57442">
              <a:alpha val="30000"/>
            </a:srgbClr>
          </a:solidFill>
          <a:ln w="0">
            <a:noFill/>
            <a:prstDash val="solid"/>
          </a:ln>
        </p:spPr>
      </p:sp>
      <p:sp>
        <p:nvSpPr>
          <p:cNvPr id="350" name="02_predicted_pose_3649">
            <a:extLst>
              <a:ext uri="{FF2B5EF4-FFF2-40B4-BE49-F238E27FC236}">
                <a16:creationId xmlns:a16="http://schemas.microsoft.com/office/drawing/2014/main" id="{455C158A-2CA0-4F61-9BD2-9FA570F73851}"/>
              </a:ext>
            </a:extLst>
          </p:cNvPr>
          <p:cNvSpPr>
            <a:spLocks noGrp="1"/>
          </p:cNvSpPr>
          <p:nvPr/>
        </p:nvSpPr>
        <p:spPr>
          <a:xfrm>
            <a:off x="2423667" y="3479161"/>
            <a:ext cx="28398" cy="28398"/>
          </a:xfrm>
          <a:prstGeom prst="ellipse">
            <a:avLst/>
          </a:prstGeom>
          <a:solidFill>
            <a:srgbClr val="B57442">
              <a:alpha val="30000"/>
            </a:srgbClr>
          </a:solidFill>
          <a:ln w="0">
            <a:noFill/>
            <a:prstDash val="solid"/>
          </a:ln>
        </p:spPr>
      </p:sp>
      <p:sp>
        <p:nvSpPr>
          <p:cNvPr id="351" name="02_predicted_pose_3650">
            <a:extLst>
              <a:ext uri="{FF2B5EF4-FFF2-40B4-BE49-F238E27FC236}">
                <a16:creationId xmlns:a16="http://schemas.microsoft.com/office/drawing/2014/main" id="{C8C3A60D-A8D7-4893-BC9A-C1D719B718BE}"/>
              </a:ext>
            </a:extLst>
          </p:cNvPr>
          <p:cNvSpPr>
            <a:spLocks noGrp="1"/>
          </p:cNvSpPr>
          <p:nvPr/>
        </p:nvSpPr>
        <p:spPr>
          <a:xfrm>
            <a:off x="2359240" y="3034243"/>
            <a:ext cx="28398" cy="28398"/>
          </a:xfrm>
          <a:prstGeom prst="ellipse">
            <a:avLst/>
          </a:prstGeom>
          <a:solidFill>
            <a:srgbClr val="B57442">
              <a:alpha val="30000"/>
            </a:srgbClr>
          </a:solidFill>
          <a:ln w="0">
            <a:noFill/>
            <a:prstDash val="solid"/>
          </a:ln>
        </p:spPr>
      </p:sp>
      <p:sp>
        <p:nvSpPr>
          <p:cNvPr id="352" name="02_predicted_pose_3651">
            <a:extLst>
              <a:ext uri="{FF2B5EF4-FFF2-40B4-BE49-F238E27FC236}">
                <a16:creationId xmlns:a16="http://schemas.microsoft.com/office/drawing/2014/main" id="{9AB161D6-B8D0-4B5B-8A57-678875443995}"/>
              </a:ext>
            </a:extLst>
          </p:cNvPr>
          <p:cNvSpPr>
            <a:spLocks noGrp="1"/>
          </p:cNvSpPr>
          <p:nvPr/>
        </p:nvSpPr>
        <p:spPr>
          <a:xfrm>
            <a:off x="2452263" y="3276460"/>
            <a:ext cx="28398" cy="28398"/>
          </a:xfrm>
          <a:prstGeom prst="ellipse">
            <a:avLst/>
          </a:prstGeom>
          <a:solidFill>
            <a:srgbClr val="B57442">
              <a:alpha val="30000"/>
            </a:srgbClr>
          </a:solidFill>
          <a:ln w="0">
            <a:noFill/>
            <a:prstDash val="solid"/>
          </a:ln>
        </p:spPr>
      </p:sp>
      <p:sp>
        <p:nvSpPr>
          <p:cNvPr id="353" name="02_predicted_pose_3652">
            <a:extLst>
              <a:ext uri="{FF2B5EF4-FFF2-40B4-BE49-F238E27FC236}">
                <a16:creationId xmlns:a16="http://schemas.microsoft.com/office/drawing/2014/main" id="{A8F7E61C-FE08-4466-AEBC-8032D1EE053D}"/>
              </a:ext>
            </a:extLst>
          </p:cNvPr>
          <p:cNvSpPr>
            <a:spLocks noGrp="1"/>
          </p:cNvSpPr>
          <p:nvPr/>
        </p:nvSpPr>
        <p:spPr>
          <a:xfrm>
            <a:off x="2501531" y="3127418"/>
            <a:ext cx="28398" cy="28398"/>
          </a:xfrm>
          <a:prstGeom prst="ellipse">
            <a:avLst/>
          </a:prstGeom>
          <a:solidFill>
            <a:srgbClr val="B57442">
              <a:alpha val="30000"/>
            </a:srgbClr>
          </a:solidFill>
          <a:ln w="0">
            <a:noFill/>
            <a:prstDash val="solid"/>
          </a:ln>
        </p:spPr>
      </p:sp>
      <p:sp>
        <p:nvSpPr>
          <p:cNvPr id="354" name="02_predicted_pose_3653">
            <a:extLst>
              <a:ext uri="{FF2B5EF4-FFF2-40B4-BE49-F238E27FC236}">
                <a16:creationId xmlns:a16="http://schemas.microsoft.com/office/drawing/2014/main" id="{2A261FBF-C52B-410C-9473-E0BB6991DC4B}"/>
              </a:ext>
            </a:extLst>
          </p:cNvPr>
          <p:cNvSpPr>
            <a:spLocks noGrp="1"/>
          </p:cNvSpPr>
          <p:nvPr/>
        </p:nvSpPr>
        <p:spPr>
          <a:xfrm>
            <a:off x="2338912" y="3173302"/>
            <a:ext cx="28398" cy="28398"/>
          </a:xfrm>
          <a:prstGeom prst="ellipse">
            <a:avLst/>
          </a:prstGeom>
          <a:solidFill>
            <a:srgbClr val="B57442">
              <a:alpha val="30000"/>
            </a:srgbClr>
          </a:solidFill>
          <a:ln w="0">
            <a:noFill/>
            <a:prstDash val="solid"/>
          </a:ln>
        </p:spPr>
      </p:sp>
      <p:sp>
        <p:nvSpPr>
          <p:cNvPr id="355" name="02_predicted_pose_3654">
            <a:extLst>
              <a:ext uri="{FF2B5EF4-FFF2-40B4-BE49-F238E27FC236}">
                <a16:creationId xmlns:a16="http://schemas.microsoft.com/office/drawing/2014/main" id="{5E6FC5F2-F16F-4797-9536-A31222E4CB8C}"/>
              </a:ext>
            </a:extLst>
          </p:cNvPr>
          <p:cNvSpPr>
            <a:spLocks noGrp="1"/>
          </p:cNvSpPr>
          <p:nvPr/>
        </p:nvSpPr>
        <p:spPr>
          <a:xfrm>
            <a:off x="2366475" y="3187089"/>
            <a:ext cx="28398" cy="28398"/>
          </a:xfrm>
          <a:prstGeom prst="ellipse">
            <a:avLst/>
          </a:prstGeom>
          <a:solidFill>
            <a:srgbClr val="B57442">
              <a:alpha val="30000"/>
            </a:srgbClr>
          </a:solidFill>
          <a:ln w="0">
            <a:noFill/>
            <a:prstDash val="solid"/>
          </a:ln>
        </p:spPr>
      </p:sp>
      <p:sp>
        <p:nvSpPr>
          <p:cNvPr id="356" name="02_predicted_pose_3655">
            <a:extLst>
              <a:ext uri="{FF2B5EF4-FFF2-40B4-BE49-F238E27FC236}">
                <a16:creationId xmlns:a16="http://schemas.microsoft.com/office/drawing/2014/main" id="{BD19642B-5DB7-4656-A5E7-CD66DA5944B6}"/>
              </a:ext>
            </a:extLst>
          </p:cNvPr>
          <p:cNvSpPr>
            <a:spLocks noGrp="1"/>
          </p:cNvSpPr>
          <p:nvPr/>
        </p:nvSpPr>
        <p:spPr>
          <a:xfrm>
            <a:off x="2592487" y="3090482"/>
            <a:ext cx="28398" cy="28398"/>
          </a:xfrm>
          <a:prstGeom prst="ellipse">
            <a:avLst/>
          </a:prstGeom>
          <a:solidFill>
            <a:srgbClr val="B57442">
              <a:alpha val="30000"/>
            </a:srgbClr>
          </a:solidFill>
          <a:ln w="0">
            <a:noFill/>
            <a:prstDash val="solid"/>
          </a:ln>
        </p:spPr>
      </p:sp>
      <p:sp>
        <p:nvSpPr>
          <p:cNvPr id="357" name="02_predicted_pose_3656">
            <a:extLst>
              <a:ext uri="{FF2B5EF4-FFF2-40B4-BE49-F238E27FC236}">
                <a16:creationId xmlns:a16="http://schemas.microsoft.com/office/drawing/2014/main" id="{0C986063-F197-4A59-AAAF-540BACCE9182}"/>
              </a:ext>
            </a:extLst>
          </p:cNvPr>
          <p:cNvSpPr>
            <a:spLocks noGrp="1"/>
          </p:cNvSpPr>
          <p:nvPr/>
        </p:nvSpPr>
        <p:spPr>
          <a:xfrm>
            <a:off x="2466733" y="3408580"/>
            <a:ext cx="28398" cy="28398"/>
          </a:xfrm>
          <a:prstGeom prst="ellipse">
            <a:avLst/>
          </a:prstGeom>
          <a:solidFill>
            <a:srgbClr val="B57442">
              <a:alpha val="30000"/>
            </a:srgbClr>
          </a:solidFill>
          <a:ln w="0">
            <a:noFill/>
            <a:prstDash val="solid"/>
          </a:ln>
        </p:spPr>
      </p:sp>
      <p:sp>
        <p:nvSpPr>
          <p:cNvPr id="358" name="02_predicted_pose_3657">
            <a:extLst>
              <a:ext uri="{FF2B5EF4-FFF2-40B4-BE49-F238E27FC236}">
                <a16:creationId xmlns:a16="http://schemas.microsoft.com/office/drawing/2014/main" id="{2BEE0C4D-BEEC-4113-ABEA-9DC75643C4A6}"/>
              </a:ext>
            </a:extLst>
          </p:cNvPr>
          <p:cNvSpPr>
            <a:spLocks noGrp="1"/>
          </p:cNvSpPr>
          <p:nvPr/>
        </p:nvSpPr>
        <p:spPr>
          <a:xfrm>
            <a:off x="2345114" y="3293743"/>
            <a:ext cx="28398" cy="28398"/>
          </a:xfrm>
          <a:prstGeom prst="ellipse">
            <a:avLst/>
          </a:prstGeom>
          <a:solidFill>
            <a:srgbClr val="B57442">
              <a:alpha val="30000"/>
            </a:srgbClr>
          </a:solidFill>
          <a:ln w="0">
            <a:noFill/>
            <a:prstDash val="solid"/>
          </a:ln>
        </p:spPr>
      </p:sp>
      <p:sp>
        <p:nvSpPr>
          <p:cNvPr id="359" name="02_predicted_pose_3658">
            <a:extLst>
              <a:ext uri="{FF2B5EF4-FFF2-40B4-BE49-F238E27FC236}">
                <a16:creationId xmlns:a16="http://schemas.microsoft.com/office/drawing/2014/main" id="{FCAE3319-527B-488B-B689-0352D1978E05}"/>
              </a:ext>
            </a:extLst>
          </p:cNvPr>
          <p:cNvSpPr>
            <a:spLocks noGrp="1"/>
          </p:cNvSpPr>
          <p:nvPr/>
        </p:nvSpPr>
        <p:spPr>
          <a:xfrm>
            <a:off x="2386458" y="3205612"/>
            <a:ext cx="28398" cy="28398"/>
          </a:xfrm>
          <a:prstGeom prst="ellipse">
            <a:avLst/>
          </a:prstGeom>
          <a:solidFill>
            <a:srgbClr val="B57442">
              <a:alpha val="30000"/>
            </a:srgbClr>
          </a:solidFill>
          <a:ln w="0">
            <a:noFill/>
            <a:prstDash val="solid"/>
          </a:ln>
        </p:spPr>
      </p:sp>
      <p:sp>
        <p:nvSpPr>
          <p:cNvPr id="360" name="02_predicted_pose_3659">
            <a:extLst>
              <a:ext uri="{FF2B5EF4-FFF2-40B4-BE49-F238E27FC236}">
                <a16:creationId xmlns:a16="http://schemas.microsoft.com/office/drawing/2014/main" id="{29708643-97CF-499C-A221-BB308C054C89}"/>
              </a:ext>
            </a:extLst>
          </p:cNvPr>
          <p:cNvSpPr>
            <a:spLocks noGrp="1"/>
          </p:cNvSpPr>
          <p:nvPr/>
        </p:nvSpPr>
        <p:spPr>
          <a:xfrm>
            <a:off x="2427801" y="3602076"/>
            <a:ext cx="28398" cy="28398"/>
          </a:xfrm>
          <a:prstGeom prst="ellipse">
            <a:avLst/>
          </a:prstGeom>
          <a:solidFill>
            <a:srgbClr val="B57442">
              <a:alpha val="30000"/>
            </a:srgbClr>
          </a:solidFill>
          <a:ln w="0">
            <a:noFill/>
            <a:prstDash val="solid"/>
          </a:ln>
        </p:spPr>
      </p:sp>
      <p:sp>
        <p:nvSpPr>
          <p:cNvPr id="361" name="02_predicted_pose_3660">
            <a:extLst>
              <a:ext uri="{FF2B5EF4-FFF2-40B4-BE49-F238E27FC236}">
                <a16:creationId xmlns:a16="http://schemas.microsoft.com/office/drawing/2014/main" id="{592B4E16-CD6F-4CB7-BB7E-2BFC8BCF3F42}"/>
              </a:ext>
            </a:extLst>
          </p:cNvPr>
          <p:cNvSpPr>
            <a:spLocks noGrp="1"/>
          </p:cNvSpPr>
          <p:nvPr/>
        </p:nvSpPr>
        <p:spPr>
          <a:xfrm>
            <a:off x="2602134" y="3174093"/>
            <a:ext cx="28398" cy="28398"/>
          </a:xfrm>
          <a:prstGeom prst="ellipse">
            <a:avLst/>
          </a:prstGeom>
          <a:solidFill>
            <a:srgbClr val="B57442">
              <a:alpha val="30000"/>
            </a:srgbClr>
          </a:solidFill>
          <a:ln w="0">
            <a:noFill/>
            <a:prstDash val="solid"/>
          </a:ln>
        </p:spPr>
      </p:sp>
      <p:sp>
        <p:nvSpPr>
          <p:cNvPr id="362" name="02_predicted_pose_3661">
            <a:extLst>
              <a:ext uri="{FF2B5EF4-FFF2-40B4-BE49-F238E27FC236}">
                <a16:creationId xmlns:a16="http://schemas.microsoft.com/office/drawing/2014/main" id="{A0CDA088-8036-4533-A681-EB6798BF9BD9}"/>
              </a:ext>
            </a:extLst>
          </p:cNvPr>
          <p:cNvSpPr>
            <a:spLocks noGrp="1"/>
          </p:cNvSpPr>
          <p:nvPr/>
        </p:nvSpPr>
        <p:spPr>
          <a:xfrm>
            <a:off x="2299980" y="3380210"/>
            <a:ext cx="28398" cy="28398"/>
          </a:xfrm>
          <a:prstGeom prst="ellipse">
            <a:avLst/>
          </a:prstGeom>
          <a:solidFill>
            <a:srgbClr val="B57442">
              <a:alpha val="30000"/>
            </a:srgbClr>
          </a:solidFill>
          <a:ln w="0">
            <a:noFill/>
            <a:prstDash val="solid"/>
          </a:ln>
        </p:spPr>
      </p:sp>
      <p:sp>
        <p:nvSpPr>
          <p:cNvPr id="363" name="02_predicted_pose_3662">
            <a:extLst>
              <a:ext uri="{FF2B5EF4-FFF2-40B4-BE49-F238E27FC236}">
                <a16:creationId xmlns:a16="http://schemas.microsoft.com/office/drawing/2014/main" id="{2F28AD4D-66B4-48B0-ACF7-99B6B41C0A61}"/>
              </a:ext>
            </a:extLst>
          </p:cNvPr>
          <p:cNvSpPr>
            <a:spLocks noGrp="1"/>
          </p:cNvSpPr>
          <p:nvPr/>
        </p:nvSpPr>
        <p:spPr>
          <a:xfrm>
            <a:off x="2509800" y="3390740"/>
            <a:ext cx="28398" cy="28398"/>
          </a:xfrm>
          <a:prstGeom prst="ellipse">
            <a:avLst/>
          </a:prstGeom>
          <a:solidFill>
            <a:srgbClr val="B57442">
              <a:alpha val="30000"/>
            </a:srgbClr>
          </a:solidFill>
          <a:ln w="0">
            <a:noFill/>
            <a:prstDash val="solid"/>
          </a:ln>
        </p:spPr>
      </p:sp>
      <p:sp>
        <p:nvSpPr>
          <p:cNvPr id="364" name="02_predicted_pose_3663">
            <a:extLst>
              <a:ext uri="{FF2B5EF4-FFF2-40B4-BE49-F238E27FC236}">
                <a16:creationId xmlns:a16="http://schemas.microsoft.com/office/drawing/2014/main" id="{D272518E-5EDE-49FF-85E6-391879B8E15E}"/>
              </a:ext>
            </a:extLst>
          </p:cNvPr>
          <p:cNvSpPr>
            <a:spLocks noGrp="1"/>
          </p:cNvSpPr>
          <p:nvPr/>
        </p:nvSpPr>
        <p:spPr>
          <a:xfrm>
            <a:off x="2602823" y="3315601"/>
            <a:ext cx="28398" cy="28398"/>
          </a:xfrm>
          <a:prstGeom prst="ellipse">
            <a:avLst/>
          </a:prstGeom>
          <a:solidFill>
            <a:srgbClr val="B57442">
              <a:alpha val="30000"/>
            </a:srgbClr>
          </a:solidFill>
          <a:ln w="0">
            <a:noFill/>
            <a:prstDash val="solid"/>
          </a:ln>
        </p:spPr>
      </p:sp>
      <p:sp>
        <p:nvSpPr>
          <p:cNvPr id="365" name="02_predicted_pose_3664">
            <a:extLst>
              <a:ext uri="{FF2B5EF4-FFF2-40B4-BE49-F238E27FC236}">
                <a16:creationId xmlns:a16="http://schemas.microsoft.com/office/drawing/2014/main" id="{D6452400-0FE2-4C12-B6D4-E7A8D2422561}"/>
              </a:ext>
            </a:extLst>
          </p:cNvPr>
          <p:cNvSpPr>
            <a:spLocks noGrp="1"/>
          </p:cNvSpPr>
          <p:nvPr/>
        </p:nvSpPr>
        <p:spPr>
          <a:xfrm>
            <a:off x="2433658" y="2734778"/>
            <a:ext cx="28398" cy="28398"/>
          </a:xfrm>
          <a:prstGeom prst="ellipse">
            <a:avLst/>
          </a:prstGeom>
          <a:solidFill>
            <a:srgbClr val="B57442">
              <a:alpha val="30000"/>
            </a:srgbClr>
          </a:solidFill>
          <a:ln w="0">
            <a:noFill/>
            <a:prstDash val="solid"/>
          </a:ln>
        </p:spPr>
      </p:sp>
      <p:sp>
        <p:nvSpPr>
          <p:cNvPr id="366" name="02_predicted_pose_3665">
            <a:extLst>
              <a:ext uri="{FF2B5EF4-FFF2-40B4-BE49-F238E27FC236}">
                <a16:creationId xmlns:a16="http://schemas.microsoft.com/office/drawing/2014/main" id="{73D6931D-261C-4519-A828-7DB07EE59F87}"/>
              </a:ext>
            </a:extLst>
          </p:cNvPr>
          <p:cNvSpPr>
            <a:spLocks noGrp="1"/>
          </p:cNvSpPr>
          <p:nvPr/>
        </p:nvSpPr>
        <p:spPr>
          <a:xfrm>
            <a:off x="2447439" y="3187787"/>
            <a:ext cx="28398" cy="28398"/>
          </a:xfrm>
          <a:prstGeom prst="ellipse">
            <a:avLst/>
          </a:prstGeom>
          <a:solidFill>
            <a:srgbClr val="B57442">
              <a:alpha val="30000"/>
            </a:srgbClr>
          </a:solidFill>
          <a:ln w="0">
            <a:noFill/>
            <a:prstDash val="solid"/>
          </a:ln>
        </p:spPr>
      </p:sp>
      <p:sp>
        <p:nvSpPr>
          <p:cNvPr id="367" name="02_predicted_pose_3666">
            <a:extLst>
              <a:ext uri="{FF2B5EF4-FFF2-40B4-BE49-F238E27FC236}">
                <a16:creationId xmlns:a16="http://schemas.microsoft.com/office/drawing/2014/main" id="{408D7878-0C98-4328-BDED-9AE5AB0FA5CE}"/>
              </a:ext>
            </a:extLst>
          </p:cNvPr>
          <p:cNvSpPr>
            <a:spLocks noGrp="1"/>
          </p:cNvSpPr>
          <p:nvPr/>
        </p:nvSpPr>
        <p:spPr>
          <a:xfrm>
            <a:off x="2369231" y="3293558"/>
            <a:ext cx="28398" cy="28398"/>
          </a:xfrm>
          <a:prstGeom prst="ellipse">
            <a:avLst/>
          </a:prstGeom>
          <a:solidFill>
            <a:srgbClr val="B57442">
              <a:alpha val="30000"/>
            </a:srgbClr>
          </a:solidFill>
          <a:ln w="0">
            <a:noFill/>
            <a:prstDash val="solid"/>
          </a:ln>
        </p:spPr>
      </p:sp>
      <p:sp>
        <p:nvSpPr>
          <p:cNvPr id="368" name="02_predicted_pose_3667">
            <a:extLst>
              <a:ext uri="{FF2B5EF4-FFF2-40B4-BE49-F238E27FC236}">
                <a16:creationId xmlns:a16="http://schemas.microsoft.com/office/drawing/2014/main" id="{9B89FF0E-290A-4788-BE2A-FA777E858CA3}"/>
              </a:ext>
            </a:extLst>
          </p:cNvPr>
          <p:cNvSpPr>
            <a:spLocks noGrp="1"/>
          </p:cNvSpPr>
          <p:nvPr/>
        </p:nvSpPr>
        <p:spPr>
          <a:xfrm>
            <a:off x="2383012" y="3319903"/>
            <a:ext cx="28398" cy="28398"/>
          </a:xfrm>
          <a:prstGeom prst="ellipse">
            <a:avLst/>
          </a:prstGeom>
          <a:solidFill>
            <a:srgbClr val="B57442">
              <a:alpha val="30000"/>
            </a:srgbClr>
          </a:solidFill>
          <a:ln w="0">
            <a:noFill/>
            <a:prstDash val="solid"/>
          </a:ln>
        </p:spPr>
      </p:sp>
      <p:sp>
        <p:nvSpPr>
          <p:cNvPr id="369" name="02_predicted_pose_3668">
            <a:extLst>
              <a:ext uri="{FF2B5EF4-FFF2-40B4-BE49-F238E27FC236}">
                <a16:creationId xmlns:a16="http://schemas.microsoft.com/office/drawing/2014/main" id="{F477EADA-20DA-4DA7-BAAD-6C4D087812B2}"/>
              </a:ext>
            </a:extLst>
          </p:cNvPr>
          <p:cNvSpPr>
            <a:spLocks noGrp="1"/>
          </p:cNvSpPr>
          <p:nvPr/>
        </p:nvSpPr>
        <p:spPr>
          <a:xfrm>
            <a:off x="2396793" y="3281756"/>
            <a:ext cx="28398" cy="28398"/>
          </a:xfrm>
          <a:prstGeom prst="ellipse">
            <a:avLst/>
          </a:prstGeom>
          <a:solidFill>
            <a:srgbClr val="B57442">
              <a:alpha val="30000"/>
            </a:srgbClr>
          </a:solidFill>
          <a:ln w="0">
            <a:noFill/>
            <a:prstDash val="solid"/>
          </a:ln>
        </p:spPr>
      </p:sp>
      <p:sp>
        <p:nvSpPr>
          <p:cNvPr id="370" name="02_predicted_pose_3669">
            <a:extLst>
              <a:ext uri="{FF2B5EF4-FFF2-40B4-BE49-F238E27FC236}">
                <a16:creationId xmlns:a16="http://schemas.microsoft.com/office/drawing/2014/main" id="{354D25FF-C7B2-400D-9413-F8FFEAB9694B}"/>
              </a:ext>
            </a:extLst>
          </p:cNvPr>
          <p:cNvSpPr>
            <a:spLocks noGrp="1"/>
          </p:cNvSpPr>
          <p:nvPr/>
        </p:nvSpPr>
        <p:spPr>
          <a:xfrm>
            <a:off x="2410575" y="3285600"/>
            <a:ext cx="28398" cy="28398"/>
          </a:xfrm>
          <a:prstGeom prst="ellipse">
            <a:avLst/>
          </a:prstGeom>
          <a:solidFill>
            <a:srgbClr val="B57442">
              <a:alpha val="30000"/>
            </a:srgbClr>
          </a:solidFill>
          <a:ln w="0">
            <a:noFill/>
            <a:prstDash val="solid"/>
          </a:ln>
        </p:spPr>
      </p:sp>
      <p:sp>
        <p:nvSpPr>
          <p:cNvPr id="371" name="02_predicted_pose_3670">
            <a:extLst>
              <a:ext uri="{FF2B5EF4-FFF2-40B4-BE49-F238E27FC236}">
                <a16:creationId xmlns:a16="http://schemas.microsoft.com/office/drawing/2014/main" id="{ECDDC3F4-DA37-4082-B5AA-A570F9600122}"/>
              </a:ext>
            </a:extLst>
          </p:cNvPr>
          <p:cNvSpPr>
            <a:spLocks noGrp="1"/>
          </p:cNvSpPr>
          <p:nvPr/>
        </p:nvSpPr>
        <p:spPr>
          <a:xfrm>
            <a:off x="2424356" y="3251143"/>
            <a:ext cx="28398" cy="28398"/>
          </a:xfrm>
          <a:prstGeom prst="ellipse">
            <a:avLst/>
          </a:prstGeom>
          <a:solidFill>
            <a:srgbClr val="B57442">
              <a:alpha val="30000"/>
            </a:srgbClr>
          </a:solidFill>
          <a:ln w="0">
            <a:noFill/>
            <a:prstDash val="solid"/>
          </a:ln>
        </p:spPr>
      </p:sp>
      <p:sp>
        <p:nvSpPr>
          <p:cNvPr id="372" name="02_predicted_pose_3671">
            <a:extLst>
              <a:ext uri="{FF2B5EF4-FFF2-40B4-BE49-F238E27FC236}">
                <a16:creationId xmlns:a16="http://schemas.microsoft.com/office/drawing/2014/main" id="{18792617-4983-4400-B13B-83EBBC720B56}"/>
              </a:ext>
            </a:extLst>
          </p:cNvPr>
          <p:cNvSpPr>
            <a:spLocks noGrp="1"/>
          </p:cNvSpPr>
          <p:nvPr/>
        </p:nvSpPr>
        <p:spPr>
          <a:xfrm>
            <a:off x="2438137" y="3279360"/>
            <a:ext cx="28398" cy="28398"/>
          </a:xfrm>
          <a:prstGeom prst="ellipse">
            <a:avLst/>
          </a:prstGeom>
          <a:solidFill>
            <a:srgbClr val="B57442">
              <a:alpha val="30000"/>
            </a:srgbClr>
          </a:solidFill>
          <a:ln w="0">
            <a:noFill/>
            <a:prstDash val="solid"/>
          </a:ln>
        </p:spPr>
      </p:sp>
      <p:sp>
        <p:nvSpPr>
          <p:cNvPr id="373" name="02_predicted_pose_3672">
            <a:extLst>
              <a:ext uri="{FF2B5EF4-FFF2-40B4-BE49-F238E27FC236}">
                <a16:creationId xmlns:a16="http://schemas.microsoft.com/office/drawing/2014/main" id="{C04EE54B-3ED0-4613-9DC3-19EB2FB6E57C}"/>
              </a:ext>
            </a:extLst>
          </p:cNvPr>
          <p:cNvSpPr>
            <a:spLocks noGrp="1"/>
          </p:cNvSpPr>
          <p:nvPr/>
        </p:nvSpPr>
        <p:spPr>
          <a:xfrm>
            <a:off x="2451918" y="3291340"/>
            <a:ext cx="28398" cy="28398"/>
          </a:xfrm>
          <a:prstGeom prst="ellipse">
            <a:avLst/>
          </a:prstGeom>
          <a:solidFill>
            <a:srgbClr val="B57442">
              <a:alpha val="30000"/>
            </a:srgbClr>
          </a:solidFill>
          <a:ln w="0">
            <a:noFill/>
            <a:prstDash val="solid"/>
          </a:ln>
        </p:spPr>
      </p:sp>
      <p:sp>
        <p:nvSpPr>
          <p:cNvPr id="374" name="02_predicted_pose_3673">
            <a:extLst>
              <a:ext uri="{FF2B5EF4-FFF2-40B4-BE49-F238E27FC236}">
                <a16:creationId xmlns:a16="http://schemas.microsoft.com/office/drawing/2014/main" id="{42A5D6E4-78E9-4D44-9EA4-C7B85610C9A3}"/>
              </a:ext>
            </a:extLst>
          </p:cNvPr>
          <p:cNvSpPr>
            <a:spLocks noGrp="1"/>
          </p:cNvSpPr>
          <p:nvPr/>
        </p:nvSpPr>
        <p:spPr>
          <a:xfrm>
            <a:off x="2465700" y="3297313"/>
            <a:ext cx="28398" cy="28398"/>
          </a:xfrm>
          <a:prstGeom prst="ellipse">
            <a:avLst/>
          </a:prstGeom>
          <a:solidFill>
            <a:srgbClr val="B57442">
              <a:alpha val="30000"/>
            </a:srgbClr>
          </a:solidFill>
          <a:ln w="0">
            <a:noFill/>
            <a:prstDash val="solid"/>
          </a:ln>
        </p:spPr>
      </p:sp>
      <p:sp>
        <p:nvSpPr>
          <p:cNvPr id="375" name="02_predicted_pose_3674">
            <a:extLst>
              <a:ext uri="{FF2B5EF4-FFF2-40B4-BE49-F238E27FC236}">
                <a16:creationId xmlns:a16="http://schemas.microsoft.com/office/drawing/2014/main" id="{87A9E23F-2649-471A-A33B-4A4E4CF26B4A}"/>
              </a:ext>
            </a:extLst>
          </p:cNvPr>
          <p:cNvSpPr>
            <a:spLocks noGrp="1"/>
          </p:cNvSpPr>
          <p:nvPr/>
        </p:nvSpPr>
        <p:spPr>
          <a:xfrm>
            <a:off x="2479481" y="3332512"/>
            <a:ext cx="28398" cy="28398"/>
          </a:xfrm>
          <a:prstGeom prst="ellipse">
            <a:avLst/>
          </a:prstGeom>
          <a:solidFill>
            <a:srgbClr val="B57442">
              <a:alpha val="30000"/>
            </a:srgbClr>
          </a:solidFill>
          <a:ln w="0">
            <a:noFill/>
            <a:prstDash val="solid"/>
          </a:ln>
        </p:spPr>
      </p:sp>
      <p:sp>
        <p:nvSpPr>
          <p:cNvPr id="376" name="02_predicted_pose_3675">
            <a:extLst>
              <a:ext uri="{FF2B5EF4-FFF2-40B4-BE49-F238E27FC236}">
                <a16:creationId xmlns:a16="http://schemas.microsoft.com/office/drawing/2014/main" id="{4E3AA36E-319B-42AE-A562-58F57AE03E9C}"/>
              </a:ext>
            </a:extLst>
          </p:cNvPr>
          <p:cNvSpPr>
            <a:spLocks noGrp="1"/>
          </p:cNvSpPr>
          <p:nvPr/>
        </p:nvSpPr>
        <p:spPr>
          <a:xfrm>
            <a:off x="2493262" y="3379252"/>
            <a:ext cx="28398" cy="28398"/>
          </a:xfrm>
          <a:prstGeom prst="ellipse">
            <a:avLst/>
          </a:prstGeom>
          <a:solidFill>
            <a:srgbClr val="B57442">
              <a:alpha val="30000"/>
            </a:srgbClr>
          </a:solidFill>
          <a:ln w="0">
            <a:noFill/>
            <a:prstDash val="solid"/>
          </a:ln>
        </p:spPr>
      </p:sp>
      <p:sp>
        <p:nvSpPr>
          <p:cNvPr id="377" name="02_predicted_pose_3676">
            <a:extLst>
              <a:ext uri="{FF2B5EF4-FFF2-40B4-BE49-F238E27FC236}">
                <a16:creationId xmlns:a16="http://schemas.microsoft.com/office/drawing/2014/main" id="{02CBBE1B-B7BD-4E4E-96B9-143509C42F1D}"/>
              </a:ext>
            </a:extLst>
          </p:cNvPr>
          <p:cNvSpPr>
            <a:spLocks noGrp="1"/>
          </p:cNvSpPr>
          <p:nvPr/>
        </p:nvSpPr>
        <p:spPr>
          <a:xfrm>
            <a:off x="2382668" y="3356433"/>
            <a:ext cx="28398" cy="28398"/>
          </a:xfrm>
          <a:prstGeom prst="ellipse">
            <a:avLst/>
          </a:prstGeom>
          <a:solidFill>
            <a:srgbClr val="B57442">
              <a:alpha val="30000"/>
            </a:srgbClr>
          </a:solidFill>
          <a:ln w="0">
            <a:noFill/>
            <a:prstDash val="solid"/>
          </a:ln>
        </p:spPr>
      </p:sp>
      <p:sp>
        <p:nvSpPr>
          <p:cNvPr id="378" name="02_predicted_pose_3677">
            <a:extLst>
              <a:ext uri="{FF2B5EF4-FFF2-40B4-BE49-F238E27FC236}">
                <a16:creationId xmlns:a16="http://schemas.microsoft.com/office/drawing/2014/main" id="{28C75E9E-0B38-4E18-9C8D-412CD1528214}"/>
              </a:ext>
            </a:extLst>
          </p:cNvPr>
          <p:cNvSpPr>
            <a:spLocks noGrp="1"/>
          </p:cNvSpPr>
          <p:nvPr/>
        </p:nvSpPr>
        <p:spPr>
          <a:xfrm>
            <a:off x="2573882" y="3581583"/>
            <a:ext cx="28398" cy="28398"/>
          </a:xfrm>
          <a:prstGeom prst="ellipse">
            <a:avLst/>
          </a:prstGeom>
          <a:solidFill>
            <a:srgbClr val="B57442">
              <a:alpha val="30000"/>
            </a:srgbClr>
          </a:solidFill>
          <a:ln w="0">
            <a:noFill/>
            <a:prstDash val="solid"/>
          </a:ln>
        </p:spPr>
      </p:sp>
      <p:sp>
        <p:nvSpPr>
          <p:cNvPr id="379" name="02_predicted_pose_3678">
            <a:extLst>
              <a:ext uri="{FF2B5EF4-FFF2-40B4-BE49-F238E27FC236}">
                <a16:creationId xmlns:a16="http://schemas.microsoft.com/office/drawing/2014/main" id="{13DBB1A3-3FAA-43BA-BE3D-86C0ADDE5694}"/>
              </a:ext>
            </a:extLst>
          </p:cNvPr>
          <p:cNvSpPr>
            <a:spLocks noGrp="1"/>
          </p:cNvSpPr>
          <p:nvPr/>
        </p:nvSpPr>
        <p:spPr>
          <a:xfrm>
            <a:off x="2445028" y="3575608"/>
            <a:ext cx="28398" cy="28398"/>
          </a:xfrm>
          <a:prstGeom prst="ellipse">
            <a:avLst/>
          </a:prstGeom>
          <a:solidFill>
            <a:srgbClr val="B57442">
              <a:alpha val="30000"/>
            </a:srgbClr>
          </a:solidFill>
          <a:ln w="0">
            <a:noFill/>
            <a:prstDash val="solid"/>
          </a:ln>
        </p:spPr>
      </p:sp>
      <p:sp>
        <p:nvSpPr>
          <p:cNvPr id="380" name="02_predicted_pose_3679">
            <a:extLst>
              <a:ext uri="{FF2B5EF4-FFF2-40B4-BE49-F238E27FC236}">
                <a16:creationId xmlns:a16="http://schemas.microsoft.com/office/drawing/2014/main" id="{CA2AD686-A7CB-4335-A452-11FCA4AF4229}"/>
              </a:ext>
            </a:extLst>
          </p:cNvPr>
          <p:cNvSpPr>
            <a:spLocks noGrp="1"/>
          </p:cNvSpPr>
          <p:nvPr/>
        </p:nvSpPr>
        <p:spPr>
          <a:xfrm>
            <a:off x="2337190" y="3285897"/>
            <a:ext cx="28398" cy="28398"/>
          </a:xfrm>
          <a:prstGeom prst="ellipse">
            <a:avLst/>
          </a:prstGeom>
          <a:solidFill>
            <a:srgbClr val="B57442">
              <a:alpha val="30000"/>
            </a:srgbClr>
          </a:solidFill>
          <a:ln w="0">
            <a:noFill/>
            <a:prstDash val="solid"/>
          </a:ln>
        </p:spPr>
      </p:sp>
      <p:sp>
        <p:nvSpPr>
          <p:cNvPr id="381" name="02_predicted_pose_3680">
            <a:extLst>
              <a:ext uri="{FF2B5EF4-FFF2-40B4-BE49-F238E27FC236}">
                <a16:creationId xmlns:a16="http://schemas.microsoft.com/office/drawing/2014/main" id="{8CC6707F-AF0B-4B28-B49B-78ACE4C330E4}"/>
              </a:ext>
            </a:extLst>
          </p:cNvPr>
          <p:cNvSpPr>
            <a:spLocks noGrp="1"/>
          </p:cNvSpPr>
          <p:nvPr/>
        </p:nvSpPr>
        <p:spPr>
          <a:xfrm>
            <a:off x="2458809" y="3547237"/>
            <a:ext cx="28398" cy="28398"/>
          </a:xfrm>
          <a:prstGeom prst="ellipse">
            <a:avLst/>
          </a:prstGeom>
          <a:solidFill>
            <a:srgbClr val="B57442">
              <a:alpha val="30000"/>
            </a:srgbClr>
          </a:solidFill>
          <a:ln w="0">
            <a:noFill/>
            <a:prstDash val="solid"/>
          </a:ln>
        </p:spPr>
      </p:sp>
      <p:sp>
        <p:nvSpPr>
          <p:cNvPr id="382" name="02_predicted_pose_3681">
            <a:extLst>
              <a:ext uri="{FF2B5EF4-FFF2-40B4-BE49-F238E27FC236}">
                <a16:creationId xmlns:a16="http://schemas.microsoft.com/office/drawing/2014/main" id="{99005A6A-6DAA-448A-B01F-85C318A2F3D0}"/>
              </a:ext>
            </a:extLst>
          </p:cNvPr>
          <p:cNvSpPr>
            <a:spLocks noGrp="1"/>
          </p:cNvSpPr>
          <p:nvPr/>
        </p:nvSpPr>
        <p:spPr>
          <a:xfrm>
            <a:off x="2565958" y="3165950"/>
            <a:ext cx="28398" cy="28398"/>
          </a:xfrm>
          <a:prstGeom prst="ellipse">
            <a:avLst/>
          </a:prstGeom>
          <a:solidFill>
            <a:srgbClr val="B57442">
              <a:alpha val="30000"/>
            </a:srgbClr>
          </a:solidFill>
          <a:ln w="0">
            <a:noFill/>
            <a:prstDash val="solid"/>
          </a:ln>
        </p:spPr>
      </p:sp>
      <p:sp>
        <p:nvSpPr>
          <p:cNvPr id="383" name="02_predicted_pose_3682">
            <a:extLst>
              <a:ext uri="{FF2B5EF4-FFF2-40B4-BE49-F238E27FC236}">
                <a16:creationId xmlns:a16="http://schemas.microsoft.com/office/drawing/2014/main" id="{44413FEF-9224-45CA-8D38-FEA94D0BF366}"/>
              </a:ext>
            </a:extLst>
          </p:cNvPr>
          <p:cNvSpPr>
            <a:spLocks noGrp="1"/>
          </p:cNvSpPr>
          <p:nvPr/>
        </p:nvSpPr>
        <p:spPr>
          <a:xfrm>
            <a:off x="2621083" y="3451442"/>
            <a:ext cx="28398" cy="28398"/>
          </a:xfrm>
          <a:prstGeom prst="ellipse">
            <a:avLst/>
          </a:prstGeom>
          <a:solidFill>
            <a:srgbClr val="B57442">
              <a:alpha val="30000"/>
            </a:srgbClr>
          </a:solidFill>
          <a:ln w="0">
            <a:noFill/>
            <a:prstDash val="solid"/>
          </a:ln>
        </p:spPr>
      </p:sp>
      <p:sp>
        <p:nvSpPr>
          <p:cNvPr id="384" name="02_predicted_pose_3683">
            <a:extLst>
              <a:ext uri="{FF2B5EF4-FFF2-40B4-BE49-F238E27FC236}">
                <a16:creationId xmlns:a16="http://schemas.microsoft.com/office/drawing/2014/main" id="{1ABF2C07-2EA8-4799-A3F2-1B657B5E6DE3}"/>
              </a:ext>
            </a:extLst>
          </p:cNvPr>
          <p:cNvSpPr>
            <a:spLocks noGrp="1"/>
          </p:cNvSpPr>
          <p:nvPr/>
        </p:nvSpPr>
        <p:spPr>
          <a:xfrm>
            <a:off x="2414365" y="3296396"/>
            <a:ext cx="28398" cy="28398"/>
          </a:xfrm>
          <a:prstGeom prst="ellipse">
            <a:avLst/>
          </a:prstGeom>
          <a:solidFill>
            <a:srgbClr val="B57442">
              <a:alpha val="30000"/>
            </a:srgbClr>
          </a:solidFill>
          <a:ln w="0">
            <a:noFill/>
            <a:prstDash val="solid"/>
          </a:ln>
        </p:spPr>
      </p:sp>
      <p:sp>
        <p:nvSpPr>
          <p:cNvPr id="385" name="02_predicted_pose_3684">
            <a:extLst>
              <a:ext uri="{FF2B5EF4-FFF2-40B4-BE49-F238E27FC236}">
                <a16:creationId xmlns:a16="http://schemas.microsoft.com/office/drawing/2014/main" id="{82154AAB-7CC3-47A6-AE00-4AB8045D5B89}"/>
              </a:ext>
            </a:extLst>
          </p:cNvPr>
          <p:cNvSpPr>
            <a:spLocks noGrp="1"/>
          </p:cNvSpPr>
          <p:nvPr/>
        </p:nvSpPr>
        <p:spPr>
          <a:xfrm>
            <a:off x="2441927" y="3274511"/>
            <a:ext cx="28398" cy="28398"/>
          </a:xfrm>
          <a:prstGeom prst="ellipse">
            <a:avLst/>
          </a:prstGeom>
          <a:solidFill>
            <a:srgbClr val="B57442">
              <a:alpha val="30000"/>
            </a:srgbClr>
          </a:solidFill>
          <a:ln w="0">
            <a:noFill/>
            <a:prstDash val="solid"/>
          </a:ln>
        </p:spPr>
      </p:sp>
      <p:sp>
        <p:nvSpPr>
          <p:cNvPr id="386" name="02_predicted_pose_3685">
            <a:extLst>
              <a:ext uri="{FF2B5EF4-FFF2-40B4-BE49-F238E27FC236}">
                <a16:creationId xmlns:a16="http://schemas.microsoft.com/office/drawing/2014/main" id="{CCAED616-2BFE-4E16-8819-02874A808558}"/>
              </a:ext>
            </a:extLst>
          </p:cNvPr>
          <p:cNvSpPr>
            <a:spLocks noGrp="1"/>
          </p:cNvSpPr>
          <p:nvPr/>
        </p:nvSpPr>
        <p:spPr>
          <a:xfrm>
            <a:off x="2483271" y="3273228"/>
            <a:ext cx="28398" cy="28398"/>
          </a:xfrm>
          <a:prstGeom prst="ellipse">
            <a:avLst/>
          </a:prstGeom>
          <a:solidFill>
            <a:srgbClr val="B57442">
              <a:alpha val="30000"/>
            </a:srgbClr>
          </a:solidFill>
          <a:ln w="0">
            <a:noFill/>
            <a:prstDash val="solid"/>
          </a:ln>
        </p:spPr>
      </p:sp>
      <p:sp>
        <p:nvSpPr>
          <p:cNvPr id="387" name="02_predicted_pose_3686">
            <a:extLst>
              <a:ext uri="{FF2B5EF4-FFF2-40B4-BE49-F238E27FC236}">
                <a16:creationId xmlns:a16="http://schemas.microsoft.com/office/drawing/2014/main" id="{F508D6D4-BDF5-4C70-9047-94DCAB3ACD89}"/>
              </a:ext>
            </a:extLst>
          </p:cNvPr>
          <p:cNvSpPr>
            <a:spLocks noGrp="1"/>
          </p:cNvSpPr>
          <p:nvPr/>
        </p:nvSpPr>
        <p:spPr>
          <a:xfrm>
            <a:off x="2510833" y="3280730"/>
            <a:ext cx="28398" cy="28398"/>
          </a:xfrm>
          <a:prstGeom prst="ellipse">
            <a:avLst/>
          </a:prstGeom>
          <a:solidFill>
            <a:srgbClr val="B57442">
              <a:alpha val="30000"/>
            </a:srgbClr>
          </a:solidFill>
          <a:ln w="0">
            <a:noFill/>
            <a:prstDash val="solid"/>
          </a:ln>
        </p:spPr>
      </p:sp>
      <p:sp>
        <p:nvSpPr>
          <p:cNvPr id="388" name="02_predicted_pose_3687">
            <a:extLst>
              <a:ext uri="{FF2B5EF4-FFF2-40B4-BE49-F238E27FC236}">
                <a16:creationId xmlns:a16="http://schemas.microsoft.com/office/drawing/2014/main" id="{D009ECBF-1CFE-46B6-9A9C-2C8D133A79F0}"/>
              </a:ext>
            </a:extLst>
          </p:cNvPr>
          <p:cNvSpPr>
            <a:spLocks noGrp="1"/>
          </p:cNvSpPr>
          <p:nvPr/>
        </p:nvSpPr>
        <p:spPr>
          <a:xfrm>
            <a:off x="2524614" y="3317356"/>
            <a:ext cx="28398" cy="28398"/>
          </a:xfrm>
          <a:prstGeom prst="ellipse">
            <a:avLst/>
          </a:prstGeom>
          <a:solidFill>
            <a:srgbClr val="B57442">
              <a:alpha val="30000"/>
            </a:srgbClr>
          </a:solidFill>
          <a:ln w="0">
            <a:noFill/>
            <a:prstDash val="solid"/>
          </a:ln>
        </p:spPr>
      </p:sp>
      <p:sp>
        <p:nvSpPr>
          <p:cNvPr id="389" name="02_predicted_pose_3688">
            <a:extLst>
              <a:ext uri="{FF2B5EF4-FFF2-40B4-BE49-F238E27FC236}">
                <a16:creationId xmlns:a16="http://schemas.microsoft.com/office/drawing/2014/main" id="{449EF97F-E431-4C95-8ED4-A96F3E5CB0B3}"/>
              </a:ext>
            </a:extLst>
          </p:cNvPr>
          <p:cNvSpPr>
            <a:spLocks noGrp="1"/>
          </p:cNvSpPr>
          <p:nvPr/>
        </p:nvSpPr>
        <p:spPr>
          <a:xfrm>
            <a:off x="2427801" y="3297129"/>
            <a:ext cx="28398" cy="28398"/>
          </a:xfrm>
          <a:prstGeom prst="ellipse">
            <a:avLst/>
          </a:prstGeom>
          <a:solidFill>
            <a:srgbClr val="B57442">
              <a:alpha val="30000"/>
            </a:srgbClr>
          </a:solidFill>
          <a:ln w="0">
            <a:noFill/>
            <a:prstDash val="solid"/>
          </a:ln>
        </p:spPr>
      </p:sp>
      <p:sp>
        <p:nvSpPr>
          <p:cNvPr id="390" name="02_predicted_pose_3689">
            <a:extLst>
              <a:ext uri="{FF2B5EF4-FFF2-40B4-BE49-F238E27FC236}">
                <a16:creationId xmlns:a16="http://schemas.microsoft.com/office/drawing/2014/main" id="{F0A81F4B-49A2-42FE-BA80-FBD84DCFBC70}"/>
              </a:ext>
            </a:extLst>
          </p:cNvPr>
          <p:cNvSpPr>
            <a:spLocks noGrp="1"/>
          </p:cNvSpPr>
          <p:nvPr/>
        </p:nvSpPr>
        <p:spPr>
          <a:xfrm>
            <a:off x="2530471" y="3509672"/>
            <a:ext cx="28398" cy="28398"/>
          </a:xfrm>
          <a:prstGeom prst="ellipse">
            <a:avLst/>
          </a:prstGeom>
          <a:solidFill>
            <a:srgbClr val="B57442">
              <a:alpha val="30000"/>
            </a:srgbClr>
          </a:solidFill>
          <a:ln w="0">
            <a:noFill/>
            <a:prstDash val="solid"/>
          </a:ln>
        </p:spPr>
      </p:sp>
      <p:sp>
        <p:nvSpPr>
          <p:cNvPr id="391" name="02_predicted_pose_3690">
            <a:extLst>
              <a:ext uri="{FF2B5EF4-FFF2-40B4-BE49-F238E27FC236}">
                <a16:creationId xmlns:a16="http://schemas.microsoft.com/office/drawing/2014/main" id="{F33922FE-BCA7-477F-903F-1537D3CA3369}"/>
              </a:ext>
            </a:extLst>
          </p:cNvPr>
          <p:cNvSpPr>
            <a:spLocks noGrp="1"/>
          </p:cNvSpPr>
          <p:nvPr/>
        </p:nvSpPr>
        <p:spPr>
          <a:xfrm>
            <a:off x="2558034" y="3517069"/>
            <a:ext cx="28398" cy="28398"/>
          </a:xfrm>
          <a:prstGeom prst="ellipse">
            <a:avLst/>
          </a:prstGeom>
          <a:solidFill>
            <a:srgbClr val="B57442">
              <a:alpha val="30000"/>
            </a:srgbClr>
          </a:solidFill>
          <a:ln w="0">
            <a:noFill/>
            <a:prstDash val="solid"/>
          </a:ln>
        </p:spPr>
      </p:sp>
      <p:sp>
        <p:nvSpPr>
          <p:cNvPr id="392" name="02_predicted_pose_3691">
            <a:extLst>
              <a:ext uri="{FF2B5EF4-FFF2-40B4-BE49-F238E27FC236}">
                <a16:creationId xmlns:a16="http://schemas.microsoft.com/office/drawing/2014/main" id="{8AC7053C-851A-4E73-BF3C-51C9D15A8FDB}"/>
              </a:ext>
            </a:extLst>
          </p:cNvPr>
          <p:cNvSpPr>
            <a:spLocks noGrp="1"/>
          </p:cNvSpPr>
          <p:nvPr/>
        </p:nvSpPr>
        <p:spPr>
          <a:xfrm>
            <a:off x="2585596" y="3494148"/>
            <a:ext cx="28398" cy="28398"/>
          </a:xfrm>
          <a:prstGeom prst="ellipse">
            <a:avLst/>
          </a:prstGeom>
          <a:solidFill>
            <a:srgbClr val="B57442">
              <a:alpha val="30000"/>
            </a:srgbClr>
          </a:solidFill>
          <a:ln w="0">
            <a:noFill/>
            <a:prstDash val="solid"/>
          </a:ln>
        </p:spPr>
      </p:sp>
      <p:sp>
        <p:nvSpPr>
          <p:cNvPr id="393" name="02_predicted_pose_3692">
            <a:extLst>
              <a:ext uri="{FF2B5EF4-FFF2-40B4-BE49-F238E27FC236}">
                <a16:creationId xmlns:a16="http://schemas.microsoft.com/office/drawing/2014/main" id="{AAFFDF20-5154-460F-B866-D5DCF2470D52}"/>
              </a:ext>
            </a:extLst>
          </p:cNvPr>
          <p:cNvSpPr>
            <a:spLocks noGrp="1"/>
          </p:cNvSpPr>
          <p:nvPr/>
        </p:nvSpPr>
        <p:spPr>
          <a:xfrm>
            <a:off x="2613159" y="3521759"/>
            <a:ext cx="28398" cy="28398"/>
          </a:xfrm>
          <a:prstGeom prst="ellipse">
            <a:avLst/>
          </a:prstGeom>
          <a:solidFill>
            <a:srgbClr val="B57442">
              <a:alpha val="30000"/>
            </a:srgbClr>
          </a:solidFill>
          <a:ln w="0">
            <a:noFill/>
            <a:prstDash val="solid"/>
          </a:ln>
        </p:spPr>
      </p:sp>
      <p:sp>
        <p:nvSpPr>
          <p:cNvPr id="394" name="02_predicted_pose_3693">
            <a:extLst>
              <a:ext uri="{FF2B5EF4-FFF2-40B4-BE49-F238E27FC236}">
                <a16:creationId xmlns:a16="http://schemas.microsoft.com/office/drawing/2014/main" id="{8D9C66AA-802E-450A-A789-427C4345D1FA}"/>
              </a:ext>
            </a:extLst>
          </p:cNvPr>
          <p:cNvSpPr>
            <a:spLocks noGrp="1"/>
          </p:cNvSpPr>
          <p:nvPr/>
        </p:nvSpPr>
        <p:spPr>
          <a:xfrm>
            <a:off x="2373710" y="3514304"/>
            <a:ext cx="28398" cy="28398"/>
          </a:xfrm>
          <a:prstGeom prst="ellipse">
            <a:avLst/>
          </a:prstGeom>
          <a:solidFill>
            <a:srgbClr val="B57442">
              <a:alpha val="30000"/>
            </a:srgbClr>
          </a:solidFill>
          <a:ln w="0">
            <a:noFill/>
            <a:prstDash val="solid"/>
          </a:ln>
        </p:spPr>
      </p:sp>
      <p:sp>
        <p:nvSpPr>
          <p:cNvPr id="395" name="02_predicted_pose_3694">
            <a:extLst>
              <a:ext uri="{FF2B5EF4-FFF2-40B4-BE49-F238E27FC236}">
                <a16:creationId xmlns:a16="http://schemas.microsoft.com/office/drawing/2014/main" id="{10718D2A-B824-4F3D-BAB5-04059F07D887}"/>
              </a:ext>
            </a:extLst>
          </p:cNvPr>
          <p:cNvSpPr>
            <a:spLocks noGrp="1"/>
          </p:cNvSpPr>
          <p:nvPr/>
        </p:nvSpPr>
        <p:spPr>
          <a:xfrm>
            <a:off x="2382323" y="3471346"/>
            <a:ext cx="28398" cy="28398"/>
          </a:xfrm>
          <a:prstGeom prst="ellipse">
            <a:avLst/>
          </a:prstGeom>
          <a:solidFill>
            <a:srgbClr val="B57442">
              <a:alpha val="30000"/>
            </a:srgbClr>
          </a:solidFill>
          <a:ln w="0">
            <a:noFill/>
            <a:prstDash val="solid"/>
          </a:ln>
        </p:spPr>
      </p:sp>
      <p:sp>
        <p:nvSpPr>
          <p:cNvPr id="396" name="02_predicted_pose_3695">
            <a:extLst>
              <a:ext uri="{FF2B5EF4-FFF2-40B4-BE49-F238E27FC236}">
                <a16:creationId xmlns:a16="http://schemas.microsoft.com/office/drawing/2014/main" id="{0E7FB090-1A0B-415D-8D78-51B3FB1BFCFC}"/>
              </a:ext>
            </a:extLst>
          </p:cNvPr>
          <p:cNvSpPr>
            <a:spLocks noGrp="1"/>
          </p:cNvSpPr>
          <p:nvPr/>
        </p:nvSpPr>
        <p:spPr>
          <a:xfrm>
            <a:off x="2396104" y="3524624"/>
            <a:ext cx="28398" cy="28398"/>
          </a:xfrm>
          <a:prstGeom prst="ellipse">
            <a:avLst/>
          </a:prstGeom>
          <a:solidFill>
            <a:srgbClr val="B57442">
              <a:alpha val="30000"/>
            </a:srgbClr>
          </a:solidFill>
          <a:ln w="0">
            <a:noFill/>
            <a:prstDash val="solid"/>
          </a:ln>
        </p:spPr>
      </p:sp>
      <p:sp>
        <p:nvSpPr>
          <p:cNvPr id="397" name="02_predicted_pose_3696">
            <a:extLst>
              <a:ext uri="{FF2B5EF4-FFF2-40B4-BE49-F238E27FC236}">
                <a16:creationId xmlns:a16="http://schemas.microsoft.com/office/drawing/2014/main" id="{B17391EC-D57E-4071-9773-53321533035A}"/>
              </a:ext>
            </a:extLst>
          </p:cNvPr>
          <p:cNvSpPr>
            <a:spLocks noGrp="1"/>
          </p:cNvSpPr>
          <p:nvPr/>
        </p:nvSpPr>
        <p:spPr>
          <a:xfrm>
            <a:off x="2423667" y="3480904"/>
            <a:ext cx="28398" cy="28398"/>
          </a:xfrm>
          <a:prstGeom prst="ellipse">
            <a:avLst/>
          </a:prstGeom>
          <a:solidFill>
            <a:srgbClr val="B57442">
              <a:alpha val="30000"/>
            </a:srgbClr>
          </a:solidFill>
          <a:ln w="0">
            <a:noFill/>
            <a:prstDash val="solid"/>
          </a:ln>
        </p:spPr>
      </p:sp>
      <p:sp>
        <p:nvSpPr>
          <p:cNvPr id="398" name="02_predicted_pose_3697">
            <a:extLst>
              <a:ext uri="{FF2B5EF4-FFF2-40B4-BE49-F238E27FC236}">
                <a16:creationId xmlns:a16="http://schemas.microsoft.com/office/drawing/2014/main" id="{928E39A9-F0B4-40EC-8487-096AA4940FC3}"/>
              </a:ext>
            </a:extLst>
          </p:cNvPr>
          <p:cNvSpPr>
            <a:spLocks noGrp="1"/>
          </p:cNvSpPr>
          <p:nvPr/>
        </p:nvSpPr>
        <p:spPr>
          <a:xfrm>
            <a:off x="2451229" y="3373064"/>
            <a:ext cx="28398" cy="28398"/>
          </a:xfrm>
          <a:prstGeom prst="ellipse">
            <a:avLst/>
          </a:prstGeom>
          <a:solidFill>
            <a:srgbClr val="B57442">
              <a:alpha val="30000"/>
            </a:srgbClr>
          </a:solidFill>
          <a:ln w="0">
            <a:noFill/>
            <a:prstDash val="solid"/>
          </a:ln>
        </p:spPr>
      </p:sp>
      <p:sp>
        <p:nvSpPr>
          <p:cNvPr id="399" name="02_predicted_pose_3698">
            <a:extLst>
              <a:ext uri="{FF2B5EF4-FFF2-40B4-BE49-F238E27FC236}">
                <a16:creationId xmlns:a16="http://schemas.microsoft.com/office/drawing/2014/main" id="{D34B6DA5-50FB-4413-9D22-126D1BA6ACFD}"/>
              </a:ext>
            </a:extLst>
          </p:cNvPr>
          <p:cNvSpPr>
            <a:spLocks noGrp="1"/>
          </p:cNvSpPr>
          <p:nvPr/>
        </p:nvSpPr>
        <p:spPr>
          <a:xfrm>
            <a:off x="2478792" y="3476836"/>
            <a:ext cx="28398" cy="28398"/>
          </a:xfrm>
          <a:prstGeom prst="ellipse">
            <a:avLst/>
          </a:prstGeom>
          <a:solidFill>
            <a:srgbClr val="B57442">
              <a:alpha val="30000"/>
            </a:srgbClr>
          </a:solidFill>
          <a:ln w="0">
            <a:noFill/>
            <a:prstDash val="solid"/>
          </a:ln>
        </p:spPr>
      </p:sp>
      <p:sp>
        <p:nvSpPr>
          <p:cNvPr id="400" name="02_predicted_pose_3699">
            <a:extLst>
              <a:ext uri="{FF2B5EF4-FFF2-40B4-BE49-F238E27FC236}">
                <a16:creationId xmlns:a16="http://schemas.microsoft.com/office/drawing/2014/main" id="{354F0E28-E0A9-4E4A-AE8C-7458CA056C66}"/>
              </a:ext>
            </a:extLst>
          </p:cNvPr>
          <p:cNvSpPr>
            <a:spLocks noGrp="1"/>
          </p:cNvSpPr>
          <p:nvPr/>
        </p:nvSpPr>
        <p:spPr>
          <a:xfrm>
            <a:off x="2503598" y="2753359"/>
            <a:ext cx="28398" cy="28398"/>
          </a:xfrm>
          <a:prstGeom prst="ellipse">
            <a:avLst/>
          </a:prstGeom>
          <a:solidFill>
            <a:srgbClr val="B57442">
              <a:alpha val="30000"/>
            </a:srgbClr>
          </a:solidFill>
          <a:ln w="0">
            <a:noFill/>
            <a:prstDash val="solid"/>
          </a:ln>
        </p:spPr>
      </p:sp>
      <p:sp>
        <p:nvSpPr>
          <p:cNvPr id="401" name="02_predicted_pose_3700">
            <a:extLst>
              <a:ext uri="{FF2B5EF4-FFF2-40B4-BE49-F238E27FC236}">
                <a16:creationId xmlns:a16="http://schemas.microsoft.com/office/drawing/2014/main" id="{AE279A28-3BD3-43EC-8AF9-2B3BD5D3E683}"/>
              </a:ext>
            </a:extLst>
          </p:cNvPr>
          <p:cNvSpPr>
            <a:spLocks noGrp="1"/>
          </p:cNvSpPr>
          <p:nvPr/>
        </p:nvSpPr>
        <p:spPr>
          <a:xfrm>
            <a:off x="2517379" y="2976500"/>
            <a:ext cx="28398" cy="28398"/>
          </a:xfrm>
          <a:prstGeom prst="ellipse">
            <a:avLst/>
          </a:prstGeom>
          <a:solidFill>
            <a:srgbClr val="B57442">
              <a:alpha val="30000"/>
            </a:srgbClr>
          </a:solidFill>
          <a:ln w="0">
            <a:noFill/>
            <a:prstDash val="solid"/>
          </a:ln>
        </p:spPr>
      </p:sp>
      <p:sp>
        <p:nvSpPr>
          <p:cNvPr id="402" name="02_predicted_pose_3701">
            <a:extLst>
              <a:ext uri="{FF2B5EF4-FFF2-40B4-BE49-F238E27FC236}">
                <a16:creationId xmlns:a16="http://schemas.microsoft.com/office/drawing/2014/main" id="{1C9D72A3-98C4-4845-870F-BC58B18D182D}"/>
              </a:ext>
            </a:extLst>
          </p:cNvPr>
          <p:cNvSpPr>
            <a:spLocks noGrp="1"/>
          </p:cNvSpPr>
          <p:nvPr/>
        </p:nvSpPr>
        <p:spPr>
          <a:xfrm>
            <a:off x="2448473" y="3252724"/>
            <a:ext cx="28398" cy="28398"/>
          </a:xfrm>
          <a:prstGeom prst="ellipse">
            <a:avLst/>
          </a:prstGeom>
          <a:solidFill>
            <a:srgbClr val="B57442">
              <a:alpha val="30000"/>
            </a:srgbClr>
          </a:solidFill>
          <a:ln w="0">
            <a:noFill/>
            <a:prstDash val="solid"/>
          </a:ln>
        </p:spPr>
      </p:sp>
      <p:sp>
        <p:nvSpPr>
          <p:cNvPr id="403" name="02_predicted_pose_3702">
            <a:extLst>
              <a:ext uri="{FF2B5EF4-FFF2-40B4-BE49-F238E27FC236}">
                <a16:creationId xmlns:a16="http://schemas.microsoft.com/office/drawing/2014/main" id="{88A460C0-9158-43EB-8CAD-7AEE54A72718}"/>
              </a:ext>
            </a:extLst>
          </p:cNvPr>
          <p:cNvSpPr>
            <a:spLocks noGrp="1"/>
          </p:cNvSpPr>
          <p:nvPr/>
        </p:nvSpPr>
        <p:spPr>
          <a:xfrm>
            <a:off x="2395760" y="3546276"/>
            <a:ext cx="28398" cy="28398"/>
          </a:xfrm>
          <a:prstGeom prst="ellipse">
            <a:avLst/>
          </a:prstGeom>
          <a:solidFill>
            <a:srgbClr val="B57442">
              <a:alpha val="30000"/>
            </a:srgbClr>
          </a:solidFill>
          <a:ln w="0">
            <a:noFill/>
            <a:prstDash val="solid"/>
          </a:ln>
        </p:spPr>
      </p:sp>
      <p:sp>
        <p:nvSpPr>
          <p:cNvPr id="404" name="02_predicted_pose_3703">
            <a:extLst>
              <a:ext uri="{FF2B5EF4-FFF2-40B4-BE49-F238E27FC236}">
                <a16:creationId xmlns:a16="http://schemas.microsoft.com/office/drawing/2014/main" id="{AD034AAE-6D9C-4E42-A4F2-16B7A1BBC46E}"/>
              </a:ext>
            </a:extLst>
          </p:cNvPr>
          <p:cNvSpPr>
            <a:spLocks noGrp="1"/>
          </p:cNvSpPr>
          <p:nvPr/>
        </p:nvSpPr>
        <p:spPr>
          <a:xfrm>
            <a:off x="2312383" y="3472312"/>
            <a:ext cx="28398" cy="28398"/>
          </a:xfrm>
          <a:prstGeom prst="ellipse">
            <a:avLst/>
          </a:prstGeom>
          <a:solidFill>
            <a:srgbClr val="B57442">
              <a:alpha val="30000"/>
            </a:srgbClr>
          </a:solidFill>
          <a:ln w="0">
            <a:noFill/>
            <a:prstDash val="solid"/>
          </a:ln>
        </p:spPr>
      </p:sp>
      <p:sp>
        <p:nvSpPr>
          <p:cNvPr id="405" name="02_predicted_pose_3704">
            <a:extLst>
              <a:ext uri="{FF2B5EF4-FFF2-40B4-BE49-F238E27FC236}">
                <a16:creationId xmlns:a16="http://schemas.microsoft.com/office/drawing/2014/main" id="{0CEA0620-48B8-4AC3-8D0E-A20C12DD58FD}"/>
              </a:ext>
            </a:extLst>
          </p:cNvPr>
          <p:cNvSpPr>
            <a:spLocks noGrp="1"/>
          </p:cNvSpPr>
          <p:nvPr/>
        </p:nvSpPr>
        <p:spPr>
          <a:xfrm>
            <a:off x="2556311" y="2737404"/>
            <a:ext cx="28398" cy="28398"/>
          </a:xfrm>
          <a:prstGeom prst="ellipse">
            <a:avLst/>
          </a:prstGeom>
          <a:solidFill>
            <a:srgbClr val="B57442">
              <a:alpha val="30000"/>
            </a:srgbClr>
          </a:solidFill>
          <a:ln w="0">
            <a:noFill/>
            <a:prstDash val="solid"/>
          </a:ln>
        </p:spPr>
      </p:sp>
      <p:sp>
        <p:nvSpPr>
          <p:cNvPr id="406" name="02_predicted_pose_3705">
            <a:extLst>
              <a:ext uri="{FF2B5EF4-FFF2-40B4-BE49-F238E27FC236}">
                <a16:creationId xmlns:a16="http://schemas.microsoft.com/office/drawing/2014/main" id="{78A5A4CC-EA16-47CC-8AB9-627B102A93CA}"/>
              </a:ext>
            </a:extLst>
          </p:cNvPr>
          <p:cNvSpPr>
            <a:spLocks noGrp="1"/>
          </p:cNvSpPr>
          <p:nvPr/>
        </p:nvSpPr>
        <p:spPr>
          <a:xfrm>
            <a:off x="2513245" y="2676156"/>
            <a:ext cx="28398" cy="28398"/>
          </a:xfrm>
          <a:prstGeom prst="ellipse">
            <a:avLst/>
          </a:prstGeom>
          <a:solidFill>
            <a:srgbClr val="B57442">
              <a:alpha val="30000"/>
            </a:srgbClr>
          </a:solidFill>
          <a:ln w="0">
            <a:noFill/>
            <a:prstDash val="solid"/>
          </a:ln>
        </p:spPr>
      </p:sp>
      <p:sp>
        <p:nvSpPr>
          <p:cNvPr id="407" name="02_predicted_pose_3706">
            <a:extLst>
              <a:ext uri="{FF2B5EF4-FFF2-40B4-BE49-F238E27FC236}">
                <a16:creationId xmlns:a16="http://schemas.microsoft.com/office/drawing/2014/main" id="{BA0000B0-8316-4045-A2A4-96BC321D9691}"/>
              </a:ext>
            </a:extLst>
          </p:cNvPr>
          <p:cNvSpPr>
            <a:spLocks noGrp="1"/>
          </p:cNvSpPr>
          <p:nvPr/>
        </p:nvSpPr>
        <p:spPr>
          <a:xfrm>
            <a:off x="2527026" y="2736767"/>
            <a:ext cx="28398" cy="28398"/>
          </a:xfrm>
          <a:prstGeom prst="ellipse">
            <a:avLst/>
          </a:prstGeom>
          <a:solidFill>
            <a:srgbClr val="B57442">
              <a:alpha val="30000"/>
            </a:srgbClr>
          </a:solidFill>
          <a:ln w="0">
            <a:noFill/>
            <a:prstDash val="solid"/>
          </a:ln>
        </p:spPr>
      </p:sp>
      <p:sp>
        <p:nvSpPr>
          <p:cNvPr id="408" name="02_predicted_pose_3707">
            <a:extLst>
              <a:ext uri="{FF2B5EF4-FFF2-40B4-BE49-F238E27FC236}">
                <a16:creationId xmlns:a16="http://schemas.microsoft.com/office/drawing/2014/main" id="{FCCA1FE0-F7C9-450F-88A2-E218470A80E9}"/>
              </a:ext>
            </a:extLst>
          </p:cNvPr>
          <p:cNvSpPr>
            <a:spLocks noGrp="1"/>
          </p:cNvSpPr>
          <p:nvPr/>
        </p:nvSpPr>
        <p:spPr>
          <a:xfrm>
            <a:off x="2333055" y="2960061"/>
            <a:ext cx="28398" cy="28398"/>
          </a:xfrm>
          <a:prstGeom prst="ellipse">
            <a:avLst/>
          </a:prstGeom>
          <a:solidFill>
            <a:srgbClr val="B57442">
              <a:alpha val="30000"/>
            </a:srgbClr>
          </a:solidFill>
          <a:ln w="0">
            <a:noFill/>
            <a:prstDash val="solid"/>
          </a:ln>
        </p:spPr>
      </p:sp>
      <p:sp>
        <p:nvSpPr>
          <p:cNvPr id="409" name="02_predicted_pose_3708">
            <a:extLst>
              <a:ext uri="{FF2B5EF4-FFF2-40B4-BE49-F238E27FC236}">
                <a16:creationId xmlns:a16="http://schemas.microsoft.com/office/drawing/2014/main" id="{644CF8D3-EB6A-463E-A6E3-DC511AB50DD9}"/>
              </a:ext>
            </a:extLst>
          </p:cNvPr>
          <p:cNvSpPr>
            <a:spLocks noGrp="1"/>
          </p:cNvSpPr>
          <p:nvPr/>
        </p:nvSpPr>
        <p:spPr>
          <a:xfrm>
            <a:off x="2513589" y="2981419"/>
            <a:ext cx="28398" cy="28398"/>
          </a:xfrm>
          <a:prstGeom prst="ellipse">
            <a:avLst/>
          </a:prstGeom>
          <a:solidFill>
            <a:srgbClr val="B57442">
              <a:alpha val="30000"/>
            </a:srgbClr>
          </a:solidFill>
          <a:ln w="0">
            <a:noFill/>
            <a:prstDash val="solid"/>
          </a:ln>
        </p:spPr>
      </p:sp>
      <p:sp>
        <p:nvSpPr>
          <p:cNvPr id="410" name="02_predicted_pose_3709">
            <a:extLst>
              <a:ext uri="{FF2B5EF4-FFF2-40B4-BE49-F238E27FC236}">
                <a16:creationId xmlns:a16="http://schemas.microsoft.com/office/drawing/2014/main" id="{6025F415-407E-410D-A8AE-009C6719AF60}"/>
              </a:ext>
            </a:extLst>
          </p:cNvPr>
          <p:cNvSpPr>
            <a:spLocks noGrp="1"/>
          </p:cNvSpPr>
          <p:nvPr/>
        </p:nvSpPr>
        <p:spPr>
          <a:xfrm>
            <a:off x="2527371" y="3036516"/>
            <a:ext cx="28398" cy="28398"/>
          </a:xfrm>
          <a:prstGeom prst="ellipse">
            <a:avLst/>
          </a:prstGeom>
          <a:solidFill>
            <a:srgbClr val="B57442">
              <a:alpha val="30000"/>
            </a:srgbClr>
          </a:solidFill>
          <a:ln w="0">
            <a:noFill/>
            <a:prstDash val="solid"/>
          </a:ln>
        </p:spPr>
      </p:sp>
      <p:sp>
        <p:nvSpPr>
          <p:cNvPr id="411" name="02_predicted_pose_3710">
            <a:extLst>
              <a:ext uri="{FF2B5EF4-FFF2-40B4-BE49-F238E27FC236}">
                <a16:creationId xmlns:a16="http://schemas.microsoft.com/office/drawing/2014/main" id="{BA2555ED-127E-4930-9215-274776CD4F27}"/>
              </a:ext>
            </a:extLst>
          </p:cNvPr>
          <p:cNvSpPr>
            <a:spLocks noGrp="1"/>
          </p:cNvSpPr>
          <p:nvPr/>
        </p:nvSpPr>
        <p:spPr>
          <a:xfrm>
            <a:off x="2541152" y="2972374"/>
            <a:ext cx="28398" cy="28398"/>
          </a:xfrm>
          <a:prstGeom prst="ellipse">
            <a:avLst/>
          </a:prstGeom>
          <a:solidFill>
            <a:srgbClr val="B57442">
              <a:alpha val="30000"/>
            </a:srgbClr>
          </a:solidFill>
          <a:ln w="0">
            <a:noFill/>
            <a:prstDash val="solid"/>
          </a:ln>
        </p:spPr>
      </p:sp>
      <p:sp>
        <p:nvSpPr>
          <p:cNvPr id="412" name="02_predicted_pose_3711">
            <a:extLst>
              <a:ext uri="{FF2B5EF4-FFF2-40B4-BE49-F238E27FC236}">
                <a16:creationId xmlns:a16="http://schemas.microsoft.com/office/drawing/2014/main" id="{F5E9FFE6-07EC-4BAE-ACDA-CF90DAC3DC02}"/>
              </a:ext>
            </a:extLst>
          </p:cNvPr>
          <p:cNvSpPr>
            <a:spLocks noGrp="1"/>
          </p:cNvSpPr>
          <p:nvPr/>
        </p:nvSpPr>
        <p:spPr>
          <a:xfrm>
            <a:off x="2554933" y="3237246"/>
            <a:ext cx="28398" cy="28398"/>
          </a:xfrm>
          <a:prstGeom prst="ellipse">
            <a:avLst/>
          </a:prstGeom>
          <a:solidFill>
            <a:srgbClr val="B57442">
              <a:alpha val="30000"/>
            </a:srgbClr>
          </a:solidFill>
          <a:ln w="0">
            <a:noFill/>
            <a:prstDash val="solid"/>
          </a:ln>
        </p:spPr>
      </p:sp>
      <p:sp>
        <p:nvSpPr>
          <p:cNvPr id="413" name="02_predicted_pose_3712">
            <a:extLst>
              <a:ext uri="{FF2B5EF4-FFF2-40B4-BE49-F238E27FC236}">
                <a16:creationId xmlns:a16="http://schemas.microsoft.com/office/drawing/2014/main" id="{1EB5AC20-A2DC-4C6C-B918-199A28B1AD0F}"/>
              </a:ext>
            </a:extLst>
          </p:cNvPr>
          <p:cNvSpPr>
            <a:spLocks noGrp="1"/>
          </p:cNvSpPr>
          <p:nvPr/>
        </p:nvSpPr>
        <p:spPr>
          <a:xfrm>
            <a:off x="2568714" y="3031203"/>
            <a:ext cx="28398" cy="28398"/>
          </a:xfrm>
          <a:prstGeom prst="ellipse">
            <a:avLst/>
          </a:prstGeom>
          <a:solidFill>
            <a:srgbClr val="B57442">
              <a:alpha val="30000"/>
            </a:srgbClr>
          </a:solidFill>
          <a:ln w="0">
            <a:noFill/>
            <a:prstDash val="solid"/>
          </a:ln>
        </p:spPr>
      </p:sp>
      <p:sp>
        <p:nvSpPr>
          <p:cNvPr id="414" name="02_predicted_pose_3713">
            <a:extLst>
              <a:ext uri="{FF2B5EF4-FFF2-40B4-BE49-F238E27FC236}">
                <a16:creationId xmlns:a16="http://schemas.microsoft.com/office/drawing/2014/main" id="{F0C5FF8B-6B60-495D-8C0C-6E67C93B5438}"/>
              </a:ext>
            </a:extLst>
          </p:cNvPr>
          <p:cNvSpPr>
            <a:spLocks noGrp="1"/>
          </p:cNvSpPr>
          <p:nvPr/>
        </p:nvSpPr>
        <p:spPr>
          <a:xfrm>
            <a:off x="2395415" y="2878842"/>
            <a:ext cx="28398" cy="28398"/>
          </a:xfrm>
          <a:prstGeom prst="ellipse">
            <a:avLst/>
          </a:prstGeom>
          <a:solidFill>
            <a:srgbClr val="B57442">
              <a:alpha val="30000"/>
            </a:srgbClr>
          </a:solidFill>
          <a:ln w="0">
            <a:noFill/>
            <a:prstDash val="solid"/>
          </a:ln>
        </p:spPr>
      </p:sp>
      <p:sp>
        <p:nvSpPr>
          <p:cNvPr id="415" name="02_predicted_pose_3714">
            <a:extLst>
              <a:ext uri="{FF2B5EF4-FFF2-40B4-BE49-F238E27FC236}">
                <a16:creationId xmlns:a16="http://schemas.microsoft.com/office/drawing/2014/main" id="{9CD7D817-66D9-4FE9-A2CA-4E2F4AD45E24}"/>
              </a:ext>
            </a:extLst>
          </p:cNvPr>
          <p:cNvSpPr>
            <a:spLocks noGrp="1"/>
          </p:cNvSpPr>
          <p:nvPr/>
        </p:nvSpPr>
        <p:spPr>
          <a:xfrm>
            <a:off x="2478792" y="3282107"/>
            <a:ext cx="28398" cy="28398"/>
          </a:xfrm>
          <a:prstGeom prst="ellipse">
            <a:avLst/>
          </a:prstGeom>
          <a:solidFill>
            <a:srgbClr val="B57442">
              <a:alpha val="30000"/>
            </a:srgbClr>
          </a:solidFill>
          <a:ln w="0">
            <a:noFill/>
            <a:prstDash val="solid"/>
          </a:ln>
        </p:spPr>
      </p:sp>
      <p:sp>
        <p:nvSpPr>
          <p:cNvPr id="416" name="02_predicted_pose_3715">
            <a:extLst>
              <a:ext uri="{FF2B5EF4-FFF2-40B4-BE49-F238E27FC236}">
                <a16:creationId xmlns:a16="http://schemas.microsoft.com/office/drawing/2014/main" id="{1F51F296-93FA-40A1-921F-D9E7430F2E50}"/>
              </a:ext>
            </a:extLst>
          </p:cNvPr>
          <p:cNvSpPr>
            <a:spLocks noGrp="1"/>
          </p:cNvSpPr>
          <p:nvPr/>
        </p:nvSpPr>
        <p:spPr>
          <a:xfrm>
            <a:off x="2506354" y="3292325"/>
            <a:ext cx="28398" cy="28398"/>
          </a:xfrm>
          <a:prstGeom prst="ellipse">
            <a:avLst/>
          </a:prstGeom>
          <a:solidFill>
            <a:srgbClr val="B57442">
              <a:alpha val="30000"/>
            </a:srgbClr>
          </a:solidFill>
          <a:ln w="0">
            <a:noFill/>
            <a:prstDash val="solid"/>
          </a:ln>
        </p:spPr>
      </p:sp>
      <p:sp>
        <p:nvSpPr>
          <p:cNvPr id="417" name="02_predicted_pose_3716">
            <a:extLst>
              <a:ext uri="{FF2B5EF4-FFF2-40B4-BE49-F238E27FC236}">
                <a16:creationId xmlns:a16="http://schemas.microsoft.com/office/drawing/2014/main" id="{3534B4CB-01BA-423B-BEF7-BABA7942AB7F}"/>
              </a:ext>
            </a:extLst>
          </p:cNvPr>
          <p:cNvSpPr>
            <a:spLocks noGrp="1"/>
          </p:cNvSpPr>
          <p:nvPr/>
        </p:nvSpPr>
        <p:spPr>
          <a:xfrm>
            <a:off x="2533917" y="3274612"/>
            <a:ext cx="28398" cy="28398"/>
          </a:xfrm>
          <a:prstGeom prst="ellipse">
            <a:avLst/>
          </a:prstGeom>
          <a:solidFill>
            <a:srgbClr val="B57442">
              <a:alpha val="30000"/>
            </a:srgbClr>
          </a:solidFill>
          <a:ln w="0">
            <a:noFill/>
            <a:prstDash val="solid"/>
          </a:ln>
        </p:spPr>
      </p:sp>
      <p:sp>
        <p:nvSpPr>
          <p:cNvPr id="418" name="02_predicted_pose_3717">
            <a:extLst>
              <a:ext uri="{FF2B5EF4-FFF2-40B4-BE49-F238E27FC236}">
                <a16:creationId xmlns:a16="http://schemas.microsoft.com/office/drawing/2014/main" id="{32EF6EE2-98AE-4E97-9F53-395D4A0EB6B3}"/>
              </a:ext>
            </a:extLst>
          </p:cNvPr>
          <p:cNvSpPr>
            <a:spLocks noGrp="1"/>
          </p:cNvSpPr>
          <p:nvPr/>
        </p:nvSpPr>
        <p:spPr>
          <a:xfrm>
            <a:off x="2561479" y="3308556"/>
            <a:ext cx="28398" cy="28398"/>
          </a:xfrm>
          <a:prstGeom prst="ellipse">
            <a:avLst/>
          </a:prstGeom>
          <a:solidFill>
            <a:srgbClr val="B57442">
              <a:alpha val="30000"/>
            </a:srgbClr>
          </a:solidFill>
          <a:ln w="0">
            <a:noFill/>
            <a:prstDash val="solid"/>
          </a:ln>
        </p:spPr>
      </p:sp>
      <p:sp>
        <p:nvSpPr>
          <p:cNvPr id="419" name="02_predicted_pose_3718">
            <a:extLst>
              <a:ext uri="{FF2B5EF4-FFF2-40B4-BE49-F238E27FC236}">
                <a16:creationId xmlns:a16="http://schemas.microsoft.com/office/drawing/2014/main" id="{40905853-4EDB-4706-AEC8-6AF8A486A07B}"/>
              </a:ext>
            </a:extLst>
          </p:cNvPr>
          <p:cNvSpPr>
            <a:spLocks noGrp="1"/>
          </p:cNvSpPr>
          <p:nvPr/>
        </p:nvSpPr>
        <p:spPr>
          <a:xfrm>
            <a:off x="2641410" y="3243071"/>
            <a:ext cx="28398" cy="28398"/>
          </a:xfrm>
          <a:prstGeom prst="ellipse">
            <a:avLst/>
          </a:prstGeom>
          <a:solidFill>
            <a:srgbClr val="B57442">
              <a:alpha val="30000"/>
            </a:srgbClr>
          </a:solidFill>
          <a:ln w="0">
            <a:noFill/>
            <a:prstDash val="solid"/>
          </a:ln>
        </p:spPr>
      </p:sp>
      <p:sp>
        <p:nvSpPr>
          <p:cNvPr id="420" name="02_predicted_pose_3719">
            <a:extLst>
              <a:ext uri="{FF2B5EF4-FFF2-40B4-BE49-F238E27FC236}">
                <a16:creationId xmlns:a16="http://schemas.microsoft.com/office/drawing/2014/main" id="{E26A20CD-BD2D-4221-845F-8367FF5C8D31}"/>
              </a:ext>
            </a:extLst>
          </p:cNvPr>
          <p:cNvSpPr>
            <a:spLocks noGrp="1"/>
          </p:cNvSpPr>
          <p:nvPr/>
        </p:nvSpPr>
        <p:spPr>
          <a:xfrm>
            <a:off x="2325476" y="2832083"/>
            <a:ext cx="28398" cy="28398"/>
          </a:xfrm>
          <a:prstGeom prst="ellipse">
            <a:avLst/>
          </a:prstGeom>
          <a:solidFill>
            <a:srgbClr val="B57442">
              <a:alpha val="30000"/>
            </a:srgbClr>
          </a:solidFill>
          <a:ln w="0">
            <a:noFill/>
            <a:prstDash val="solid"/>
          </a:ln>
        </p:spPr>
      </p:sp>
      <p:sp>
        <p:nvSpPr>
          <p:cNvPr id="421" name="02_predicted_pose_3720">
            <a:extLst>
              <a:ext uri="{FF2B5EF4-FFF2-40B4-BE49-F238E27FC236}">
                <a16:creationId xmlns:a16="http://schemas.microsoft.com/office/drawing/2014/main" id="{D3375A37-9FEE-427D-B242-4E080CAB35C6}"/>
              </a:ext>
            </a:extLst>
          </p:cNvPr>
          <p:cNvSpPr>
            <a:spLocks noGrp="1"/>
          </p:cNvSpPr>
          <p:nvPr/>
        </p:nvSpPr>
        <p:spPr>
          <a:xfrm>
            <a:off x="2353038" y="3227387"/>
            <a:ext cx="28398" cy="28398"/>
          </a:xfrm>
          <a:prstGeom prst="ellipse">
            <a:avLst/>
          </a:prstGeom>
          <a:solidFill>
            <a:srgbClr val="B57442">
              <a:alpha val="30000"/>
            </a:srgbClr>
          </a:solidFill>
          <a:ln w="0">
            <a:noFill/>
            <a:prstDash val="solid"/>
          </a:ln>
        </p:spPr>
      </p:sp>
      <p:sp>
        <p:nvSpPr>
          <p:cNvPr id="422" name="02_predicted_pose_3721">
            <a:extLst>
              <a:ext uri="{FF2B5EF4-FFF2-40B4-BE49-F238E27FC236}">
                <a16:creationId xmlns:a16="http://schemas.microsoft.com/office/drawing/2014/main" id="{79B8AA73-DC11-4513-95CE-F117F8C07954}"/>
              </a:ext>
            </a:extLst>
          </p:cNvPr>
          <p:cNvSpPr>
            <a:spLocks noGrp="1"/>
          </p:cNvSpPr>
          <p:nvPr/>
        </p:nvSpPr>
        <p:spPr>
          <a:xfrm>
            <a:off x="2380600" y="3201423"/>
            <a:ext cx="28398" cy="28398"/>
          </a:xfrm>
          <a:prstGeom prst="ellipse">
            <a:avLst/>
          </a:prstGeom>
          <a:solidFill>
            <a:srgbClr val="B57442">
              <a:alpha val="30000"/>
            </a:srgbClr>
          </a:solidFill>
          <a:ln w="0">
            <a:noFill/>
            <a:prstDash val="solid"/>
          </a:ln>
        </p:spPr>
      </p:sp>
      <p:sp>
        <p:nvSpPr>
          <p:cNvPr id="423" name="02_predicted_pose_3722">
            <a:extLst>
              <a:ext uri="{FF2B5EF4-FFF2-40B4-BE49-F238E27FC236}">
                <a16:creationId xmlns:a16="http://schemas.microsoft.com/office/drawing/2014/main" id="{F0762D22-4EC9-490B-AA37-B09493B33EA9}"/>
              </a:ext>
            </a:extLst>
          </p:cNvPr>
          <p:cNvSpPr>
            <a:spLocks noGrp="1"/>
          </p:cNvSpPr>
          <p:nvPr/>
        </p:nvSpPr>
        <p:spPr>
          <a:xfrm>
            <a:off x="2408163" y="3195196"/>
            <a:ext cx="28398" cy="28398"/>
          </a:xfrm>
          <a:prstGeom prst="ellipse">
            <a:avLst/>
          </a:prstGeom>
          <a:solidFill>
            <a:srgbClr val="B57442">
              <a:alpha val="30000"/>
            </a:srgbClr>
          </a:solidFill>
          <a:ln w="0">
            <a:noFill/>
            <a:prstDash val="solid"/>
          </a:ln>
        </p:spPr>
      </p:sp>
      <p:sp>
        <p:nvSpPr>
          <p:cNvPr id="424" name="02_predicted_pose_3723">
            <a:extLst>
              <a:ext uri="{FF2B5EF4-FFF2-40B4-BE49-F238E27FC236}">
                <a16:creationId xmlns:a16="http://schemas.microsoft.com/office/drawing/2014/main" id="{BDCB1AF9-6034-4BBC-AF00-61385077B6EA}"/>
              </a:ext>
            </a:extLst>
          </p:cNvPr>
          <p:cNvSpPr>
            <a:spLocks noGrp="1"/>
          </p:cNvSpPr>
          <p:nvPr/>
        </p:nvSpPr>
        <p:spPr>
          <a:xfrm>
            <a:off x="2311350" y="3275012"/>
            <a:ext cx="28398" cy="28398"/>
          </a:xfrm>
          <a:prstGeom prst="ellipse">
            <a:avLst/>
          </a:prstGeom>
          <a:solidFill>
            <a:srgbClr val="B57442">
              <a:alpha val="30000"/>
            </a:srgbClr>
          </a:solidFill>
          <a:ln w="0">
            <a:noFill/>
            <a:prstDash val="solid"/>
          </a:ln>
        </p:spPr>
      </p:sp>
      <p:sp>
        <p:nvSpPr>
          <p:cNvPr id="425" name="02_predicted_pose_3724">
            <a:extLst>
              <a:ext uri="{FF2B5EF4-FFF2-40B4-BE49-F238E27FC236}">
                <a16:creationId xmlns:a16="http://schemas.microsoft.com/office/drawing/2014/main" id="{530022BA-7742-43E7-81AF-F386130CFA5E}"/>
              </a:ext>
            </a:extLst>
          </p:cNvPr>
          <p:cNvSpPr>
            <a:spLocks noGrp="1"/>
          </p:cNvSpPr>
          <p:nvPr/>
        </p:nvSpPr>
        <p:spPr>
          <a:xfrm>
            <a:off x="2360962" y="3529026"/>
            <a:ext cx="28398" cy="28398"/>
          </a:xfrm>
          <a:prstGeom prst="ellipse">
            <a:avLst/>
          </a:prstGeom>
          <a:solidFill>
            <a:srgbClr val="B57442">
              <a:alpha val="30000"/>
            </a:srgbClr>
          </a:solidFill>
          <a:ln w="0">
            <a:noFill/>
            <a:prstDash val="solid"/>
          </a:ln>
        </p:spPr>
      </p:sp>
      <p:sp>
        <p:nvSpPr>
          <p:cNvPr id="426" name="02_predicted_pose_3725">
            <a:extLst>
              <a:ext uri="{FF2B5EF4-FFF2-40B4-BE49-F238E27FC236}">
                <a16:creationId xmlns:a16="http://schemas.microsoft.com/office/drawing/2014/main" id="{EAA22C97-1D1C-4620-B43C-26E7C16385DE}"/>
              </a:ext>
            </a:extLst>
          </p:cNvPr>
          <p:cNvSpPr>
            <a:spLocks noGrp="1"/>
          </p:cNvSpPr>
          <p:nvPr/>
        </p:nvSpPr>
        <p:spPr>
          <a:xfrm>
            <a:off x="2502909" y="3425614"/>
            <a:ext cx="28398" cy="28398"/>
          </a:xfrm>
          <a:prstGeom prst="ellipse">
            <a:avLst/>
          </a:prstGeom>
          <a:solidFill>
            <a:srgbClr val="B57442">
              <a:alpha val="30000"/>
            </a:srgbClr>
          </a:solidFill>
          <a:ln w="0">
            <a:noFill/>
            <a:prstDash val="solid"/>
          </a:ln>
        </p:spPr>
      </p:sp>
      <p:sp>
        <p:nvSpPr>
          <p:cNvPr id="427" name="02_predicted_pose_3726">
            <a:extLst>
              <a:ext uri="{FF2B5EF4-FFF2-40B4-BE49-F238E27FC236}">
                <a16:creationId xmlns:a16="http://schemas.microsoft.com/office/drawing/2014/main" id="{4570DFDF-D2EF-47E6-9519-E0010C983FE4}"/>
              </a:ext>
            </a:extLst>
          </p:cNvPr>
          <p:cNvSpPr>
            <a:spLocks noGrp="1"/>
          </p:cNvSpPr>
          <p:nvPr/>
        </p:nvSpPr>
        <p:spPr>
          <a:xfrm>
            <a:off x="2530471" y="3334512"/>
            <a:ext cx="28398" cy="28398"/>
          </a:xfrm>
          <a:prstGeom prst="ellipse">
            <a:avLst/>
          </a:prstGeom>
          <a:solidFill>
            <a:srgbClr val="B57442">
              <a:alpha val="30000"/>
            </a:srgbClr>
          </a:solidFill>
          <a:ln w="0">
            <a:noFill/>
            <a:prstDash val="solid"/>
          </a:ln>
        </p:spPr>
      </p:sp>
      <p:sp>
        <p:nvSpPr>
          <p:cNvPr id="428" name="02_predicted_pose_3727">
            <a:extLst>
              <a:ext uri="{FF2B5EF4-FFF2-40B4-BE49-F238E27FC236}">
                <a16:creationId xmlns:a16="http://schemas.microsoft.com/office/drawing/2014/main" id="{866D5ED5-4628-47E2-A0E5-666F8FC33A19}"/>
              </a:ext>
            </a:extLst>
          </p:cNvPr>
          <p:cNvSpPr>
            <a:spLocks noGrp="1"/>
          </p:cNvSpPr>
          <p:nvPr/>
        </p:nvSpPr>
        <p:spPr>
          <a:xfrm>
            <a:off x="2571815" y="3227291"/>
            <a:ext cx="28398" cy="28398"/>
          </a:xfrm>
          <a:prstGeom prst="ellipse">
            <a:avLst/>
          </a:prstGeom>
          <a:solidFill>
            <a:srgbClr val="B57442">
              <a:alpha val="30000"/>
            </a:srgbClr>
          </a:solidFill>
          <a:ln w="0">
            <a:noFill/>
            <a:prstDash val="solid"/>
          </a:ln>
        </p:spPr>
      </p:sp>
      <p:sp>
        <p:nvSpPr>
          <p:cNvPr id="429" name="02_predicted_pose_3728">
            <a:extLst>
              <a:ext uri="{FF2B5EF4-FFF2-40B4-BE49-F238E27FC236}">
                <a16:creationId xmlns:a16="http://schemas.microsoft.com/office/drawing/2014/main" id="{9E2B68A4-6C93-42E3-8F10-EB1A8F98E970}"/>
              </a:ext>
            </a:extLst>
          </p:cNvPr>
          <p:cNvSpPr>
            <a:spLocks noGrp="1"/>
          </p:cNvSpPr>
          <p:nvPr/>
        </p:nvSpPr>
        <p:spPr>
          <a:xfrm>
            <a:off x="2599378" y="3240886"/>
            <a:ext cx="28398" cy="28398"/>
          </a:xfrm>
          <a:prstGeom prst="ellipse">
            <a:avLst/>
          </a:prstGeom>
          <a:solidFill>
            <a:srgbClr val="B57442">
              <a:alpha val="30000"/>
            </a:srgbClr>
          </a:solidFill>
          <a:ln w="0">
            <a:noFill/>
            <a:prstDash val="solid"/>
          </a:ln>
        </p:spPr>
      </p:sp>
      <p:sp>
        <p:nvSpPr>
          <p:cNvPr id="430" name="02_predicted_pose_3729">
            <a:extLst>
              <a:ext uri="{FF2B5EF4-FFF2-40B4-BE49-F238E27FC236}">
                <a16:creationId xmlns:a16="http://schemas.microsoft.com/office/drawing/2014/main" id="{6F360129-8C40-4C38-96DC-A57CBC64097A}"/>
              </a:ext>
            </a:extLst>
          </p:cNvPr>
          <p:cNvSpPr>
            <a:spLocks noGrp="1"/>
          </p:cNvSpPr>
          <p:nvPr/>
        </p:nvSpPr>
        <p:spPr>
          <a:xfrm>
            <a:off x="2626940" y="3250912"/>
            <a:ext cx="28398" cy="28398"/>
          </a:xfrm>
          <a:prstGeom prst="ellipse">
            <a:avLst/>
          </a:prstGeom>
          <a:solidFill>
            <a:srgbClr val="B57442">
              <a:alpha val="30000"/>
            </a:srgbClr>
          </a:solidFill>
          <a:ln w="0">
            <a:noFill/>
            <a:prstDash val="solid"/>
          </a:ln>
        </p:spPr>
      </p:sp>
      <p:sp>
        <p:nvSpPr>
          <p:cNvPr id="431" name="02_predicted_pose_3730">
            <a:extLst>
              <a:ext uri="{FF2B5EF4-FFF2-40B4-BE49-F238E27FC236}">
                <a16:creationId xmlns:a16="http://schemas.microsoft.com/office/drawing/2014/main" id="{7AAA85D5-FEC1-45AF-9384-29DD1AD0BD5B}"/>
              </a:ext>
            </a:extLst>
          </p:cNvPr>
          <p:cNvSpPr>
            <a:spLocks noGrp="1"/>
          </p:cNvSpPr>
          <p:nvPr/>
        </p:nvSpPr>
        <p:spPr>
          <a:xfrm>
            <a:off x="2609369" y="3474893"/>
            <a:ext cx="28398" cy="28398"/>
          </a:xfrm>
          <a:prstGeom prst="ellipse">
            <a:avLst/>
          </a:prstGeom>
          <a:solidFill>
            <a:srgbClr val="B57442">
              <a:alpha val="30000"/>
            </a:srgbClr>
          </a:solidFill>
          <a:ln w="0">
            <a:noFill/>
            <a:prstDash val="solid"/>
          </a:ln>
        </p:spPr>
      </p:sp>
      <p:sp>
        <p:nvSpPr>
          <p:cNvPr id="432" name="02_predicted_pose_3731">
            <a:extLst>
              <a:ext uri="{FF2B5EF4-FFF2-40B4-BE49-F238E27FC236}">
                <a16:creationId xmlns:a16="http://schemas.microsoft.com/office/drawing/2014/main" id="{AE1E6860-6E5B-49A1-BF31-D26203B95BD8}"/>
              </a:ext>
            </a:extLst>
          </p:cNvPr>
          <p:cNvSpPr>
            <a:spLocks noGrp="1"/>
          </p:cNvSpPr>
          <p:nvPr/>
        </p:nvSpPr>
        <p:spPr>
          <a:xfrm>
            <a:off x="2358895" y="3246736"/>
            <a:ext cx="28398" cy="28398"/>
          </a:xfrm>
          <a:prstGeom prst="ellipse">
            <a:avLst/>
          </a:prstGeom>
          <a:solidFill>
            <a:srgbClr val="B57442">
              <a:alpha val="30000"/>
            </a:srgbClr>
          </a:solidFill>
          <a:ln w="0">
            <a:noFill/>
            <a:prstDash val="solid"/>
          </a:ln>
        </p:spPr>
      </p:sp>
      <p:sp>
        <p:nvSpPr>
          <p:cNvPr id="433" name="02_predicted_pose_3732">
            <a:extLst>
              <a:ext uri="{FF2B5EF4-FFF2-40B4-BE49-F238E27FC236}">
                <a16:creationId xmlns:a16="http://schemas.microsoft.com/office/drawing/2014/main" id="{A643B8CB-D24F-4739-99D6-F6AD41D4940C}"/>
              </a:ext>
            </a:extLst>
          </p:cNvPr>
          <p:cNvSpPr>
            <a:spLocks noGrp="1"/>
          </p:cNvSpPr>
          <p:nvPr/>
        </p:nvSpPr>
        <p:spPr>
          <a:xfrm>
            <a:off x="2637965" y="3488182"/>
            <a:ext cx="28398" cy="28398"/>
          </a:xfrm>
          <a:prstGeom prst="ellipse">
            <a:avLst/>
          </a:prstGeom>
          <a:solidFill>
            <a:srgbClr val="B57442">
              <a:alpha val="30000"/>
            </a:srgbClr>
          </a:solidFill>
          <a:ln w="0">
            <a:noFill/>
            <a:prstDash val="solid"/>
          </a:ln>
        </p:spPr>
      </p:sp>
      <p:sp>
        <p:nvSpPr>
          <p:cNvPr id="434" name="02_predicted_pose_3733">
            <a:extLst>
              <a:ext uri="{FF2B5EF4-FFF2-40B4-BE49-F238E27FC236}">
                <a16:creationId xmlns:a16="http://schemas.microsoft.com/office/drawing/2014/main" id="{47380669-BD61-40B0-A967-204EE7A3119F}"/>
              </a:ext>
            </a:extLst>
          </p:cNvPr>
          <p:cNvSpPr>
            <a:spLocks noGrp="1"/>
          </p:cNvSpPr>
          <p:nvPr/>
        </p:nvSpPr>
        <p:spPr>
          <a:xfrm>
            <a:off x="2480514" y="3273397"/>
            <a:ext cx="28398" cy="28398"/>
          </a:xfrm>
          <a:prstGeom prst="ellipse">
            <a:avLst/>
          </a:prstGeom>
          <a:solidFill>
            <a:srgbClr val="B57442">
              <a:alpha val="30000"/>
            </a:srgbClr>
          </a:solidFill>
          <a:ln w="0">
            <a:noFill/>
            <a:prstDash val="solid"/>
          </a:ln>
        </p:spPr>
      </p:sp>
      <p:sp>
        <p:nvSpPr>
          <p:cNvPr id="435" name="02_predicted_pose_3734">
            <a:extLst>
              <a:ext uri="{FF2B5EF4-FFF2-40B4-BE49-F238E27FC236}">
                <a16:creationId xmlns:a16="http://schemas.microsoft.com/office/drawing/2014/main" id="{878DADB9-740A-47D1-A4A9-A9D322CCDC95}"/>
              </a:ext>
            </a:extLst>
          </p:cNvPr>
          <p:cNvSpPr>
            <a:spLocks noGrp="1"/>
          </p:cNvSpPr>
          <p:nvPr/>
        </p:nvSpPr>
        <p:spPr>
          <a:xfrm>
            <a:off x="2573538" y="3236577"/>
            <a:ext cx="28398" cy="28398"/>
          </a:xfrm>
          <a:prstGeom prst="ellipse">
            <a:avLst/>
          </a:prstGeom>
          <a:solidFill>
            <a:srgbClr val="B57442">
              <a:alpha val="30000"/>
            </a:srgbClr>
          </a:solidFill>
          <a:ln w="0">
            <a:noFill/>
            <a:prstDash val="solid"/>
          </a:ln>
        </p:spPr>
      </p:sp>
      <p:sp>
        <p:nvSpPr>
          <p:cNvPr id="436" name="02_predicted_pose_3735">
            <a:extLst>
              <a:ext uri="{FF2B5EF4-FFF2-40B4-BE49-F238E27FC236}">
                <a16:creationId xmlns:a16="http://schemas.microsoft.com/office/drawing/2014/main" id="{21F02DDE-E834-4EA5-BF5F-33B66B14E0AB}"/>
              </a:ext>
            </a:extLst>
          </p:cNvPr>
          <p:cNvSpPr>
            <a:spLocks noGrp="1"/>
          </p:cNvSpPr>
          <p:nvPr/>
        </p:nvSpPr>
        <p:spPr>
          <a:xfrm>
            <a:off x="2318585" y="3431613"/>
            <a:ext cx="28398" cy="28398"/>
          </a:xfrm>
          <a:prstGeom prst="ellipse">
            <a:avLst/>
          </a:prstGeom>
          <a:solidFill>
            <a:srgbClr val="B57442">
              <a:alpha val="30000"/>
            </a:srgbClr>
          </a:solidFill>
          <a:ln w="0">
            <a:noFill/>
            <a:prstDash val="solid"/>
          </a:ln>
        </p:spPr>
      </p:sp>
      <p:sp>
        <p:nvSpPr>
          <p:cNvPr id="437" name="02_predicted_pose_3736">
            <a:extLst>
              <a:ext uri="{FF2B5EF4-FFF2-40B4-BE49-F238E27FC236}">
                <a16:creationId xmlns:a16="http://schemas.microsoft.com/office/drawing/2014/main" id="{453CB6CD-3A5B-4248-BC0A-4F9163A783A1}"/>
              </a:ext>
            </a:extLst>
          </p:cNvPr>
          <p:cNvSpPr>
            <a:spLocks noGrp="1"/>
          </p:cNvSpPr>
          <p:nvPr/>
        </p:nvSpPr>
        <p:spPr>
          <a:xfrm>
            <a:off x="2332366" y="3282607"/>
            <a:ext cx="28398" cy="28398"/>
          </a:xfrm>
          <a:prstGeom prst="ellipse">
            <a:avLst/>
          </a:prstGeom>
          <a:solidFill>
            <a:srgbClr val="B57442">
              <a:alpha val="30000"/>
            </a:srgbClr>
          </a:solidFill>
          <a:ln w="0">
            <a:noFill/>
            <a:prstDash val="solid"/>
          </a:ln>
        </p:spPr>
      </p:sp>
      <p:sp>
        <p:nvSpPr>
          <p:cNvPr id="438" name="02_predicted_pose_3737">
            <a:extLst>
              <a:ext uri="{FF2B5EF4-FFF2-40B4-BE49-F238E27FC236}">
                <a16:creationId xmlns:a16="http://schemas.microsoft.com/office/drawing/2014/main" id="{9C182703-225D-42B5-A3A8-39495286F1A5}"/>
              </a:ext>
            </a:extLst>
          </p:cNvPr>
          <p:cNvSpPr>
            <a:spLocks noGrp="1"/>
          </p:cNvSpPr>
          <p:nvPr/>
        </p:nvSpPr>
        <p:spPr>
          <a:xfrm>
            <a:off x="2346147" y="3397078"/>
            <a:ext cx="28398" cy="28398"/>
          </a:xfrm>
          <a:prstGeom prst="ellipse">
            <a:avLst/>
          </a:prstGeom>
          <a:solidFill>
            <a:srgbClr val="B57442">
              <a:alpha val="30000"/>
            </a:srgbClr>
          </a:solidFill>
          <a:ln w="0">
            <a:noFill/>
            <a:prstDash val="solid"/>
          </a:ln>
        </p:spPr>
      </p:sp>
      <p:sp>
        <p:nvSpPr>
          <p:cNvPr id="439" name="02_predicted_pose_3738">
            <a:extLst>
              <a:ext uri="{FF2B5EF4-FFF2-40B4-BE49-F238E27FC236}">
                <a16:creationId xmlns:a16="http://schemas.microsoft.com/office/drawing/2014/main" id="{2863E4CD-D035-4057-B296-E5D3703ACE87}"/>
              </a:ext>
            </a:extLst>
          </p:cNvPr>
          <p:cNvSpPr>
            <a:spLocks noGrp="1"/>
          </p:cNvSpPr>
          <p:nvPr/>
        </p:nvSpPr>
        <p:spPr>
          <a:xfrm>
            <a:off x="2359929" y="3284600"/>
            <a:ext cx="28398" cy="28398"/>
          </a:xfrm>
          <a:prstGeom prst="ellipse">
            <a:avLst/>
          </a:prstGeom>
          <a:solidFill>
            <a:srgbClr val="B57442">
              <a:alpha val="30000"/>
            </a:srgbClr>
          </a:solidFill>
          <a:ln w="0">
            <a:noFill/>
            <a:prstDash val="solid"/>
          </a:ln>
        </p:spPr>
      </p:sp>
      <p:sp>
        <p:nvSpPr>
          <p:cNvPr id="440" name="02_predicted_pose_3739">
            <a:extLst>
              <a:ext uri="{FF2B5EF4-FFF2-40B4-BE49-F238E27FC236}">
                <a16:creationId xmlns:a16="http://schemas.microsoft.com/office/drawing/2014/main" id="{8FB715AA-D757-4A80-B562-22493813E5E8}"/>
              </a:ext>
            </a:extLst>
          </p:cNvPr>
          <p:cNvSpPr>
            <a:spLocks noGrp="1"/>
          </p:cNvSpPr>
          <p:nvPr/>
        </p:nvSpPr>
        <p:spPr>
          <a:xfrm>
            <a:off x="2315484" y="3237334"/>
            <a:ext cx="28398" cy="28398"/>
          </a:xfrm>
          <a:prstGeom prst="ellipse">
            <a:avLst/>
          </a:prstGeom>
          <a:solidFill>
            <a:srgbClr val="B57442">
              <a:alpha val="30000"/>
            </a:srgbClr>
          </a:solidFill>
          <a:ln w="0">
            <a:noFill/>
            <a:prstDash val="solid"/>
          </a:ln>
        </p:spPr>
      </p:sp>
      <p:sp>
        <p:nvSpPr>
          <p:cNvPr id="441" name="02_predicted_pose_3740">
            <a:extLst>
              <a:ext uri="{FF2B5EF4-FFF2-40B4-BE49-F238E27FC236}">
                <a16:creationId xmlns:a16="http://schemas.microsoft.com/office/drawing/2014/main" id="{C246415C-E291-428C-B9A3-A0E3D8229422}"/>
              </a:ext>
            </a:extLst>
          </p:cNvPr>
          <p:cNvSpPr>
            <a:spLocks noGrp="1"/>
          </p:cNvSpPr>
          <p:nvPr/>
        </p:nvSpPr>
        <p:spPr>
          <a:xfrm>
            <a:off x="2343047" y="3443083"/>
            <a:ext cx="28398" cy="28398"/>
          </a:xfrm>
          <a:prstGeom prst="ellipse">
            <a:avLst/>
          </a:prstGeom>
          <a:solidFill>
            <a:srgbClr val="B57442">
              <a:alpha val="30000"/>
            </a:srgbClr>
          </a:solidFill>
          <a:ln w="0">
            <a:noFill/>
            <a:prstDash val="solid"/>
          </a:ln>
        </p:spPr>
      </p:sp>
      <p:sp>
        <p:nvSpPr>
          <p:cNvPr id="442" name="02_predicted_pose_3741">
            <a:extLst>
              <a:ext uri="{FF2B5EF4-FFF2-40B4-BE49-F238E27FC236}">
                <a16:creationId xmlns:a16="http://schemas.microsoft.com/office/drawing/2014/main" id="{98BCD96B-7C9A-42F0-A154-6B51EA7374CA}"/>
              </a:ext>
            </a:extLst>
          </p:cNvPr>
          <p:cNvSpPr>
            <a:spLocks noGrp="1"/>
          </p:cNvSpPr>
          <p:nvPr/>
        </p:nvSpPr>
        <p:spPr>
          <a:xfrm>
            <a:off x="2427457" y="3273847"/>
            <a:ext cx="28398" cy="28398"/>
          </a:xfrm>
          <a:prstGeom prst="ellipse">
            <a:avLst/>
          </a:prstGeom>
          <a:solidFill>
            <a:srgbClr val="B57442">
              <a:alpha val="30000"/>
            </a:srgbClr>
          </a:solidFill>
          <a:ln w="0">
            <a:noFill/>
            <a:prstDash val="solid"/>
          </a:ln>
        </p:spPr>
      </p:sp>
      <p:sp>
        <p:nvSpPr>
          <p:cNvPr id="443" name="02_predicted_pose_3742">
            <a:extLst>
              <a:ext uri="{FF2B5EF4-FFF2-40B4-BE49-F238E27FC236}">
                <a16:creationId xmlns:a16="http://schemas.microsoft.com/office/drawing/2014/main" id="{A27E1B72-240B-4AB2-AE8C-4A0B442D565C}"/>
              </a:ext>
            </a:extLst>
          </p:cNvPr>
          <p:cNvSpPr>
            <a:spLocks noGrp="1"/>
          </p:cNvSpPr>
          <p:nvPr/>
        </p:nvSpPr>
        <p:spPr>
          <a:xfrm>
            <a:off x="2375433" y="3198016"/>
            <a:ext cx="28398" cy="28398"/>
          </a:xfrm>
          <a:prstGeom prst="ellipse">
            <a:avLst/>
          </a:prstGeom>
          <a:solidFill>
            <a:srgbClr val="B57442">
              <a:alpha val="30000"/>
            </a:srgbClr>
          </a:solidFill>
          <a:ln w="0">
            <a:noFill/>
            <a:prstDash val="solid"/>
          </a:ln>
        </p:spPr>
      </p:sp>
      <p:sp>
        <p:nvSpPr>
          <p:cNvPr id="444" name="02_predicted_pose_3743">
            <a:extLst>
              <a:ext uri="{FF2B5EF4-FFF2-40B4-BE49-F238E27FC236}">
                <a16:creationId xmlns:a16="http://schemas.microsoft.com/office/drawing/2014/main" id="{BB3F80E1-A188-4302-80C7-4A87BB6DFB6D}"/>
              </a:ext>
            </a:extLst>
          </p:cNvPr>
          <p:cNvSpPr>
            <a:spLocks noGrp="1"/>
          </p:cNvSpPr>
          <p:nvPr/>
        </p:nvSpPr>
        <p:spPr>
          <a:xfrm>
            <a:off x="2389214" y="3674255"/>
            <a:ext cx="28398" cy="28398"/>
          </a:xfrm>
          <a:prstGeom prst="ellipse">
            <a:avLst/>
          </a:prstGeom>
          <a:solidFill>
            <a:srgbClr val="B57442">
              <a:alpha val="30000"/>
            </a:srgbClr>
          </a:solidFill>
          <a:ln w="0">
            <a:noFill/>
            <a:prstDash val="solid"/>
          </a:ln>
        </p:spPr>
      </p:sp>
      <p:sp>
        <p:nvSpPr>
          <p:cNvPr id="445" name="02_predicted_pose_3744">
            <a:extLst>
              <a:ext uri="{FF2B5EF4-FFF2-40B4-BE49-F238E27FC236}">
                <a16:creationId xmlns:a16="http://schemas.microsoft.com/office/drawing/2014/main" id="{A30E5E36-DCD4-49E3-9F1A-64DBCB1025F9}"/>
              </a:ext>
            </a:extLst>
          </p:cNvPr>
          <p:cNvSpPr>
            <a:spLocks noGrp="1"/>
          </p:cNvSpPr>
          <p:nvPr/>
        </p:nvSpPr>
        <p:spPr>
          <a:xfrm>
            <a:off x="2402995" y="3168502"/>
            <a:ext cx="28398" cy="28398"/>
          </a:xfrm>
          <a:prstGeom prst="ellipse">
            <a:avLst/>
          </a:prstGeom>
          <a:solidFill>
            <a:srgbClr val="B57442">
              <a:alpha val="30000"/>
            </a:srgbClr>
          </a:solidFill>
          <a:ln w="0">
            <a:noFill/>
            <a:prstDash val="solid"/>
          </a:ln>
        </p:spPr>
      </p:sp>
      <p:sp>
        <p:nvSpPr>
          <p:cNvPr id="446" name="02_predicted_pose_3745">
            <a:extLst>
              <a:ext uri="{FF2B5EF4-FFF2-40B4-BE49-F238E27FC236}">
                <a16:creationId xmlns:a16="http://schemas.microsoft.com/office/drawing/2014/main" id="{F1A37C81-ECE8-445B-83D7-EEA3249EDFDE}"/>
              </a:ext>
            </a:extLst>
          </p:cNvPr>
          <p:cNvSpPr>
            <a:spLocks noGrp="1"/>
          </p:cNvSpPr>
          <p:nvPr/>
        </p:nvSpPr>
        <p:spPr>
          <a:xfrm>
            <a:off x="2354416" y="3175419"/>
            <a:ext cx="28398" cy="28398"/>
          </a:xfrm>
          <a:prstGeom prst="ellipse">
            <a:avLst/>
          </a:prstGeom>
          <a:solidFill>
            <a:srgbClr val="B57442">
              <a:alpha val="30000"/>
            </a:srgbClr>
          </a:solidFill>
          <a:ln w="0">
            <a:noFill/>
            <a:prstDash val="solid"/>
          </a:ln>
        </p:spPr>
      </p:sp>
      <p:sp>
        <p:nvSpPr>
          <p:cNvPr id="447" name="02_predicted_pose_3746">
            <a:extLst>
              <a:ext uri="{FF2B5EF4-FFF2-40B4-BE49-F238E27FC236}">
                <a16:creationId xmlns:a16="http://schemas.microsoft.com/office/drawing/2014/main" id="{7E3BE275-8696-44E6-931E-1CD81AB1871E}"/>
              </a:ext>
            </a:extLst>
          </p:cNvPr>
          <p:cNvSpPr>
            <a:spLocks noGrp="1"/>
          </p:cNvSpPr>
          <p:nvPr/>
        </p:nvSpPr>
        <p:spPr>
          <a:xfrm>
            <a:off x="2368197" y="3199540"/>
            <a:ext cx="28398" cy="28398"/>
          </a:xfrm>
          <a:prstGeom prst="ellipse">
            <a:avLst/>
          </a:prstGeom>
          <a:solidFill>
            <a:srgbClr val="B57442">
              <a:alpha val="30000"/>
            </a:srgbClr>
          </a:solidFill>
          <a:ln w="0">
            <a:noFill/>
            <a:prstDash val="solid"/>
          </a:ln>
        </p:spPr>
      </p:sp>
      <p:sp>
        <p:nvSpPr>
          <p:cNvPr id="448" name="02_predicted_pose_3747">
            <a:extLst>
              <a:ext uri="{FF2B5EF4-FFF2-40B4-BE49-F238E27FC236}">
                <a16:creationId xmlns:a16="http://schemas.microsoft.com/office/drawing/2014/main" id="{F234CA31-B60F-480E-BBDB-A72730E04E2C}"/>
              </a:ext>
            </a:extLst>
          </p:cNvPr>
          <p:cNvSpPr>
            <a:spLocks noGrp="1"/>
          </p:cNvSpPr>
          <p:nvPr/>
        </p:nvSpPr>
        <p:spPr>
          <a:xfrm>
            <a:off x="2381979" y="3155715"/>
            <a:ext cx="28398" cy="28398"/>
          </a:xfrm>
          <a:prstGeom prst="ellipse">
            <a:avLst/>
          </a:prstGeom>
          <a:solidFill>
            <a:srgbClr val="B57442">
              <a:alpha val="30000"/>
            </a:srgbClr>
          </a:solidFill>
          <a:ln w="0">
            <a:noFill/>
            <a:prstDash val="solid"/>
          </a:ln>
        </p:spPr>
      </p:sp>
      <p:sp>
        <p:nvSpPr>
          <p:cNvPr id="449" name="02_predicted_pose_3748">
            <a:extLst>
              <a:ext uri="{FF2B5EF4-FFF2-40B4-BE49-F238E27FC236}">
                <a16:creationId xmlns:a16="http://schemas.microsoft.com/office/drawing/2014/main" id="{885F662E-FCB0-4F43-BBA8-E62BA3D97D10}"/>
              </a:ext>
            </a:extLst>
          </p:cNvPr>
          <p:cNvSpPr>
            <a:spLocks noGrp="1"/>
          </p:cNvSpPr>
          <p:nvPr/>
        </p:nvSpPr>
        <p:spPr>
          <a:xfrm>
            <a:off x="2401272" y="2776664"/>
            <a:ext cx="28398" cy="28398"/>
          </a:xfrm>
          <a:prstGeom prst="ellipse">
            <a:avLst/>
          </a:prstGeom>
          <a:solidFill>
            <a:srgbClr val="B57442">
              <a:alpha val="30000"/>
            </a:srgbClr>
          </a:solidFill>
          <a:ln w="0">
            <a:noFill/>
            <a:prstDash val="solid"/>
          </a:ln>
        </p:spPr>
      </p:sp>
      <p:sp>
        <p:nvSpPr>
          <p:cNvPr id="450" name="02_predicted_pose_3749">
            <a:extLst>
              <a:ext uri="{FF2B5EF4-FFF2-40B4-BE49-F238E27FC236}">
                <a16:creationId xmlns:a16="http://schemas.microsoft.com/office/drawing/2014/main" id="{9C9F264A-A93C-4293-B438-C17341650692}"/>
              </a:ext>
            </a:extLst>
          </p:cNvPr>
          <p:cNvSpPr>
            <a:spLocks noGrp="1"/>
          </p:cNvSpPr>
          <p:nvPr/>
        </p:nvSpPr>
        <p:spPr>
          <a:xfrm>
            <a:off x="2442616" y="3038499"/>
            <a:ext cx="28398" cy="28398"/>
          </a:xfrm>
          <a:prstGeom prst="ellipse">
            <a:avLst/>
          </a:prstGeom>
          <a:solidFill>
            <a:srgbClr val="B57442">
              <a:alpha val="30000"/>
            </a:srgbClr>
          </a:solidFill>
          <a:ln w="0">
            <a:noFill/>
            <a:prstDash val="solid"/>
          </a:ln>
        </p:spPr>
      </p:sp>
      <p:sp>
        <p:nvSpPr>
          <p:cNvPr id="451" name="02_predicted_pose_3750">
            <a:extLst>
              <a:ext uri="{FF2B5EF4-FFF2-40B4-BE49-F238E27FC236}">
                <a16:creationId xmlns:a16="http://schemas.microsoft.com/office/drawing/2014/main" id="{747F4384-BFE1-46AF-808A-E4CF52A79F6B}"/>
              </a:ext>
            </a:extLst>
          </p:cNvPr>
          <p:cNvSpPr>
            <a:spLocks noGrp="1"/>
          </p:cNvSpPr>
          <p:nvPr/>
        </p:nvSpPr>
        <p:spPr>
          <a:xfrm>
            <a:off x="2414709" y="2783089"/>
            <a:ext cx="28398" cy="28398"/>
          </a:xfrm>
          <a:prstGeom prst="ellipse">
            <a:avLst/>
          </a:prstGeom>
          <a:solidFill>
            <a:srgbClr val="B57442">
              <a:alpha val="30000"/>
            </a:srgbClr>
          </a:solidFill>
          <a:ln w="0">
            <a:noFill/>
            <a:prstDash val="solid"/>
          </a:ln>
        </p:spPr>
      </p:sp>
      <p:sp>
        <p:nvSpPr>
          <p:cNvPr id="452" name="02_predicted_pose_3751">
            <a:extLst>
              <a:ext uri="{FF2B5EF4-FFF2-40B4-BE49-F238E27FC236}">
                <a16:creationId xmlns:a16="http://schemas.microsoft.com/office/drawing/2014/main" id="{8A2484BA-F0A8-477C-8065-3CBA6927220B}"/>
              </a:ext>
            </a:extLst>
          </p:cNvPr>
          <p:cNvSpPr>
            <a:spLocks noGrp="1"/>
          </p:cNvSpPr>
          <p:nvPr/>
        </p:nvSpPr>
        <p:spPr>
          <a:xfrm>
            <a:off x="2507732" y="2868804"/>
            <a:ext cx="28398" cy="28398"/>
          </a:xfrm>
          <a:prstGeom prst="ellipse">
            <a:avLst/>
          </a:prstGeom>
          <a:solidFill>
            <a:srgbClr val="B57442">
              <a:alpha val="30000"/>
            </a:srgbClr>
          </a:solidFill>
          <a:ln w="0">
            <a:noFill/>
            <a:prstDash val="solid"/>
          </a:ln>
        </p:spPr>
      </p:sp>
      <p:sp>
        <p:nvSpPr>
          <p:cNvPr id="453" name="02_predicted_pose_3752">
            <a:extLst>
              <a:ext uri="{FF2B5EF4-FFF2-40B4-BE49-F238E27FC236}">
                <a16:creationId xmlns:a16="http://schemas.microsoft.com/office/drawing/2014/main" id="{D4C9ED4A-213A-4D54-9917-ACCA09DD6C95}"/>
              </a:ext>
            </a:extLst>
          </p:cNvPr>
          <p:cNvSpPr>
            <a:spLocks noGrp="1"/>
          </p:cNvSpPr>
          <p:nvPr/>
        </p:nvSpPr>
        <p:spPr>
          <a:xfrm>
            <a:off x="2629352" y="3003050"/>
            <a:ext cx="28398" cy="28398"/>
          </a:xfrm>
          <a:prstGeom prst="ellipse">
            <a:avLst/>
          </a:prstGeom>
          <a:solidFill>
            <a:srgbClr val="B57442">
              <a:alpha val="30000"/>
            </a:srgbClr>
          </a:solidFill>
          <a:ln w="0">
            <a:noFill/>
            <a:prstDash val="solid"/>
          </a:ln>
        </p:spPr>
      </p:sp>
      <p:sp>
        <p:nvSpPr>
          <p:cNvPr id="454" name="02_predicted_pose_3753">
            <a:extLst>
              <a:ext uri="{FF2B5EF4-FFF2-40B4-BE49-F238E27FC236}">
                <a16:creationId xmlns:a16="http://schemas.microsoft.com/office/drawing/2014/main" id="{8F38DC9E-5B8C-4D0D-9AC5-1576A04F9618}"/>
              </a:ext>
            </a:extLst>
          </p:cNvPr>
          <p:cNvSpPr>
            <a:spLocks noGrp="1"/>
          </p:cNvSpPr>
          <p:nvPr/>
        </p:nvSpPr>
        <p:spPr>
          <a:xfrm>
            <a:off x="2378878" y="2795192"/>
            <a:ext cx="28398" cy="28398"/>
          </a:xfrm>
          <a:prstGeom prst="ellipse">
            <a:avLst/>
          </a:prstGeom>
          <a:solidFill>
            <a:srgbClr val="B57442">
              <a:alpha val="30000"/>
            </a:srgbClr>
          </a:solidFill>
          <a:ln w="0">
            <a:noFill/>
            <a:prstDash val="solid"/>
          </a:ln>
        </p:spPr>
      </p:sp>
      <p:sp>
        <p:nvSpPr>
          <p:cNvPr id="455" name="02_predicted_pose_3754">
            <a:extLst>
              <a:ext uri="{FF2B5EF4-FFF2-40B4-BE49-F238E27FC236}">
                <a16:creationId xmlns:a16="http://schemas.microsoft.com/office/drawing/2014/main" id="{0678EED2-1042-4014-A380-AD3B584871BF}"/>
              </a:ext>
            </a:extLst>
          </p:cNvPr>
          <p:cNvSpPr>
            <a:spLocks noGrp="1"/>
          </p:cNvSpPr>
          <p:nvPr/>
        </p:nvSpPr>
        <p:spPr>
          <a:xfrm>
            <a:off x="2525993" y="3357022"/>
            <a:ext cx="28398" cy="28398"/>
          </a:xfrm>
          <a:prstGeom prst="ellipse">
            <a:avLst/>
          </a:prstGeom>
          <a:solidFill>
            <a:srgbClr val="B57442">
              <a:alpha val="30000"/>
            </a:srgbClr>
          </a:solidFill>
          <a:ln w="0">
            <a:noFill/>
            <a:prstDash val="solid"/>
          </a:ln>
        </p:spPr>
      </p:sp>
      <p:sp>
        <p:nvSpPr>
          <p:cNvPr id="456" name="02_predicted_pose_3755">
            <a:extLst>
              <a:ext uri="{FF2B5EF4-FFF2-40B4-BE49-F238E27FC236}">
                <a16:creationId xmlns:a16="http://schemas.microsoft.com/office/drawing/2014/main" id="{8B35130D-1DB2-4A41-957A-D229A902DB70}"/>
              </a:ext>
            </a:extLst>
          </p:cNvPr>
          <p:cNvSpPr>
            <a:spLocks noGrp="1"/>
          </p:cNvSpPr>
          <p:nvPr/>
        </p:nvSpPr>
        <p:spPr>
          <a:xfrm>
            <a:off x="2539774" y="3417589"/>
            <a:ext cx="28398" cy="28398"/>
          </a:xfrm>
          <a:prstGeom prst="ellipse">
            <a:avLst/>
          </a:prstGeom>
          <a:solidFill>
            <a:srgbClr val="B57442">
              <a:alpha val="30000"/>
            </a:srgbClr>
          </a:solidFill>
          <a:ln w="0">
            <a:noFill/>
            <a:prstDash val="solid"/>
          </a:ln>
        </p:spPr>
      </p:sp>
      <p:sp>
        <p:nvSpPr>
          <p:cNvPr id="457" name="02_predicted_pose_3756">
            <a:extLst>
              <a:ext uri="{FF2B5EF4-FFF2-40B4-BE49-F238E27FC236}">
                <a16:creationId xmlns:a16="http://schemas.microsoft.com/office/drawing/2014/main" id="{9529EE35-BED2-4A6E-8CEF-910770776D2F}"/>
              </a:ext>
            </a:extLst>
          </p:cNvPr>
          <p:cNvSpPr>
            <a:spLocks noGrp="1"/>
          </p:cNvSpPr>
          <p:nvPr/>
        </p:nvSpPr>
        <p:spPr>
          <a:xfrm>
            <a:off x="2500153" y="3115548"/>
            <a:ext cx="28398" cy="28398"/>
          </a:xfrm>
          <a:prstGeom prst="ellipse">
            <a:avLst/>
          </a:prstGeom>
          <a:solidFill>
            <a:srgbClr val="B57442">
              <a:alpha val="30000"/>
            </a:srgbClr>
          </a:solidFill>
          <a:ln w="0">
            <a:noFill/>
            <a:prstDash val="solid"/>
          </a:ln>
        </p:spPr>
      </p:sp>
      <p:sp>
        <p:nvSpPr>
          <p:cNvPr id="458" name="02_predicted_pose_3757">
            <a:extLst>
              <a:ext uri="{FF2B5EF4-FFF2-40B4-BE49-F238E27FC236}">
                <a16:creationId xmlns:a16="http://schemas.microsoft.com/office/drawing/2014/main" id="{44294D60-AA0B-4C1B-9607-AA4AE5EE7476}"/>
              </a:ext>
            </a:extLst>
          </p:cNvPr>
          <p:cNvSpPr>
            <a:spLocks noGrp="1"/>
          </p:cNvSpPr>
          <p:nvPr/>
        </p:nvSpPr>
        <p:spPr>
          <a:xfrm>
            <a:off x="2513934" y="3101143"/>
            <a:ext cx="28398" cy="28398"/>
          </a:xfrm>
          <a:prstGeom prst="ellipse">
            <a:avLst/>
          </a:prstGeom>
          <a:solidFill>
            <a:srgbClr val="B57442">
              <a:alpha val="30000"/>
            </a:srgbClr>
          </a:solidFill>
          <a:ln w="0">
            <a:noFill/>
            <a:prstDash val="solid"/>
          </a:ln>
        </p:spPr>
      </p:sp>
      <p:sp>
        <p:nvSpPr>
          <p:cNvPr id="459" name="02_predicted_pose_3758">
            <a:extLst>
              <a:ext uri="{FF2B5EF4-FFF2-40B4-BE49-F238E27FC236}">
                <a16:creationId xmlns:a16="http://schemas.microsoft.com/office/drawing/2014/main" id="{215CC7BF-8D56-48C7-91EB-9BBC0BFEAB68}"/>
              </a:ext>
            </a:extLst>
          </p:cNvPr>
          <p:cNvSpPr>
            <a:spLocks noGrp="1"/>
          </p:cNvSpPr>
          <p:nvPr/>
        </p:nvSpPr>
        <p:spPr>
          <a:xfrm>
            <a:off x="2527715" y="3235869"/>
            <a:ext cx="28398" cy="28398"/>
          </a:xfrm>
          <a:prstGeom prst="ellipse">
            <a:avLst/>
          </a:prstGeom>
          <a:solidFill>
            <a:srgbClr val="B57442">
              <a:alpha val="30000"/>
            </a:srgbClr>
          </a:solidFill>
          <a:ln w="0">
            <a:noFill/>
            <a:prstDash val="solid"/>
          </a:ln>
        </p:spPr>
      </p:sp>
      <p:sp>
        <p:nvSpPr>
          <p:cNvPr id="460" name="02_predicted_pose_3759">
            <a:extLst>
              <a:ext uri="{FF2B5EF4-FFF2-40B4-BE49-F238E27FC236}">
                <a16:creationId xmlns:a16="http://schemas.microsoft.com/office/drawing/2014/main" id="{FB42E70B-2360-4E2C-B165-75C104DBA895}"/>
              </a:ext>
            </a:extLst>
          </p:cNvPr>
          <p:cNvSpPr>
            <a:spLocks noGrp="1"/>
          </p:cNvSpPr>
          <p:nvPr/>
        </p:nvSpPr>
        <p:spPr>
          <a:xfrm>
            <a:off x="2555278" y="2769782"/>
            <a:ext cx="28398" cy="28398"/>
          </a:xfrm>
          <a:prstGeom prst="ellipse">
            <a:avLst/>
          </a:prstGeom>
          <a:solidFill>
            <a:srgbClr val="B57442">
              <a:alpha val="30000"/>
            </a:srgbClr>
          </a:solidFill>
          <a:ln w="0">
            <a:noFill/>
            <a:prstDash val="solid"/>
          </a:ln>
        </p:spPr>
      </p:sp>
      <p:sp>
        <p:nvSpPr>
          <p:cNvPr id="461" name="02_predicted_pose_3760">
            <a:extLst>
              <a:ext uri="{FF2B5EF4-FFF2-40B4-BE49-F238E27FC236}">
                <a16:creationId xmlns:a16="http://schemas.microsoft.com/office/drawing/2014/main" id="{B494D73B-3FAB-4C81-B10C-CCF92521B219}"/>
              </a:ext>
            </a:extLst>
          </p:cNvPr>
          <p:cNvSpPr>
            <a:spLocks noGrp="1"/>
          </p:cNvSpPr>
          <p:nvPr/>
        </p:nvSpPr>
        <p:spPr>
          <a:xfrm>
            <a:off x="2569059" y="2795420"/>
            <a:ext cx="28398" cy="28398"/>
          </a:xfrm>
          <a:prstGeom prst="ellipse">
            <a:avLst/>
          </a:prstGeom>
          <a:solidFill>
            <a:srgbClr val="B57442">
              <a:alpha val="30000"/>
            </a:srgbClr>
          </a:solidFill>
          <a:ln w="0">
            <a:noFill/>
            <a:prstDash val="solid"/>
          </a:ln>
        </p:spPr>
      </p:sp>
      <p:sp>
        <p:nvSpPr>
          <p:cNvPr id="462" name="02_predicted_pose_3761">
            <a:extLst>
              <a:ext uri="{FF2B5EF4-FFF2-40B4-BE49-F238E27FC236}">
                <a16:creationId xmlns:a16="http://schemas.microsoft.com/office/drawing/2014/main" id="{0203AFD7-1854-49C2-9AB9-BF649D5EBDC1}"/>
              </a:ext>
            </a:extLst>
          </p:cNvPr>
          <p:cNvSpPr>
            <a:spLocks noGrp="1"/>
          </p:cNvSpPr>
          <p:nvPr/>
        </p:nvSpPr>
        <p:spPr>
          <a:xfrm>
            <a:off x="2382668" y="3063672"/>
            <a:ext cx="28398" cy="28398"/>
          </a:xfrm>
          <a:prstGeom prst="ellipse">
            <a:avLst/>
          </a:prstGeom>
          <a:solidFill>
            <a:srgbClr val="B57442">
              <a:alpha val="30000"/>
            </a:srgbClr>
          </a:solidFill>
          <a:ln w="0">
            <a:noFill/>
            <a:prstDash val="solid"/>
          </a:ln>
        </p:spPr>
      </p:sp>
      <p:sp>
        <p:nvSpPr>
          <p:cNvPr id="463" name="02_predicted_pose_3762">
            <a:extLst>
              <a:ext uri="{FF2B5EF4-FFF2-40B4-BE49-F238E27FC236}">
                <a16:creationId xmlns:a16="http://schemas.microsoft.com/office/drawing/2014/main" id="{5367977E-0B15-45DD-A394-ACBE5929C6B3}"/>
              </a:ext>
            </a:extLst>
          </p:cNvPr>
          <p:cNvSpPr>
            <a:spLocks noGrp="1"/>
          </p:cNvSpPr>
          <p:nvPr/>
        </p:nvSpPr>
        <p:spPr>
          <a:xfrm>
            <a:off x="2485338" y="3309041"/>
            <a:ext cx="28398" cy="28398"/>
          </a:xfrm>
          <a:prstGeom prst="ellipse">
            <a:avLst/>
          </a:prstGeom>
          <a:solidFill>
            <a:srgbClr val="B57442">
              <a:alpha val="30000"/>
            </a:srgbClr>
          </a:solidFill>
          <a:ln w="0">
            <a:noFill/>
            <a:prstDash val="solid"/>
          </a:ln>
        </p:spPr>
      </p:sp>
      <p:sp>
        <p:nvSpPr>
          <p:cNvPr id="464" name="02_predicted_pose_3763">
            <a:extLst>
              <a:ext uri="{FF2B5EF4-FFF2-40B4-BE49-F238E27FC236}">
                <a16:creationId xmlns:a16="http://schemas.microsoft.com/office/drawing/2014/main" id="{95CD2E01-699D-4D08-B76D-A87E901A4D94}"/>
              </a:ext>
            </a:extLst>
          </p:cNvPr>
          <p:cNvSpPr>
            <a:spLocks noGrp="1"/>
          </p:cNvSpPr>
          <p:nvPr/>
        </p:nvSpPr>
        <p:spPr>
          <a:xfrm>
            <a:off x="2526682" y="3118694"/>
            <a:ext cx="28398" cy="28398"/>
          </a:xfrm>
          <a:prstGeom prst="ellipse">
            <a:avLst/>
          </a:prstGeom>
          <a:solidFill>
            <a:srgbClr val="B57442">
              <a:alpha val="30000"/>
            </a:srgbClr>
          </a:solidFill>
          <a:ln w="0">
            <a:noFill/>
            <a:prstDash val="solid"/>
          </a:ln>
        </p:spPr>
      </p:sp>
      <p:sp>
        <p:nvSpPr>
          <p:cNvPr id="465" name="02_predicted_pose_3764">
            <a:extLst>
              <a:ext uri="{FF2B5EF4-FFF2-40B4-BE49-F238E27FC236}">
                <a16:creationId xmlns:a16="http://schemas.microsoft.com/office/drawing/2014/main" id="{F09C9BDB-C63C-4C09-A169-515ADDB82626}"/>
              </a:ext>
            </a:extLst>
          </p:cNvPr>
          <p:cNvSpPr>
            <a:spLocks noGrp="1"/>
          </p:cNvSpPr>
          <p:nvPr/>
        </p:nvSpPr>
        <p:spPr>
          <a:xfrm>
            <a:off x="2540463" y="3237053"/>
            <a:ext cx="28398" cy="28398"/>
          </a:xfrm>
          <a:prstGeom prst="ellipse">
            <a:avLst/>
          </a:prstGeom>
          <a:solidFill>
            <a:srgbClr val="B57442">
              <a:alpha val="30000"/>
            </a:srgbClr>
          </a:solidFill>
          <a:ln w="0">
            <a:noFill/>
            <a:prstDash val="solid"/>
          </a:ln>
        </p:spPr>
      </p:sp>
      <p:sp>
        <p:nvSpPr>
          <p:cNvPr id="466" name="02_predicted_pose_3765">
            <a:extLst>
              <a:ext uri="{FF2B5EF4-FFF2-40B4-BE49-F238E27FC236}">
                <a16:creationId xmlns:a16="http://schemas.microsoft.com/office/drawing/2014/main" id="{2CB0885B-D442-4CF2-B1B3-C957B0228DEB}"/>
              </a:ext>
            </a:extLst>
          </p:cNvPr>
          <p:cNvSpPr>
            <a:spLocks noGrp="1"/>
          </p:cNvSpPr>
          <p:nvPr/>
        </p:nvSpPr>
        <p:spPr>
          <a:xfrm>
            <a:off x="2568025" y="2718922"/>
            <a:ext cx="28398" cy="28398"/>
          </a:xfrm>
          <a:prstGeom prst="ellipse">
            <a:avLst/>
          </a:prstGeom>
          <a:solidFill>
            <a:srgbClr val="B57442">
              <a:alpha val="30000"/>
            </a:srgbClr>
          </a:solidFill>
          <a:ln w="0">
            <a:noFill/>
            <a:prstDash val="solid"/>
          </a:ln>
        </p:spPr>
      </p:sp>
      <p:sp>
        <p:nvSpPr>
          <p:cNvPr id="467" name="02_predicted_pose_3766">
            <a:extLst>
              <a:ext uri="{FF2B5EF4-FFF2-40B4-BE49-F238E27FC236}">
                <a16:creationId xmlns:a16="http://schemas.microsoft.com/office/drawing/2014/main" id="{27CAC5BA-098F-4984-B6AF-AE0EF0ACAF6B}"/>
              </a:ext>
            </a:extLst>
          </p:cNvPr>
          <p:cNvSpPr>
            <a:spLocks noGrp="1"/>
          </p:cNvSpPr>
          <p:nvPr/>
        </p:nvSpPr>
        <p:spPr>
          <a:xfrm>
            <a:off x="2458809" y="3469761"/>
            <a:ext cx="28398" cy="28398"/>
          </a:xfrm>
          <a:prstGeom prst="ellipse">
            <a:avLst/>
          </a:prstGeom>
          <a:solidFill>
            <a:srgbClr val="B57442">
              <a:alpha val="30000"/>
            </a:srgbClr>
          </a:solidFill>
          <a:ln w="0">
            <a:noFill/>
            <a:prstDash val="solid"/>
          </a:ln>
        </p:spPr>
      </p:sp>
      <p:sp>
        <p:nvSpPr>
          <p:cNvPr id="468" name="02_predicted_pose_3767">
            <a:extLst>
              <a:ext uri="{FF2B5EF4-FFF2-40B4-BE49-F238E27FC236}">
                <a16:creationId xmlns:a16="http://schemas.microsoft.com/office/drawing/2014/main" id="{9E10F727-C164-4147-A1D3-B85C31817EE8}"/>
              </a:ext>
            </a:extLst>
          </p:cNvPr>
          <p:cNvSpPr>
            <a:spLocks noGrp="1"/>
          </p:cNvSpPr>
          <p:nvPr/>
        </p:nvSpPr>
        <p:spPr>
          <a:xfrm>
            <a:off x="2486371" y="3460850"/>
            <a:ext cx="28398" cy="28398"/>
          </a:xfrm>
          <a:prstGeom prst="ellipse">
            <a:avLst/>
          </a:prstGeom>
          <a:solidFill>
            <a:srgbClr val="B57442">
              <a:alpha val="30000"/>
            </a:srgbClr>
          </a:solidFill>
          <a:ln w="0">
            <a:noFill/>
            <a:prstDash val="solid"/>
          </a:ln>
        </p:spPr>
      </p:sp>
      <p:sp>
        <p:nvSpPr>
          <p:cNvPr id="469" name="02_predicted_pose_3768">
            <a:extLst>
              <a:ext uri="{FF2B5EF4-FFF2-40B4-BE49-F238E27FC236}">
                <a16:creationId xmlns:a16="http://schemas.microsoft.com/office/drawing/2014/main" id="{25D70421-D75F-4FEA-9403-340984782EC0}"/>
              </a:ext>
            </a:extLst>
          </p:cNvPr>
          <p:cNvSpPr>
            <a:spLocks noGrp="1"/>
          </p:cNvSpPr>
          <p:nvPr/>
        </p:nvSpPr>
        <p:spPr>
          <a:xfrm>
            <a:off x="2513934" y="3453626"/>
            <a:ext cx="28398" cy="28398"/>
          </a:xfrm>
          <a:prstGeom prst="ellipse">
            <a:avLst/>
          </a:prstGeom>
          <a:solidFill>
            <a:srgbClr val="B57442">
              <a:alpha val="30000"/>
            </a:srgbClr>
          </a:solidFill>
          <a:ln w="0">
            <a:noFill/>
            <a:prstDash val="solid"/>
          </a:ln>
        </p:spPr>
      </p:sp>
      <p:sp>
        <p:nvSpPr>
          <p:cNvPr id="470" name="02_predicted_pose_3769">
            <a:extLst>
              <a:ext uri="{FF2B5EF4-FFF2-40B4-BE49-F238E27FC236}">
                <a16:creationId xmlns:a16="http://schemas.microsoft.com/office/drawing/2014/main" id="{F04DA33F-9F40-4E9A-8153-2CE4C07C9D7C}"/>
              </a:ext>
            </a:extLst>
          </p:cNvPr>
          <p:cNvSpPr>
            <a:spLocks noGrp="1"/>
          </p:cNvSpPr>
          <p:nvPr/>
        </p:nvSpPr>
        <p:spPr>
          <a:xfrm>
            <a:off x="2541496" y="3514136"/>
            <a:ext cx="28398" cy="28398"/>
          </a:xfrm>
          <a:prstGeom prst="ellipse">
            <a:avLst/>
          </a:prstGeom>
          <a:solidFill>
            <a:srgbClr val="B57442">
              <a:alpha val="30000"/>
            </a:srgbClr>
          </a:solidFill>
          <a:ln w="0">
            <a:noFill/>
            <a:prstDash val="solid"/>
          </a:ln>
        </p:spPr>
      </p:sp>
      <p:sp>
        <p:nvSpPr>
          <p:cNvPr id="471" name="02_predicted_pose_3770">
            <a:extLst>
              <a:ext uri="{FF2B5EF4-FFF2-40B4-BE49-F238E27FC236}">
                <a16:creationId xmlns:a16="http://schemas.microsoft.com/office/drawing/2014/main" id="{EDC8B978-8F31-4E9B-8C5B-107A1A6E8CEE}"/>
              </a:ext>
            </a:extLst>
          </p:cNvPr>
          <p:cNvSpPr>
            <a:spLocks noGrp="1"/>
          </p:cNvSpPr>
          <p:nvPr/>
        </p:nvSpPr>
        <p:spPr>
          <a:xfrm>
            <a:off x="2569059" y="3548274"/>
            <a:ext cx="28398" cy="28398"/>
          </a:xfrm>
          <a:prstGeom prst="ellipse">
            <a:avLst/>
          </a:prstGeom>
          <a:solidFill>
            <a:srgbClr val="B57442">
              <a:alpha val="30000"/>
            </a:srgbClr>
          </a:solidFill>
          <a:ln w="0">
            <a:noFill/>
            <a:prstDash val="solid"/>
          </a:ln>
        </p:spPr>
      </p:sp>
      <p:sp>
        <p:nvSpPr>
          <p:cNvPr id="472" name="02_predicted_pose_3771">
            <a:extLst>
              <a:ext uri="{FF2B5EF4-FFF2-40B4-BE49-F238E27FC236}">
                <a16:creationId xmlns:a16="http://schemas.microsoft.com/office/drawing/2014/main" id="{157244B0-E16D-4BF0-96E6-238472E38C0A}"/>
              </a:ext>
            </a:extLst>
          </p:cNvPr>
          <p:cNvSpPr>
            <a:spLocks noGrp="1"/>
          </p:cNvSpPr>
          <p:nvPr/>
        </p:nvSpPr>
        <p:spPr>
          <a:xfrm>
            <a:off x="2472246" y="3515449"/>
            <a:ext cx="28398" cy="28398"/>
          </a:xfrm>
          <a:prstGeom prst="ellipse">
            <a:avLst/>
          </a:prstGeom>
          <a:solidFill>
            <a:srgbClr val="B57442">
              <a:alpha val="30000"/>
            </a:srgbClr>
          </a:solidFill>
          <a:ln w="0">
            <a:noFill/>
            <a:prstDash val="solid"/>
          </a:ln>
        </p:spPr>
      </p:sp>
      <p:sp>
        <p:nvSpPr>
          <p:cNvPr id="473" name="02_predicted_pose_3772">
            <a:extLst>
              <a:ext uri="{FF2B5EF4-FFF2-40B4-BE49-F238E27FC236}">
                <a16:creationId xmlns:a16="http://schemas.microsoft.com/office/drawing/2014/main" id="{EE2AE197-A59E-4805-A2BD-4710A1CF6D88}"/>
              </a:ext>
            </a:extLst>
          </p:cNvPr>
          <p:cNvSpPr>
            <a:spLocks noGrp="1"/>
          </p:cNvSpPr>
          <p:nvPr/>
        </p:nvSpPr>
        <p:spPr>
          <a:xfrm>
            <a:off x="2589386" y="3153257"/>
            <a:ext cx="28398" cy="28398"/>
          </a:xfrm>
          <a:prstGeom prst="ellipse">
            <a:avLst/>
          </a:prstGeom>
          <a:solidFill>
            <a:srgbClr val="B57442">
              <a:alpha val="30000"/>
            </a:srgbClr>
          </a:solidFill>
          <a:ln w="0">
            <a:noFill/>
            <a:prstDash val="solid"/>
          </a:ln>
        </p:spPr>
      </p:sp>
      <p:sp>
        <p:nvSpPr>
          <p:cNvPr id="474" name="02_predicted_pose_3773">
            <a:extLst>
              <a:ext uri="{FF2B5EF4-FFF2-40B4-BE49-F238E27FC236}">
                <a16:creationId xmlns:a16="http://schemas.microsoft.com/office/drawing/2014/main" id="{8ADEF04E-E4ED-43CF-8876-CD3D28808808}"/>
              </a:ext>
            </a:extLst>
          </p:cNvPr>
          <p:cNvSpPr>
            <a:spLocks noGrp="1"/>
          </p:cNvSpPr>
          <p:nvPr/>
        </p:nvSpPr>
        <p:spPr>
          <a:xfrm>
            <a:off x="2603167" y="3131926"/>
            <a:ext cx="28398" cy="28398"/>
          </a:xfrm>
          <a:prstGeom prst="ellipse">
            <a:avLst/>
          </a:prstGeom>
          <a:solidFill>
            <a:srgbClr val="B57442">
              <a:alpha val="30000"/>
            </a:srgbClr>
          </a:solidFill>
          <a:ln w="0">
            <a:noFill/>
            <a:prstDash val="solid"/>
          </a:ln>
        </p:spPr>
      </p:sp>
      <p:sp>
        <p:nvSpPr>
          <p:cNvPr id="475" name="02_predicted_pose_3774">
            <a:extLst>
              <a:ext uri="{FF2B5EF4-FFF2-40B4-BE49-F238E27FC236}">
                <a16:creationId xmlns:a16="http://schemas.microsoft.com/office/drawing/2014/main" id="{35CD5C3B-6BCF-44BB-8B7B-3B4F0220EA55}"/>
              </a:ext>
            </a:extLst>
          </p:cNvPr>
          <p:cNvSpPr>
            <a:spLocks noGrp="1"/>
          </p:cNvSpPr>
          <p:nvPr/>
        </p:nvSpPr>
        <p:spPr>
          <a:xfrm>
            <a:off x="2386113" y="2944178"/>
            <a:ext cx="28398" cy="28398"/>
          </a:xfrm>
          <a:prstGeom prst="ellipse">
            <a:avLst/>
          </a:prstGeom>
          <a:solidFill>
            <a:srgbClr val="B57442">
              <a:alpha val="30000"/>
            </a:srgbClr>
          </a:solidFill>
          <a:ln w="0">
            <a:noFill/>
            <a:prstDash val="solid"/>
          </a:ln>
        </p:spPr>
      </p:sp>
      <p:sp>
        <p:nvSpPr>
          <p:cNvPr id="476" name="02_predicted_pose_3775">
            <a:extLst>
              <a:ext uri="{FF2B5EF4-FFF2-40B4-BE49-F238E27FC236}">
                <a16:creationId xmlns:a16="http://schemas.microsoft.com/office/drawing/2014/main" id="{2C38A600-1CDD-40ED-BD41-6261EC9C36D3}"/>
              </a:ext>
            </a:extLst>
          </p:cNvPr>
          <p:cNvSpPr>
            <a:spLocks noGrp="1"/>
          </p:cNvSpPr>
          <p:nvPr/>
        </p:nvSpPr>
        <p:spPr>
          <a:xfrm>
            <a:off x="2398516" y="3446430"/>
            <a:ext cx="28398" cy="28398"/>
          </a:xfrm>
          <a:prstGeom prst="ellipse">
            <a:avLst/>
          </a:prstGeom>
          <a:solidFill>
            <a:srgbClr val="B57442">
              <a:alpha val="30000"/>
            </a:srgbClr>
          </a:solidFill>
          <a:ln w="0">
            <a:noFill/>
            <a:prstDash val="solid"/>
          </a:ln>
        </p:spPr>
      </p:sp>
      <p:sp>
        <p:nvSpPr>
          <p:cNvPr id="477" name="02_predicted_pose_3776">
            <a:extLst>
              <a:ext uri="{FF2B5EF4-FFF2-40B4-BE49-F238E27FC236}">
                <a16:creationId xmlns:a16="http://schemas.microsoft.com/office/drawing/2014/main" id="{22EAC4FF-F03F-469B-BDB3-713AA3422DED}"/>
              </a:ext>
            </a:extLst>
          </p:cNvPr>
          <p:cNvSpPr>
            <a:spLocks noGrp="1"/>
          </p:cNvSpPr>
          <p:nvPr/>
        </p:nvSpPr>
        <p:spPr>
          <a:xfrm>
            <a:off x="2440204" y="3503396"/>
            <a:ext cx="28398" cy="28398"/>
          </a:xfrm>
          <a:prstGeom prst="ellipse">
            <a:avLst/>
          </a:prstGeom>
          <a:solidFill>
            <a:srgbClr val="B57442">
              <a:alpha val="30000"/>
            </a:srgbClr>
          </a:solidFill>
          <a:ln w="0">
            <a:noFill/>
            <a:prstDash val="solid"/>
          </a:ln>
        </p:spPr>
      </p:sp>
      <p:sp>
        <p:nvSpPr>
          <p:cNvPr id="478" name="02_predicted_pose_3777">
            <a:extLst>
              <a:ext uri="{FF2B5EF4-FFF2-40B4-BE49-F238E27FC236}">
                <a16:creationId xmlns:a16="http://schemas.microsoft.com/office/drawing/2014/main" id="{83359087-73A1-40BE-8584-C65F5011C693}"/>
              </a:ext>
            </a:extLst>
          </p:cNvPr>
          <p:cNvSpPr>
            <a:spLocks noGrp="1"/>
          </p:cNvSpPr>
          <p:nvPr/>
        </p:nvSpPr>
        <p:spPr>
          <a:xfrm>
            <a:off x="2403684" y="3435093"/>
            <a:ext cx="28398" cy="28398"/>
          </a:xfrm>
          <a:prstGeom prst="ellipse">
            <a:avLst/>
          </a:prstGeom>
          <a:solidFill>
            <a:srgbClr val="B57442">
              <a:alpha val="30000"/>
            </a:srgbClr>
          </a:solidFill>
          <a:ln w="0">
            <a:noFill/>
            <a:prstDash val="solid"/>
          </a:ln>
        </p:spPr>
      </p:sp>
      <p:sp>
        <p:nvSpPr>
          <p:cNvPr id="479" name="02_predicted_pose_3778">
            <a:extLst>
              <a:ext uri="{FF2B5EF4-FFF2-40B4-BE49-F238E27FC236}">
                <a16:creationId xmlns:a16="http://schemas.microsoft.com/office/drawing/2014/main" id="{465B6951-E063-47CA-B70F-D6A62D9009B6}"/>
              </a:ext>
            </a:extLst>
          </p:cNvPr>
          <p:cNvSpPr>
            <a:spLocks noGrp="1"/>
          </p:cNvSpPr>
          <p:nvPr/>
        </p:nvSpPr>
        <p:spPr>
          <a:xfrm>
            <a:off x="2351660" y="3262213"/>
            <a:ext cx="28398" cy="28398"/>
          </a:xfrm>
          <a:prstGeom prst="ellipse">
            <a:avLst/>
          </a:prstGeom>
          <a:solidFill>
            <a:srgbClr val="B57442">
              <a:alpha val="30000"/>
            </a:srgbClr>
          </a:solidFill>
          <a:ln w="0">
            <a:noFill/>
            <a:prstDash val="solid"/>
          </a:ln>
        </p:spPr>
      </p:sp>
      <p:sp>
        <p:nvSpPr>
          <p:cNvPr id="480" name="02_predicted_pose_3779">
            <a:extLst>
              <a:ext uri="{FF2B5EF4-FFF2-40B4-BE49-F238E27FC236}">
                <a16:creationId xmlns:a16="http://schemas.microsoft.com/office/drawing/2014/main" id="{C334B6C4-69CF-4C1D-B267-D297870905E9}"/>
              </a:ext>
            </a:extLst>
          </p:cNvPr>
          <p:cNvSpPr>
            <a:spLocks noGrp="1"/>
          </p:cNvSpPr>
          <p:nvPr/>
        </p:nvSpPr>
        <p:spPr>
          <a:xfrm>
            <a:off x="2483960" y="3540879"/>
            <a:ext cx="28398" cy="28398"/>
          </a:xfrm>
          <a:prstGeom prst="ellipse">
            <a:avLst/>
          </a:prstGeom>
          <a:solidFill>
            <a:srgbClr val="B57442">
              <a:alpha val="30000"/>
            </a:srgbClr>
          </a:solidFill>
          <a:ln w="0">
            <a:noFill/>
            <a:prstDash val="solid"/>
          </a:ln>
        </p:spPr>
      </p:sp>
      <p:sp>
        <p:nvSpPr>
          <p:cNvPr id="481" name="02_predicted_pose_3780">
            <a:extLst>
              <a:ext uri="{FF2B5EF4-FFF2-40B4-BE49-F238E27FC236}">
                <a16:creationId xmlns:a16="http://schemas.microsoft.com/office/drawing/2014/main" id="{B745E4A6-42A8-4FBD-A678-AF79A3ED8EC7}"/>
              </a:ext>
            </a:extLst>
          </p:cNvPr>
          <p:cNvSpPr>
            <a:spLocks noGrp="1"/>
          </p:cNvSpPr>
          <p:nvPr/>
        </p:nvSpPr>
        <p:spPr>
          <a:xfrm>
            <a:off x="2497741" y="3597121"/>
            <a:ext cx="28398" cy="28398"/>
          </a:xfrm>
          <a:prstGeom prst="ellipse">
            <a:avLst/>
          </a:prstGeom>
          <a:solidFill>
            <a:srgbClr val="B57442">
              <a:alpha val="30000"/>
            </a:srgbClr>
          </a:solidFill>
          <a:ln w="0">
            <a:noFill/>
            <a:prstDash val="solid"/>
          </a:ln>
        </p:spPr>
      </p:sp>
      <p:sp>
        <p:nvSpPr>
          <p:cNvPr id="482" name="02_predicted_pose_3781">
            <a:extLst>
              <a:ext uri="{FF2B5EF4-FFF2-40B4-BE49-F238E27FC236}">
                <a16:creationId xmlns:a16="http://schemas.microsoft.com/office/drawing/2014/main" id="{7183F96C-FF8B-44FB-A762-AC8722E87FAE}"/>
              </a:ext>
            </a:extLst>
          </p:cNvPr>
          <p:cNvSpPr>
            <a:spLocks noGrp="1"/>
          </p:cNvSpPr>
          <p:nvPr/>
        </p:nvSpPr>
        <p:spPr>
          <a:xfrm>
            <a:off x="2511522" y="3561413"/>
            <a:ext cx="28398" cy="28398"/>
          </a:xfrm>
          <a:prstGeom prst="ellipse">
            <a:avLst/>
          </a:prstGeom>
          <a:solidFill>
            <a:srgbClr val="B57442">
              <a:alpha val="30000"/>
            </a:srgbClr>
          </a:solidFill>
          <a:ln w="0">
            <a:noFill/>
            <a:prstDash val="solid"/>
          </a:ln>
        </p:spPr>
      </p:sp>
      <p:sp>
        <p:nvSpPr>
          <p:cNvPr id="483" name="02_predicted_pose_3782">
            <a:extLst>
              <a:ext uri="{FF2B5EF4-FFF2-40B4-BE49-F238E27FC236}">
                <a16:creationId xmlns:a16="http://schemas.microsoft.com/office/drawing/2014/main" id="{426FF29F-F873-43AE-87C3-3FF93A39F899}"/>
              </a:ext>
            </a:extLst>
          </p:cNvPr>
          <p:cNvSpPr>
            <a:spLocks noGrp="1"/>
          </p:cNvSpPr>
          <p:nvPr/>
        </p:nvSpPr>
        <p:spPr>
          <a:xfrm>
            <a:off x="2525303" y="3311310"/>
            <a:ext cx="28398" cy="28398"/>
          </a:xfrm>
          <a:prstGeom prst="ellipse">
            <a:avLst/>
          </a:prstGeom>
          <a:solidFill>
            <a:srgbClr val="B57442">
              <a:alpha val="30000"/>
            </a:srgbClr>
          </a:solidFill>
          <a:ln w="0">
            <a:noFill/>
            <a:prstDash val="solid"/>
          </a:ln>
        </p:spPr>
      </p:sp>
      <p:sp>
        <p:nvSpPr>
          <p:cNvPr id="484" name="02_predicted_pose_3783">
            <a:extLst>
              <a:ext uri="{FF2B5EF4-FFF2-40B4-BE49-F238E27FC236}">
                <a16:creationId xmlns:a16="http://schemas.microsoft.com/office/drawing/2014/main" id="{6B4F2DCD-7E4C-46D7-ABAD-FBBF8DA03D46}"/>
              </a:ext>
            </a:extLst>
          </p:cNvPr>
          <p:cNvSpPr>
            <a:spLocks noGrp="1"/>
          </p:cNvSpPr>
          <p:nvPr/>
        </p:nvSpPr>
        <p:spPr>
          <a:xfrm>
            <a:off x="2320308" y="3533352"/>
            <a:ext cx="28398" cy="28398"/>
          </a:xfrm>
          <a:prstGeom prst="ellipse">
            <a:avLst/>
          </a:prstGeom>
          <a:solidFill>
            <a:srgbClr val="B57442">
              <a:alpha val="30000"/>
            </a:srgbClr>
          </a:solidFill>
          <a:ln w="0">
            <a:noFill/>
            <a:prstDash val="solid"/>
          </a:ln>
        </p:spPr>
      </p:sp>
      <p:sp>
        <p:nvSpPr>
          <p:cNvPr id="485" name="02_predicted_pose_3784">
            <a:extLst>
              <a:ext uri="{FF2B5EF4-FFF2-40B4-BE49-F238E27FC236}">
                <a16:creationId xmlns:a16="http://schemas.microsoft.com/office/drawing/2014/main" id="{C4CB9779-64FF-4C92-A7F3-EF0F05F3789E}"/>
              </a:ext>
            </a:extLst>
          </p:cNvPr>
          <p:cNvSpPr>
            <a:spLocks noGrp="1"/>
          </p:cNvSpPr>
          <p:nvPr/>
        </p:nvSpPr>
        <p:spPr>
          <a:xfrm>
            <a:off x="2347870" y="3457621"/>
            <a:ext cx="28398" cy="28398"/>
          </a:xfrm>
          <a:prstGeom prst="ellipse">
            <a:avLst/>
          </a:prstGeom>
          <a:solidFill>
            <a:srgbClr val="B57442">
              <a:alpha val="30000"/>
            </a:srgbClr>
          </a:solidFill>
          <a:ln w="0">
            <a:noFill/>
            <a:prstDash val="solid"/>
          </a:ln>
        </p:spPr>
      </p:sp>
      <p:sp>
        <p:nvSpPr>
          <p:cNvPr id="486" name="02_predicted_pose_3785">
            <a:extLst>
              <a:ext uri="{FF2B5EF4-FFF2-40B4-BE49-F238E27FC236}">
                <a16:creationId xmlns:a16="http://schemas.microsoft.com/office/drawing/2014/main" id="{6EB07608-645A-4DCC-91A8-3313C704EE00}"/>
              </a:ext>
            </a:extLst>
          </p:cNvPr>
          <p:cNvSpPr>
            <a:spLocks noGrp="1"/>
          </p:cNvSpPr>
          <p:nvPr/>
        </p:nvSpPr>
        <p:spPr>
          <a:xfrm>
            <a:off x="2559412" y="3223328"/>
            <a:ext cx="28398" cy="28398"/>
          </a:xfrm>
          <a:prstGeom prst="ellipse">
            <a:avLst/>
          </a:prstGeom>
          <a:solidFill>
            <a:srgbClr val="B57442">
              <a:alpha val="30000"/>
            </a:srgbClr>
          </a:solidFill>
          <a:ln w="0">
            <a:noFill/>
            <a:prstDash val="solid"/>
          </a:ln>
        </p:spPr>
      </p:sp>
      <p:sp>
        <p:nvSpPr>
          <p:cNvPr id="487" name="02_predicted_pose_3786">
            <a:extLst>
              <a:ext uri="{FF2B5EF4-FFF2-40B4-BE49-F238E27FC236}">
                <a16:creationId xmlns:a16="http://schemas.microsoft.com/office/drawing/2014/main" id="{864FEAF3-CB9A-4C22-98D7-88C5D6219A1A}"/>
              </a:ext>
            </a:extLst>
          </p:cNvPr>
          <p:cNvSpPr>
            <a:spLocks noGrp="1"/>
          </p:cNvSpPr>
          <p:nvPr/>
        </p:nvSpPr>
        <p:spPr>
          <a:xfrm>
            <a:off x="2594210" y="3207112"/>
            <a:ext cx="28398" cy="28398"/>
          </a:xfrm>
          <a:prstGeom prst="ellipse">
            <a:avLst/>
          </a:prstGeom>
          <a:solidFill>
            <a:srgbClr val="B57442">
              <a:alpha val="30000"/>
            </a:srgbClr>
          </a:solidFill>
          <a:ln w="0">
            <a:noFill/>
            <a:prstDash val="solid"/>
          </a:ln>
        </p:spPr>
      </p:sp>
      <p:sp>
        <p:nvSpPr>
          <p:cNvPr id="488" name="02_predicted_pose_3787">
            <a:extLst>
              <a:ext uri="{FF2B5EF4-FFF2-40B4-BE49-F238E27FC236}">
                <a16:creationId xmlns:a16="http://schemas.microsoft.com/office/drawing/2014/main" id="{126E07E8-76A3-4092-B38C-A5C3993259E5}"/>
              </a:ext>
            </a:extLst>
          </p:cNvPr>
          <p:cNvSpPr>
            <a:spLocks noGrp="1"/>
          </p:cNvSpPr>
          <p:nvPr/>
        </p:nvSpPr>
        <p:spPr>
          <a:xfrm>
            <a:off x="712800" y="249300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489" name="02_predicted_pose_3788">
            <a:extLst>
              <a:ext uri="{FF2B5EF4-FFF2-40B4-BE49-F238E27FC236}">
                <a16:creationId xmlns:a16="http://schemas.microsoft.com/office/drawing/2014/main" id="{DA39F195-458E-40F3-8A89-F362F44AFEB7}"/>
              </a:ext>
            </a:extLst>
          </p:cNvPr>
          <p:cNvSpPr>
            <a:spLocks noGrp="1"/>
          </p:cNvSpPr>
          <p:nvPr/>
        </p:nvSpPr>
        <p:spPr>
          <a:xfrm>
            <a:off x="712800" y="403812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490" name="02_predicted_pose_3789">
            <a:extLst>
              <a:ext uri="{FF2B5EF4-FFF2-40B4-BE49-F238E27FC236}">
                <a16:creationId xmlns:a16="http://schemas.microsoft.com/office/drawing/2014/main" id="{0D85CAD9-9A99-46C9-B732-A560FD1A7CCB}"/>
              </a:ext>
            </a:extLst>
          </p:cNvPr>
          <p:cNvSpPr>
            <a:spLocks noGrp="1"/>
          </p:cNvSpPr>
          <p:nvPr/>
        </p:nvSpPr>
        <p:spPr>
          <a:xfrm>
            <a:off x="1198933" y="3389518"/>
            <a:ext cx="285961" cy="246586"/>
          </a:xfrm>
          <a:custGeom>
            <a:avLst/>
            <a:gdLst/>
            <a:ahLst/>
            <a:cxnLst/>
            <a:rect l="0" t="0" r="0" b="0"/>
            <a:pathLst>
              <a:path w="285961" h="246586">
                <a:moveTo>
                  <a:pt x="0" y="246586"/>
                </a:moveTo>
                <a:lnTo>
                  <a:pt x="285961" y="246586"/>
                </a:lnTo>
                <a:lnTo>
                  <a:pt x="285961" y="0"/>
                </a:lnTo>
                <a:lnTo>
                  <a:pt x="0" y="0"/>
                </a:lnTo>
                <a:lnTo>
                  <a:pt x="0" y="246586"/>
                </a:lnTo>
                <a:lnTo>
                  <a:pt x="0" y="246586"/>
                </a:lnTo>
                <a:close/>
              </a:path>
            </a:pathLst>
          </a:custGeom>
          <a:solidFill>
            <a:srgbClr val="FFFFFF"/>
          </a:solidFill>
          <a:ln w="12700">
            <a:solidFill>
              <a:srgbClr val="2D887E"/>
            </a:solidFill>
            <a:prstDash val="solid"/>
          </a:ln>
        </p:spPr>
      </p:sp>
      <p:sp>
        <p:nvSpPr>
          <p:cNvPr id="491" name="02_predicted_pose_3790">
            <a:extLst>
              <a:ext uri="{FF2B5EF4-FFF2-40B4-BE49-F238E27FC236}">
                <a16:creationId xmlns:a16="http://schemas.microsoft.com/office/drawing/2014/main" id="{F1701DAB-58C0-4B77-95BE-02E96032A3B2}"/>
              </a:ext>
            </a:extLst>
          </p:cNvPr>
          <p:cNvSpPr>
            <a:spLocks noGrp="1"/>
          </p:cNvSpPr>
          <p:nvPr/>
        </p:nvSpPr>
        <p:spPr>
          <a:xfrm>
            <a:off x="1341913" y="3636104"/>
            <a:ext cx="191" cy="122280"/>
          </a:xfrm>
          <a:custGeom>
            <a:avLst/>
            <a:gdLst/>
            <a:ahLst/>
            <a:cxnLst/>
            <a:rect l="0" t="0" r="0" b="0"/>
            <a:pathLst>
              <a:path w="191" h="122280">
                <a:moveTo>
                  <a:pt x="0" y="0"/>
                </a:moveTo>
                <a:lnTo>
                  <a:pt x="0" y="122280"/>
                </a:lnTo>
              </a:path>
            </a:pathLst>
          </a:custGeom>
          <a:noFill/>
          <a:ln w="8890">
            <a:solidFill>
              <a:srgbClr val="2D887E"/>
            </a:solidFill>
            <a:prstDash val="solid"/>
          </a:ln>
        </p:spPr>
      </p:sp>
      <p:sp>
        <p:nvSpPr>
          <p:cNvPr id="492" name="02_predicted_pose_3791">
            <a:extLst>
              <a:ext uri="{FF2B5EF4-FFF2-40B4-BE49-F238E27FC236}">
                <a16:creationId xmlns:a16="http://schemas.microsoft.com/office/drawing/2014/main" id="{C04E6920-5293-4639-97FE-CF75E6C524EA}"/>
              </a:ext>
            </a:extLst>
          </p:cNvPr>
          <p:cNvSpPr>
            <a:spLocks noGrp="1"/>
          </p:cNvSpPr>
          <p:nvPr/>
        </p:nvSpPr>
        <p:spPr>
          <a:xfrm>
            <a:off x="1341913" y="2854696"/>
            <a:ext cx="191" cy="534822"/>
          </a:xfrm>
          <a:custGeom>
            <a:avLst/>
            <a:gdLst/>
            <a:ahLst/>
            <a:cxnLst/>
            <a:rect l="0" t="0" r="0" b="0"/>
            <a:pathLst>
              <a:path w="191" h="534822">
                <a:moveTo>
                  <a:pt x="0" y="534822"/>
                </a:moveTo>
                <a:lnTo>
                  <a:pt x="0" y="0"/>
                </a:lnTo>
              </a:path>
            </a:pathLst>
          </a:custGeom>
          <a:noFill/>
          <a:ln w="8890">
            <a:solidFill>
              <a:srgbClr val="2D887E"/>
            </a:solidFill>
            <a:prstDash val="solid"/>
          </a:ln>
        </p:spPr>
      </p:sp>
      <p:sp>
        <p:nvSpPr>
          <p:cNvPr id="493" name="02_predicted_pose_3792">
            <a:extLst>
              <a:ext uri="{FF2B5EF4-FFF2-40B4-BE49-F238E27FC236}">
                <a16:creationId xmlns:a16="http://schemas.microsoft.com/office/drawing/2014/main" id="{1B80317B-7B6E-4D5B-ADAB-A406CC9B0517}"/>
              </a:ext>
            </a:extLst>
          </p:cNvPr>
          <p:cNvSpPr>
            <a:spLocks noGrp="1"/>
          </p:cNvSpPr>
          <p:nvPr/>
        </p:nvSpPr>
        <p:spPr>
          <a:xfrm>
            <a:off x="1270423" y="3758384"/>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494" name="02_predicted_pose_3793">
            <a:extLst>
              <a:ext uri="{FF2B5EF4-FFF2-40B4-BE49-F238E27FC236}">
                <a16:creationId xmlns:a16="http://schemas.microsoft.com/office/drawing/2014/main" id="{1708BFF2-E89B-4182-96B2-6AFF882D2305}"/>
              </a:ext>
            </a:extLst>
          </p:cNvPr>
          <p:cNvSpPr>
            <a:spLocks noGrp="1"/>
          </p:cNvSpPr>
          <p:nvPr/>
        </p:nvSpPr>
        <p:spPr>
          <a:xfrm>
            <a:off x="1270423" y="2854696"/>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495" name="02_predicted_pose_3794">
            <a:extLst>
              <a:ext uri="{FF2B5EF4-FFF2-40B4-BE49-F238E27FC236}">
                <a16:creationId xmlns:a16="http://schemas.microsoft.com/office/drawing/2014/main" id="{EC72A5DD-2104-4554-AD82-5B320801B3E6}"/>
              </a:ext>
            </a:extLst>
          </p:cNvPr>
          <p:cNvSpPr>
            <a:spLocks noGrp="1"/>
          </p:cNvSpPr>
          <p:nvPr/>
        </p:nvSpPr>
        <p:spPr>
          <a:xfrm>
            <a:off x="2342775" y="3251014"/>
            <a:ext cx="285961" cy="202126"/>
          </a:xfrm>
          <a:custGeom>
            <a:avLst/>
            <a:gdLst/>
            <a:ahLst/>
            <a:cxnLst/>
            <a:rect l="0" t="0" r="0" b="0"/>
            <a:pathLst>
              <a:path w="285961" h="202126">
                <a:moveTo>
                  <a:pt x="0" y="202126"/>
                </a:moveTo>
                <a:lnTo>
                  <a:pt x="285961" y="202126"/>
                </a:lnTo>
                <a:lnTo>
                  <a:pt x="285961" y="0"/>
                </a:lnTo>
                <a:lnTo>
                  <a:pt x="0" y="0"/>
                </a:lnTo>
                <a:lnTo>
                  <a:pt x="0" y="202126"/>
                </a:lnTo>
                <a:lnTo>
                  <a:pt x="0" y="202126"/>
                </a:lnTo>
                <a:close/>
              </a:path>
            </a:pathLst>
          </a:custGeom>
          <a:solidFill>
            <a:srgbClr val="FFFFFF"/>
          </a:solidFill>
          <a:ln w="12700">
            <a:solidFill>
              <a:srgbClr val="B57442"/>
            </a:solidFill>
            <a:prstDash val="solid"/>
          </a:ln>
        </p:spPr>
      </p:sp>
      <p:sp>
        <p:nvSpPr>
          <p:cNvPr id="496" name="02_predicted_pose_3795">
            <a:extLst>
              <a:ext uri="{FF2B5EF4-FFF2-40B4-BE49-F238E27FC236}">
                <a16:creationId xmlns:a16="http://schemas.microsoft.com/office/drawing/2014/main" id="{D2F77E74-97C1-42E3-A1EC-6CEB045DDD76}"/>
              </a:ext>
            </a:extLst>
          </p:cNvPr>
          <p:cNvSpPr>
            <a:spLocks noGrp="1"/>
          </p:cNvSpPr>
          <p:nvPr/>
        </p:nvSpPr>
        <p:spPr>
          <a:xfrm>
            <a:off x="2485756" y="3453139"/>
            <a:ext cx="191" cy="102538"/>
          </a:xfrm>
          <a:custGeom>
            <a:avLst/>
            <a:gdLst/>
            <a:ahLst/>
            <a:cxnLst/>
            <a:rect l="0" t="0" r="0" b="0"/>
            <a:pathLst>
              <a:path w="191" h="102538">
                <a:moveTo>
                  <a:pt x="0" y="0"/>
                </a:moveTo>
                <a:lnTo>
                  <a:pt x="0" y="102538"/>
                </a:lnTo>
              </a:path>
            </a:pathLst>
          </a:custGeom>
          <a:noFill/>
          <a:ln w="8890">
            <a:solidFill>
              <a:srgbClr val="B57442"/>
            </a:solidFill>
            <a:prstDash val="solid"/>
          </a:ln>
        </p:spPr>
      </p:sp>
      <p:sp>
        <p:nvSpPr>
          <p:cNvPr id="497" name="02_predicted_pose_3796">
            <a:extLst>
              <a:ext uri="{FF2B5EF4-FFF2-40B4-BE49-F238E27FC236}">
                <a16:creationId xmlns:a16="http://schemas.microsoft.com/office/drawing/2014/main" id="{67346636-2209-4ADE-889E-3A549BE634F5}"/>
              </a:ext>
            </a:extLst>
          </p:cNvPr>
          <p:cNvSpPr>
            <a:spLocks noGrp="1"/>
          </p:cNvSpPr>
          <p:nvPr/>
        </p:nvSpPr>
        <p:spPr>
          <a:xfrm>
            <a:off x="2485756" y="2864116"/>
            <a:ext cx="191" cy="386898"/>
          </a:xfrm>
          <a:custGeom>
            <a:avLst/>
            <a:gdLst/>
            <a:ahLst/>
            <a:cxnLst/>
            <a:rect l="0" t="0" r="0" b="0"/>
            <a:pathLst>
              <a:path w="191" h="386898">
                <a:moveTo>
                  <a:pt x="0" y="386898"/>
                </a:moveTo>
                <a:lnTo>
                  <a:pt x="0" y="0"/>
                </a:lnTo>
              </a:path>
            </a:pathLst>
          </a:custGeom>
          <a:noFill/>
          <a:ln w="8890">
            <a:solidFill>
              <a:srgbClr val="B57442"/>
            </a:solidFill>
            <a:prstDash val="solid"/>
          </a:ln>
        </p:spPr>
      </p:sp>
      <p:sp>
        <p:nvSpPr>
          <p:cNvPr id="498" name="02_predicted_pose_3797">
            <a:extLst>
              <a:ext uri="{FF2B5EF4-FFF2-40B4-BE49-F238E27FC236}">
                <a16:creationId xmlns:a16="http://schemas.microsoft.com/office/drawing/2014/main" id="{18ACAB92-5A23-4784-BDC7-EA39782C7560}"/>
              </a:ext>
            </a:extLst>
          </p:cNvPr>
          <p:cNvSpPr>
            <a:spLocks noGrp="1"/>
          </p:cNvSpPr>
          <p:nvPr/>
        </p:nvSpPr>
        <p:spPr>
          <a:xfrm>
            <a:off x="2414266" y="3555678"/>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499" name="02_predicted_pose_3798">
            <a:extLst>
              <a:ext uri="{FF2B5EF4-FFF2-40B4-BE49-F238E27FC236}">
                <a16:creationId xmlns:a16="http://schemas.microsoft.com/office/drawing/2014/main" id="{342C9205-F368-4A83-A33E-9994DD053463}"/>
              </a:ext>
            </a:extLst>
          </p:cNvPr>
          <p:cNvSpPr>
            <a:spLocks noGrp="1"/>
          </p:cNvSpPr>
          <p:nvPr/>
        </p:nvSpPr>
        <p:spPr>
          <a:xfrm>
            <a:off x="2414266" y="2864116"/>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500" name="text_3799">
            <a:extLst>
              <a:ext uri="{FF2B5EF4-FFF2-40B4-BE49-F238E27FC236}">
                <a16:creationId xmlns:a16="http://schemas.microsoft.com/office/drawing/2014/main" id="{B41F73AA-DE3B-4565-9A6F-6869463DB700}"/>
              </a:ext>
            </a:extLst>
          </p:cNvPr>
          <p:cNvSpPr>
            <a:spLocks noGrp="1"/>
          </p:cNvSpPr>
          <p:nvPr/>
        </p:nvSpPr>
        <p:spPr>
          <a:xfrm>
            <a:off x="280428" y="232906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501" name="text_3800">
            <a:extLst>
              <a:ext uri="{FF2B5EF4-FFF2-40B4-BE49-F238E27FC236}">
                <a16:creationId xmlns:a16="http://schemas.microsoft.com/office/drawing/2014/main" id="{51666816-0564-48A6-A119-306BB51437CA}"/>
              </a:ext>
            </a:extLst>
          </p:cNvPr>
          <p:cNvSpPr>
            <a:spLocks noGrp="1"/>
          </p:cNvSpPr>
          <p:nvPr/>
        </p:nvSpPr>
        <p:spPr>
          <a:xfrm>
            <a:off x="712800" y="2280719"/>
            <a:ext cx="76826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GT, Top-1 pose</a:t>
            </a:r>
          </a:p>
        </p:txBody>
      </p:sp>
      <p:sp>
        <p:nvSpPr>
          <p:cNvPr id="502" name="02_predicted_pose_3801">
            <a:extLst>
              <a:ext uri="{FF2B5EF4-FFF2-40B4-BE49-F238E27FC236}">
                <a16:creationId xmlns:a16="http://schemas.microsoft.com/office/drawing/2014/main" id="{ED5DC26B-2630-41F9-9157-5082D1E22A49}"/>
              </a:ext>
            </a:extLst>
          </p:cNvPr>
          <p:cNvSpPr>
            <a:spLocks noGrp="1"/>
          </p:cNvSpPr>
          <p:nvPr/>
        </p:nvSpPr>
        <p:spPr>
          <a:xfrm>
            <a:off x="1198933" y="3574119"/>
            <a:ext cx="285961" cy="191"/>
          </a:xfrm>
          <a:custGeom>
            <a:avLst/>
            <a:gdLst/>
            <a:ahLst/>
            <a:cxnLst/>
            <a:rect l="0" t="0" r="0" b="0"/>
            <a:pathLst>
              <a:path w="285961" h="191">
                <a:moveTo>
                  <a:pt x="0" y="0"/>
                </a:moveTo>
                <a:lnTo>
                  <a:pt x="285961" y="0"/>
                </a:lnTo>
              </a:path>
            </a:pathLst>
          </a:custGeom>
          <a:noFill/>
          <a:ln w="19050">
            <a:solidFill>
              <a:srgbClr val="2D887E"/>
            </a:solidFill>
            <a:prstDash val="solid"/>
          </a:ln>
        </p:spPr>
      </p:sp>
      <p:sp>
        <p:nvSpPr>
          <p:cNvPr id="503" name="02_predicted_pose_3802">
            <a:extLst>
              <a:ext uri="{FF2B5EF4-FFF2-40B4-BE49-F238E27FC236}">
                <a16:creationId xmlns:a16="http://schemas.microsoft.com/office/drawing/2014/main" id="{5B14A422-AEA0-4E4E-A554-BB753E89EE15}"/>
              </a:ext>
            </a:extLst>
          </p:cNvPr>
          <p:cNvSpPr>
            <a:spLocks noGrp="1"/>
          </p:cNvSpPr>
          <p:nvPr/>
        </p:nvSpPr>
        <p:spPr>
          <a:xfrm>
            <a:off x="2342775" y="3330258"/>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504" name="02_predicted_pose_3803">
            <a:extLst>
              <a:ext uri="{FF2B5EF4-FFF2-40B4-BE49-F238E27FC236}">
                <a16:creationId xmlns:a16="http://schemas.microsoft.com/office/drawing/2014/main" id="{6A9DE701-3E91-412D-826D-DE8222F228A8}"/>
              </a:ext>
            </a:extLst>
          </p:cNvPr>
          <p:cNvSpPr>
            <a:spLocks noGrp="1"/>
          </p:cNvSpPr>
          <p:nvPr/>
        </p:nvSpPr>
        <p:spPr>
          <a:xfrm>
            <a:off x="3883531" y="249300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505" name="02_predicted_pose_3804">
            <a:extLst>
              <a:ext uri="{FF2B5EF4-FFF2-40B4-BE49-F238E27FC236}">
                <a16:creationId xmlns:a16="http://schemas.microsoft.com/office/drawing/2014/main" id="{0A4632C2-8135-45CA-8EC5-05D04623B1A2}"/>
              </a:ext>
            </a:extLst>
          </p:cNvPr>
          <p:cNvSpPr>
            <a:spLocks noGrp="1"/>
          </p:cNvSpPr>
          <p:nvPr/>
        </p:nvSpPr>
        <p:spPr>
          <a:xfrm>
            <a:off x="3883531" y="330126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06" name="02_predicted_pose_3805">
            <a:extLst>
              <a:ext uri="{FF2B5EF4-FFF2-40B4-BE49-F238E27FC236}">
                <a16:creationId xmlns:a16="http://schemas.microsoft.com/office/drawing/2014/main" id="{4EA72535-8DEF-4187-B3AA-478D11B7E10A}"/>
              </a:ext>
            </a:extLst>
          </p:cNvPr>
          <p:cNvSpPr>
            <a:spLocks noGrp="1"/>
          </p:cNvSpPr>
          <p:nvPr/>
        </p:nvSpPr>
        <p:spPr>
          <a:xfrm>
            <a:off x="3883531" y="317151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07" name="02_predicted_pose_3806">
            <a:extLst>
              <a:ext uri="{FF2B5EF4-FFF2-40B4-BE49-F238E27FC236}">
                <a16:creationId xmlns:a16="http://schemas.microsoft.com/office/drawing/2014/main" id="{ACAD0AA5-B1BE-497F-B2A9-4BCC743EAAA5}"/>
              </a:ext>
            </a:extLst>
          </p:cNvPr>
          <p:cNvSpPr>
            <a:spLocks noGrp="1"/>
          </p:cNvSpPr>
          <p:nvPr/>
        </p:nvSpPr>
        <p:spPr>
          <a:xfrm>
            <a:off x="4512644"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508" name="text_3807">
            <a:extLst>
              <a:ext uri="{FF2B5EF4-FFF2-40B4-BE49-F238E27FC236}">
                <a16:creationId xmlns:a16="http://schemas.microsoft.com/office/drawing/2014/main" id="{EF9489BA-2FF2-4B2C-A6E2-9863ECF99466}"/>
              </a:ext>
            </a:extLst>
          </p:cNvPr>
          <p:cNvSpPr>
            <a:spLocks noGrp="1"/>
          </p:cNvSpPr>
          <p:nvPr/>
        </p:nvSpPr>
        <p:spPr>
          <a:xfrm>
            <a:off x="4149488" y="410772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509" name="02_predicted_pose_3808">
            <a:extLst>
              <a:ext uri="{FF2B5EF4-FFF2-40B4-BE49-F238E27FC236}">
                <a16:creationId xmlns:a16="http://schemas.microsoft.com/office/drawing/2014/main" id="{0BE28D48-F063-4A09-98AB-084BB37E3295}"/>
              </a:ext>
            </a:extLst>
          </p:cNvPr>
          <p:cNvSpPr>
            <a:spLocks noGrp="1"/>
          </p:cNvSpPr>
          <p:nvPr/>
        </p:nvSpPr>
        <p:spPr>
          <a:xfrm>
            <a:off x="5656487"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510" name="text_3809">
            <a:extLst>
              <a:ext uri="{FF2B5EF4-FFF2-40B4-BE49-F238E27FC236}">
                <a16:creationId xmlns:a16="http://schemas.microsoft.com/office/drawing/2014/main" id="{979CC08A-F413-4A91-802E-84423C9FFF08}"/>
              </a:ext>
            </a:extLst>
          </p:cNvPr>
          <p:cNvSpPr>
            <a:spLocks noGrp="1"/>
          </p:cNvSpPr>
          <p:nvPr/>
        </p:nvSpPr>
        <p:spPr>
          <a:xfrm>
            <a:off x="5357605" y="410798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511" name="02_predicted_pose_3810">
            <a:extLst>
              <a:ext uri="{FF2B5EF4-FFF2-40B4-BE49-F238E27FC236}">
                <a16:creationId xmlns:a16="http://schemas.microsoft.com/office/drawing/2014/main" id="{2EDD1499-28E1-4763-BCB4-B65920B64F60}"/>
              </a:ext>
            </a:extLst>
          </p:cNvPr>
          <p:cNvSpPr>
            <a:spLocks noGrp="1"/>
          </p:cNvSpPr>
          <p:nvPr/>
        </p:nvSpPr>
        <p:spPr>
          <a:xfrm>
            <a:off x="3845431" y="40381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2" name="text_3811">
            <a:extLst>
              <a:ext uri="{FF2B5EF4-FFF2-40B4-BE49-F238E27FC236}">
                <a16:creationId xmlns:a16="http://schemas.microsoft.com/office/drawing/2014/main" id="{B5FD0740-E23A-45D9-9FA4-01411333887C}"/>
              </a:ext>
            </a:extLst>
          </p:cNvPr>
          <p:cNvSpPr>
            <a:spLocks noGrp="1"/>
          </p:cNvSpPr>
          <p:nvPr/>
        </p:nvSpPr>
        <p:spPr>
          <a:xfrm>
            <a:off x="3683760" y="399970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513" name="02_predicted_pose_3812">
            <a:extLst>
              <a:ext uri="{FF2B5EF4-FFF2-40B4-BE49-F238E27FC236}">
                <a16:creationId xmlns:a16="http://schemas.microsoft.com/office/drawing/2014/main" id="{7A9E022B-871F-464E-8657-DA3F0575A625}"/>
              </a:ext>
            </a:extLst>
          </p:cNvPr>
          <p:cNvSpPr>
            <a:spLocks noGrp="1"/>
          </p:cNvSpPr>
          <p:nvPr/>
        </p:nvSpPr>
        <p:spPr>
          <a:xfrm>
            <a:off x="3845431" y="374489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4" name="text_3813">
            <a:extLst>
              <a:ext uri="{FF2B5EF4-FFF2-40B4-BE49-F238E27FC236}">
                <a16:creationId xmlns:a16="http://schemas.microsoft.com/office/drawing/2014/main" id="{AE1D1AA1-EB7C-4F6A-B933-EC5496C9D45D}"/>
              </a:ext>
            </a:extLst>
          </p:cNvPr>
          <p:cNvSpPr>
            <a:spLocks noGrp="1"/>
          </p:cNvSpPr>
          <p:nvPr/>
        </p:nvSpPr>
        <p:spPr>
          <a:xfrm>
            <a:off x="3683760" y="370648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515" name="02_predicted_pose_3814">
            <a:extLst>
              <a:ext uri="{FF2B5EF4-FFF2-40B4-BE49-F238E27FC236}">
                <a16:creationId xmlns:a16="http://schemas.microsoft.com/office/drawing/2014/main" id="{0F29E0F9-3D79-46AC-BEAF-56F47837A4BC}"/>
              </a:ext>
            </a:extLst>
          </p:cNvPr>
          <p:cNvSpPr>
            <a:spLocks noGrp="1"/>
          </p:cNvSpPr>
          <p:nvPr/>
        </p:nvSpPr>
        <p:spPr>
          <a:xfrm>
            <a:off x="3845431" y="352308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6" name="text_3815">
            <a:extLst>
              <a:ext uri="{FF2B5EF4-FFF2-40B4-BE49-F238E27FC236}">
                <a16:creationId xmlns:a16="http://schemas.microsoft.com/office/drawing/2014/main" id="{97A66137-C859-49B5-8264-44DEE854E813}"/>
              </a:ext>
            </a:extLst>
          </p:cNvPr>
          <p:cNvSpPr>
            <a:spLocks noGrp="1"/>
          </p:cNvSpPr>
          <p:nvPr/>
        </p:nvSpPr>
        <p:spPr>
          <a:xfrm>
            <a:off x="3757903" y="348466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517" name="02_predicted_pose_3816">
            <a:extLst>
              <a:ext uri="{FF2B5EF4-FFF2-40B4-BE49-F238E27FC236}">
                <a16:creationId xmlns:a16="http://schemas.microsoft.com/office/drawing/2014/main" id="{F4F2AEB2-7987-43E4-B691-756F6754049A}"/>
              </a:ext>
            </a:extLst>
          </p:cNvPr>
          <p:cNvSpPr>
            <a:spLocks noGrp="1"/>
          </p:cNvSpPr>
          <p:nvPr/>
        </p:nvSpPr>
        <p:spPr>
          <a:xfrm>
            <a:off x="3845431" y="330126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8" name="text_3817">
            <a:extLst>
              <a:ext uri="{FF2B5EF4-FFF2-40B4-BE49-F238E27FC236}">
                <a16:creationId xmlns:a16="http://schemas.microsoft.com/office/drawing/2014/main" id="{BF472C8E-D818-42D9-BEDF-75343710EEA7}"/>
              </a:ext>
            </a:extLst>
          </p:cNvPr>
          <p:cNvSpPr>
            <a:spLocks noGrp="1"/>
          </p:cNvSpPr>
          <p:nvPr/>
        </p:nvSpPr>
        <p:spPr>
          <a:xfrm>
            <a:off x="3757903" y="326285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519" name="02_predicted_pose_3818">
            <a:extLst>
              <a:ext uri="{FF2B5EF4-FFF2-40B4-BE49-F238E27FC236}">
                <a16:creationId xmlns:a16="http://schemas.microsoft.com/office/drawing/2014/main" id="{D2F049D3-5475-453B-BD2C-76CEFBAFC158}"/>
              </a:ext>
            </a:extLst>
          </p:cNvPr>
          <p:cNvSpPr>
            <a:spLocks noGrp="1"/>
          </p:cNvSpPr>
          <p:nvPr/>
        </p:nvSpPr>
        <p:spPr>
          <a:xfrm>
            <a:off x="3845431" y="317151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0" name="text_3819">
            <a:extLst>
              <a:ext uri="{FF2B5EF4-FFF2-40B4-BE49-F238E27FC236}">
                <a16:creationId xmlns:a16="http://schemas.microsoft.com/office/drawing/2014/main" id="{FF5EB8FA-345B-48A0-AA82-03055FECC470}"/>
              </a:ext>
            </a:extLst>
          </p:cNvPr>
          <p:cNvSpPr>
            <a:spLocks noGrp="1"/>
          </p:cNvSpPr>
          <p:nvPr/>
        </p:nvSpPr>
        <p:spPr>
          <a:xfrm>
            <a:off x="3757903" y="313309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521" name="02_predicted_pose_3820">
            <a:extLst>
              <a:ext uri="{FF2B5EF4-FFF2-40B4-BE49-F238E27FC236}">
                <a16:creationId xmlns:a16="http://schemas.microsoft.com/office/drawing/2014/main" id="{ECCFA0BD-1C4D-4F5C-A3E2-253ADF313218}"/>
              </a:ext>
            </a:extLst>
          </p:cNvPr>
          <p:cNvSpPr>
            <a:spLocks noGrp="1"/>
          </p:cNvSpPr>
          <p:nvPr/>
        </p:nvSpPr>
        <p:spPr>
          <a:xfrm>
            <a:off x="3845431" y="300804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2" name="text_3821">
            <a:extLst>
              <a:ext uri="{FF2B5EF4-FFF2-40B4-BE49-F238E27FC236}">
                <a16:creationId xmlns:a16="http://schemas.microsoft.com/office/drawing/2014/main" id="{69398BB6-8431-4B46-A22F-4CBA726AD1E1}"/>
              </a:ext>
            </a:extLst>
          </p:cNvPr>
          <p:cNvSpPr>
            <a:spLocks noGrp="1"/>
          </p:cNvSpPr>
          <p:nvPr/>
        </p:nvSpPr>
        <p:spPr>
          <a:xfrm>
            <a:off x="3757903" y="296962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523" name="02_predicted_pose_3822">
            <a:extLst>
              <a:ext uri="{FF2B5EF4-FFF2-40B4-BE49-F238E27FC236}">
                <a16:creationId xmlns:a16="http://schemas.microsoft.com/office/drawing/2014/main" id="{9F036CBD-86CC-424C-8CB5-801EF85EA4B0}"/>
              </a:ext>
            </a:extLst>
          </p:cNvPr>
          <p:cNvSpPr>
            <a:spLocks noGrp="1"/>
          </p:cNvSpPr>
          <p:nvPr/>
        </p:nvSpPr>
        <p:spPr>
          <a:xfrm>
            <a:off x="3845431" y="278622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4" name="text_3823">
            <a:extLst>
              <a:ext uri="{FF2B5EF4-FFF2-40B4-BE49-F238E27FC236}">
                <a16:creationId xmlns:a16="http://schemas.microsoft.com/office/drawing/2014/main" id="{0DA5918A-F735-4CFE-96CF-F1E9164A9317}"/>
              </a:ext>
            </a:extLst>
          </p:cNvPr>
          <p:cNvSpPr>
            <a:spLocks noGrp="1"/>
          </p:cNvSpPr>
          <p:nvPr/>
        </p:nvSpPr>
        <p:spPr>
          <a:xfrm>
            <a:off x="3708474" y="274781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525" name="02_predicted_pose_3824">
            <a:extLst>
              <a:ext uri="{FF2B5EF4-FFF2-40B4-BE49-F238E27FC236}">
                <a16:creationId xmlns:a16="http://schemas.microsoft.com/office/drawing/2014/main" id="{0393E096-B4DA-4D9B-BEEA-CEE5E82CB687}"/>
              </a:ext>
            </a:extLst>
          </p:cNvPr>
          <p:cNvSpPr>
            <a:spLocks noGrp="1"/>
          </p:cNvSpPr>
          <p:nvPr/>
        </p:nvSpPr>
        <p:spPr>
          <a:xfrm>
            <a:off x="3845431" y="256440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6" name="text_3825">
            <a:extLst>
              <a:ext uri="{FF2B5EF4-FFF2-40B4-BE49-F238E27FC236}">
                <a16:creationId xmlns:a16="http://schemas.microsoft.com/office/drawing/2014/main" id="{EF4F45B2-9981-468B-B27F-32149C50F67E}"/>
              </a:ext>
            </a:extLst>
          </p:cNvPr>
          <p:cNvSpPr>
            <a:spLocks noGrp="1"/>
          </p:cNvSpPr>
          <p:nvPr/>
        </p:nvSpPr>
        <p:spPr>
          <a:xfrm>
            <a:off x="3708474" y="252599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527" name="text_3826">
            <a:extLst>
              <a:ext uri="{FF2B5EF4-FFF2-40B4-BE49-F238E27FC236}">
                <a16:creationId xmlns:a16="http://schemas.microsoft.com/office/drawing/2014/main" id="{1E252911-9C46-429F-A1AC-EFC399431B81}"/>
              </a:ext>
            </a:extLst>
          </p:cNvPr>
          <p:cNvSpPr>
            <a:spLocks noGrp="1"/>
          </p:cNvSpPr>
          <p:nvPr/>
        </p:nvSpPr>
        <p:spPr>
          <a:xfrm rot="-5400000">
            <a:off x="3363418" y="320206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528" name="02_predicted_pose_3827">
            <a:extLst>
              <a:ext uri="{FF2B5EF4-FFF2-40B4-BE49-F238E27FC236}">
                <a16:creationId xmlns:a16="http://schemas.microsoft.com/office/drawing/2014/main" id="{5DD24816-6424-4268-A3B5-FD0DC35F6933}"/>
              </a:ext>
            </a:extLst>
          </p:cNvPr>
          <p:cNvSpPr>
            <a:spLocks noGrp="1"/>
          </p:cNvSpPr>
          <p:nvPr/>
        </p:nvSpPr>
        <p:spPr>
          <a:xfrm>
            <a:off x="4438841" y="3654731"/>
            <a:ext cx="28398" cy="28398"/>
          </a:xfrm>
          <a:prstGeom prst="ellipse">
            <a:avLst/>
          </a:prstGeom>
          <a:solidFill>
            <a:srgbClr val="2D887E">
              <a:alpha val="30000"/>
            </a:srgbClr>
          </a:solidFill>
          <a:ln w="0">
            <a:noFill/>
            <a:prstDash val="solid"/>
          </a:ln>
        </p:spPr>
      </p:sp>
      <p:sp>
        <p:nvSpPr>
          <p:cNvPr id="529" name="02_predicted_pose_3828">
            <a:extLst>
              <a:ext uri="{FF2B5EF4-FFF2-40B4-BE49-F238E27FC236}">
                <a16:creationId xmlns:a16="http://schemas.microsoft.com/office/drawing/2014/main" id="{A90CAD55-199B-425F-A90A-EFED080429C9}"/>
              </a:ext>
            </a:extLst>
          </p:cNvPr>
          <p:cNvSpPr>
            <a:spLocks noGrp="1"/>
          </p:cNvSpPr>
          <p:nvPr/>
        </p:nvSpPr>
        <p:spPr>
          <a:xfrm>
            <a:off x="4452623" y="3642612"/>
            <a:ext cx="28398" cy="28398"/>
          </a:xfrm>
          <a:prstGeom prst="ellipse">
            <a:avLst/>
          </a:prstGeom>
          <a:solidFill>
            <a:srgbClr val="2D887E">
              <a:alpha val="30000"/>
            </a:srgbClr>
          </a:solidFill>
          <a:ln w="0">
            <a:noFill/>
            <a:prstDash val="solid"/>
          </a:ln>
        </p:spPr>
      </p:sp>
      <p:sp>
        <p:nvSpPr>
          <p:cNvPr id="530" name="02_predicted_pose_3829">
            <a:extLst>
              <a:ext uri="{FF2B5EF4-FFF2-40B4-BE49-F238E27FC236}">
                <a16:creationId xmlns:a16="http://schemas.microsoft.com/office/drawing/2014/main" id="{B5C1710D-0D85-47A6-935B-B816536C2D0F}"/>
              </a:ext>
            </a:extLst>
          </p:cNvPr>
          <p:cNvSpPr>
            <a:spLocks noGrp="1"/>
          </p:cNvSpPr>
          <p:nvPr/>
        </p:nvSpPr>
        <p:spPr>
          <a:xfrm>
            <a:off x="4466404" y="3632265"/>
            <a:ext cx="28398" cy="28398"/>
          </a:xfrm>
          <a:prstGeom prst="ellipse">
            <a:avLst/>
          </a:prstGeom>
          <a:solidFill>
            <a:srgbClr val="2D887E">
              <a:alpha val="30000"/>
            </a:srgbClr>
          </a:solidFill>
          <a:ln w="0">
            <a:noFill/>
            <a:prstDash val="solid"/>
          </a:ln>
        </p:spPr>
      </p:sp>
      <p:sp>
        <p:nvSpPr>
          <p:cNvPr id="531" name="02_predicted_pose_3830">
            <a:extLst>
              <a:ext uri="{FF2B5EF4-FFF2-40B4-BE49-F238E27FC236}">
                <a16:creationId xmlns:a16="http://schemas.microsoft.com/office/drawing/2014/main" id="{67DB9E67-237C-4A8B-A2F5-9FC301015E86}"/>
              </a:ext>
            </a:extLst>
          </p:cNvPr>
          <p:cNvSpPr>
            <a:spLocks noGrp="1"/>
          </p:cNvSpPr>
          <p:nvPr/>
        </p:nvSpPr>
        <p:spPr>
          <a:xfrm>
            <a:off x="4480185" y="3626057"/>
            <a:ext cx="28398" cy="28398"/>
          </a:xfrm>
          <a:prstGeom prst="ellipse">
            <a:avLst/>
          </a:prstGeom>
          <a:solidFill>
            <a:srgbClr val="2D887E">
              <a:alpha val="30000"/>
            </a:srgbClr>
          </a:solidFill>
          <a:ln w="0">
            <a:noFill/>
            <a:prstDash val="solid"/>
          </a:ln>
        </p:spPr>
      </p:sp>
      <p:sp>
        <p:nvSpPr>
          <p:cNvPr id="532" name="02_predicted_pose_3831">
            <a:extLst>
              <a:ext uri="{FF2B5EF4-FFF2-40B4-BE49-F238E27FC236}">
                <a16:creationId xmlns:a16="http://schemas.microsoft.com/office/drawing/2014/main" id="{1F769365-4448-492C-814C-E75FD81EE913}"/>
              </a:ext>
            </a:extLst>
          </p:cNvPr>
          <p:cNvSpPr>
            <a:spLocks noGrp="1"/>
          </p:cNvSpPr>
          <p:nvPr/>
        </p:nvSpPr>
        <p:spPr>
          <a:xfrm>
            <a:off x="4493966" y="3676740"/>
            <a:ext cx="28398" cy="28398"/>
          </a:xfrm>
          <a:prstGeom prst="ellipse">
            <a:avLst/>
          </a:prstGeom>
          <a:solidFill>
            <a:srgbClr val="2D887E">
              <a:alpha val="30000"/>
            </a:srgbClr>
          </a:solidFill>
          <a:ln w="0">
            <a:noFill/>
            <a:prstDash val="solid"/>
          </a:ln>
        </p:spPr>
      </p:sp>
      <p:sp>
        <p:nvSpPr>
          <p:cNvPr id="533" name="02_predicted_pose_3832">
            <a:extLst>
              <a:ext uri="{FF2B5EF4-FFF2-40B4-BE49-F238E27FC236}">
                <a16:creationId xmlns:a16="http://schemas.microsoft.com/office/drawing/2014/main" id="{2F81FEE2-20F6-4A70-A9E9-191DBCAD22D4}"/>
              </a:ext>
            </a:extLst>
          </p:cNvPr>
          <p:cNvSpPr>
            <a:spLocks noGrp="1"/>
          </p:cNvSpPr>
          <p:nvPr/>
        </p:nvSpPr>
        <p:spPr>
          <a:xfrm>
            <a:off x="4507748" y="3656779"/>
            <a:ext cx="28398" cy="28398"/>
          </a:xfrm>
          <a:prstGeom prst="ellipse">
            <a:avLst/>
          </a:prstGeom>
          <a:solidFill>
            <a:srgbClr val="2D887E">
              <a:alpha val="30000"/>
            </a:srgbClr>
          </a:solidFill>
          <a:ln w="0">
            <a:noFill/>
            <a:prstDash val="solid"/>
          </a:ln>
        </p:spPr>
      </p:sp>
      <p:sp>
        <p:nvSpPr>
          <p:cNvPr id="534" name="02_predicted_pose_3833">
            <a:extLst>
              <a:ext uri="{FF2B5EF4-FFF2-40B4-BE49-F238E27FC236}">
                <a16:creationId xmlns:a16="http://schemas.microsoft.com/office/drawing/2014/main" id="{2C87B8E7-CC0E-49A9-B819-D14B457D52D0}"/>
              </a:ext>
            </a:extLst>
          </p:cNvPr>
          <p:cNvSpPr>
            <a:spLocks noGrp="1"/>
          </p:cNvSpPr>
          <p:nvPr/>
        </p:nvSpPr>
        <p:spPr>
          <a:xfrm>
            <a:off x="4521529" y="3647379"/>
            <a:ext cx="28398" cy="28398"/>
          </a:xfrm>
          <a:prstGeom prst="ellipse">
            <a:avLst/>
          </a:prstGeom>
          <a:solidFill>
            <a:srgbClr val="2D887E">
              <a:alpha val="30000"/>
            </a:srgbClr>
          </a:solidFill>
          <a:ln w="0">
            <a:noFill/>
            <a:prstDash val="solid"/>
          </a:ln>
        </p:spPr>
      </p:sp>
      <p:sp>
        <p:nvSpPr>
          <p:cNvPr id="535" name="02_predicted_pose_3834">
            <a:extLst>
              <a:ext uri="{FF2B5EF4-FFF2-40B4-BE49-F238E27FC236}">
                <a16:creationId xmlns:a16="http://schemas.microsoft.com/office/drawing/2014/main" id="{3EA392A5-8CDB-40A4-ADDC-B63B74BA06E0}"/>
              </a:ext>
            </a:extLst>
          </p:cNvPr>
          <p:cNvSpPr>
            <a:spLocks noGrp="1"/>
          </p:cNvSpPr>
          <p:nvPr/>
        </p:nvSpPr>
        <p:spPr>
          <a:xfrm>
            <a:off x="4535310" y="3650298"/>
            <a:ext cx="28398" cy="28398"/>
          </a:xfrm>
          <a:prstGeom prst="ellipse">
            <a:avLst/>
          </a:prstGeom>
          <a:solidFill>
            <a:srgbClr val="2D887E">
              <a:alpha val="30000"/>
            </a:srgbClr>
          </a:solidFill>
          <a:ln w="0">
            <a:noFill/>
            <a:prstDash val="solid"/>
          </a:ln>
        </p:spPr>
      </p:sp>
      <p:sp>
        <p:nvSpPr>
          <p:cNvPr id="536" name="02_predicted_pose_3835">
            <a:extLst>
              <a:ext uri="{FF2B5EF4-FFF2-40B4-BE49-F238E27FC236}">
                <a16:creationId xmlns:a16="http://schemas.microsoft.com/office/drawing/2014/main" id="{893DDD00-803A-4708-8778-6105469F42C3}"/>
              </a:ext>
            </a:extLst>
          </p:cNvPr>
          <p:cNvSpPr>
            <a:spLocks noGrp="1"/>
          </p:cNvSpPr>
          <p:nvPr/>
        </p:nvSpPr>
        <p:spPr>
          <a:xfrm>
            <a:off x="4549091" y="3643914"/>
            <a:ext cx="28398" cy="28398"/>
          </a:xfrm>
          <a:prstGeom prst="ellipse">
            <a:avLst/>
          </a:prstGeom>
          <a:solidFill>
            <a:srgbClr val="2D887E">
              <a:alpha val="30000"/>
            </a:srgbClr>
          </a:solidFill>
          <a:ln w="0">
            <a:noFill/>
            <a:prstDash val="solid"/>
          </a:ln>
        </p:spPr>
      </p:sp>
      <p:sp>
        <p:nvSpPr>
          <p:cNvPr id="537" name="02_predicted_pose_3836">
            <a:extLst>
              <a:ext uri="{FF2B5EF4-FFF2-40B4-BE49-F238E27FC236}">
                <a16:creationId xmlns:a16="http://schemas.microsoft.com/office/drawing/2014/main" id="{8744F634-E31E-458E-B10A-CD1CE166A606}"/>
              </a:ext>
            </a:extLst>
          </p:cNvPr>
          <p:cNvSpPr>
            <a:spLocks noGrp="1"/>
          </p:cNvSpPr>
          <p:nvPr/>
        </p:nvSpPr>
        <p:spPr>
          <a:xfrm>
            <a:off x="4562873" y="3691399"/>
            <a:ext cx="28398" cy="28398"/>
          </a:xfrm>
          <a:prstGeom prst="ellipse">
            <a:avLst/>
          </a:prstGeom>
          <a:solidFill>
            <a:srgbClr val="2D887E">
              <a:alpha val="30000"/>
            </a:srgbClr>
          </a:solidFill>
          <a:ln w="0">
            <a:noFill/>
            <a:prstDash val="solid"/>
          </a:ln>
        </p:spPr>
      </p:sp>
      <p:sp>
        <p:nvSpPr>
          <p:cNvPr id="538" name="02_predicted_pose_3837">
            <a:extLst>
              <a:ext uri="{FF2B5EF4-FFF2-40B4-BE49-F238E27FC236}">
                <a16:creationId xmlns:a16="http://schemas.microsoft.com/office/drawing/2014/main" id="{E940A9B5-62F2-49BE-BE4A-FCA213A1D187}"/>
              </a:ext>
            </a:extLst>
          </p:cNvPr>
          <p:cNvSpPr>
            <a:spLocks noGrp="1"/>
          </p:cNvSpPr>
          <p:nvPr/>
        </p:nvSpPr>
        <p:spPr>
          <a:xfrm>
            <a:off x="4452278" y="3738161"/>
            <a:ext cx="28398" cy="28398"/>
          </a:xfrm>
          <a:prstGeom prst="ellipse">
            <a:avLst/>
          </a:prstGeom>
          <a:solidFill>
            <a:srgbClr val="2D887E">
              <a:alpha val="30000"/>
            </a:srgbClr>
          </a:solidFill>
          <a:ln w="0">
            <a:noFill/>
            <a:prstDash val="solid"/>
          </a:ln>
        </p:spPr>
      </p:sp>
      <p:sp>
        <p:nvSpPr>
          <p:cNvPr id="539" name="02_predicted_pose_3838">
            <a:extLst>
              <a:ext uri="{FF2B5EF4-FFF2-40B4-BE49-F238E27FC236}">
                <a16:creationId xmlns:a16="http://schemas.microsoft.com/office/drawing/2014/main" id="{16A88634-2793-4497-89FF-9F914089BD9E}"/>
              </a:ext>
            </a:extLst>
          </p:cNvPr>
          <p:cNvSpPr>
            <a:spLocks noGrp="1"/>
          </p:cNvSpPr>
          <p:nvPr/>
        </p:nvSpPr>
        <p:spPr>
          <a:xfrm>
            <a:off x="4545302" y="3657342"/>
            <a:ext cx="28398" cy="28398"/>
          </a:xfrm>
          <a:prstGeom prst="ellipse">
            <a:avLst/>
          </a:prstGeom>
          <a:solidFill>
            <a:srgbClr val="2D887E">
              <a:alpha val="30000"/>
            </a:srgbClr>
          </a:solidFill>
          <a:ln w="0">
            <a:noFill/>
            <a:prstDash val="solid"/>
          </a:ln>
        </p:spPr>
      </p:sp>
      <p:sp>
        <p:nvSpPr>
          <p:cNvPr id="540" name="02_predicted_pose_3839">
            <a:extLst>
              <a:ext uri="{FF2B5EF4-FFF2-40B4-BE49-F238E27FC236}">
                <a16:creationId xmlns:a16="http://schemas.microsoft.com/office/drawing/2014/main" id="{43B074D7-8DA9-4FB9-A950-40A1AC207DE5}"/>
              </a:ext>
            </a:extLst>
          </p:cNvPr>
          <p:cNvSpPr>
            <a:spLocks noGrp="1"/>
          </p:cNvSpPr>
          <p:nvPr/>
        </p:nvSpPr>
        <p:spPr>
          <a:xfrm>
            <a:off x="4638325" y="3686133"/>
            <a:ext cx="28398" cy="28398"/>
          </a:xfrm>
          <a:prstGeom prst="ellipse">
            <a:avLst/>
          </a:prstGeom>
          <a:solidFill>
            <a:srgbClr val="2D887E">
              <a:alpha val="30000"/>
            </a:srgbClr>
          </a:solidFill>
          <a:ln w="0">
            <a:noFill/>
            <a:prstDash val="solid"/>
          </a:ln>
        </p:spPr>
      </p:sp>
      <p:sp>
        <p:nvSpPr>
          <p:cNvPr id="541" name="02_predicted_pose_3840">
            <a:extLst>
              <a:ext uri="{FF2B5EF4-FFF2-40B4-BE49-F238E27FC236}">
                <a16:creationId xmlns:a16="http://schemas.microsoft.com/office/drawing/2014/main" id="{639FB43E-891A-4CB4-B6B1-C37913E0D310}"/>
              </a:ext>
            </a:extLst>
          </p:cNvPr>
          <p:cNvSpPr>
            <a:spLocks noGrp="1"/>
          </p:cNvSpPr>
          <p:nvPr/>
        </p:nvSpPr>
        <p:spPr>
          <a:xfrm>
            <a:off x="4387851" y="3653498"/>
            <a:ext cx="28398" cy="28398"/>
          </a:xfrm>
          <a:prstGeom prst="ellipse">
            <a:avLst/>
          </a:prstGeom>
          <a:solidFill>
            <a:srgbClr val="2D887E">
              <a:alpha val="30000"/>
            </a:srgbClr>
          </a:solidFill>
          <a:ln w="0">
            <a:noFill/>
            <a:prstDash val="solid"/>
          </a:ln>
        </p:spPr>
      </p:sp>
      <p:sp>
        <p:nvSpPr>
          <p:cNvPr id="542" name="02_predicted_pose_3841">
            <a:extLst>
              <a:ext uri="{FF2B5EF4-FFF2-40B4-BE49-F238E27FC236}">
                <a16:creationId xmlns:a16="http://schemas.microsoft.com/office/drawing/2014/main" id="{31B9B200-127D-4F76-BA1A-083522A31BE9}"/>
              </a:ext>
            </a:extLst>
          </p:cNvPr>
          <p:cNvSpPr>
            <a:spLocks noGrp="1"/>
          </p:cNvSpPr>
          <p:nvPr/>
        </p:nvSpPr>
        <p:spPr>
          <a:xfrm>
            <a:off x="4480874" y="3672219"/>
            <a:ext cx="28398" cy="28398"/>
          </a:xfrm>
          <a:prstGeom prst="ellipse">
            <a:avLst/>
          </a:prstGeom>
          <a:solidFill>
            <a:srgbClr val="2D887E">
              <a:alpha val="30000"/>
            </a:srgbClr>
          </a:solidFill>
          <a:ln w="0">
            <a:noFill/>
            <a:prstDash val="solid"/>
          </a:ln>
        </p:spPr>
      </p:sp>
      <p:sp>
        <p:nvSpPr>
          <p:cNvPr id="543" name="02_predicted_pose_3842">
            <a:extLst>
              <a:ext uri="{FF2B5EF4-FFF2-40B4-BE49-F238E27FC236}">
                <a16:creationId xmlns:a16="http://schemas.microsoft.com/office/drawing/2014/main" id="{EC2E26B0-7645-4360-925F-F398447C7AB2}"/>
              </a:ext>
            </a:extLst>
          </p:cNvPr>
          <p:cNvSpPr>
            <a:spLocks noGrp="1"/>
          </p:cNvSpPr>
          <p:nvPr/>
        </p:nvSpPr>
        <p:spPr>
          <a:xfrm>
            <a:off x="4573898" y="3664940"/>
            <a:ext cx="28398" cy="28398"/>
          </a:xfrm>
          <a:prstGeom prst="ellipse">
            <a:avLst/>
          </a:prstGeom>
          <a:solidFill>
            <a:srgbClr val="2D887E">
              <a:alpha val="30000"/>
            </a:srgbClr>
          </a:solidFill>
          <a:ln w="0">
            <a:noFill/>
            <a:prstDash val="solid"/>
          </a:ln>
        </p:spPr>
      </p:sp>
      <p:sp>
        <p:nvSpPr>
          <p:cNvPr id="544" name="02_predicted_pose_3843">
            <a:extLst>
              <a:ext uri="{FF2B5EF4-FFF2-40B4-BE49-F238E27FC236}">
                <a16:creationId xmlns:a16="http://schemas.microsoft.com/office/drawing/2014/main" id="{2F595CF5-7A1A-4AA3-9917-C0CCC36812F0}"/>
              </a:ext>
            </a:extLst>
          </p:cNvPr>
          <p:cNvSpPr>
            <a:spLocks noGrp="1"/>
          </p:cNvSpPr>
          <p:nvPr/>
        </p:nvSpPr>
        <p:spPr>
          <a:xfrm>
            <a:off x="4666921" y="3635179"/>
            <a:ext cx="28398" cy="28398"/>
          </a:xfrm>
          <a:prstGeom prst="ellipse">
            <a:avLst/>
          </a:prstGeom>
          <a:solidFill>
            <a:srgbClr val="2D887E">
              <a:alpha val="30000"/>
            </a:srgbClr>
          </a:solidFill>
          <a:ln w="0">
            <a:noFill/>
            <a:prstDash val="solid"/>
          </a:ln>
        </p:spPr>
      </p:sp>
      <p:sp>
        <p:nvSpPr>
          <p:cNvPr id="545" name="02_predicted_pose_3844">
            <a:extLst>
              <a:ext uri="{FF2B5EF4-FFF2-40B4-BE49-F238E27FC236}">
                <a16:creationId xmlns:a16="http://schemas.microsoft.com/office/drawing/2014/main" id="{D9F8F818-CFD7-4DA0-9D86-86D8827C0B2B}"/>
              </a:ext>
            </a:extLst>
          </p:cNvPr>
          <p:cNvSpPr>
            <a:spLocks noGrp="1"/>
          </p:cNvSpPr>
          <p:nvPr/>
        </p:nvSpPr>
        <p:spPr>
          <a:xfrm>
            <a:off x="4416447" y="3708440"/>
            <a:ext cx="28398" cy="28398"/>
          </a:xfrm>
          <a:prstGeom prst="ellipse">
            <a:avLst/>
          </a:prstGeom>
          <a:solidFill>
            <a:srgbClr val="2D887E">
              <a:alpha val="30000"/>
            </a:srgbClr>
          </a:solidFill>
          <a:ln w="0">
            <a:noFill/>
            <a:prstDash val="solid"/>
          </a:ln>
        </p:spPr>
      </p:sp>
      <p:sp>
        <p:nvSpPr>
          <p:cNvPr id="546" name="02_predicted_pose_3845">
            <a:extLst>
              <a:ext uri="{FF2B5EF4-FFF2-40B4-BE49-F238E27FC236}">
                <a16:creationId xmlns:a16="http://schemas.microsoft.com/office/drawing/2014/main" id="{3C5550CF-D980-4035-97B3-4A8FA5B3CDCA}"/>
              </a:ext>
            </a:extLst>
          </p:cNvPr>
          <p:cNvSpPr>
            <a:spLocks noGrp="1"/>
          </p:cNvSpPr>
          <p:nvPr/>
        </p:nvSpPr>
        <p:spPr>
          <a:xfrm>
            <a:off x="4509470" y="3657676"/>
            <a:ext cx="28398" cy="28398"/>
          </a:xfrm>
          <a:prstGeom prst="ellipse">
            <a:avLst/>
          </a:prstGeom>
          <a:solidFill>
            <a:srgbClr val="2D887E">
              <a:alpha val="30000"/>
            </a:srgbClr>
          </a:solidFill>
          <a:ln w="0">
            <a:noFill/>
            <a:prstDash val="solid"/>
          </a:ln>
        </p:spPr>
      </p:sp>
      <p:sp>
        <p:nvSpPr>
          <p:cNvPr id="547" name="02_predicted_pose_3846">
            <a:extLst>
              <a:ext uri="{FF2B5EF4-FFF2-40B4-BE49-F238E27FC236}">
                <a16:creationId xmlns:a16="http://schemas.microsoft.com/office/drawing/2014/main" id="{3ED2BD69-56B0-4105-944B-E7E116760127}"/>
              </a:ext>
            </a:extLst>
          </p:cNvPr>
          <p:cNvSpPr>
            <a:spLocks noGrp="1"/>
          </p:cNvSpPr>
          <p:nvPr/>
        </p:nvSpPr>
        <p:spPr>
          <a:xfrm>
            <a:off x="4602494" y="3652480"/>
            <a:ext cx="28398" cy="28398"/>
          </a:xfrm>
          <a:prstGeom prst="ellipse">
            <a:avLst/>
          </a:prstGeom>
          <a:solidFill>
            <a:srgbClr val="2D887E">
              <a:alpha val="30000"/>
            </a:srgbClr>
          </a:solidFill>
          <a:ln w="0">
            <a:noFill/>
            <a:prstDash val="solid"/>
          </a:ln>
        </p:spPr>
      </p:sp>
      <p:sp>
        <p:nvSpPr>
          <p:cNvPr id="548" name="02_predicted_pose_3847">
            <a:extLst>
              <a:ext uri="{FF2B5EF4-FFF2-40B4-BE49-F238E27FC236}">
                <a16:creationId xmlns:a16="http://schemas.microsoft.com/office/drawing/2014/main" id="{A8A45E96-6341-46B4-8F59-CDDEB361D9A4}"/>
              </a:ext>
            </a:extLst>
          </p:cNvPr>
          <p:cNvSpPr>
            <a:spLocks noGrp="1"/>
          </p:cNvSpPr>
          <p:nvPr/>
        </p:nvSpPr>
        <p:spPr>
          <a:xfrm>
            <a:off x="4466059" y="3700787"/>
            <a:ext cx="28398" cy="28398"/>
          </a:xfrm>
          <a:prstGeom prst="ellipse">
            <a:avLst/>
          </a:prstGeom>
          <a:solidFill>
            <a:srgbClr val="2D887E">
              <a:alpha val="30000"/>
            </a:srgbClr>
          </a:solidFill>
          <a:ln w="0">
            <a:noFill/>
            <a:prstDash val="solid"/>
          </a:ln>
        </p:spPr>
      </p:sp>
      <p:sp>
        <p:nvSpPr>
          <p:cNvPr id="549" name="02_predicted_pose_3848">
            <a:extLst>
              <a:ext uri="{FF2B5EF4-FFF2-40B4-BE49-F238E27FC236}">
                <a16:creationId xmlns:a16="http://schemas.microsoft.com/office/drawing/2014/main" id="{BA228868-43CE-4DE6-A686-539718F6FEFC}"/>
              </a:ext>
            </a:extLst>
          </p:cNvPr>
          <p:cNvSpPr>
            <a:spLocks noGrp="1"/>
          </p:cNvSpPr>
          <p:nvPr/>
        </p:nvSpPr>
        <p:spPr>
          <a:xfrm>
            <a:off x="4559083" y="3672390"/>
            <a:ext cx="28398" cy="28398"/>
          </a:xfrm>
          <a:prstGeom prst="ellipse">
            <a:avLst/>
          </a:prstGeom>
          <a:solidFill>
            <a:srgbClr val="2D887E">
              <a:alpha val="30000"/>
            </a:srgbClr>
          </a:solidFill>
          <a:ln w="0">
            <a:noFill/>
            <a:prstDash val="solid"/>
          </a:ln>
        </p:spPr>
      </p:sp>
      <p:sp>
        <p:nvSpPr>
          <p:cNvPr id="550" name="02_predicted_pose_3849">
            <a:extLst>
              <a:ext uri="{FF2B5EF4-FFF2-40B4-BE49-F238E27FC236}">
                <a16:creationId xmlns:a16="http://schemas.microsoft.com/office/drawing/2014/main" id="{7982EBA5-B6E2-4B2C-9645-0E5D3C9D7DC4}"/>
              </a:ext>
            </a:extLst>
          </p:cNvPr>
          <p:cNvSpPr>
            <a:spLocks noGrp="1"/>
          </p:cNvSpPr>
          <p:nvPr/>
        </p:nvSpPr>
        <p:spPr>
          <a:xfrm>
            <a:off x="4652106" y="3665513"/>
            <a:ext cx="28398" cy="28398"/>
          </a:xfrm>
          <a:prstGeom prst="ellipse">
            <a:avLst/>
          </a:prstGeom>
          <a:solidFill>
            <a:srgbClr val="2D887E">
              <a:alpha val="30000"/>
            </a:srgbClr>
          </a:solidFill>
          <a:ln w="0">
            <a:noFill/>
            <a:prstDash val="solid"/>
          </a:ln>
        </p:spPr>
      </p:sp>
      <p:sp>
        <p:nvSpPr>
          <p:cNvPr id="551" name="02_predicted_pose_3850">
            <a:extLst>
              <a:ext uri="{FF2B5EF4-FFF2-40B4-BE49-F238E27FC236}">
                <a16:creationId xmlns:a16="http://schemas.microsoft.com/office/drawing/2014/main" id="{77184095-1B5A-4F78-91EA-288A92910BA7}"/>
              </a:ext>
            </a:extLst>
          </p:cNvPr>
          <p:cNvSpPr>
            <a:spLocks noGrp="1"/>
          </p:cNvSpPr>
          <p:nvPr/>
        </p:nvSpPr>
        <p:spPr>
          <a:xfrm>
            <a:off x="4401632" y="3645213"/>
            <a:ext cx="28398" cy="28398"/>
          </a:xfrm>
          <a:prstGeom prst="ellipse">
            <a:avLst/>
          </a:prstGeom>
          <a:solidFill>
            <a:srgbClr val="2D887E">
              <a:alpha val="30000"/>
            </a:srgbClr>
          </a:solidFill>
          <a:ln w="0">
            <a:noFill/>
            <a:prstDash val="solid"/>
          </a:ln>
        </p:spPr>
      </p:sp>
      <p:sp>
        <p:nvSpPr>
          <p:cNvPr id="552" name="02_predicted_pose_3851">
            <a:extLst>
              <a:ext uri="{FF2B5EF4-FFF2-40B4-BE49-F238E27FC236}">
                <a16:creationId xmlns:a16="http://schemas.microsoft.com/office/drawing/2014/main" id="{05572342-9226-4899-92F4-7CCC39E9EE31}"/>
              </a:ext>
            </a:extLst>
          </p:cNvPr>
          <p:cNvSpPr>
            <a:spLocks noGrp="1"/>
          </p:cNvSpPr>
          <p:nvPr/>
        </p:nvSpPr>
        <p:spPr>
          <a:xfrm>
            <a:off x="4494655" y="3630968"/>
            <a:ext cx="28398" cy="28398"/>
          </a:xfrm>
          <a:prstGeom prst="ellipse">
            <a:avLst/>
          </a:prstGeom>
          <a:solidFill>
            <a:srgbClr val="2D887E">
              <a:alpha val="30000"/>
            </a:srgbClr>
          </a:solidFill>
          <a:ln w="0">
            <a:noFill/>
            <a:prstDash val="solid"/>
          </a:ln>
        </p:spPr>
      </p:sp>
      <p:sp>
        <p:nvSpPr>
          <p:cNvPr id="553" name="02_predicted_pose_3852">
            <a:extLst>
              <a:ext uri="{FF2B5EF4-FFF2-40B4-BE49-F238E27FC236}">
                <a16:creationId xmlns:a16="http://schemas.microsoft.com/office/drawing/2014/main" id="{41051C27-DB95-4BDC-921B-676F77590FF6}"/>
              </a:ext>
            </a:extLst>
          </p:cNvPr>
          <p:cNvSpPr>
            <a:spLocks noGrp="1"/>
          </p:cNvSpPr>
          <p:nvPr/>
        </p:nvSpPr>
        <p:spPr>
          <a:xfrm>
            <a:off x="4587679" y="3668118"/>
            <a:ext cx="28398" cy="28398"/>
          </a:xfrm>
          <a:prstGeom prst="ellipse">
            <a:avLst/>
          </a:prstGeom>
          <a:solidFill>
            <a:srgbClr val="2D887E">
              <a:alpha val="30000"/>
            </a:srgbClr>
          </a:solidFill>
          <a:ln w="0">
            <a:noFill/>
            <a:prstDash val="solid"/>
          </a:ln>
        </p:spPr>
      </p:sp>
      <p:sp>
        <p:nvSpPr>
          <p:cNvPr id="554" name="02_predicted_pose_3853">
            <a:extLst>
              <a:ext uri="{FF2B5EF4-FFF2-40B4-BE49-F238E27FC236}">
                <a16:creationId xmlns:a16="http://schemas.microsoft.com/office/drawing/2014/main" id="{0E1097E0-8652-4903-A0B2-F2F0D2169B95}"/>
              </a:ext>
            </a:extLst>
          </p:cNvPr>
          <p:cNvSpPr>
            <a:spLocks noGrp="1"/>
          </p:cNvSpPr>
          <p:nvPr/>
        </p:nvSpPr>
        <p:spPr>
          <a:xfrm>
            <a:off x="4337205" y="3638743"/>
            <a:ext cx="28398" cy="28398"/>
          </a:xfrm>
          <a:prstGeom prst="ellipse">
            <a:avLst/>
          </a:prstGeom>
          <a:solidFill>
            <a:srgbClr val="2D887E">
              <a:alpha val="30000"/>
            </a:srgbClr>
          </a:solidFill>
          <a:ln w="0">
            <a:noFill/>
            <a:prstDash val="solid"/>
          </a:ln>
        </p:spPr>
      </p:sp>
      <p:sp>
        <p:nvSpPr>
          <p:cNvPr id="555" name="02_predicted_pose_3854">
            <a:extLst>
              <a:ext uri="{FF2B5EF4-FFF2-40B4-BE49-F238E27FC236}">
                <a16:creationId xmlns:a16="http://schemas.microsoft.com/office/drawing/2014/main" id="{EEB39102-D970-42E5-A9C3-B559AF6AD95D}"/>
              </a:ext>
            </a:extLst>
          </p:cNvPr>
          <p:cNvSpPr>
            <a:spLocks noGrp="1"/>
          </p:cNvSpPr>
          <p:nvPr/>
        </p:nvSpPr>
        <p:spPr>
          <a:xfrm>
            <a:off x="4430228" y="3645356"/>
            <a:ext cx="28398" cy="28398"/>
          </a:xfrm>
          <a:prstGeom prst="ellipse">
            <a:avLst/>
          </a:prstGeom>
          <a:solidFill>
            <a:srgbClr val="2D887E">
              <a:alpha val="30000"/>
            </a:srgbClr>
          </a:solidFill>
          <a:ln w="0">
            <a:noFill/>
            <a:prstDash val="solid"/>
          </a:ln>
        </p:spPr>
      </p:sp>
      <p:sp>
        <p:nvSpPr>
          <p:cNvPr id="556" name="02_predicted_pose_3855">
            <a:extLst>
              <a:ext uri="{FF2B5EF4-FFF2-40B4-BE49-F238E27FC236}">
                <a16:creationId xmlns:a16="http://schemas.microsoft.com/office/drawing/2014/main" id="{2CB44049-A1A4-4200-9443-9620966A1BEF}"/>
              </a:ext>
            </a:extLst>
          </p:cNvPr>
          <p:cNvSpPr>
            <a:spLocks noGrp="1"/>
          </p:cNvSpPr>
          <p:nvPr/>
        </p:nvSpPr>
        <p:spPr>
          <a:xfrm>
            <a:off x="4523252" y="3605869"/>
            <a:ext cx="28398" cy="28398"/>
          </a:xfrm>
          <a:prstGeom prst="ellipse">
            <a:avLst/>
          </a:prstGeom>
          <a:solidFill>
            <a:srgbClr val="2D887E">
              <a:alpha val="30000"/>
            </a:srgbClr>
          </a:solidFill>
          <a:ln w="0">
            <a:noFill/>
            <a:prstDash val="solid"/>
          </a:ln>
        </p:spPr>
      </p:sp>
      <p:sp>
        <p:nvSpPr>
          <p:cNvPr id="557" name="02_predicted_pose_3856">
            <a:extLst>
              <a:ext uri="{FF2B5EF4-FFF2-40B4-BE49-F238E27FC236}">
                <a16:creationId xmlns:a16="http://schemas.microsoft.com/office/drawing/2014/main" id="{3273F6C4-3BD7-4D93-BE6D-A0C2CBBC17A1}"/>
              </a:ext>
            </a:extLst>
          </p:cNvPr>
          <p:cNvSpPr>
            <a:spLocks noGrp="1"/>
          </p:cNvSpPr>
          <p:nvPr/>
        </p:nvSpPr>
        <p:spPr>
          <a:xfrm>
            <a:off x="4616275" y="3656295"/>
            <a:ext cx="28398" cy="28398"/>
          </a:xfrm>
          <a:prstGeom prst="ellipse">
            <a:avLst/>
          </a:prstGeom>
          <a:solidFill>
            <a:srgbClr val="2D887E">
              <a:alpha val="30000"/>
            </a:srgbClr>
          </a:solidFill>
          <a:ln w="0">
            <a:noFill/>
            <a:prstDash val="solid"/>
          </a:ln>
        </p:spPr>
      </p:sp>
      <p:sp>
        <p:nvSpPr>
          <p:cNvPr id="558" name="02_predicted_pose_3857">
            <a:extLst>
              <a:ext uri="{FF2B5EF4-FFF2-40B4-BE49-F238E27FC236}">
                <a16:creationId xmlns:a16="http://schemas.microsoft.com/office/drawing/2014/main" id="{5DF29735-327A-434C-9580-077C84D08D47}"/>
              </a:ext>
            </a:extLst>
          </p:cNvPr>
          <p:cNvSpPr>
            <a:spLocks noGrp="1"/>
          </p:cNvSpPr>
          <p:nvPr/>
        </p:nvSpPr>
        <p:spPr>
          <a:xfrm>
            <a:off x="4479841" y="3664697"/>
            <a:ext cx="28398" cy="28398"/>
          </a:xfrm>
          <a:prstGeom prst="ellipse">
            <a:avLst/>
          </a:prstGeom>
          <a:solidFill>
            <a:srgbClr val="2D887E">
              <a:alpha val="30000"/>
            </a:srgbClr>
          </a:solidFill>
          <a:ln w="0">
            <a:noFill/>
            <a:prstDash val="solid"/>
          </a:ln>
        </p:spPr>
      </p:sp>
      <p:sp>
        <p:nvSpPr>
          <p:cNvPr id="559" name="02_predicted_pose_3858">
            <a:extLst>
              <a:ext uri="{FF2B5EF4-FFF2-40B4-BE49-F238E27FC236}">
                <a16:creationId xmlns:a16="http://schemas.microsoft.com/office/drawing/2014/main" id="{4B751834-F560-4F8A-BE0D-C2FCA66DA847}"/>
              </a:ext>
            </a:extLst>
          </p:cNvPr>
          <p:cNvSpPr>
            <a:spLocks noGrp="1"/>
          </p:cNvSpPr>
          <p:nvPr/>
        </p:nvSpPr>
        <p:spPr>
          <a:xfrm>
            <a:off x="4572864" y="3603229"/>
            <a:ext cx="28398" cy="28398"/>
          </a:xfrm>
          <a:prstGeom prst="ellipse">
            <a:avLst/>
          </a:prstGeom>
          <a:solidFill>
            <a:srgbClr val="2D887E">
              <a:alpha val="30000"/>
            </a:srgbClr>
          </a:solidFill>
          <a:ln w="0">
            <a:noFill/>
            <a:prstDash val="solid"/>
          </a:ln>
        </p:spPr>
      </p:sp>
      <p:sp>
        <p:nvSpPr>
          <p:cNvPr id="560" name="02_predicted_pose_3859">
            <a:extLst>
              <a:ext uri="{FF2B5EF4-FFF2-40B4-BE49-F238E27FC236}">
                <a16:creationId xmlns:a16="http://schemas.microsoft.com/office/drawing/2014/main" id="{71D87524-D8A8-428D-A8A8-4FE05801FB1D}"/>
              </a:ext>
            </a:extLst>
          </p:cNvPr>
          <p:cNvSpPr>
            <a:spLocks noGrp="1"/>
          </p:cNvSpPr>
          <p:nvPr/>
        </p:nvSpPr>
        <p:spPr>
          <a:xfrm>
            <a:off x="4665887" y="3679723"/>
            <a:ext cx="28398" cy="28398"/>
          </a:xfrm>
          <a:prstGeom prst="ellipse">
            <a:avLst/>
          </a:prstGeom>
          <a:solidFill>
            <a:srgbClr val="2D887E">
              <a:alpha val="30000"/>
            </a:srgbClr>
          </a:solidFill>
          <a:ln w="0">
            <a:noFill/>
            <a:prstDash val="solid"/>
          </a:ln>
        </p:spPr>
      </p:sp>
      <p:sp>
        <p:nvSpPr>
          <p:cNvPr id="561" name="02_predicted_pose_3860">
            <a:extLst>
              <a:ext uri="{FF2B5EF4-FFF2-40B4-BE49-F238E27FC236}">
                <a16:creationId xmlns:a16="http://schemas.microsoft.com/office/drawing/2014/main" id="{A8D88888-8B28-4286-874F-DD362B68F6D5}"/>
              </a:ext>
            </a:extLst>
          </p:cNvPr>
          <p:cNvSpPr>
            <a:spLocks noGrp="1"/>
          </p:cNvSpPr>
          <p:nvPr/>
        </p:nvSpPr>
        <p:spPr>
          <a:xfrm>
            <a:off x="4415413" y="3724828"/>
            <a:ext cx="28398" cy="28398"/>
          </a:xfrm>
          <a:prstGeom prst="ellipse">
            <a:avLst/>
          </a:prstGeom>
          <a:solidFill>
            <a:srgbClr val="2D887E">
              <a:alpha val="30000"/>
            </a:srgbClr>
          </a:solidFill>
          <a:ln w="0">
            <a:noFill/>
            <a:prstDash val="solid"/>
          </a:ln>
        </p:spPr>
      </p:sp>
      <p:sp>
        <p:nvSpPr>
          <p:cNvPr id="562" name="02_predicted_pose_3861">
            <a:extLst>
              <a:ext uri="{FF2B5EF4-FFF2-40B4-BE49-F238E27FC236}">
                <a16:creationId xmlns:a16="http://schemas.microsoft.com/office/drawing/2014/main" id="{3A598CE3-D990-416F-B067-26BA9294E3CD}"/>
              </a:ext>
            </a:extLst>
          </p:cNvPr>
          <p:cNvSpPr>
            <a:spLocks noGrp="1"/>
          </p:cNvSpPr>
          <p:nvPr/>
        </p:nvSpPr>
        <p:spPr>
          <a:xfrm>
            <a:off x="4508437" y="3659512"/>
            <a:ext cx="28398" cy="28398"/>
          </a:xfrm>
          <a:prstGeom prst="ellipse">
            <a:avLst/>
          </a:prstGeom>
          <a:solidFill>
            <a:srgbClr val="2D887E">
              <a:alpha val="30000"/>
            </a:srgbClr>
          </a:solidFill>
          <a:ln w="0">
            <a:noFill/>
            <a:prstDash val="solid"/>
          </a:ln>
        </p:spPr>
      </p:sp>
      <p:sp>
        <p:nvSpPr>
          <p:cNvPr id="563" name="02_predicted_pose_3862">
            <a:extLst>
              <a:ext uri="{FF2B5EF4-FFF2-40B4-BE49-F238E27FC236}">
                <a16:creationId xmlns:a16="http://schemas.microsoft.com/office/drawing/2014/main" id="{E9105DB5-31A6-4EEE-81CF-922053336B5D}"/>
              </a:ext>
            </a:extLst>
          </p:cNvPr>
          <p:cNvSpPr>
            <a:spLocks noGrp="1"/>
          </p:cNvSpPr>
          <p:nvPr/>
        </p:nvSpPr>
        <p:spPr>
          <a:xfrm>
            <a:off x="4601460" y="3650999"/>
            <a:ext cx="28398" cy="28398"/>
          </a:xfrm>
          <a:prstGeom prst="ellipse">
            <a:avLst/>
          </a:prstGeom>
          <a:solidFill>
            <a:srgbClr val="2D887E">
              <a:alpha val="30000"/>
            </a:srgbClr>
          </a:solidFill>
          <a:ln w="0">
            <a:noFill/>
            <a:prstDash val="solid"/>
          </a:ln>
        </p:spPr>
      </p:sp>
      <p:sp>
        <p:nvSpPr>
          <p:cNvPr id="564" name="02_predicted_pose_3863">
            <a:extLst>
              <a:ext uri="{FF2B5EF4-FFF2-40B4-BE49-F238E27FC236}">
                <a16:creationId xmlns:a16="http://schemas.microsoft.com/office/drawing/2014/main" id="{2F9193A3-1BF2-45AB-B68E-7C06CF67D7EF}"/>
              </a:ext>
            </a:extLst>
          </p:cNvPr>
          <p:cNvSpPr>
            <a:spLocks noGrp="1"/>
          </p:cNvSpPr>
          <p:nvPr/>
        </p:nvSpPr>
        <p:spPr>
          <a:xfrm>
            <a:off x="4350986" y="3744792"/>
            <a:ext cx="28398" cy="28398"/>
          </a:xfrm>
          <a:prstGeom prst="ellipse">
            <a:avLst/>
          </a:prstGeom>
          <a:solidFill>
            <a:srgbClr val="2D887E">
              <a:alpha val="30000"/>
            </a:srgbClr>
          </a:solidFill>
          <a:ln w="0">
            <a:noFill/>
            <a:prstDash val="solid"/>
          </a:ln>
        </p:spPr>
      </p:sp>
      <p:sp>
        <p:nvSpPr>
          <p:cNvPr id="565" name="02_predicted_pose_3864">
            <a:extLst>
              <a:ext uri="{FF2B5EF4-FFF2-40B4-BE49-F238E27FC236}">
                <a16:creationId xmlns:a16="http://schemas.microsoft.com/office/drawing/2014/main" id="{49795571-9B53-4BE6-8A86-E398AB71AF6F}"/>
              </a:ext>
            </a:extLst>
          </p:cNvPr>
          <p:cNvSpPr>
            <a:spLocks noGrp="1"/>
          </p:cNvSpPr>
          <p:nvPr/>
        </p:nvSpPr>
        <p:spPr>
          <a:xfrm>
            <a:off x="4444009" y="3664778"/>
            <a:ext cx="28398" cy="28398"/>
          </a:xfrm>
          <a:prstGeom prst="ellipse">
            <a:avLst/>
          </a:prstGeom>
          <a:solidFill>
            <a:srgbClr val="2D887E">
              <a:alpha val="30000"/>
            </a:srgbClr>
          </a:solidFill>
          <a:ln w="0">
            <a:noFill/>
            <a:prstDash val="solid"/>
          </a:ln>
        </p:spPr>
      </p:sp>
      <p:sp>
        <p:nvSpPr>
          <p:cNvPr id="566" name="02_predicted_pose_3865">
            <a:extLst>
              <a:ext uri="{FF2B5EF4-FFF2-40B4-BE49-F238E27FC236}">
                <a16:creationId xmlns:a16="http://schemas.microsoft.com/office/drawing/2014/main" id="{83E6FE0F-1701-47E8-B146-13CC565CD329}"/>
              </a:ext>
            </a:extLst>
          </p:cNvPr>
          <p:cNvSpPr>
            <a:spLocks noGrp="1"/>
          </p:cNvSpPr>
          <p:nvPr/>
        </p:nvSpPr>
        <p:spPr>
          <a:xfrm>
            <a:off x="4537033" y="3653417"/>
            <a:ext cx="28398" cy="28398"/>
          </a:xfrm>
          <a:prstGeom prst="ellipse">
            <a:avLst/>
          </a:prstGeom>
          <a:solidFill>
            <a:srgbClr val="2D887E">
              <a:alpha val="30000"/>
            </a:srgbClr>
          </a:solidFill>
          <a:ln w="0">
            <a:noFill/>
            <a:prstDash val="solid"/>
          </a:ln>
        </p:spPr>
      </p:sp>
      <p:sp>
        <p:nvSpPr>
          <p:cNvPr id="567" name="02_predicted_pose_3866">
            <a:extLst>
              <a:ext uri="{FF2B5EF4-FFF2-40B4-BE49-F238E27FC236}">
                <a16:creationId xmlns:a16="http://schemas.microsoft.com/office/drawing/2014/main" id="{176410A9-65DB-4994-97E7-4A0241A2095D}"/>
              </a:ext>
            </a:extLst>
          </p:cNvPr>
          <p:cNvSpPr>
            <a:spLocks noGrp="1"/>
          </p:cNvSpPr>
          <p:nvPr/>
        </p:nvSpPr>
        <p:spPr>
          <a:xfrm>
            <a:off x="4630056" y="3688126"/>
            <a:ext cx="28398" cy="28398"/>
          </a:xfrm>
          <a:prstGeom prst="ellipse">
            <a:avLst/>
          </a:prstGeom>
          <a:solidFill>
            <a:srgbClr val="2D887E">
              <a:alpha val="30000"/>
            </a:srgbClr>
          </a:solidFill>
          <a:ln w="0">
            <a:noFill/>
            <a:prstDash val="solid"/>
          </a:ln>
        </p:spPr>
      </p:sp>
      <p:sp>
        <p:nvSpPr>
          <p:cNvPr id="568" name="02_predicted_pose_3867">
            <a:extLst>
              <a:ext uri="{FF2B5EF4-FFF2-40B4-BE49-F238E27FC236}">
                <a16:creationId xmlns:a16="http://schemas.microsoft.com/office/drawing/2014/main" id="{58F15DC0-693F-4471-BA63-B4092C118E44}"/>
              </a:ext>
            </a:extLst>
          </p:cNvPr>
          <p:cNvSpPr>
            <a:spLocks noGrp="1"/>
          </p:cNvSpPr>
          <p:nvPr/>
        </p:nvSpPr>
        <p:spPr>
          <a:xfrm>
            <a:off x="4493622" y="3658115"/>
            <a:ext cx="28398" cy="28398"/>
          </a:xfrm>
          <a:prstGeom prst="ellipse">
            <a:avLst/>
          </a:prstGeom>
          <a:solidFill>
            <a:srgbClr val="2D887E">
              <a:alpha val="30000"/>
            </a:srgbClr>
          </a:solidFill>
          <a:ln w="0">
            <a:noFill/>
            <a:prstDash val="solid"/>
          </a:ln>
        </p:spPr>
      </p:sp>
      <p:sp>
        <p:nvSpPr>
          <p:cNvPr id="569" name="02_predicted_pose_3868">
            <a:extLst>
              <a:ext uri="{FF2B5EF4-FFF2-40B4-BE49-F238E27FC236}">
                <a16:creationId xmlns:a16="http://schemas.microsoft.com/office/drawing/2014/main" id="{E0CAD197-1B51-437F-82C2-9F3050480604}"/>
              </a:ext>
            </a:extLst>
          </p:cNvPr>
          <p:cNvSpPr>
            <a:spLocks noGrp="1"/>
          </p:cNvSpPr>
          <p:nvPr/>
        </p:nvSpPr>
        <p:spPr>
          <a:xfrm>
            <a:off x="4586645" y="3646646"/>
            <a:ext cx="28398" cy="28398"/>
          </a:xfrm>
          <a:prstGeom prst="ellipse">
            <a:avLst/>
          </a:prstGeom>
          <a:solidFill>
            <a:srgbClr val="2D887E">
              <a:alpha val="30000"/>
            </a:srgbClr>
          </a:solidFill>
          <a:ln w="0">
            <a:noFill/>
            <a:prstDash val="solid"/>
          </a:ln>
        </p:spPr>
      </p:sp>
      <p:sp>
        <p:nvSpPr>
          <p:cNvPr id="570" name="02_predicted_pose_3869">
            <a:extLst>
              <a:ext uri="{FF2B5EF4-FFF2-40B4-BE49-F238E27FC236}">
                <a16:creationId xmlns:a16="http://schemas.microsoft.com/office/drawing/2014/main" id="{60330A4C-F792-44A5-874B-60A09538571E}"/>
              </a:ext>
            </a:extLst>
          </p:cNvPr>
          <p:cNvSpPr>
            <a:spLocks noGrp="1"/>
          </p:cNvSpPr>
          <p:nvPr/>
        </p:nvSpPr>
        <p:spPr>
          <a:xfrm>
            <a:off x="4336171" y="3631091"/>
            <a:ext cx="28398" cy="28398"/>
          </a:xfrm>
          <a:prstGeom prst="ellipse">
            <a:avLst/>
          </a:prstGeom>
          <a:solidFill>
            <a:srgbClr val="2D887E">
              <a:alpha val="30000"/>
            </a:srgbClr>
          </a:solidFill>
          <a:ln w="0">
            <a:noFill/>
            <a:prstDash val="solid"/>
          </a:ln>
        </p:spPr>
      </p:sp>
      <p:sp>
        <p:nvSpPr>
          <p:cNvPr id="571" name="02_predicted_pose_3870">
            <a:extLst>
              <a:ext uri="{FF2B5EF4-FFF2-40B4-BE49-F238E27FC236}">
                <a16:creationId xmlns:a16="http://schemas.microsoft.com/office/drawing/2014/main" id="{2BD78398-3374-41B9-BE49-697081D53E24}"/>
              </a:ext>
            </a:extLst>
          </p:cNvPr>
          <p:cNvSpPr>
            <a:spLocks noGrp="1"/>
          </p:cNvSpPr>
          <p:nvPr/>
        </p:nvSpPr>
        <p:spPr>
          <a:xfrm>
            <a:off x="4429195" y="3625088"/>
            <a:ext cx="28398" cy="28398"/>
          </a:xfrm>
          <a:prstGeom prst="ellipse">
            <a:avLst/>
          </a:prstGeom>
          <a:solidFill>
            <a:srgbClr val="2D887E">
              <a:alpha val="30000"/>
            </a:srgbClr>
          </a:solidFill>
          <a:ln w="0">
            <a:noFill/>
            <a:prstDash val="solid"/>
          </a:ln>
        </p:spPr>
      </p:sp>
      <p:sp>
        <p:nvSpPr>
          <p:cNvPr id="572" name="02_predicted_pose_3871">
            <a:extLst>
              <a:ext uri="{FF2B5EF4-FFF2-40B4-BE49-F238E27FC236}">
                <a16:creationId xmlns:a16="http://schemas.microsoft.com/office/drawing/2014/main" id="{399CD023-6241-4D4F-B16F-44CA9C79E430}"/>
              </a:ext>
            </a:extLst>
          </p:cNvPr>
          <p:cNvSpPr>
            <a:spLocks noGrp="1"/>
          </p:cNvSpPr>
          <p:nvPr/>
        </p:nvSpPr>
        <p:spPr>
          <a:xfrm>
            <a:off x="4522218" y="3662924"/>
            <a:ext cx="28398" cy="28398"/>
          </a:xfrm>
          <a:prstGeom prst="ellipse">
            <a:avLst/>
          </a:prstGeom>
          <a:solidFill>
            <a:srgbClr val="2D887E">
              <a:alpha val="30000"/>
            </a:srgbClr>
          </a:solidFill>
          <a:ln w="0">
            <a:noFill/>
            <a:prstDash val="solid"/>
          </a:ln>
        </p:spPr>
      </p:sp>
      <p:sp>
        <p:nvSpPr>
          <p:cNvPr id="573" name="02_predicted_pose_3872">
            <a:extLst>
              <a:ext uri="{FF2B5EF4-FFF2-40B4-BE49-F238E27FC236}">
                <a16:creationId xmlns:a16="http://schemas.microsoft.com/office/drawing/2014/main" id="{B3E5A590-EEAA-40D9-84AE-8FAD611EBDAC}"/>
              </a:ext>
            </a:extLst>
          </p:cNvPr>
          <p:cNvSpPr>
            <a:spLocks noGrp="1"/>
          </p:cNvSpPr>
          <p:nvPr/>
        </p:nvSpPr>
        <p:spPr>
          <a:xfrm>
            <a:off x="4615241" y="3656121"/>
            <a:ext cx="28398" cy="28398"/>
          </a:xfrm>
          <a:prstGeom prst="ellipse">
            <a:avLst/>
          </a:prstGeom>
          <a:solidFill>
            <a:srgbClr val="2D887E">
              <a:alpha val="30000"/>
            </a:srgbClr>
          </a:solidFill>
          <a:ln w="0">
            <a:noFill/>
            <a:prstDash val="solid"/>
          </a:ln>
        </p:spPr>
      </p:sp>
      <p:sp>
        <p:nvSpPr>
          <p:cNvPr id="574" name="02_predicted_pose_3873">
            <a:extLst>
              <a:ext uri="{FF2B5EF4-FFF2-40B4-BE49-F238E27FC236}">
                <a16:creationId xmlns:a16="http://schemas.microsoft.com/office/drawing/2014/main" id="{C4782E4D-2E34-427F-A770-7403A1AC1775}"/>
              </a:ext>
            </a:extLst>
          </p:cNvPr>
          <p:cNvSpPr>
            <a:spLocks noGrp="1"/>
          </p:cNvSpPr>
          <p:nvPr/>
        </p:nvSpPr>
        <p:spPr>
          <a:xfrm>
            <a:off x="4364767" y="3618452"/>
            <a:ext cx="28398" cy="28398"/>
          </a:xfrm>
          <a:prstGeom prst="ellipse">
            <a:avLst/>
          </a:prstGeom>
          <a:solidFill>
            <a:srgbClr val="2D887E">
              <a:alpha val="30000"/>
            </a:srgbClr>
          </a:solidFill>
          <a:ln w="0">
            <a:noFill/>
            <a:prstDash val="solid"/>
          </a:ln>
        </p:spPr>
      </p:sp>
      <p:sp>
        <p:nvSpPr>
          <p:cNvPr id="575" name="02_predicted_pose_3874">
            <a:extLst>
              <a:ext uri="{FF2B5EF4-FFF2-40B4-BE49-F238E27FC236}">
                <a16:creationId xmlns:a16="http://schemas.microsoft.com/office/drawing/2014/main" id="{D66B004E-3167-41BE-AAF8-436A35A6E956}"/>
              </a:ext>
            </a:extLst>
          </p:cNvPr>
          <p:cNvSpPr>
            <a:spLocks noGrp="1"/>
          </p:cNvSpPr>
          <p:nvPr/>
        </p:nvSpPr>
        <p:spPr>
          <a:xfrm>
            <a:off x="4457791" y="3639127"/>
            <a:ext cx="28398" cy="28398"/>
          </a:xfrm>
          <a:prstGeom prst="ellipse">
            <a:avLst/>
          </a:prstGeom>
          <a:solidFill>
            <a:srgbClr val="2D887E">
              <a:alpha val="30000"/>
            </a:srgbClr>
          </a:solidFill>
          <a:ln w="0">
            <a:noFill/>
            <a:prstDash val="solid"/>
          </a:ln>
        </p:spPr>
      </p:sp>
      <p:sp>
        <p:nvSpPr>
          <p:cNvPr id="576" name="02_predicted_pose_3875">
            <a:extLst>
              <a:ext uri="{FF2B5EF4-FFF2-40B4-BE49-F238E27FC236}">
                <a16:creationId xmlns:a16="http://schemas.microsoft.com/office/drawing/2014/main" id="{4C574799-4A65-4C8B-87EA-005AAEE31B7B}"/>
              </a:ext>
            </a:extLst>
          </p:cNvPr>
          <p:cNvSpPr>
            <a:spLocks noGrp="1"/>
          </p:cNvSpPr>
          <p:nvPr/>
        </p:nvSpPr>
        <p:spPr>
          <a:xfrm>
            <a:off x="4550814" y="3693069"/>
            <a:ext cx="28398" cy="28398"/>
          </a:xfrm>
          <a:prstGeom prst="ellipse">
            <a:avLst/>
          </a:prstGeom>
          <a:solidFill>
            <a:srgbClr val="2D887E">
              <a:alpha val="30000"/>
            </a:srgbClr>
          </a:solidFill>
          <a:ln w="0">
            <a:noFill/>
            <a:prstDash val="solid"/>
          </a:ln>
        </p:spPr>
      </p:sp>
      <p:sp>
        <p:nvSpPr>
          <p:cNvPr id="577" name="02_predicted_pose_3876">
            <a:extLst>
              <a:ext uri="{FF2B5EF4-FFF2-40B4-BE49-F238E27FC236}">
                <a16:creationId xmlns:a16="http://schemas.microsoft.com/office/drawing/2014/main" id="{A84B8E3A-12A1-4128-A872-CB0DDD3196A3}"/>
              </a:ext>
            </a:extLst>
          </p:cNvPr>
          <p:cNvSpPr>
            <a:spLocks noGrp="1"/>
          </p:cNvSpPr>
          <p:nvPr/>
        </p:nvSpPr>
        <p:spPr>
          <a:xfrm>
            <a:off x="4643837" y="3655704"/>
            <a:ext cx="28398" cy="28398"/>
          </a:xfrm>
          <a:prstGeom prst="ellipse">
            <a:avLst/>
          </a:prstGeom>
          <a:solidFill>
            <a:srgbClr val="2D887E">
              <a:alpha val="30000"/>
            </a:srgbClr>
          </a:solidFill>
          <a:ln w="0">
            <a:noFill/>
            <a:prstDash val="solid"/>
          </a:ln>
        </p:spPr>
      </p:sp>
      <p:sp>
        <p:nvSpPr>
          <p:cNvPr id="578" name="02_predicted_pose_3877">
            <a:extLst>
              <a:ext uri="{FF2B5EF4-FFF2-40B4-BE49-F238E27FC236}">
                <a16:creationId xmlns:a16="http://schemas.microsoft.com/office/drawing/2014/main" id="{36765CB9-7BB8-422A-BFDE-ADE95D4F7BEF}"/>
              </a:ext>
            </a:extLst>
          </p:cNvPr>
          <p:cNvSpPr>
            <a:spLocks noGrp="1"/>
          </p:cNvSpPr>
          <p:nvPr/>
        </p:nvSpPr>
        <p:spPr>
          <a:xfrm>
            <a:off x="4507403" y="3623040"/>
            <a:ext cx="28398" cy="28398"/>
          </a:xfrm>
          <a:prstGeom prst="ellipse">
            <a:avLst/>
          </a:prstGeom>
          <a:solidFill>
            <a:srgbClr val="2D887E">
              <a:alpha val="30000"/>
            </a:srgbClr>
          </a:solidFill>
          <a:ln w="0">
            <a:noFill/>
            <a:prstDash val="solid"/>
          </a:ln>
        </p:spPr>
      </p:sp>
      <p:sp>
        <p:nvSpPr>
          <p:cNvPr id="579" name="02_predicted_pose_3878">
            <a:extLst>
              <a:ext uri="{FF2B5EF4-FFF2-40B4-BE49-F238E27FC236}">
                <a16:creationId xmlns:a16="http://schemas.microsoft.com/office/drawing/2014/main" id="{C44D7786-5E19-410F-A86A-2D3259597595}"/>
              </a:ext>
            </a:extLst>
          </p:cNvPr>
          <p:cNvSpPr>
            <a:spLocks noGrp="1"/>
          </p:cNvSpPr>
          <p:nvPr/>
        </p:nvSpPr>
        <p:spPr>
          <a:xfrm>
            <a:off x="4600426" y="3732336"/>
            <a:ext cx="28398" cy="28398"/>
          </a:xfrm>
          <a:prstGeom prst="ellipse">
            <a:avLst/>
          </a:prstGeom>
          <a:solidFill>
            <a:srgbClr val="2D887E">
              <a:alpha val="30000"/>
            </a:srgbClr>
          </a:solidFill>
          <a:ln w="0">
            <a:noFill/>
            <a:prstDash val="solid"/>
          </a:ln>
        </p:spPr>
      </p:sp>
      <p:sp>
        <p:nvSpPr>
          <p:cNvPr id="580" name="02_predicted_pose_3879">
            <a:extLst>
              <a:ext uri="{FF2B5EF4-FFF2-40B4-BE49-F238E27FC236}">
                <a16:creationId xmlns:a16="http://schemas.microsoft.com/office/drawing/2014/main" id="{FC3D3C2C-49FE-4EB8-A296-6B40DF247026}"/>
              </a:ext>
            </a:extLst>
          </p:cNvPr>
          <p:cNvSpPr>
            <a:spLocks noGrp="1"/>
          </p:cNvSpPr>
          <p:nvPr/>
        </p:nvSpPr>
        <p:spPr>
          <a:xfrm>
            <a:off x="4349953" y="3699102"/>
            <a:ext cx="28398" cy="28398"/>
          </a:xfrm>
          <a:prstGeom prst="ellipse">
            <a:avLst/>
          </a:prstGeom>
          <a:solidFill>
            <a:srgbClr val="2D887E">
              <a:alpha val="30000"/>
            </a:srgbClr>
          </a:solidFill>
          <a:ln w="0">
            <a:noFill/>
            <a:prstDash val="solid"/>
          </a:ln>
        </p:spPr>
      </p:sp>
      <p:sp>
        <p:nvSpPr>
          <p:cNvPr id="581" name="02_predicted_pose_3880">
            <a:extLst>
              <a:ext uri="{FF2B5EF4-FFF2-40B4-BE49-F238E27FC236}">
                <a16:creationId xmlns:a16="http://schemas.microsoft.com/office/drawing/2014/main" id="{7226499A-007F-48B2-8FFB-FCE539F68D15}"/>
              </a:ext>
            </a:extLst>
          </p:cNvPr>
          <p:cNvSpPr>
            <a:spLocks noGrp="1"/>
          </p:cNvSpPr>
          <p:nvPr/>
        </p:nvSpPr>
        <p:spPr>
          <a:xfrm>
            <a:off x="4442976" y="3711836"/>
            <a:ext cx="28398" cy="28398"/>
          </a:xfrm>
          <a:prstGeom prst="ellipse">
            <a:avLst/>
          </a:prstGeom>
          <a:solidFill>
            <a:srgbClr val="2D887E">
              <a:alpha val="30000"/>
            </a:srgbClr>
          </a:solidFill>
          <a:ln w="0">
            <a:noFill/>
            <a:prstDash val="solid"/>
          </a:ln>
        </p:spPr>
      </p:sp>
      <p:sp>
        <p:nvSpPr>
          <p:cNvPr id="582" name="02_predicted_pose_3881">
            <a:extLst>
              <a:ext uri="{FF2B5EF4-FFF2-40B4-BE49-F238E27FC236}">
                <a16:creationId xmlns:a16="http://schemas.microsoft.com/office/drawing/2014/main" id="{06DE9C8C-6212-4332-982E-A2B97DF23C69}"/>
              </a:ext>
            </a:extLst>
          </p:cNvPr>
          <p:cNvSpPr>
            <a:spLocks noGrp="1"/>
          </p:cNvSpPr>
          <p:nvPr/>
        </p:nvSpPr>
        <p:spPr>
          <a:xfrm>
            <a:off x="4535999" y="3698065"/>
            <a:ext cx="28398" cy="28398"/>
          </a:xfrm>
          <a:prstGeom prst="ellipse">
            <a:avLst/>
          </a:prstGeom>
          <a:solidFill>
            <a:srgbClr val="2D887E">
              <a:alpha val="30000"/>
            </a:srgbClr>
          </a:solidFill>
          <a:ln w="0">
            <a:noFill/>
            <a:prstDash val="solid"/>
          </a:ln>
        </p:spPr>
      </p:sp>
      <p:sp>
        <p:nvSpPr>
          <p:cNvPr id="583" name="02_predicted_pose_3882">
            <a:extLst>
              <a:ext uri="{FF2B5EF4-FFF2-40B4-BE49-F238E27FC236}">
                <a16:creationId xmlns:a16="http://schemas.microsoft.com/office/drawing/2014/main" id="{9B049F50-5630-48F1-AEF2-9D465AB5B9FD}"/>
              </a:ext>
            </a:extLst>
          </p:cNvPr>
          <p:cNvSpPr>
            <a:spLocks noGrp="1"/>
          </p:cNvSpPr>
          <p:nvPr/>
        </p:nvSpPr>
        <p:spPr>
          <a:xfrm>
            <a:off x="4629022" y="3700728"/>
            <a:ext cx="28398" cy="28398"/>
          </a:xfrm>
          <a:prstGeom prst="ellipse">
            <a:avLst/>
          </a:prstGeom>
          <a:solidFill>
            <a:srgbClr val="2D887E">
              <a:alpha val="30000"/>
            </a:srgbClr>
          </a:solidFill>
          <a:ln w="0">
            <a:noFill/>
            <a:prstDash val="solid"/>
          </a:ln>
        </p:spPr>
      </p:sp>
      <p:sp>
        <p:nvSpPr>
          <p:cNvPr id="584" name="02_predicted_pose_3883">
            <a:extLst>
              <a:ext uri="{FF2B5EF4-FFF2-40B4-BE49-F238E27FC236}">
                <a16:creationId xmlns:a16="http://schemas.microsoft.com/office/drawing/2014/main" id="{BFF7BDEF-E902-49DD-AD16-47ADD7989244}"/>
              </a:ext>
            </a:extLst>
          </p:cNvPr>
          <p:cNvSpPr>
            <a:spLocks noGrp="1"/>
          </p:cNvSpPr>
          <p:nvPr/>
        </p:nvSpPr>
        <p:spPr>
          <a:xfrm>
            <a:off x="4378549" y="3658664"/>
            <a:ext cx="28398" cy="28398"/>
          </a:xfrm>
          <a:prstGeom prst="ellipse">
            <a:avLst/>
          </a:prstGeom>
          <a:solidFill>
            <a:srgbClr val="2D887E">
              <a:alpha val="30000"/>
            </a:srgbClr>
          </a:solidFill>
          <a:ln w="0">
            <a:noFill/>
            <a:prstDash val="solid"/>
          </a:ln>
        </p:spPr>
      </p:sp>
      <p:sp>
        <p:nvSpPr>
          <p:cNvPr id="585" name="02_predicted_pose_3884">
            <a:extLst>
              <a:ext uri="{FF2B5EF4-FFF2-40B4-BE49-F238E27FC236}">
                <a16:creationId xmlns:a16="http://schemas.microsoft.com/office/drawing/2014/main" id="{721A0C88-310B-4BA7-84BA-2093D95FD555}"/>
              </a:ext>
            </a:extLst>
          </p:cNvPr>
          <p:cNvSpPr>
            <a:spLocks noGrp="1"/>
          </p:cNvSpPr>
          <p:nvPr/>
        </p:nvSpPr>
        <p:spPr>
          <a:xfrm>
            <a:off x="4471572" y="3687786"/>
            <a:ext cx="28398" cy="28398"/>
          </a:xfrm>
          <a:prstGeom prst="ellipse">
            <a:avLst/>
          </a:prstGeom>
          <a:solidFill>
            <a:srgbClr val="2D887E">
              <a:alpha val="30000"/>
            </a:srgbClr>
          </a:solidFill>
          <a:ln w="0">
            <a:noFill/>
            <a:prstDash val="solid"/>
          </a:ln>
        </p:spPr>
      </p:sp>
      <p:sp>
        <p:nvSpPr>
          <p:cNvPr id="586" name="02_predicted_pose_3885">
            <a:extLst>
              <a:ext uri="{FF2B5EF4-FFF2-40B4-BE49-F238E27FC236}">
                <a16:creationId xmlns:a16="http://schemas.microsoft.com/office/drawing/2014/main" id="{D6ABFCF2-AD16-463E-848B-1C9ADBAA4F91}"/>
              </a:ext>
            </a:extLst>
          </p:cNvPr>
          <p:cNvSpPr>
            <a:spLocks noGrp="1"/>
          </p:cNvSpPr>
          <p:nvPr/>
        </p:nvSpPr>
        <p:spPr>
          <a:xfrm>
            <a:off x="4564595" y="3673343"/>
            <a:ext cx="28398" cy="28398"/>
          </a:xfrm>
          <a:prstGeom prst="ellipse">
            <a:avLst/>
          </a:prstGeom>
          <a:solidFill>
            <a:srgbClr val="2D887E">
              <a:alpha val="30000"/>
            </a:srgbClr>
          </a:solidFill>
          <a:ln w="0">
            <a:noFill/>
            <a:prstDash val="solid"/>
          </a:ln>
        </p:spPr>
      </p:sp>
      <p:sp>
        <p:nvSpPr>
          <p:cNvPr id="587" name="02_predicted_pose_3886">
            <a:extLst>
              <a:ext uri="{FF2B5EF4-FFF2-40B4-BE49-F238E27FC236}">
                <a16:creationId xmlns:a16="http://schemas.microsoft.com/office/drawing/2014/main" id="{6D8E5A98-EDE9-45E5-89CA-D1F75A0623A4}"/>
              </a:ext>
            </a:extLst>
          </p:cNvPr>
          <p:cNvSpPr>
            <a:spLocks noGrp="1"/>
          </p:cNvSpPr>
          <p:nvPr/>
        </p:nvSpPr>
        <p:spPr>
          <a:xfrm>
            <a:off x="4657619" y="3692166"/>
            <a:ext cx="28398" cy="28398"/>
          </a:xfrm>
          <a:prstGeom prst="ellipse">
            <a:avLst/>
          </a:prstGeom>
          <a:solidFill>
            <a:srgbClr val="2D887E">
              <a:alpha val="30000"/>
            </a:srgbClr>
          </a:solidFill>
          <a:ln w="0">
            <a:noFill/>
            <a:prstDash val="solid"/>
          </a:ln>
        </p:spPr>
      </p:sp>
      <p:sp>
        <p:nvSpPr>
          <p:cNvPr id="588" name="02_predicted_pose_3887">
            <a:extLst>
              <a:ext uri="{FF2B5EF4-FFF2-40B4-BE49-F238E27FC236}">
                <a16:creationId xmlns:a16="http://schemas.microsoft.com/office/drawing/2014/main" id="{668C008C-B272-4FF1-A632-99BA468F7348}"/>
              </a:ext>
            </a:extLst>
          </p:cNvPr>
          <p:cNvSpPr>
            <a:spLocks noGrp="1"/>
          </p:cNvSpPr>
          <p:nvPr/>
        </p:nvSpPr>
        <p:spPr>
          <a:xfrm>
            <a:off x="4614208" y="3677446"/>
            <a:ext cx="28398" cy="28398"/>
          </a:xfrm>
          <a:prstGeom prst="ellipse">
            <a:avLst/>
          </a:prstGeom>
          <a:solidFill>
            <a:srgbClr val="2D887E">
              <a:alpha val="30000"/>
            </a:srgbClr>
          </a:solidFill>
          <a:ln w="0">
            <a:noFill/>
            <a:prstDash val="solid"/>
          </a:ln>
        </p:spPr>
      </p:sp>
      <p:sp>
        <p:nvSpPr>
          <p:cNvPr id="589" name="02_predicted_pose_3888">
            <a:extLst>
              <a:ext uri="{FF2B5EF4-FFF2-40B4-BE49-F238E27FC236}">
                <a16:creationId xmlns:a16="http://schemas.microsoft.com/office/drawing/2014/main" id="{9C6D4EA7-65D4-4E1A-853A-841D28360670}"/>
              </a:ext>
            </a:extLst>
          </p:cNvPr>
          <p:cNvSpPr>
            <a:spLocks noGrp="1"/>
          </p:cNvSpPr>
          <p:nvPr/>
        </p:nvSpPr>
        <p:spPr>
          <a:xfrm>
            <a:off x="4363734" y="3650959"/>
            <a:ext cx="28398" cy="28398"/>
          </a:xfrm>
          <a:prstGeom prst="ellipse">
            <a:avLst/>
          </a:prstGeom>
          <a:solidFill>
            <a:srgbClr val="2D887E">
              <a:alpha val="30000"/>
            </a:srgbClr>
          </a:solidFill>
          <a:ln w="0">
            <a:noFill/>
            <a:prstDash val="solid"/>
          </a:ln>
        </p:spPr>
      </p:sp>
      <p:sp>
        <p:nvSpPr>
          <p:cNvPr id="590" name="02_predicted_pose_3889">
            <a:extLst>
              <a:ext uri="{FF2B5EF4-FFF2-40B4-BE49-F238E27FC236}">
                <a16:creationId xmlns:a16="http://schemas.microsoft.com/office/drawing/2014/main" id="{0FAEB00B-B48E-403C-AB87-0E39AD4554A3}"/>
              </a:ext>
            </a:extLst>
          </p:cNvPr>
          <p:cNvSpPr>
            <a:spLocks noGrp="1"/>
          </p:cNvSpPr>
          <p:nvPr/>
        </p:nvSpPr>
        <p:spPr>
          <a:xfrm>
            <a:off x="4456757" y="3656546"/>
            <a:ext cx="28398" cy="28398"/>
          </a:xfrm>
          <a:prstGeom prst="ellipse">
            <a:avLst/>
          </a:prstGeom>
          <a:solidFill>
            <a:srgbClr val="2D887E">
              <a:alpha val="30000"/>
            </a:srgbClr>
          </a:solidFill>
          <a:ln w="0">
            <a:noFill/>
            <a:prstDash val="solid"/>
          </a:ln>
        </p:spPr>
      </p:sp>
      <p:sp>
        <p:nvSpPr>
          <p:cNvPr id="591" name="02_predicted_pose_3890">
            <a:extLst>
              <a:ext uri="{FF2B5EF4-FFF2-40B4-BE49-F238E27FC236}">
                <a16:creationId xmlns:a16="http://schemas.microsoft.com/office/drawing/2014/main" id="{D7666314-56D9-49A3-8B62-2B533F30A30F}"/>
              </a:ext>
            </a:extLst>
          </p:cNvPr>
          <p:cNvSpPr>
            <a:spLocks noGrp="1"/>
          </p:cNvSpPr>
          <p:nvPr/>
        </p:nvSpPr>
        <p:spPr>
          <a:xfrm>
            <a:off x="4549780" y="3662586"/>
            <a:ext cx="28398" cy="28398"/>
          </a:xfrm>
          <a:prstGeom prst="ellipse">
            <a:avLst/>
          </a:prstGeom>
          <a:solidFill>
            <a:srgbClr val="2D887E">
              <a:alpha val="30000"/>
            </a:srgbClr>
          </a:solidFill>
          <a:ln w="0">
            <a:noFill/>
            <a:prstDash val="solid"/>
          </a:ln>
        </p:spPr>
      </p:sp>
      <p:sp>
        <p:nvSpPr>
          <p:cNvPr id="592" name="02_predicted_pose_3891">
            <a:extLst>
              <a:ext uri="{FF2B5EF4-FFF2-40B4-BE49-F238E27FC236}">
                <a16:creationId xmlns:a16="http://schemas.microsoft.com/office/drawing/2014/main" id="{A75B6C72-D2BD-45DD-9866-D48BC36C3D1A}"/>
              </a:ext>
            </a:extLst>
          </p:cNvPr>
          <p:cNvSpPr>
            <a:spLocks noGrp="1"/>
          </p:cNvSpPr>
          <p:nvPr/>
        </p:nvSpPr>
        <p:spPr>
          <a:xfrm>
            <a:off x="4642804" y="3665401"/>
            <a:ext cx="28398" cy="28398"/>
          </a:xfrm>
          <a:prstGeom prst="ellipse">
            <a:avLst/>
          </a:prstGeom>
          <a:solidFill>
            <a:srgbClr val="2D887E">
              <a:alpha val="30000"/>
            </a:srgbClr>
          </a:solidFill>
          <a:ln w="0">
            <a:noFill/>
            <a:prstDash val="solid"/>
          </a:ln>
        </p:spPr>
      </p:sp>
      <p:sp>
        <p:nvSpPr>
          <p:cNvPr id="593" name="02_predicted_pose_3892">
            <a:extLst>
              <a:ext uri="{FF2B5EF4-FFF2-40B4-BE49-F238E27FC236}">
                <a16:creationId xmlns:a16="http://schemas.microsoft.com/office/drawing/2014/main" id="{A21A73E2-34DA-4C20-9F88-4EB611B8B2AA}"/>
              </a:ext>
            </a:extLst>
          </p:cNvPr>
          <p:cNvSpPr>
            <a:spLocks noGrp="1"/>
          </p:cNvSpPr>
          <p:nvPr/>
        </p:nvSpPr>
        <p:spPr>
          <a:xfrm>
            <a:off x="4392330" y="3668232"/>
            <a:ext cx="28398" cy="28398"/>
          </a:xfrm>
          <a:prstGeom prst="ellipse">
            <a:avLst/>
          </a:prstGeom>
          <a:solidFill>
            <a:srgbClr val="2D887E">
              <a:alpha val="30000"/>
            </a:srgbClr>
          </a:solidFill>
          <a:ln w="0">
            <a:noFill/>
            <a:prstDash val="solid"/>
          </a:ln>
        </p:spPr>
      </p:sp>
      <p:sp>
        <p:nvSpPr>
          <p:cNvPr id="594" name="02_predicted_pose_3893">
            <a:extLst>
              <a:ext uri="{FF2B5EF4-FFF2-40B4-BE49-F238E27FC236}">
                <a16:creationId xmlns:a16="http://schemas.microsoft.com/office/drawing/2014/main" id="{1E829229-EC13-4D4E-B3EE-2507DB9DDF7D}"/>
              </a:ext>
            </a:extLst>
          </p:cNvPr>
          <p:cNvSpPr>
            <a:spLocks noGrp="1"/>
          </p:cNvSpPr>
          <p:nvPr/>
        </p:nvSpPr>
        <p:spPr>
          <a:xfrm>
            <a:off x="4485353" y="3650594"/>
            <a:ext cx="28398" cy="28398"/>
          </a:xfrm>
          <a:prstGeom prst="ellipse">
            <a:avLst/>
          </a:prstGeom>
          <a:solidFill>
            <a:srgbClr val="2D887E">
              <a:alpha val="30000"/>
            </a:srgbClr>
          </a:solidFill>
          <a:ln w="0">
            <a:noFill/>
            <a:prstDash val="solid"/>
          </a:ln>
        </p:spPr>
      </p:sp>
      <p:sp>
        <p:nvSpPr>
          <p:cNvPr id="595" name="02_predicted_pose_3894">
            <a:extLst>
              <a:ext uri="{FF2B5EF4-FFF2-40B4-BE49-F238E27FC236}">
                <a16:creationId xmlns:a16="http://schemas.microsoft.com/office/drawing/2014/main" id="{6631E1C4-550D-4980-8A92-29306F025889}"/>
              </a:ext>
            </a:extLst>
          </p:cNvPr>
          <p:cNvSpPr>
            <a:spLocks noGrp="1"/>
          </p:cNvSpPr>
          <p:nvPr/>
        </p:nvSpPr>
        <p:spPr>
          <a:xfrm>
            <a:off x="4578376" y="3679709"/>
            <a:ext cx="28398" cy="28398"/>
          </a:xfrm>
          <a:prstGeom prst="ellipse">
            <a:avLst/>
          </a:prstGeom>
          <a:solidFill>
            <a:srgbClr val="2D887E">
              <a:alpha val="30000"/>
            </a:srgbClr>
          </a:solidFill>
          <a:ln w="0">
            <a:noFill/>
            <a:prstDash val="solid"/>
          </a:ln>
        </p:spPr>
      </p:sp>
      <p:sp>
        <p:nvSpPr>
          <p:cNvPr id="596" name="02_predicted_pose_3895">
            <a:extLst>
              <a:ext uri="{FF2B5EF4-FFF2-40B4-BE49-F238E27FC236}">
                <a16:creationId xmlns:a16="http://schemas.microsoft.com/office/drawing/2014/main" id="{B5253768-B2BF-4EAC-BF5F-42B39075AD81}"/>
              </a:ext>
            </a:extLst>
          </p:cNvPr>
          <p:cNvSpPr>
            <a:spLocks noGrp="1"/>
          </p:cNvSpPr>
          <p:nvPr/>
        </p:nvSpPr>
        <p:spPr>
          <a:xfrm>
            <a:off x="4327903" y="3675498"/>
            <a:ext cx="28398" cy="28398"/>
          </a:xfrm>
          <a:prstGeom prst="ellipse">
            <a:avLst/>
          </a:prstGeom>
          <a:solidFill>
            <a:srgbClr val="2D887E">
              <a:alpha val="30000"/>
            </a:srgbClr>
          </a:solidFill>
          <a:ln w="0">
            <a:noFill/>
            <a:prstDash val="solid"/>
          </a:ln>
        </p:spPr>
      </p:sp>
      <p:sp>
        <p:nvSpPr>
          <p:cNvPr id="597" name="02_predicted_pose_3896">
            <a:extLst>
              <a:ext uri="{FF2B5EF4-FFF2-40B4-BE49-F238E27FC236}">
                <a16:creationId xmlns:a16="http://schemas.microsoft.com/office/drawing/2014/main" id="{D7E88316-FA67-4332-9763-ED67001612BE}"/>
              </a:ext>
            </a:extLst>
          </p:cNvPr>
          <p:cNvSpPr>
            <a:spLocks noGrp="1"/>
          </p:cNvSpPr>
          <p:nvPr/>
        </p:nvSpPr>
        <p:spPr>
          <a:xfrm>
            <a:off x="4534966" y="3617724"/>
            <a:ext cx="28398" cy="28398"/>
          </a:xfrm>
          <a:prstGeom prst="ellipse">
            <a:avLst/>
          </a:prstGeom>
          <a:solidFill>
            <a:srgbClr val="2D887E">
              <a:alpha val="30000"/>
            </a:srgbClr>
          </a:solidFill>
          <a:ln w="0">
            <a:noFill/>
            <a:prstDash val="solid"/>
          </a:ln>
        </p:spPr>
      </p:sp>
      <p:sp>
        <p:nvSpPr>
          <p:cNvPr id="598" name="02_predicted_pose_3897">
            <a:extLst>
              <a:ext uri="{FF2B5EF4-FFF2-40B4-BE49-F238E27FC236}">
                <a16:creationId xmlns:a16="http://schemas.microsoft.com/office/drawing/2014/main" id="{2895CA2A-10E2-4216-8FA4-889D0F38CD28}"/>
              </a:ext>
            </a:extLst>
          </p:cNvPr>
          <p:cNvSpPr>
            <a:spLocks noGrp="1"/>
          </p:cNvSpPr>
          <p:nvPr/>
        </p:nvSpPr>
        <p:spPr>
          <a:xfrm>
            <a:off x="4627989" y="3660989"/>
            <a:ext cx="28398" cy="28398"/>
          </a:xfrm>
          <a:prstGeom prst="ellipse">
            <a:avLst/>
          </a:prstGeom>
          <a:solidFill>
            <a:srgbClr val="2D887E">
              <a:alpha val="30000"/>
            </a:srgbClr>
          </a:solidFill>
          <a:ln w="0">
            <a:noFill/>
            <a:prstDash val="solid"/>
          </a:ln>
        </p:spPr>
      </p:sp>
      <p:sp>
        <p:nvSpPr>
          <p:cNvPr id="599" name="02_predicted_pose_3898">
            <a:extLst>
              <a:ext uri="{FF2B5EF4-FFF2-40B4-BE49-F238E27FC236}">
                <a16:creationId xmlns:a16="http://schemas.microsoft.com/office/drawing/2014/main" id="{ADD19878-21EE-42F2-8EE2-458903C61CF1}"/>
              </a:ext>
            </a:extLst>
          </p:cNvPr>
          <p:cNvSpPr>
            <a:spLocks noGrp="1"/>
          </p:cNvSpPr>
          <p:nvPr/>
        </p:nvSpPr>
        <p:spPr>
          <a:xfrm>
            <a:off x="4377515" y="3662675"/>
            <a:ext cx="28398" cy="28398"/>
          </a:xfrm>
          <a:prstGeom prst="ellipse">
            <a:avLst/>
          </a:prstGeom>
          <a:solidFill>
            <a:srgbClr val="2D887E">
              <a:alpha val="30000"/>
            </a:srgbClr>
          </a:solidFill>
          <a:ln w="0">
            <a:noFill/>
            <a:prstDash val="solid"/>
          </a:ln>
        </p:spPr>
      </p:sp>
      <p:sp>
        <p:nvSpPr>
          <p:cNvPr id="600" name="02_predicted_pose_3899">
            <a:extLst>
              <a:ext uri="{FF2B5EF4-FFF2-40B4-BE49-F238E27FC236}">
                <a16:creationId xmlns:a16="http://schemas.microsoft.com/office/drawing/2014/main" id="{39B7D6DB-6899-4B14-8C5B-8F702CFA5692}"/>
              </a:ext>
            </a:extLst>
          </p:cNvPr>
          <p:cNvSpPr>
            <a:spLocks noGrp="1"/>
          </p:cNvSpPr>
          <p:nvPr/>
        </p:nvSpPr>
        <p:spPr>
          <a:xfrm>
            <a:off x="4470538" y="3710076"/>
            <a:ext cx="28398" cy="28398"/>
          </a:xfrm>
          <a:prstGeom prst="ellipse">
            <a:avLst/>
          </a:prstGeom>
          <a:solidFill>
            <a:srgbClr val="2D887E">
              <a:alpha val="30000"/>
            </a:srgbClr>
          </a:solidFill>
          <a:ln w="0">
            <a:noFill/>
            <a:prstDash val="solid"/>
          </a:ln>
        </p:spPr>
      </p:sp>
      <p:sp>
        <p:nvSpPr>
          <p:cNvPr id="601" name="02_predicted_pose_3900">
            <a:extLst>
              <a:ext uri="{FF2B5EF4-FFF2-40B4-BE49-F238E27FC236}">
                <a16:creationId xmlns:a16="http://schemas.microsoft.com/office/drawing/2014/main" id="{C37BBFF0-43E6-4D98-BC36-3C133BDD5C72}"/>
              </a:ext>
            </a:extLst>
          </p:cNvPr>
          <p:cNvSpPr>
            <a:spLocks noGrp="1"/>
          </p:cNvSpPr>
          <p:nvPr/>
        </p:nvSpPr>
        <p:spPr>
          <a:xfrm>
            <a:off x="4563562" y="3643843"/>
            <a:ext cx="28398" cy="28398"/>
          </a:xfrm>
          <a:prstGeom prst="ellipse">
            <a:avLst/>
          </a:prstGeom>
          <a:solidFill>
            <a:srgbClr val="2D887E">
              <a:alpha val="30000"/>
            </a:srgbClr>
          </a:solidFill>
          <a:ln w="0">
            <a:noFill/>
            <a:prstDash val="solid"/>
          </a:ln>
        </p:spPr>
      </p:sp>
      <p:sp>
        <p:nvSpPr>
          <p:cNvPr id="602" name="02_predicted_pose_3901">
            <a:extLst>
              <a:ext uri="{FF2B5EF4-FFF2-40B4-BE49-F238E27FC236}">
                <a16:creationId xmlns:a16="http://schemas.microsoft.com/office/drawing/2014/main" id="{A6226611-D923-487A-94F3-0AEF719A98F3}"/>
              </a:ext>
            </a:extLst>
          </p:cNvPr>
          <p:cNvSpPr>
            <a:spLocks noGrp="1"/>
          </p:cNvSpPr>
          <p:nvPr/>
        </p:nvSpPr>
        <p:spPr>
          <a:xfrm>
            <a:off x="4656585" y="3616412"/>
            <a:ext cx="28398" cy="28398"/>
          </a:xfrm>
          <a:prstGeom prst="ellipse">
            <a:avLst/>
          </a:prstGeom>
          <a:solidFill>
            <a:srgbClr val="2D887E">
              <a:alpha val="30000"/>
            </a:srgbClr>
          </a:solidFill>
          <a:ln w="0">
            <a:noFill/>
            <a:prstDash val="solid"/>
          </a:ln>
        </p:spPr>
      </p:sp>
      <p:sp>
        <p:nvSpPr>
          <p:cNvPr id="603" name="02_predicted_pose_3902">
            <a:extLst>
              <a:ext uri="{FF2B5EF4-FFF2-40B4-BE49-F238E27FC236}">
                <a16:creationId xmlns:a16="http://schemas.microsoft.com/office/drawing/2014/main" id="{436FAFCB-37AE-459C-9890-5800B55C7650}"/>
              </a:ext>
            </a:extLst>
          </p:cNvPr>
          <p:cNvSpPr>
            <a:spLocks noGrp="1"/>
          </p:cNvSpPr>
          <p:nvPr/>
        </p:nvSpPr>
        <p:spPr>
          <a:xfrm>
            <a:off x="4406111" y="3677193"/>
            <a:ext cx="28398" cy="28398"/>
          </a:xfrm>
          <a:prstGeom prst="ellipse">
            <a:avLst/>
          </a:prstGeom>
          <a:solidFill>
            <a:srgbClr val="2D887E">
              <a:alpha val="30000"/>
            </a:srgbClr>
          </a:solidFill>
          <a:ln w="0">
            <a:noFill/>
            <a:prstDash val="solid"/>
          </a:ln>
        </p:spPr>
      </p:sp>
      <p:sp>
        <p:nvSpPr>
          <p:cNvPr id="604" name="02_predicted_pose_3903">
            <a:extLst>
              <a:ext uri="{FF2B5EF4-FFF2-40B4-BE49-F238E27FC236}">
                <a16:creationId xmlns:a16="http://schemas.microsoft.com/office/drawing/2014/main" id="{23A358C8-72AD-4D0E-9213-C9C9F8ABF37A}"/>
              </a:ext>
            </a:extLst>
          </p:cNvPr>
          <p:cNvSpPr>
            <a:spLocks noGrp="1"/>
          </p:cNvSpPr>
          <p:nvPr/>
        </p:nvSpPr>
        <p:spPr>
          <a:xfrm>
            <a:off x="4499134" y="3640982"/>
            <a:ext cx="28398" cy="28398"/>
          </a:xfrm>
          <a:prstGeom prst="ellipse">
            <a:avLst/>
          </a:prstGeom>
          <a:solidFill>
            <a:srgbClr val="2D887E">
              <a:alpha val="30000"/>
            </a:srgbClr>
          </a:solidFill>
          <a:ln w="0">
            <a:noFill/>
            <a:prstDash val="solid"/>
          </a:ln>
        </p:spPr>
      </p:sp>
      <p:sp>
        <p:nvSpPr>
          <p:cNvPr id="605" name="02_predicted_pose_3904">
            <a:extLst>
              <a:ext uri="{FF2B5EF4-FFF2-40B4-BE49-F238E27FC236}">
                <a16:creationId xmlns:a16="http://schemas.microsoft.com/office/drawing/2014/main" id="{9CD34AA8-1A57-42CD-8DF4-2521519B2CD5}"/>
              </a:ext>
            </a:extLst>
          </p:cNvPr>
          <p:cNvSpPr>
            <a:spLocks noGrp="1"/>
          </p:cNvSpPr>
          <p:nvPr/>
        </p:nvSpPr>
        <p:spPr>
          <a:xfrm>
            <a:off x="4463303" y="3642936"/>
            <a:ext cx="28398" cy="28398"/>
          </a:xfrm>
          <a:prstGeom prst="ellipse">
            <a:avLst/>
          </a:prstGeom>
          <a:solidFill>
            <a:srgbClr val="2D887E">
              <a:alpha val="30000"/>
            </a:srgbClr>
          </a:solidFill>
          <a:ln w="0">
            <a:noFill/>
            <a:prstDash val="solid"/>
          </a:ln>
        </p:spPr>
      </p:sp>
      <p:sp>
        <p:nvSpPr>
          <p:cNvPr id="606" name="02_predicted_pose_3905">
            <a:extLst>
              <a:ext uri="{FF2B5EF4-FFF2-40B4-BE49-F238E27FC236}">
                <a16:creationId xmlns:a16="http://schemas.microsoft.com/office/drawing/2014/main" id="{13DCDC6F-DA62-401C-BFAE-DFA029538E5E}"/>
              </a:ext>
            </a:extLst>
          </p:cNvPr>
          <p:cNvSpPr>
            <a:spLocks noGrp="1"/>
          </p:cNvSpPr>
          <p:nvPr/>
        </p:nvSpPr>
        <p:spPr>
          <a:xfrm>
            <a:off x="4477084" y="3660198"/>
            <a:ext cx="28398" cy="28398"/>
          </a:xfrm>
          <a:prstGeom prst="ellipse">
            <a:avLst/>
          </a:prstGeom>
          <a:solidFill>
            <a:srgbClr val="2D887E">
              <a:alpha val="30000"/>
            </a:srgbClr>
          </a:solidFill>
          <a:ln w="0">
            <a:noFill/>
            <a:prstDash val="solid"/>
          </a:ln>
        </p:spPr>
      </p:sp>
      <p:sp>
        <p:nvSpPr>
          <p:cNvPr id="607" name="02_predicted_pose_3906">
            <a:extLst>
              <a:ext uri="{FF2B5EF4-FFF2-40B4-BE49-F238E27FC236}">
                <a16:creationId xmlns:a16="http://schemas.microsoft.com/office/drawing/2014/main" id="{2E521EE3-3D53-4281-9C88-EBA7C1AF1BF7}"/>
              </a:ext>
            </a:extLst>
          </p:cNvPr>
          <p:cNvSpPr>
            <a:spLocks noGrp="1"/>
          </p:cNvSpPr>
          <p:nvPr/>
        </p:nvSpPr>
        <p:spPr>
          <a:xfrm>
            <a:off x="4455034" y="3636635"/>
            <a:ext cx="28398" cy="28398"/>
          </a:xfrm>
          <a:prstGeom prst="ellipse">
            <a:avLst/>
          </a:prstGeom>
          <a:solidFill>
            <a:srgbClr val="2D887E">
              <a:alpha val="30000"/>
            </a:srgbClr>
          </a:solidFill>
          <a:ln w="0">
            <a:noFill/>
            <a:prstDash val="solid"/>
          </a:ln>
        </p:spPr>
      </p:sp>
      <p:sp>
        <p:nvSpPr>
          <p:cNvPr id="608" name="02_predicted_pose_3907">
            <a:extLst>
              <a:ext uri="{FF2B5EF4-FFF2-40B4-BE49-F238E27FC236}">
                <a16:creationId xmlns:a16="http://schemas.microsoft.com/office/drawing/2014/main" id="{09F2D437-083D-47B8-8D86-9395C3C1D3E2}"/>
              </a:ext>
            </a:extLst>
          </p:cNvPr>
          <p:cNvSpPr>
            <a:spLocks noGrp="1"/>
          </p:cNvSpPr>
          <p:nvPr/>
        </p:nvSpPr>
        <p:spPr>
          <a:xfrm>
            <a:off x="4482597" y="3779428"/>
            <a:ext cx="28398" cy="28398"/>
          </a:xfrm>
          <a:prstGeom prst="ellipse">
            <a:avLst/>
          </a:prstGeom>
          <a:solidFill>
            <a:srgbClr val="2D887E">
              <a:alpha val="30000"/>
            </a:srgbClr>
          </a:solidFill>
          <a:ln w="0">
            <a:noFill/>
            <a:prstDash val="solid"/>
          </a:ln>
        </p:spPr>
      </p:sp>
      <p:sp>
        <p:nvSpPr>
          <p:cNvPr id="609" name="02_predicted_pose_3908">
            <a:extLst>
              <a:ext uri="{FF2B5EF4-FFF2-40B4-BE49-F238E27FC236}">
                <a16:creationId xmlns:a16="http://schemas.microsoft.com/office/drawing/2014/main" id="{3D12416B-0B40-46D2-AAEA-34231ADF3AD5}"/>
              </a:ext>
            </a:extLst>
          </p:cNvPr>
          <p:cNvSpPr>
            <a:spLocks noGrp="1"/>
          </p:cNvSpPr>
          <p:nvPr/>
        </p:nvSpPr>
        <p:spPr>
          <a:xfrm>
            <a:off x="4510159" y="3727452"/>
            <a:ext cx="28398" cy="28398"/>
          </a:xfrm>
          <a:prstGeom prst="ellipse">
            <a:avLst/>
          </a:prstGeom>
          <a:solidFill>
            <a:srgbClr val="2D887E">
              <a:alpha val="30000"/>
            </a:srgbClr>
          </a:solidFill>
          <a:ln w="0">
            <a:noFill/>
            <a:prstDash val="solid"/>
          </a:ln>
        </p:spPr>
      </p:sp>
      <p:sp>
        <p:nvSpPr>
          <p:cNvPr id="610" name="02_predicted_pose_3909">
            <a:extLst>
              <a:ext uri="{FF2B5EF4-FFF2-40B4-BE49-F238E27FC236}">
                <a16:creationId xmlns:a16="http://schemas.microsoft.com/office/drawing/2014/main" id="{7936E921-1291-46AA-A527-82C055BFFFE9}"/>
              </a:ext>
            </a:extLst>
          </p:cNvPr>
          <p:cNvSpPr>
            <a:spLocks noGrp="1"/>
          </p:cNvSpPr>
          <p:nvPr/>
        </p:nvSpPr>
        <p:spPr>
          <a:xfrm>
            <a:off x="4492588" y="3627925"/>
            <a:ext cx="28398" cy="28398"/>
          </a:xfrm>
          <a:prstGeom prst="ellipse">
            <a:avLst/>
          </a:prstGeom>
          <a:solidFill>
            <a:srgbClr val="2D887E">
              <a:alpha val="30000"/>
            </a:srgbClr>
          </a:solidFill>
          <a:ln w="0">
            <a:noFill/>
            <a:prstDash val="solid"/>
          </a:ln>
        </p:spPr>
      </p:sp>
      <p:sp>
        <p:nvSpPr>
          <p:cNvPr id="611" name="02_predicted_pose_3910">
            <a:extLst>
              <a:ext uri="{FF2B5EF4-FFF2-40B4-BE49-F238E27FC236}">
                <a16:creationId xmlns:a16="http://schemas.microsoft.com/office/drawing/2014/main" id="{D0273B5F-4C0D-477D-AFA5-93D2D7DE2181}"/>
              </a:ext>
            </a:extLst>
          </p:cNvPr>
          <p:cNvSpPr>
            <a:spLocks noGrp="1"/>
          </p:cNvSpPr>
          <p:nvPr/>
        </p:nvSpPr>
        <p:spPr>
          <a:xfrm>
            <a:off x="4335138" y="3725289"/>
            <a:ext cx="28398" cy="28398"/>
          </a:xfrm>
          <a:prstGeom prst="ellipse">
            <a:avLst/>
          </a:prstGeom>
          <a:solidFill>
            <a:srgbClr val="2D887E">
              <a:alpha val="30000"/>
            </a:srgbClr>
          </a:solidFill>
          <a:ln w="0">
            <a:noFill/>
            <a:prstDash val="solid"/>
          </a:ln>
        </p:spPr>
      </p:sp>
      <p:sp>
        <p:nvSpPr>
          <p:cNvPr id="612" name="02_predicted_pose_3911">
            <a:extLst>
              <a:ext uri="{FF2B5EF4-FFF2-40B4-BE49-F238E27FC236}">
                <a16:creationId xmlns:a16="http://schemas.microsoft.com/office/drawing/2014/main" id="{E22D1596-B916-4AC6-84CE-AD783A90556C}"/>
              </a:ext>
            </a:extLst>
          </p:cNvPr>
          <p:cNvSpPr>
            <a:spLocks noGrp="1"/>
          </p:cNvSpPr>
          <p:nvPr/>
        </p:nvSpPr>
        <p:spPr>
          <a:xfrm>
            <a:off x="4521184" y="3750324"/>
            <a:ext cx="28398" cy="28398"/>
          </a:xfrm>
          <a:prstGeom prst="ellipse">
            <a:avLst/>
          </a:prstGeom>
          <a:solidFill>
            <a:srgbClr val="2D887E">
              <a:alpha val="30000"/>
            </a:srgbClr>
          </a:solidFill>
          <a:ln w="0">
            <a:noFill/>
            <a:prstDash val="solid"/>
          </a:ln>
        </p:spPr>
      </p:sp>
      <p:sp>
        <p:nvSpPr>
          <p:cNvPr id="613" name="02_predicted_pose_3912">
            <a:extLst>
              <a:ext uri="{FF2B5EF4-FFF2-40B4-BE49-F238E27FC236}">
                <a16:creationId xmlns:a16="http://schemas.microsoft.com/office/drawing/2014/main" id="{CC376BEA-AFCC-4B20-B96F-4F2387AC1F43}"/>
              </a:ext>
            </a:extLst>
          </p:cNvPr>
          <p:cNvSpPr>
            <a:spLocks noGrp="1"/>
          </p:cNvSpPr>
          <p:nvPr/>
        </p:nvSpPr>
        <p:spPr>
          <a:xfrm>
            <a:off x="4363734" y="3761849"/>
            <a:ext cx="28398" cy="28398"/>
          </a:xfrm>
          <a:prstGeom prst="ellipse">
            <a:avLst/>
          </a:prstGeom>
          <a:solidFill>
            <a:srgbClr val="2D887E">
              <a:alpha val="30000"/>
            </a:srgbClr>
          </a:solidFill>
          <a:ln w="0">
            <a:noFill/>
            <a:prstDash val="solid"/>
          </a:ln>
        </p:spPr>
      </p:sp>
      <p:sp>
        <p:nvSpPr>
          <p:cNvPr id="614" name="02_predicted_pose_3913">
            <a:extLst>
              <a:ext uri="{FF2B5EF4-FFF2-40B4-BE49-F238E27FC236}">
                <a16:creationId xmlns:a16="http://schemas.microsoft.com/office/drawing/2014/main" id="{5C0FD59E-E9CF-47A0-A9DC-F6590449F574}"/>
              </a:ext>
            </a:extLst>
          </p:cNvPr>
          <p:cNvSpPr>
            <a:spLocks noGrp="1"/>
          </p:cNvSpPr>
          <p:nvPr/>
        </p:nvSpPr>
        <p:spPr>
          <a:xfrm>
            <a:off x="4501546" y="3875244"/>
            <a:ext cx="28398" cy="28398"/>
          </a:xfrm>
          <a:prstGeom prst="ellipse">
            <a:avLst/>
          </a:prstGeom>
          <a:solidFill>
            <a:srgbClr val="2D887E">
              <a:alpha val="30000"/>
            </a:srgbClr>
          </a:solidFill>
          <a:ln w="0">
            <a:noFill/>
            <a:prstDash val="solid"/>
          </a:ln>
        </p:spPr>
      </p:sp>
      <p:sp>
        <p:nvSpPr>
          <p:cNvPr id="615" name="02_predicted_pose_3914">
            <a:extLst>
              <a:ext uri="{FF2B5EF4-FFF2-40B4-BE49-F238E27FC236}">
                <a16:creationId xmlns:a16="http://schemas.microsoft.com/office/drawing/2014/main" id="{EFCCF612-FFC8-4361-A9F7-4880FDC3AEB1}"/>
              </a:ext>
            </a:extLst>
          </p:cNvPr>
          <p:cNvSpPr>
            <a:spLocks noGrp="1"/>
          </p:cNvSpPr>
          <p:nvPr/>
        </p:nvSpPr>
        <p:spPr>
          <a:xfrm>
            <a:off x="4515327" y="3790575"/>
            <a:ext cx="28398" cy="28398"/>
          </a:xfrm>
          <a:prstGeom prst="ellipse">
            <a:avLst/>
          </a:prstGeom>
          <a:solidFill>
            <a:srgbClr val="2D887E">
              <a:alpha val="30000"/>
            </a:srgbClr>
          </a:solidFill>
          <a:ln w="0">
            <a:noFill/>
            <a:prstDash val="solid"/>
          </a:ln>
        </p:spPr>
      </p:sp>
      <p:sp>
        <p:nvSpPr>
          <p:cNvPr id="616" name="02_predicted_pose_3915">
            <a:extLst>
              <a:ext uri="{FF2B5EF4-FFF2-40B4-BE49-F238E27FC236}">
                <a16:creationId xmlns:a16="http://schemas.microsoft.com/office/drawing/2014/main" id="{4BCC528D-32BA-4EF1-9D3F-4172044ECE87}"/>
              </a:ext>
            </a:extLst>
          </p:cNvPr>
          <p:cNvSpPr>
            <a:spLocks noGrp="1"/>
          </p:cNvSpPr>
          <p:nvPr/>
        </p:nvSpPr>
        <p:spPr>
          <a:xfrm>
            <a:off x="4556671" y="3642234"/>
            <a:ext cx="28398" cy="28398"/>
          </a:xfrm>
          <a:prstGeom prst="ellipse">
            <a:avLst/>
          </a:prstGeom>
          <a:solidFill>
            <a:srgbClr val="2D887E">
              <a:alpha val="30000"/>
            </a:srgbClr>
          </a:solidFill>
          <a:ln w="0">
            <a:noFill/>
            <a:prstDash val="solid"/>
          </a:ln>
        </p:spPr>
      </p:sp>
      <p:sp>
        <p:nvSpPr>
          <p:cNvPr id="617" name="02_predicted_pose_3916">
            <a:extLst>
              <a:ext uri="{FF2B5EF4-FFF2-40B4-BE49-F238E27FC236}">
                <a16:creationId xmlns:a16="http://schemas.microsoft.com/office/drawing/2014/main" id="{BA43FFAC-F799-43F7-8BAC-7FA3D46A33E7}"/>
              </a:ext>
            </a:extLst>
          </p:cNvPr>
          <p:cNvSpPr>
            <a:spLocks noGrp="1"/>
          </p:cNvSpPr>
          <p:nvPr/>
        </p:nvSpPr>
        <p:spPr>
          <a:xfrm>
            <a:off x="4570452" y="3785598"/>
            <a:ext cx="28398" cy="28398"/>
          </a:xfrm>
          <a:prstGeom prst="ellipse">
            <a:avLst/>
          </a:prstGeom>
          <a:solidFill>
            <a:srgbClr val="2D887E">
              <a:alpha val="30000"/>
            </a:srgbClr>
          </a:solidFill>
          <a:ln w="0">
            <a:noFill/>
            <a:prstDash val="solid"/>
          </a:ln>
        </p:spPr>
      </p:sp>
      <p:sp>
        <p:nvSpPr>
          <p:cNvPr id="618" name="02_predicted_pose_3917">
            <a:extLst>
              <a:ext uri="{FF2B5EF4-FFF2-40B4-BE49-F238E27FC236}">
                <a16:creationId xmlns:a16="http://schemas.microsoft.com/office/drawing/2014/main" id="{4AF72732-74E6-49C4-A429-392AAEC174E3}"/>
              </a:ext>
            </a:extLst>
          </p:cNvPr>
          <p:cNvSpPr>
            <a:spLocks noGrp="1"/>
          </p:cNvSpPr>
          <p:nvPr/>
        </p:nvSpPr>
        <p:spPr>
          <a:xfrm>
            <a:off x="4611796" y="3853896"/>
            <a:ext cx="28398" cy="28398"/>
          </a:xfrm>
          <a:prstGeom prst="ellipse">
            <a:avLst/>
          </a:prstGeom>
          <a:solidFill>
            <a:srgbClr val="2D887E">
              <a:alpha val="30000"/>
            </a:srgbClr>
          </a:solidFill>
          <a:ln w="0">
            <a:noFill/>
            <a:prstDash val="solid"/>
          </a:ln>
        </p:spPr>
      </p:sp>
      <p:sp>
        <p:nvSpPr>
          <p:cNvPr id="619" name="02_predicted_pose_3918">
            <a:extLst>
              <a:ext uri="{FF2B5EF4-FFF2-40B4-BE49-F238E27FC236}">
                <a16:creationId xmlns:a16="http://schemas.microsoft.com/office/drawing/2014/main" id="{BE13F06A-AB2C-4049-ABF9-589D2D53D81D}"/>
              </a:ext>
            </a:extLst>
          </p:cNvPr>
          <p:cNvSpPr>
            <a:spLocks noGrp="1"/>
          </p:cNvSpPr>
          <p:nvPr/>
        </p:nvSpPr>
        <p:spPr>
          <a:xfrm>
            <a:off x="4625577" y="3882109"/>
            <a:ext cx="28398" cy="28398"/>
          </a:xfrm>
          <a:prstGeom prst="ellipse">
            <a:avLst/>
          </a:prstGeom>
          <a:solidFill>
            <a:srgbClr val="2D887E">
              <a:alpha val="30000"/>
            </a:srgbClr>
          </a:solidFill>
          <a:ln w="0">
            <a:noFill/>
            <a:prstDash val="solid"/>
          </a:ln>
        </p:spPr>
      </p:sp>
      <p:sp>
        <p:nvSpPr>
          <p:cNvPr id="620" name="02_predicted_pose_3919">
            <a:extLst>
              <a:ext uri="{FF2B5EF4-FFF2-40B4-BE49-F238E27FC236}">
                <a16:creationId xmlns:a16="http://schemas.microsoft.com/office/drawing/2014/main" id="{BA7A6A72-9B81-418C-BD3B-D1756C0D436D}"/>
              </a:ext>
            </a:extLst>
          </p:cNvPr>
          <p:cNvSpPr>
            <a:spLocks noGrp="1"/>
          </p:cNvSpPr>
          <p:nvPr/>
        </p:nvSpPr>
        <p:spPr>
          <a:xfrm>
            <a:off x="4357532" y="3902013"/>
            <a:ext cx="28398" cy="28398"/>
          </a:xfrm>
          <a:prstGeom prst="ellipse">
            <a:avLst/>
          </a:prstGeom>
          <a:solidFill>
            <a:srgbClr val="2D887E">
              <a:alpha val="30000"/>
            </a:srgbClr>
          </a:solidFill>
          <a:ln w="0">
            <a:noFill/>
            <a:prstDash val="solid"/>
          </a:ln>
        </p:spPr>
      </p:sp>
      <p:sp>
        <p:nvSpPr>
          <p:cNvPr id="621" name="02_predicted_pose_3920">
            <a:extLst>
              <a:ext uri="{FF2B5EF4-FFF2-40B4-BE49-F238E27FC236}">
                <a16:creationId xmlns:a16="http://schemas.microsoft.com/office/drawing/2014/main" id="{85161F24-F758-425D-815D-1C0DF2D6F9F7}"/>
              </a:ext>
            </a:extLst>
          </p:cNvPr>
          <p:cNvSpPr>
            <a:spLocks noGrp="1"/>
          </p:cNvSpPr>
          <p:nvPr/>
        </p:nvSpPr>
        <p:spPr>
          <a:xfrm>
            <a:off x="4450556" y="3748380"/>
            <a:ext cx="28398" cy="28398"/>
          </a:xfrm>
          <a:prstGeom prst="ellipse">
            <a:avLst/>
          </a:prstGeom>
          <a:solidFill>
            <a:srgbClr val="2D887E">
              <a:alpha val="30000"/>
            </a:srgbClr>
          </a:solidFill>
          <a:ln w="0">
            <a:noFill/>
            <a:prstDash val="solid"/>
          </a:ln>
        </p:spPr>
      </p:sp>
      <p:sp>
        <p:nvSpPr>
          <p:cNvPr id="622" name="02_predicted_pose_3921">
            <a:extLst>
              <a:ext uri="{FF2B5EF4-FFF2-40B4-BE49-F238E27FC236}">
                <a16:creationId xmlns:a16="http://schemas.microsoft.com/office/drawing/2014/main" id="{69B239A4-557C-4132-A22E-A6A16D2C4335}"/>
              </a:ext>
            </a:extLst>
          </p:cNvPr>
          <p:cNvSpPr>
            <a:spLocks noGrp="1"/>
          </p:cNvSpPr>
          <p:nvPr/>
        </p:nvSpPr>
        <p:spPr>
          <a:xfrm>
            <a:off x="4386128" y="3604200"/>
            <a:ext cx="28398" cy="28398"/>
          </a:xfrm>
          <a:prstGeom prst="ellipse">
            <a:avLst/>
          </a:prstGeom>
          <a:solidFill>
            <a:srgbClr val="2D887E">
              <a:alpha val="30000"/>
            </a:srgbClr>
          </a:solidFill>
          <a:ln w="0">
            <a:noFill/>
            <a:prstDash val="solid"/>
          </a:ln>
        </p:spPr>
      </p:sp>
      <p:sp>
        <p:nvSpPr>
          <p:cNvPr id="623" name="02_predicted_pose_3922">
            <a:extLst>
              <a:ext uri="{FF2B5EF4-FFF2-40B4-BE49-F238E27FC236}">
                <a16:creationId xmlns:a16="http://schemas.microsoft.com/office/drawing/2014/main" id="{1FD5787E-5EE6-40AB-8626-CB834B528AA3}"/>
              </a:ext>
            </a:extLst>
          </p:cNvPr>
          <p:cNvSpPr>
            <a:spLocks noGrp="1"/>
          </p:cNvSpPr>
          <p:nvPr/>
        </p:nvSpPr>
        <p:spPr>
          <a:xfrm>
            <a:off x="4479152" y="3593553"/>
            <a:ext cx="28398" cy="28398"/>
          </a:xfrm>
          <a:prstGeom prst="ellipse">
            <a:avLst/>
          </a:prstGeom>
          <a:solidFill>
            <a:srgbClr val="2D887E">
              <a:alpha val="30000"/>
            </a:srgbClr>
          </a:solidFill>
          <a:ln w="0">
            <a:noFill/>
            <a:prstDash val="solid"/>
          </a:ln>
        </p:spPr>
      </p:sp>
      <p:sp>
        <p:nvSpPr>
          <p:cNvPr id="624" name="02_predicted_pose_3923">
            <a:extLst>
              <a:ext uri="{FF2B5EF4-FFF2-40B4-BE49-F238E27FC236}">
                <a16:creationId xmlns:a16="http://schemas.microsoft.com/office/drawing/2014/main" id="{CC7E37D9-0BFC-48BC-8295-49FF3584CCFF}"/>
              </a:ext>
            </a:extLst>
          </p:cNvPr>
          <p:cNvSpPr>
            <a:spLocks noGrp="1"/>
          </p:cNvSpPr>
          <p:nvPr/>
        </p:nvSpPr>
        <p:spPr>
          <a:xfrm>
            <a:off x="4528419" y="3712813"/>
            <a:ext cx="28398" cy="28398"/>
          </a:xfrm>
          <a:prstGeom prst="ellipse">
            <a:avLst/>
          </a:prstGeom>
          <a:solidFill>
            <a:srgbClr val="2D887E">
              <a:alpha val="30000"/>
            </a:srgbClr>
          </a:solidFill>
          <a:ln w="0">
            <a:noFill/>
            <a:prstDash val="solid"/>
          </a:ln>
        </p:spPr>
      </p:sp>
      <p:sp>
        <p:nvSpPr>
          <p:cNvPr id="625" name="02_predicted_pose_3924">
            <a:extLst>
              <a:ext uri="{FF2B5EF4-FFF2-40B4-BE49-F238E27FC236}">
                <a16:creationId xmlns:a16="http://schemas.microsoft.com/office/drawing/2014/main" id="{0D39EB18-5D81-4E8A-93A6-344830B7CE2B}"/>
              </a:ext>
            </a:extLst>
          </p:cNvPr>
          <p:cNvSpPr>
            <a:spLocks noGrp="1"/>
          </p:cNvSpPr>
          <p:nvPr/>
        </p:nvSpPr>
        <p:spPr>
          <a:xfrm>
            <a:off x="4365801" y="3737457"/>
            <a:ext cx="28398" cy="28398"/>
          </a:xfrm>
          <a:prstGeom prst="ellipse">
            <a:avLst/>
          </a:prstGeom>
          <a:solidFill>
            <a:srgbClr val="2D887E">
              <a:alpha val="30000"/>
            </a:srgbClr>
          </a:solidFill>
          <a:ln w="0">
            <a:noFill/>
            <a:prstDash val="solid"/>
          </a:ln>
        </p:spPr>
      </p:sp>
      <p:sp>
        <p:nvSpPr>
          <p:cNvPr id="626" name="02_predicted_pose_3925">
            <a:extLst>
              <a:ext uri="{FF2B5EF4-FFF2-40B4-BE49-F238E27FC236}">
                <a16:creationId xmlns:a16="http://schemas.microsoft.com/office/drawing/2014/main" id="{EF875566-97AB-47BC-9BC0-2B474695E414}"/>
              </a:ext>
            </a:extLst>
          </p:cNvPr>
          <p:cNvSpPr>
            <a:spLocks noGrp="1"/>
          </p:cNvSpPr>
          <p:nvPr/>
        </p:nvSpPr>
        <p:spPr>
          <a:xfrm>
            <a:off x="4393363" y="3826961"/>
            <a:ext cx="28398" cy="28398"/>
          </a:xfrm>
          <a:prstGeom prst="ellipse">
            <a:avLst/>
          </a:prstGeom>
          <a:solidFill>
            <a:srgbClr val="2D887E">
              <a:alpha val="30000"/>
            </a:srgbClr>
          </a:solidFill>
          <a:ln w="0">
            <a:noFill/>
            <a:prstDash val="solid"/>
          </a:ln>
        </p:spPr>
      </p:sp>
      <p:sp>
        <p:nvSpPr>
          <p:cNvPr id="627" name="02_predicted_pose_3926">
            <a:extLst>
              <a:ext uri="{FF2B5EF4-FFF2-40B4-BE49-F238E27FC236}">
                <a16:creationId xmlns:a16="http://schemas.microsoft.com/office/drawing/2014/main" id="{3E105477-FE86-4964-962D-B7AE4C0A5511}"/>
              </a:ext>
            </a:extLst>
          </p:cNvPr>
          <p:cNvSpPr>
            <a:spLocks noGrp="1"/>
          </p:cNvSpPr>
          <p:nvPr/>
        </p:nvSpPr>
        <p:spPr>
          <a:xfrm>
            <a:off x="4619376" y="3595124"/>
            <a:ext cx="28398" cy="28398"/>
          </a:xfrm>
          <a:prstGeom prst="ellipse">
            <a:avLst/>
          </a:prstGeom>
          <a:solidFill>
            <a:srgbClr val="2D887E">
              <a:alpha val="30000"/>
            </a:srgbClr>
          </a:solidFill>
          <a:ln w="0">
            <a:noFill/>
            <a:prstDash val="solid"/>
          </a:ln>
        </p:spPr>
      </p:sp>
      <p:sp>
        <p:nvSpPr>
          <p:cNvPr id="628" name="02_predicted_pose_3927">
            <a:extLst>
              <a:ext uri="{FF2B5EF4-FFF2-40B4-BE49-F238E27FC236}">
                <a16:creationId xmlns:a16="http://schemas.microsoft.com/office/drawing/2014/main" id="{6CC83377-6F10-4843-B004-6F34952F01DE}"/>
              </a:ext>
            </a:extLst>
          </p:cNvPr>
          <p:cNvSpPr>
            <a:spLocks noGrp="1"/>
          </p:cNvSpPr>
          <p:nvPr/>
        </p:nvSpPr>
        <p:spPr>
          <a:xfrm>
            <a:off x="4493622" y="3570736"/>
            <a:ext cx="28398" cy="28398"/>
          </a:xfrm>
          <a:prstGeom prst="ellipse">
            <a:avLst/>
          </a:prstGeom>
          <a:solidFill>
            <a:srgbClr val="2D887E">
              <a:alpha val="30000"/>
            </a:srgbClr>
          </a:solidFill>
          <a:ln w="0">
            <a:noFill/>
            <a:prstDash val="solid"/>
          </a:ln>
        </p:spPr>
      </p:sp>
      <p:sp>
        <p:nvSpPr>
          <p:cNvPr id="629" name="02_predicted_pose_3928">
            <a:extLst>
              <a:ext uri="{FF2B5EF4-FFF2-40B4-BE49-F238E27FC236}">
                <a16:creationId xmlns:a16="http://schemas.microsoft.com/office/drawing/2014/main" id="{F5C8DB3C-7BB7-4F15-A49F-6572649530C4}"/>
              </a:ext>
            </a:extLst>
          </p:cNvPr>
          <p:cNvSpPr>
            <a:spLocks noGrp="1"/>
          </p:cNvSpPr>
          <p:nvPr/>
        </p:nvSpPr>
        <p:spPr>
          <a:xfrm>
            <a:off x="4372002" y="3672699"/>
            <a:ext cx="28398" cy="28398"/>
          </a:xfrm>
          <a:prstGeom prst="ellipse">
            <a:avLst/>
          </a:prstGeom>
          <a:solidFill>
            <a:srgbClr val="2D887E">
              <a:alpha val="30000"/>
            </a:srgbClr>
          </a:solidFill>
          <a:ln w="0">
            <a:noFill/>
            <a:prstDash val="solid"/>
          </a:ln>
        </p:spPr>
      </p:sp>
      <p:sp>
        <p:nvSpPr>
          <p:cNvPr id="630" name="02_predicted_pose_3929">
            <a:extLst>
              <a:ext uri="{FF2B5EF4-FFF2-40B4-BE49-F238E27FC236}">
                <a16:creationId xmlns:a16="http://schemas.microsoft.com/office/drawing/2014/main" id="{ABBD28F8-E99A-4349-9B6C-883C10B5EBE1}"/>
              </a:ext>
            </a:extLst>
          </p:cNvPr>
          <p:cNvSpPr>
            <a:spLocks noGrp="1"/>
          </p:cNvSpPr>
          <p:nvPr/>
        </p:nvSpPr>
        <p:spPr>
          <a:xfrm>
            <a:off x="4413346" y="3578349"/>
            <a:ext cx="28398" cy="28398"/>
          </a:xfrm>
          <a:prstGeom prst="ellipse">
            <a:avLst/>
          </a:prstGeom>
          <a:solidFill>
            <a:srgbClr val="2D887E">
              <a:alpha val="30000"/>
            </a:srgbClr>
          </a:solidFill>
          <a:ln w="0">
            <a:noFill/>
            <a:prstDash val="solid"/>
          </a:ln>
        </p:spPr>
      </p:sp>
      <p:sp>
        <p:nvSpPr>
          <p:cNvPr id="631" name="02_predicted_pose_3930">
            <a:extLst>
              <a:ext uri="{FF2B5EF4-FFF2-40B4-BE49-F238E27FC236}">
                <a16:creationId xmlns:a16="http://schemas.microsoft.com/office/drawing/2014/main" id="{F3BCF095-B10D-4042-9A8F-DEB23FE7A926}"/>
              </a:ext>
            </a:extLst>
          </p:cNvPr>
          <p:cNvSpPr>
            <a:spLocks noGrp="1"/>
          </p:cNvSpPr>
          <p:nvPr/>
        </p:nvSpPr>
        <p:spPr>
          <a:xfrm>
            <a:off x="4454690" y="3578892"/>
            <a:ext cx="28398" cy="28398"/>
          </a:xfrm>
          <a:prstGeom prst="ellipse">
            <a:avLst/>
          </a:prstGeom>
          <a:solidFill>
            <a:srgbClr val="2D887E">
              <a:alpha val="30000"/>
            </a:srgbClr>
          </a:solidFill>
          <a:ln w="0">
            <a:noFill/>
            <a:prstDash val="solid"/>
          </a:ln>
        </p:spPr>
      </p:sp>
      <p:sp>
        <p:nvSpPr>
          <p:cNvPr id="632" name="02_predicted_pose_3931">
            <a:extLst>
              <a:ext uri="{FF2B5EF4-FFF2-40B4-BE49-F238E27FC236}">
                <a16:creationId xmlns:a16="http://schemas.microsoft.com/office/drawing/2014/main" id="{F2F4057C-580E-4571-949A-D7ABB27822FF}"/>
              </a:ext>
            </a:extLst>
          </p:cNvPr>
          <p:cNvSpPr>
            <a:spLocks noGrp="1"/>
          </p:cNvSpPr>
          <p:nvPr/>
        </p:nvSpPr>
        <p:spPr>
          <a:xfrm>
            <a:off x="4629022" y="3419996"/>
            <a:ext cx="28398" cy="28398"/>
          </a:xfrm>
          <a:prstGeom prst="ellipse">
            <a:avLst/>
          </a:prstGeom>
          <a:solidFill>
            <a:srgbClr val="2D887E">
              <a:alpha val="30000"/>
            </a:srgbClr>
          </a:solidFill>
          <a:ln w="0">
            <a:noFill/>
            <a:prstDash val="solid"/>
          </a:ln>
        </p:spPr>
      </p:sp>
      <p:sp>
        <p:nvSpPr>
          <p:cNvPr id="633" name="02_predicted_pose_3932">
            <a:extLst>
              <a:ext uri="{FF2B5EF4-FFF2-40B4-BE49-F238E27FC236}">
                <a16:creationId xmlns:a16="http://schemas.microsoft.com/office/drawing/2014/main" id="{33F81367-058A-44EE-82D5-2AC81CBFDF83}"/>
              </a:ext>
            </a:extLst>
          </p:cNvPr>
          <p:cNvSpPr>
            <a:spLocks noGrp="1"/>
          </p:cNvSpPr>
          <p:nvPr/>
        </p:nvSpPr>
        <p:spPr>
          <a:xfrm>
            <a:off x="4326869" y="3465595"/>
            <a:ext cx="28398" cy="28398"/>
          </a:xfrm>
          <a:prstGeom prst="ellipse">
            <a:avLst/>
          </a:prstGeom>
          <a:solidFill>
            <a:srgbClr val="2D887E">
              <a:alpha val="30000"/>
            </a:srgbClr>
          </a:solidFill>
          <a:ln w="0">
            <a:noFill/>
            <a:prstDash val="solid"/>
          </a:ln>
        </p:spPr>
      </p:sp>
      <p:sp>
        <p:nvSpPr>
          <p:cNvPr id="634" name="02_predicted_pose_3933">
            <a:extLst>
              <a:ext uri="{FF2B5EF4-FFF2-40B4-BE49-F238E27FC236}">
                <a16:creationId xmlns:a16="http://schemas.microsoft.com/office/drawing/2014/main" id="{046E5FD4-CD1C-4C58-A03A-D9207057BEF3}"/>
              </a:ext>
            </a:extLst>
          </p:cNvPr>
          <p:cNvSpPr>
            <a:spLocks noGrp="1"/>
          </p:cNvSpPr>
          <p:nvPr/>
        </p:nvSpPr>
        <p:spPr>
          <a:xfrm>
            <a:off x="4536688" y="3304267"/>
            <a:ext cx="28398" cy="28398"/>
          </a:xfrm>
          <a:prstGeom prst="ellipse">
            <a:avLst/>
          </a:prstGeom>
          <a:solidFill>
            <a:srgbClr val="2D887E">
              <a:alpha val="30000"/>
            </a:srgbClr>
          </a:solidFill>
          <a:ln w="0">
            <a:noFill/>
            <a:prstDash val="solid"/>
          </a:ln>
        </p:spPr>
      </p:sp>
      <p:sp>
        <p:nvSpPr>
          <p:cNvPr id="635" name="02_predicted_pose_3934">
            <a:extLst>
              <a:ext uri="{FF2B5EF4-FFF2-40B4-BE49-F238E27FC236}">
                <a16:creationId xmlns:a16="http://schemas.microsoft.com/office/drawing/2014/main" id="{3FCCD2F7-946A-4427-9A4F-17960C60DA78}"/>
              </a:ext>
            </a:extLst>
          </p:cNvPr>
          <p:cNvSpPr>
            <a:spLocks noGrp="1"/>
          </p:cNvSpPr>
          <p:nvPr/>
        </p:nvSpPr>
        <p:spPr>
          <a:xfrm>
            <a:off x="4629712" y="3085104"/>
            <a:ext cx="28398" cy="28398"/>
          </a:xfrm>
          <a:prstGeom prst="ellipse">
            <a:avLst/>
          </a:prstGeom>
          <a:solidFill>
            <a:srgbClr val="2D887E">
              <a:alpha val="30000"/>
            </a:srgbClr>
          </a:solidFill>
          <a:ln w="0">
            <a:noFill/>
            <a:prstDash val="solid"/>
          </a:ln>
        </p:spPr>
      </p:sp>
      <p:sp>
        <p:nvSpPr>
          <p:cNvPr id="636" name="02_predicted_pose_3935">
            <a:extLst>
              <a:ext uri="{FF2B5EF4-FFF2-40B4-BE49-F238E27FC236}">
                <a16:creationId xmlns:a16="http://schemas.microsoft.com/office/drawing/2014/main" id="{8422DC9A-B7BB-4D9E-8AC5-4B7AE6BC8D0D}"/>
              </a:ext>
            </a:extLst>
          </p:cNvPr>
          <p:cNvSpPr>
            <a:spLocks noGrp="1"/>
          </p:cNvSpPr>
          <p:nvPr/>
        </p:nvSpPr>
        <p:spPr>
          <a:xfrm>
            <a:off x="4460547" y="3002447"/>
            <a:ext cx="28398" cy="28398"/>
          </a:xfrm>
          <a:prstGeom prst="ellipse">
            <a:avLst/>
          </a:prstGeom>
          <a:solidFill>
            <a:srgbClr val="2D887E">
              <a:alpha val="30000"/>
            </a:srgbClr>
          </a:solidFill>
          <a:ln w="0">
            <a:noFill/>
            <a:prstDash val="solid"/>
          </a:ln>
        </p:spPr>
      </p:sp>
      <p:sp>
        <p:nvSpPr>
          <p:cNvPr id="637" name="02_predicted_pose_3936">
            <a:extLst>
              <a:ext uri="{FF2B5EF4-FFF2-40B4-BE49-F238E27FC236}">
                <a16:creationId xmlns:a16="http://schemas.microsoft.com/office/drawing/2014/main" id="{93B5B0BE-E130-4873-B629-DC44539588DD}"/>
              </a:ext>
            </a:extLst>
          </p:cNvPr>
          <p:cNvSpPr>
            <a:spLocks noGrp="1"/>
          </p:cNvSpPr>
          <p:nvPr/>
        </p:nvSpPr>
        <p:spPr>
          <a:xfrm>
            <a:off x="4474328" y="3513366"/>
            <a:ext cx="28398" cy="28398"/>
          </a:xfrm>
          <a:prstGeom prst="ellipse">
            <a:avLst/>
          </a:prstGeom>
          <a:solidFill>
            <a:srgbClr val="2D887E">
              <a:alpha val="30000"/>
            </a:srgbClr>
          </a:solidFill>
          <a:ln w="0">
            <a:noFill/>
            <a:prstDash val="solid"/>
          </a:ln>
        </p:spPr>
      </p:sp>
      <p:sp>
        <p:nvSpPr>
          <p:cNvPr id="638" name="02_predicted_pose_3937">
            <a:extLst>
              <a:ext uri="{FF2B5EF4-FFF2-40B4-BE49-F238E27FC236}">
                <a16:creationId xmlns:a16="http://schemas.microsoft.com/office/drawing/2014/main" id="{BF949F93-29D6-4743-B6D4-239E5B2AE2DF}"/>
              </a:ext>
            </a:extLst>
          </p:cNvPr>
          <p:cNvSpPr>
            <a:spLocks noGrp="1"/>
          </p:cNvSpPr>
          <p:nvPr/>
        </p:nvSpPr>
        <p:spPr>
          <a:xfrm>
            <a:off x="4396120" y="3326891"/>
            <a:ext cx="28398" cy="28398"/>
          </a:xfrm>
          <a:prstGeom prst="ellipse">
            <a:avLst/>
          </a:prstGeom>
          <a:solidFill>
            <a:srgbClr val="2D887E">
              <a:alpha val="30000"/>
            </a:srgbClr>
          </a:solidFill>
          <a:ln w="0">
            <a:noFill/>
            <a:prstDash val="solid"/>
          </a:ln>
        </p:spPr>
      </p:sp>
      <p:sp>
        <p:nvSpPr>
          <p:cNvPr id="639" name="02_predicted_pose_3938">
            <a:extLst>
              <a:ext uri="{FF2B5EF4-FFF2-40B4-BE49-F238E27FC236}">
                <a16:creationId xmlns:a16="http://schemas.microsoft.com/office/drawing/2014/main" id="{2E16DDFB-9CBF-4A93-9F51-A9F655557A48}"/>
              </a:ext>
            </a:extLst>
          </p:cNvPr>
          <p:cNvSpPr>
            <a:spLocks noGrp="1"/>
          </p:cNvSpPr>
          <p:nvPr/>
        </p:nvSpPr>
        <p:spPr>
          <a:xfrm>
            <a:off x="4409901" y="3474464"/>
            <a:ext cx="28398" cy="28398"/>
          </a:xfrm>
          <a:prstGeom prst="ellipse">
            <a:avLst/>
          </a:prstGeom>
          <a:solidFill>
            <a:srgbClr val="2D887E">
              <a:alpha val="30000"/>
            </a:srgbClr>
          </a:solidFill>
          <a:ln w="0">
            <a:noFill/>
            <a:prstDash val="solid"/>
          </a:ln>
        </p:spPr>
      </p:sp>
      <p:sp>
        <p:nvSpPr>
          <p:cNvPr id="640" name="02_predicted_pose_3939">
            <a:extLst>
              <a:ext uri="{FF2B5EF4-FFF2-40B4-BE49-F238E27FC236}">
                <a16:creationId xmlns:a16="http://schemas.microsoft.com/office/drawing/2014/main" id="{6F348C1A-C9D7-442F-AFF5-80C657DE0C60}"/>
              </a:ext>
            </a:extLst>
          </p:cNvPr>
          <p:cNvSpPr>
            <a:spLocks noGrp="1"/>
          </p:cNvSpPr>
          <p:nvPr/>
        </p:nvSpPr>
        <p:spPr>
          <a:xfrm>
            <a:off x="4423682" y="3330991"/>
            <a:ext cx="28398" cy="28398"/>
          </a:xfrm>
          <a:prstGeom prst="ellipse">
            <a:avLst/>
          </a:prstGeom>
          <a:solidFill>
            <a:srgbClr val="2D887E">
              <a:alpha val="30000"/>
            </a:srgbClr>
          </a:solidFill>
          <a:ln w="0">
            <a:noFill/>
            <a:prstDash val="solid"/>
          </a:ln>
        </p:spPr>
      </p:sp>
      <p:sp>
        <p:nvSpPr>
          <p:cNvPr id="641" name="02_predicted_pose_3940">
            <a:extLst>
              <a:ext uri="{FF2B5EF4-FFF2-40B4-BE49-F238E27FC236}">
                <a16:creationId xmlns:a16="http://schemas.microsoft.com/office/drawing/2014/main" id="{AA908985-A75A-4B6C-9B2F-C0779C3F2D1C}"/>
              </a:ext>
            </a:extLst>
          </p:cNvPr>
          <p:cNvSpPr>
            <a:spLocks noGrp="1"/>
          </p:cNvSpPr>
          <p:nvPr/>
        </p:nvSpPr>
        <p:spPr>
          <a:xfrm>
            <a:off x="4437463" y="3477158"/>
            <a:ext cx="28398" cy="28398"/>
          </a:xfrm>
          <a:prstGeom prst="ellipse">
            <a:avLst/>
          </a:prstGeom>
          <a:solidFill>
            <a:srgbClr val="2D887E">
              <a:alpha val="30000"/>
            </a:srgbClr>
          </a:solidFill>
          <a:ln w="0">
            <a:noFill/>
            <a:prstDash val="solid"/>
          </a:ln>
        </p:spPr>
      </p:sp>
      <p:sp>
        <p:nvSpPr>
          <p:cNvPr id="642" name="02_predicted_pose_3941">
            <a:extLst>
              <a:ext uri="{FF2B5EF4-FFF2-40B4-BE49-F238E27FC236}">
                <a16:creationId xmlns:a16="http://schemas.microsoft.com/office/drawing/2014/main" id="{FDBC512F-F81C-4570-B691-8968ECF836B4}"/>
              </a:ext>
            </a:extLst>
          </p:cNvPr>
          <p:cNvSpPr>
            <a:spLocks noGrp="1"/>
          </p:cNvSpPr>
          <p:nvPr/>
        </p:nvSpPr>
        <p:spPr>
          <a:xfrm>
            <a:off x="4451245" y="3322012"/>
            <a:ext cx="28398" cy="28398"/>
          </a:xfrm>
          <a:prstGeom prst="ellipse">
            <a:avLst/>
          </a:prstGeom>
          <a:solidFill>
            <a:srgbClr val="2D887E">
              <a:alpha val="30000"/>
            </a:srgbClr>
          </a:solidFill>
          <a:ln w="0">
            <a:noFill/>
            <a:prstDash val="solid"/>
          </a:ln>
        </p:spPr>
      </p:sp>
      <p:sp>
        <p:nvSpPr>
          <p:cNvPr id="643" name="02_predicted_pose_3942">
            <a:extLst>
              <a:ext uri="{FF2B5EF4-FFF2-40B4-BE49-F238E27FC236}">
                <a16:creationId xmlns:a16="http://schemas.microsoft.com/office/drawing/2014/main" id="{774000A1-192F-4B33-9F65-A2EDDE15A587}"/>
              </a:ext>
            </a:extLst>
          </p:cNvPr>
          <p:cNvSpPr>
            <a:spLocks noGrp="1"/>
          </p:cNvSpPr>
          <p:nvPr/>
        </p:nvSpPr>
        <p:spPr>
          <a:xfrm>
            <a:off x="4465026" y="3315514"/>
            <a:ext cx="28398" cy="28398"/>
          </a:xfrm>
          <a:prstGeom prst="ellipse">
            <a:avLst/>
          </a:prstGeom>
          <a:solidFill>
            <a:srgbClr val="2D887E">
              <a:alpha val="30000"/>
            </a:srgbClr>
          </a:solidFill>
          <a:ln w="0">
            <a:noFill/>
            <a:prstDash val="solid"/>
          </a:ln>
        </p:spPr>
      </p:sp>
      <p:sp>
        <p:nvSpPr>
          <p:cNvPr id="644" name="02_predicted_pose_3943">
            <a:extLst>
              <a:ext uri="{FF2B5EF4-FFF2-40B4-BE49-F238E27FC236}">
                <a16:creationId xmlns:a16="http://schemas.microsoft.com/office/drawing/2014/main" id="{F845E3B6-AC17-4592-9494-DB80A93AD265}"/>
              </a:ext>
            </a:extLst>
          </p:cNvPr>
          <p:cNvSpPr>
            <a:spLocks noGrp="1"/>
          </p:cNvSpPr>
          <p:nvPr/>
        </p:nvSpPr>
        <p:spPr>
          <a:xfrm>
            <a:off x="4478807" y="3332294"/>
            <a:ext cx="28398" cy="28398"/>
          </a:xfrm>
          <a:prstGeom prst="ellipse">
            <a:avLst/>
          </a:prstGeom>
          <a:solidFill>
            <a:srgbClr val="2D887E">
              <a:alpha val="30000"/>
            </a:srgbClr>
          </a:solidFill>
          <a:ln w="0">
            <a:noFill/>
            <a:prstDash val="solid"/>
          </a:ln>
        </p:spPr>
      </p:sp>
      <p:sp>
        <p:nvSpPr>
          <p:cNvPr id="645" name="02_predicted_pose_3944">
            <a:extLst>
              <a:ext uri="{FF2B5EF4-FFF2-40B4-BE49-F238E27FC236}">
                <a16:creationId xmlns:a16="http://schemas.microsoft.com/office/drawing/2014/main" id="{458618DE-02F9-4335-BAC1-7C9B79A5D8D3}"/>
              </a:ext>
            </a:extLst>
          </p:cNvPr>
          <p:cNvSpPr>
            <a:spLocks noGrp="1"/>
          </p:cNvSpPr>
          <p:nvPr/>
        </p:nvSpPr>
        <p:spPr>
          <a:xfrm>
            <a:off x="4492588" y="3430138"/>
            <a:ext cx="28398" cy="28398"/>
          </a:xfrm>
          <a:prstGeom prst="ellipse">
            <a:avLst/>
          </a:prstGeom>
          <a:solidFill>
            <a:srgbClr val="2D887E">
              <a:alpha val="30000"/>
            </a:srgbClr>
          </a:solidFill>
          <a:ln w="0">
            <a:noFill/>
            <a:prstDash val="solid"/>
          </a:ln>
        </p:spPr>
      </p:sp>
      <p:sp>
        <p:nvSpPr>
          <p:cNvPr id="646" name="02_predicted_pose_3945">
            <a:extLst>
              <a:ext uri="{FF2B5EF4-FFF2-40B4-BE49-F238E27FC236}">
                <a16:creationId xmlns:a16="http://schemas.microsoft.com/office/drawing/2014/main" id="{4D6AE1AE-5191-48A4-A9C5-718D77366379}"/>
              </a:ext>
            </a:extLst>
          </p:cNvPr>
          <p:cNvSpPr>
            <a:spLocks noGrp="1"/>
          </p:cNvSpPr>
          <p:nvPr/>
        </p:nvSpPr>
        <p:spPr>
          <a:xfrm>
            <a:off x="4506370" y="3315507"/>
            <a:ext cx="28398" cy="28398"/>
          </a:xfrm>
          <a:prstGeom prst="ellipse">
            <a:avLst/>
          </a:prstGeom>
          <a:solidFill>
            <a:srgbClr val="2D887E">
              <a:alpha val="30000"/>
            </a:srgbClr>
          </a:solidFill>
          <a:ln w="0">
            <a:noFill/>
            <a:prstDash val="solid"/>
          </a:ln>
        </p:spPr>
      </p:sp>
      <p:sp>
        <p:nvSpPr>
          <p:cNvPr id="647" name="02_predicted_pose_3946">
            <a:extLst>
              <a:ext uri="{FF2B5EF4-FFF2-40B4-BE49-F238E27FC236}">
                <a16:creationId xmlns:a16="http://schemas.microsoft.com/office/drawing/2014/main" id="{4A2603EA-C7D7-4F7E-8B63-1E1583EFBA94}"/>
              </a:ext>
            </a:extLst>
          </p:cNvPr>
          <p:cNvSpPr>
            <a:spLocks noGrp="1"/>
          </p:cNvSpPr>
          <p:nvPr/>
        </p:nvSpPr>
        <p:spPr>
          <a:xfrm>
            <a:off x="4520151" y="3577816"/>
            <a:ext cx="28398" cy="28398"/>
          </a:xfrm>
          <a:prstGeom prst="ellipse">
            <a:avLst/>
          </a:prstGeom>
          <a:solidFill>
            <a:srgbClr val="2D887E">
              <a:alpha val="30000"/>
            </a:srgbClr>
          </a:solidFill>
          <a:ln w="0">
            <a:noFill/>
            <a:prstDash val="solid"/>
          </a:ln>
        </p:spPr>
      </p:sp>
      <p:sp>
        <p:nvSpPr>
          <p:cNvPr id="648" name="02_predicted_pose_3947">
            <a:extLst>
              <a:ext uri="{FF2B5EF4-FFF2-40B4-BE49-F238E27FC236}">
                <a16:creationId xmlns:a16="http://schemas.microsoft.com/office/drawing/2014/main" id="{467A40DF-362C-4084-88F2-1E6CF9004D6B}"/>
              </a:ext>
            </a:extLst>
          </p:cNvPr>
          <p:cNvSpPr>
            <a:spLocks noGrp="1"/>
          </p:cNvSpPr>
          <p:nvPr/>
        </p:nvSpPr>
        <p:spPr>
          <a:xfrm>
            <a:off x="4409556" y="3398902"/>
            <a:ext cx="28398" cy="28398"/>
          </a:xfrm>
          <a:prstGeom prst="ellipse">
            <a:avLst/>
          </a:prstGeom>
          <a:solidFill>
            <a:srgbClr val="2D887E">
              <a:alpha val="30000"/>
            </a:srgbClr>
          </a:solidFill>
          <a:ln w="0">
            <a:noFill/>
            <a:prstDash val="solid"/>
          </a:ln>
        </p:spPr>
      </p:sp>
      <p:sp>
        <p:nvSpPr>
          <p:cNvPr id="649" name="02_predicted_pose_3948">
            <a:extLst>
              <a:ext uri="{FF2B5EF4-FFF2-40B4-BE49-F238E27FC236}">
                <a16:creationId xmlns:a16="http://schemas.microsoft.com/office/drawing/2014/main" id="{F436966D-9B16-47BA-B9AD-BCF0CE99B925}"/>
              </a:ext>
            </a:extLst>
          </p:cNvPr>
          <p:cNvSpPr>
            <a:spLocks noGrp="1"/>
          </p:cNvSpPr>
          <p:nvPr/>
        </p:nvSpPr>
        <p:spPr>
          <a:xfrm>
            <a:off x="4600771" y="3803078"/>
            <a:ext cx="28398" cy="28398"/>
          </a:xfrm>
          <a:prstGeom prst="ellipse">
            <a:avLst/>
          </a:prstGeom>
          <a:solidFill>
            <a:srgbClr val="2D887E">
              <a:alpha val="30000"/>
            </a:srgbClr>
          </a:solidFill>
          <a:ln w="0">
            <a:noFill/>
            <a:prstDash val="solid"/>
          </a:ln>
        </p:spPr>
      </p:sp>
      <p:sp>
        <p:nvSpPr>
          <p:cNvPr id="650" name="02_predicted_pose_3949">
            <a:extLst>
              <a:ext uri="{FF2B5EF4-FFF2-40B4-BE49-F238E27FC236}">
                <a16:creationId xmlns:a16="http://schemas.microsoft.com/office/drawing/2014/main" id="{BBC2EF0B-1884-45A3-9E56-F06DA09F18D8}"/>
              </a:ext>
            </a:extLst>
          </p:cNvPr>
          <p:cNvSpPr>
            <a:spLocks noGrp="1"/>
          </p:cNvSpPr>
          <p:nvPr/>
        </p:nvSpPr>
        <p:spPr>
          <a:xfrm>
            <a:off x="4471916" y="3806589"/>
            <a:ext cx="28398" cy="28398"/>
          </a:xfrm>
          <a:prstGeom prst="ellipse">
            <a:avLst/>
          </a:prstGeom>
          <a:solidFill>
            <a:srgbClr val="2D887E">
              <a:alpha val="30000"/>
            </a:srgbClr>
          </a:solidFill>
          <a:ln w="0">
            <a:noFill/>
            <a:prstDash val="solid"/>
          </a:ln>
        </p:spPr>
      </p:sp>
      <p:sp>
        <p:nvSpPr>
          <p:cNvPr id="651" name="02_predicted_pose_3950">
            <a:extLst>
              <a:ext uri="{FF2B5EF4-FFF2-40B4-BE49-F238E27FC236}">
                <a16:creationId xmlns:a16="http://schemas.microsoft.com/office/drawing/2014/main" id="{95ED0B91-AC6F-47EC-998C-0055B44F7465}"/>
              </a:ext>
            </a:extLst>
          </p:cNvPr>
          <p:cNvSpPr>
            <a:spLocks noGrp="1"/>
          </p:cNvSpPr>
          <p:nvPr/>
        </p:nvSpPr>
        <p:spPr>
          <a:xfrm>
            <a:off x="4364078" y="3761624"/>
            <a:ext cx="28398" cy="28398"/>
          </a:xfrm>
          <a:prstGeom prst="ellipse">
            <a:avLst/>
          </a:prstGeom>
          <a:solidFill>
            <a:srgbClr val="2D887E">
              <a:alpha val="30000"/>
            </a:srgbClr>
          </a:solidFill>
          <a:ln w="0">
            <a:noFill/>
            <a:prstDash val="solid"/>
          </a:ln>
        </p:spPr>
      </p:sp>
      <p:sp>
        <p:nvSpPr>
          <p:cNvPr id="652" name="02_predicted_pose_3951">
            <a:extLst>
              <a:ext uri="{FF2B5EF4-FFF2-40B4-BE49-F238E27FC236}">
                <a16:creationId xmlns:a16="http://schemas.microsoft.com/office/drawing/2014/main" id="{22241C74-7E6C-490D-9BE4-38650B9FCB7C}"/>
              </a:ext>
            </a:extLst>
          </p:cNvPr>
          <p:cNvSpPr>
            <a:spLocks noGrp="1"/>
          </p:cNvSpPr>
          <p:nvPr/>
        </p:nvSpPr>
        <p:spPr>
          <a:xfrm>
            <a:off x="4485698" y="3806409"/>
            <a:ext cx="28398" cy="28398"/>
          </a:xfrm>
          <a:prstGeom prst="ellipse">
            <a:avLst/>
          </a:prstGeom>
          <a:solidFill>
            <a:srgbClr val="2D887E">
              <a:alpha val="30000"/>
            </a:srgbClr>
          </a:solidFill>
          <a:ln w="0">
            <a:noFill/>
            <a:prstDash val="solid"/>
          </a:ln>
        </p:spPr>
      </p:sp>
      <p:sp>
        <p:nvSpPr>
          <p:cNvPr id="653" name="02_predicted_pose_3952">
            <a:extLst>
              <a:ext uri="{FF2B5EF4-FFF2-40B4-BE49-F238E27FC236}">
                <a16:creationId xmlns:a16="http://schemas.microsoft.com/office/drawing/2014/main" id="{DD62FBCF-744C-4A06-A2E6-BF2442F44CD9}"/>
              </a:ext>
            </a:extLst>
          </p:cNvPr>
          <p:cNvSpPr>
            <a:spLocks noGrp="1"/>
          </p:cNvSpPr>
          <p:nvPr/>
        </p:nvSpPr>
        <p:spPr>
          <a:xfrm>
            <a:off x="4592847" y="3567870"/>
            <a:ext cx="28398" cy="28398"/>
          </a:xfrm>
          <a:prstGeom prst="ellipse">
            <a:avLst/>
          </a:prstGeom>
          <a:solidFill>
            <a:srgbClr val="2D887E">
              <a:alpha val="30000"/>
            </a:srgbClr>
          </a:solidFill>
          <a:ln w="0">
            <a:noFill/>
            <a:prstDash val="solid"/>
          </a:ln>
        </p:spPr>
      </p:sp>
      <p:sp>
        <p:nvSpPr>
          <p:cNvPr id="654" name="02_predicted_pose_3953">
            <a:extLst>
              <a:ext uri="{FF2B5EF4-FFF2-40B4-BE49-F238E27FC236}">
                <a16:creationId xmlns:a16="http://schemas.microsoft.com/office/drawing/2014/main" id="{095F75DD-80CA-4DEF-A09D-130EE268D0B1}"/>
              </a:ext>
            </a:extLst>
          </p:cNvPr>
          <p:cNvSpPr>
            <a:spLocks noGrp="1"/>
          </p:cNvSpPr>
          <p:nvPr/>
        </p:nvSpPr>
        <p:spPr>
          <a:xfrm>
            <a:off x="4647972" y="3611772"/>
            <a:ext cx="28398" cy="28398"/>
          </a:xfrm>
          <a:prstGeom prst="ellipse">
            <a:avLst/>
          </a:prstGeom>
          <a:solidFill>
            <a:srgbClr val="2D887E">
              <a:alpha val="30000"/>
            </a:srgbClr>
          </a:solidFill>
          <a:ln w="0">
            <a:noFill/>
            <a:prstDash val="solid"/>
          </a:ln>
        </p:spPr>
      </p:sp>
      <p:sp>
        <p:nvSpPr>
          <p:cNvPr id="655" name="02_predicted_pose_3954">
            <a:extLst>
              <a:ext uri="{FF2B5EF4-FFF2-40B4-BE49-F238E27FC236}">
                <a16:creationId xmlns:a16="http://schemas.microsoft.com/office/drawing/2014/main" id="{F58BDFF8-E580-466C-ADB5-C24B230DFF32}"/>
              </a:ext>
            </a:extLst>
          </p:cNvPr>
          <p:cNvSpPr>
            <a:spLocks noGrp="1"/>
          </p:cNvSpPr>
          <p:nvPr/>
        </p:nvSpPr>
        <p:spPr>
          <a:xfrm>
            <a:off x="4441253" y="3365399"/>
            <a:ext cx="28398" cy="28398"/>
          </a:xfrm>
          <a:prstGeom prst="ellipse">
            <a:avLst/>
          </a:prstGeom>
          <a:solidFill>
            <a:srgbClr val="2D887E">
              <a:alpha val="30000"/>
            </a:srgbClr>
          </a:solidFill>
          <a:ln w="0">
            <a:noFill/>
            <a:prstDash val="solid"/>
          </a:ln>
        </p:spPr>
      </p:sp>
      <p:sp>
        <p:nvSpPr>
          <p:cNvPr id="656" name="02_predicted_pose_3955">
            <a:extLst>
              <a:ext uri="{FF2B5EF4-FFF2-40B4-BE49-F238E27FC236}">
                <a16:creationId xmlns:a16="http://schemas.microsoft.com/office/drawing/2014/main" id="{54D57E77-B974-4EE9-A2EF-ED9140948752}"/>
              </a:ext>
            </a:extLst>
          </p:cNvPr>
          <p:cNvSpPr>
            <a:spLocks noGrp="1"/>
          </p:cNvSpPr>
          <p:nvPr/>
        </p:nvSpPr>
        <p:spPr>
          <a:xfrm>
            <a:off x="4468816" y="3352948"/>
            <a:ext cx="28398" cy="28398"/>
          </a:xfrm>
          <a:prstGeom prst="ellipse">
            <a:avLst/>
          </a:prstGeom>
          <a:solidFill>
            <a:srgbClr val="2D887E">
              <a:alpha val="30000"/>
            </a:srgbClr>
          </a:solidFill>
          <a:ln w="0">
            <a:noFill/>
            <a:prstDash val="solid"/>
          </a:ln>
        </p:spPr>
      </p:sp>
      <p:sp>
        <p:nvSpPr>
          <p:cNvPr id="657" name="02_predicted_pose_3956">
            <a:extLst>
              <a:ext uri="{FF2B5EF4-FFF2-40B4-BE49-F238E27FC236}">
                <a16:creationId xmlns:a16="http://schemas.microsoft.com/office/drawing/2014/main" id="{68549E9F-4ACF-4FBB-B94F-27D147C39D1C}"/>
              </a:ext>
            </a:extLst>
          </p:cNvPr>
          <p:cNvSpPr>
            <a:spLocks noGrp="1"/>
          </p:cNvSpPr>
          <p:nvPr/>
        </p:nvSpPr>
        <p:spPr>
          <a:xfrm>
            <a:off x="4510159" y="3363558"/>
            <a:ext cx="28398" cy="28398"/>
          </a:xfrm>
          <a:prstGeom prst="ellipse">
            <a:avLst/>
          </a:prstGeom>
          <a:solidFill>
            <a:srgbClr val="2D887E">
              <a:alpha val="30000"/>
            </a:srgbClr>
          </a:solidFill>
          <a:ln w="0">
            <a:noFill/>
            <a:prstDash val="solid"/>
          </a:ln>
        </p:spPr>
      </p:sp>
      <p:sp>
        <p:nvSpPr>
          <p:cNvPr id="658" name="02_predicted_pose_3957">
            <a:extLst>
              <a:ext uri="{FF2B5EF4-FFF2-40B4-BE49-F238E27FC236}">
                <a16:creationId xmlns:a16="http://schemas.microsoft.com/office/drawing/2014/main" id="{E6BCFDDB-6C63-44DA-BC51-A2A7F5C28243}"/>
              </a:ext>
            </a:extLst>
          </p:cNvPr>
          <p:cNvSpPr>
            <a:spLocks noGrp="1"/>
          </p:cNvSpPr>
          <p:nvPr/>
        </p:nvSpPr>
        <p:spPr>
          <a:xfrm>
            <a:off x="4537722" y="3358108"/>
            <a:ext cx="28398" cy="28398"/>
          </a:xfrm>
          <a:prstGeom prst="ellipse">
            <a:avLst/>
          </a:prstGeom>
          <a:solidFill>
            <a:srgbClr val="2D887E">
              <a:alpha val="30000"/>
            </a:srgbClr>
          </a:solidFill>
          <a:ln w="0">
            <a:noFill/>
            <a:prstDash val="solid"/>
          </a:ln>
        </p:spPr>
      </p:sp>
      <p:sp>
        <p:nvSpPr>
          <p:cNvPr id="659" name="02_predicted_pose_3958">
            <a:extLst>
              <a:ext uri="{FF2B5EF4-FFF2-40B4-BE49-F238E27FC236}">
                <a16:creationId xmlns:a16="http://schemas.microsoft.com/office/drawing/2014/main" id="{9A76AD2B-1326-43B0-85B7-1ADC74F498A6}"/>
              </a:ext>
            </a:extLst>
          </p:cNvPr>
          <p:cNvSpPr>
            <a:spLocks noGrp="1"/>
          </p:cNvSpPr>
          <p:nvPr/>
        </p:nvSpPr>
        <p:spPr>
          <a:xfrm>
            <a:off x="4551503" y="3365234"/>
            <a:ext cx="28398" cy="28398"/>
          </a:xfrm>
          <a:prstGeom prst="ellipse">
            <a:avLst/>
          </a:prstGeom>
          <a:solidFill>
            <a:srgbClr val="2D887E">
              <a:alpha val="30000"/>
            </a:srgbClr>
          </a:solidFill>
          <a:ln w="0">
            <a:noFill/>
            <a:prstDash val="solid"/>
          </a:ln>
        </p:spPr>
      </p:sp>
      <p:sp>
        <p:nvSpPr>
          <p:cNvPr id="660" name="02_predicted_pose_3959">
            <a:extLst>
              <a:ext uri="{FF2B5EF4-FFF2-40B4-BE49-F238E27FC236}">
                <a16:creationId xmlns:a16="http://schemas.microsoft.com/office/drawing/2014/main" id="{782C8E3E-D4C7-4C72-8C31-66CAE4DDFF65}"/>
              </a:ext>
            </a:extLst>
          </p:cNvPr>
          <p:cNvSpPr>
            <a:spLocks noGrp="1"/>
          </p:cNvSpPr>
          <p:nvPr/>
        </p:nvSpPr>
        <p:spPr>
          <a:xfrm>
            <a:off x="4454690" y="3369993"/>
            <a:ext cx="28398" cy="28398"/>
          </a:xfrm>
          <a:prstGeom prst="ellipse">
            <a:avLst/>
          </a:prstGeom>
          <a:solidFill>
            <a:srgbClr val="2D887E">
              <a:alpha val="30000"/>
            </a:srgbClr>
          </a:solidFill>
          <a:ln w="0">
            <a:noFill/>
            <a:prstDash val="solid"/>
          </a:ln>
        </p:spPr>
      </p:sp>
      <p:sp>
        <p:nvSpPr>
          <p:cNvPr id="661" name="02_predicted_pose_3960">
            <a:extLst>
              <a:ext uri="{FF2B5EF4-FFF2-40B4-BE49-F238E27FC236}">
                <a16:creationId xmlns:a16="http://schemas.microsoft.com/office/drawing/2014/main" id="{D5D9A526-F63A-433D-9322-C2FE56A57571}"/>
              </a:ext>
            </a:extLst>
          </p:cNvPr>
          <p:cNvSpPr>
            <a:spLocks noGrp="1"/>
          </p:cNvSpPr>
          <p:nvPr/>
        </p:nvSpPr>
        <p:spPr>
          <a:xfrm>
            <a:off x="4557360" y="3714403"/>
            <a:ext cx="28398" cy="28398"/>
          </a:xfrm>
          <a:prstGeom prst="ellipse">
            <a:avLst/>
          </a:prstGeom>
          <a:solidFill>
            <a:srgbClr val="2D887E">
              <a:alpha val="30000"/>
            </a:srgbClr>
          </a:solidFill>
          <a:ln w="0">
            <a:noFill/>
            <a:prstDash val="solid"/>
          </a:ln>
        </p:spPr>
      </p:sp>
      <p:sp>
        <p:nvSpPr>
          <p:cNvPr id="662" name="02_predicted_pose_3961">
            <a:extLst>
              <a:ext uri="{FF2B5EF4-FFF2-40B4-BE49-F238E27FC236}">
                <a16:creationId xmlns:a16="http://schemas.microsoft.com/office/drawing/2014/main" id="{CBEE92EC-2AD7-470D-96F4-3CB78C7D6E5F}"/>
              </a:ext>
            </a:extLst>
          </p:cNvPr>
          <p:cNvSpPr>
            <a:spLocks noGrp="1"/>
          </p:cNvSpPr>
          <p:nvPr/>
        </p:nvSpPr>
        <p:spPr>
          <a:xfrm>
            <a:off x="4584923" y="3701649"/>
            <a:ext cx="28398" cy="28398"/>
          </a:xfrm>
          <a:prstGeom prst="ellipse">
            <a:avLst/>
          </a:prstGeom>
          <a:solidFill>
            <a:srgbClr val="2D887E">
              <a:alpha val="30000"/>
            </a:srgbClr>
          </a:solidFill>
          <a:ln w="0">
            <a:noFill/>
            <a:prstDash val="solid"/>
          </a:ln>
        </p:spPr>
      </p:sp>
      <p:sp>
        <p:nvSpPr>
          <p:cNvPr id="663" name="02_predicted_pose_3962">
            <a:extLst>
              <a:ext uri="{FF2B5EF4-FFF2-40B4-BE49-F238E27FC236}">
                <a16:creationId xmlns:a16="http://schemas.microsoft.com/office/drawing/2014/main" id="{028FD568-503F-4A0A-BF43-4A83457FE038}"/>
              </a:ext>
            </a:extLst>
          </p:cNvPr>
          <p:cNvSpPr>
            <a:spLocks noGrp="1"/>
          </p:cNvSpPr>
          <p:nvPr/>
        </p:nvSpPr>
        <p:spPr>
          <a:xfrm>
            <a:off x="4612485" y="3655857"/>
            <a:ext cx="28398" cy="28398"/>
          </a:xfrm>
          <a:prstGeom prst="ellipse">
            <a:avLst/>
          </a:prstGeom>
          <a:solidFill>
            <a:srgbClr val="2D887E">
              <a:alpha val="30000"/>
            </a:srgbClr>
          </a:solidFill>
          <a:ln w="0">
            <a:noFill/>
            <a:prstDash val="solid"/>
          </a:ln>
        </p:spPr>
      </p:sp>
      <p:sp>
        <p:nvSpPr>
          <p:cNvPr id="664" name="02_predicted_pose_3963">
            <a:extLst>
              <a:ext uri="{FF2B5EF4-FFF2-40B4-BE49-F238E27FC236}">
                <a16:creationId xmlns:a16="http://schemas.microsoft.com/office/drawing/2014/main" id="{C7D7D3F6-5EEA-4E2E-9B4C-D548F3B43A78}"/>
              </a:ext>
            </a:extLst>
          </p:cNvPr>
          <p:cNvSpPr>
            <a:spLocks noGrp="1"/>
          </p:cNvSpPr>
          <p:nvPr/>
        </p:nvSpPr>
        <p:spPr>
          <a:xfrm>
            <a:off x="4640047" y="3671444"/>
            <a:ext cx="28398" cy="28398"/>
          </a:xfrm>
          <a:prstGeom prst="ellipse">
            <a:avLst/>
          </a:prstGeom>
          <a:solidFill>
            <a:srgbClr val="2D887E">
              <a:alpha val="30000"/>
            </a:srgbClr>
          </a:solidFill>
          <a:ln w="0">
            <a:noFill/>
            <a:prstDash val="solid"/>
          </a:ln>
        </p:spPr>
      </p:sp>
      <p:sp>
        <p:nvSpPr>
          <p:cNvPr id="665" name="02_predicted_pose_3964">
            <a:extLst>
              <a:ext uri="{FF2B5EF4-FFF2-40B4-BE49-F238E27FC236}">
                <a16:creationId xmlns:a16="http://schemas.microsoft.com/office/drawing/2014/main" id="{FD5D30AC-AD60-4149-B962-6E9891800A55}"/>
              </a:ext>
            </a:extLst>
          </p:cNvPr>
          <p:cNvSpPr>
            <a:spLocks noGrp="1"/>
          </p:cNvSpPr>
          <p:nvPr/>
        </p:nvSpPr>
        <p:spPr>
          <a:xfrm>
            <a:off x="4400599" y="3653212"/>
            <a:ext cx="28398" cy="28398"/>
          </a:xfrm>
          <a:prstGeom prst="ellipse">
            <a:avLst/>
          </a:prstGeom>
          <a:solidFill>
            <a:srgbClr val="2D887E">
              <a:alpha val="30000"/>
            </a:srgbClr>
          </a:solidFill>
          <a:ln w="0">
            <a:noFill/>
            <a:prstDash val="solid"/>
          </a:ln>
        </p:spPr>
      </p:sp>
      <p:sp>
        <p:nvSpPr>
          <p:cNvPr id="666" name="02_predicted_pose_3965">
            <a:extLst>
              <a:ext uri="{FF2B5EF4-FFF2-40B4-BE49-F238E27FC236}">
                <a16:creationId xmlns:a16="http://schemas.microsoft.com/office/drawing/2014/main" id="{A2D27E2D-81C5-41DF-A123-292F3BE95132}"/>
              </a:ext>
            </a:extLst>
          </p:cNvPr>
          <p:cNvSpPr>
            <a:spLocks noGrp="1"/>
          </p:cNvSpPr>
          <p:nvPr/>
        </p:nvSpPr>
        <p:spPr>
          <a:xfrm>
            <a:off x="4409212" y="3808643"/>
            <a:ext cx="28398" cy="28398"/>
          </a:xfrm>
          <a:prstGeom prst="ellipse">
            <a:avLst/>
          </a:prstGeom>
          <a:solidFill>
            <a:srgbClr val="2D887E">
              <a:alpha val="30000"/>
            </a:srgbClr>
          </a:solidFill>
          <a:ln w="0">
            <a:noFill/>
            <a:prstDash val="solid"/>
          </a:ln>
        </p:spPr>
      </p:sp>
      <p:sp>
        <p:nvSpPr>
          <p:cNvPr id="667" name="02_predicted_pose_3966">
            <a:extLst>
              <a:ext uri="{FF2B5EF4-FFF2-40B4-BE49-F238E27FC236}">
                <a16:creationId xmlns:a16="http://schemas.microsoft.com/office/drawing/2014/main" id="{FD1B170D-E5E7-413D-AEAD-9393F3C8C8C9}"/>
              </a:ext>
            </a:extLst>
          </p:cNvPr>
          <p:cNvSpPr>
            <a:spLocks noGrp="1"/>
          </p:cNvSpPr>
          <p:nvPr/>
        </p:nvSpPr>
        <p:spPr>
          <a:xfrm>
            <a:off x="4422993" y="3743426"/>
            <a:ext cx="28398" cy="28398"/>
          </a:xfrm>
          <a:prstGeom prst="ellipse">
            <a:avLst/>
          </a:prstGeom>
          <a:solidFill>
            <a:srgbClr val="2D887E">
              <a:alpha val="30000"/>
            </a:srgbClr>
          </a:solidFill>
          <a:ln w="0">
            <a:noFill/>
            <a:prstDash val="solid"/>
          </a:ln>
        </p:spPr>
      </p:sp>
      <p:sp>
        <p:nvSpPr>
          <p:cNvPr id="668" name="02_predicted_pose_3967">
            <a:extLst>
              <a:ext uri="{FF2B5EF4-FFF2-40B4-BE49-F238E27FC236}">
                <a16:creationId xmlns:a16="http://schemas.microsoft.com/office/drawing/2014/main" id="{8C7AA9CD-8E5E-47AD-897B-4BD9892BF3AC}"/>
              </a:ext>
            </a:extLst>
          </p:cNvPr>
          <p:cNvSpPr>
            <a:spLocks noGrp="1"/>
          </p:cNvSpPr>
          <p:nvPr/>
        </p:nvSpPr>
        <p:spPr>
          <a:xfrm>
            <a:off x="4450556" y="3754556"/>
            <a:ext cx="28398" cy="28398"/>
          </a:xfrm>
          <a:prstGeom prst="ellipse">
            <a:avLst/>
          </a:prstGeom>
          <a:solidFill>
            <a:srgbClr val="2D887E">
              <a:alpha val="30000"/>
            </a:srgbClr>
          </a:solidFill>
          <a:ln w="0">
            <a:noFill/>
            <a:prstDash val="solid"/>
          </a:ln>
        </p:spPr>
      </p:sp>
      <p:sp>
        <p:nvSpPr>
          <p:cNvPr id="669" name="02_predicted_pose_3968">
            <a:extLst>
              <a:ext uri="{FF2B5EF4-FFF2-40B4-BE49-F238E27FC236}">
                <a16:creationId xmlns:a16="http://schemas.microsoft.com/office/drawing/2014/main" id="{FAAC16F7-8239-4A97-B960-9BA545C5D86A}"/>
              </a:ext>
            </a:extLst>
          </p:cNvPr>
          <p:cNvSpPr>
            <a:spLocks noGrp="1"/>
          </p:cNvSpPr>
          <p:nvPr/>
        </p:nvSpPr>
        <p:spPr>
          <a:xfrm>
            <a:off x="4478118" y="3716801"/>
            <a:ext cx="28398" cy="28398"/>
          </a:xfrm>
          <a:prstGeom prst="ellipse">
            <a:avLst/>
          </a:prstGeom>
          <a:solidFill>
            <a:srgbClr val="2D887E">
              <a:alpha val="30000"/>
            </a:srgbClr>
          </a:solidFill>
          <a:ln w="0">
            <a:noFill/>
            <a:prstDash val="solid"/>
          </a:ln>
        </p:spPr>
      </p:sp>
      <p:sp>
        <p:nvSpPr>
          <p:cNvPr id="670" name="02_predicted_pose_3969">
            <a:extLst>
              <a:ext uri="{FF2B5EF4-FFF2-40B4-BE49-F238E27FC236}">
                <a16:creationId xmlns:a16="http://schemas.microsoft.com/office/drawing/2014/main" id="{A21AB204-6DA2-4487-A240-DD9957B5ACDD}"/>
              </a:ext>
            </a:extLst>
          </p:cNvPr>
          <p:cNvSpPr>
            <a:spLocks noGrp="1"/>
          </p:cNvSpPr>
          <p:nvPr/>
        </p:nvSpPr>
        <p:spPr>
          <a:xfrm>
            <a:off x="4505680" y="3785036"/>
            <a:ext cx="28398" cy="28398"/>
          </a:xfrm>
          <a:prstGeom prst="ellipse">
            <a:avLst/>
          </a:prstGeom>
          <a:solidFill>
            <a:srgbClr val="2D887E">
              <a:alpha val="30000"/>
            </a:srgbClr>
          </a:solidFill>
          <a:ln w="0">
            <a:noFill/>
            <a:prstDash val="solid"/>
          </a:ln>
        </p:spPr>
      </p:sp>
      <p:sp>
        <p:nvSpPr>
          <p:cNvPr id="671" name="02_predicted_pose_3970">
            <a:extLst>
              <a:ext uri="{FF2B5EF4-FFF2-40B4-BE49-F238E27FC236}">
                <a16:creationId xmlns:a16="http://schemas.microsoft.com/office/drawing/2014/main" id="{63254328-F1A8-4BC9-8471-C60DFF30A3A3}"/>
              </a:ext>
            </a:extLst>
          </p:cNvPr>
          <p:cNvSpPr>
            <a:spLocks noGrp="1"/>
          </p:cNvSpPr>
          <p:nvPr/>
        </p:nvSpPr>
        <p:spPr>
          <a:xfrm>
            <a:off x="4530487" y="2956499"/>
            <a:ext cx="28398" cy="28398"/>
          </a:xfrm>
          <a:prstGeom prst="ellipse">
            <a:avLst/>
          </a:prstGeom>
          <a:solidFill>
            <a:srgbClr val="2D887E">
              <a:alpha val="30000"/>
            </a:srgbClr>
          </a:solidFill>
          <a:ln w="0">
            <a:noFill/>
            <a:prstDash val="solid"/>
          </a:ln>
        </p:spPr>
      </p:sp>
      <p:sp>
        <p:nvSpPr>
          <p:cNvPr id="672" name="02_predicted_pose_3971">
            <a:extLst>
              <a:ext uri="{FF2B5EF4-FFF2-40B4-BE49-F238E27FC236}">
                <a16:creationId xmlns:a16="http://schemas.microsoft.com/office/drawing/2014/main" id="{D56971CA-84DA-4030-BAD0-7A4BC91C274A}"/>
              </a:ext>
            </a:extLst>
          </p:cNvPr>
          <p:cNvSpPr>
            <a:spLocks noGrp="1"/>
          </p:cNvSpPr>
          <p:nvPr/>
        </p:nvSpPr>
        <p:spPr>
          <a:xfrm>
            <a:off x="4544268" y="2982445"/>
            <a:ext cx="28398" cy="28398"/>
          </a:xfrm>
          <a:prstGeom prst="ellipse">
            <a:avLst/>
          </a:prstGeom>
          <a:solidFill>
            <a:srgbClr val="2D887E">
              <a:alpha val="30000"/>
            </a:srgbClr>
          </a:solidFill>
          <a:ln w="0">
            <a:noFill/>
            <a:prstDash val="solid"/>
          </a:ln>
        </p:spPr>
      </p:sp>
      <p:sp>
        <p:nvSpPr>
          <p:cNvPr id="673" name="02_predicted_pose_3972">
            <a:extLst>
              <a:ext uri="{FF2B5EF4-FFF2-40B4-BE49-F238E27FC236}">
                <a16:creationId xmlns:a16="http://schemas.microsoft.com/office/drawing/2014/main" id="{38D5D9CE-D7F7-4092-A1CD-5D726E38E7F6}"/>
              </a:ext>
            </a:extLst>
          </p:cNvPr>
          <p:cNvSpPr>
            <a:spLocks noGrp="1"/>
          </p:cNvSpPr>
          <p:nvPr/>
        </p:nvSpPr>
        <p:spPr>
          <a:xfrm>
            <a:off x="4475362" y="3654724"/>
            <a:ext cx="28398" cy="28398"/>
          </a:xfrm>
          <a:prstGeom prst="ellipse">
            <a:avLst/>
          </a:prstGeom>
          <a:solidFill>
            <a:srgbClr val="2D887E">
              <a:alpha val="30000"/>
            </a:srgbClr>
          </a:solidFill>
          <a:ln w="0">
            <a:noFill/>
            <a:prstDash val="solid"/>
          </a:ln>
        </p:spPr>
      </p:sp>
      <p:sp>
        <p:nvSpPr>
          <p:cNvPr id="674" name="02_predicted_pose_3973">
            <a:extLst>
              <a:ext uri="{FF2B5EF4-FFF2-40B4-BE49-F238E27FC236}">
                <a16:creationId xmlns:a16="http://schemas.microsoft.com/office/drawing/2014/main" id="{0425C02E-76C1-4939-9427-D3D84A2347A3}"/>
              </a:ext>
            </a:extLst>
          </p:cNvPr>
          <p:cNvSpPr>
            <a:spLocks noGrp="1"/>
          </p:cNvSpPr>
          <p:nvPr/>
        </p:nvSpPr>
        <p:spPr>
          <a:xfrm>
            <a:off x="4422649" y="3690984"/>
            <a:ext cx="28398" cy="28398"/>
          </a:xfrm>
          <a:prstGeom prst="ellipse">
            <a:avLst/>
          </a:prstGeom>
          <a:solidFill>
            <a:srgbClr val="2D887E">
              <a:alpha val="30000"/>
            </a:srgbClr>
          </a:solidFill>
          <a:ln w="0">
            <a:noFill/>
            <a:prstDash val="solid"/>
          </a:ln>
        </p:spPr>
      </p:sp>
      <p:sp>
        <p:nvSpPr>
          <p:cNvPr id="675" name="02_predicted_pose_3974">
            <a:extLst>
              <a:ext uri="{FF2B5EF4-FFF2-40B4-BE49-F238E27FC236}">
                <a16:creationId xmlns:a16="http://schemas.microsoft.com/office/drawing/2014/main" id="{DAADFB8D-44D0-456B-90AB-54E0F3D87E31}"/>
              </a:ext>
            </a:extLst>
          </p:cNvPr>
          <p:cNvSpPr>
            <a:spLocks noGrp="1"/>
          </p:cNvSpPr>
          <p:nvPr/>
        </p:nvSpPr>
        <p:spPr>
          <a:xfrm>
            <a:off x="4339272" y="3550797"/>
            <a:ext cx="28398" cy="28398"/>
          </a:xfrm>
          <a:prstGeom prst="ellipse">
            <a:avLst/>
          </a:prstGeom>
          <a:solidFill>
            <a:srgbClr val="2D887E">
              <a:alpha val="30000"/>
            </a:srgbClr>
          </a:solidFill>
          <a:ln w="0">
            <a:noFill/>
            <a:prstDash val="solid"/>
          </a:ln>
        </p:spPr>
      </p:sp>
      <p:sp>
        <p:nvSpPr>
          <p:cNvPr id="676" name="02_predicted_pose_3975">
            <a:extLst>
              <a:ext uri="{FF2B5EF4-FFF2-40B4-BE49-F238E27FC236}">
                <a16:creationId xmlns:a16="http://schemas.microsoft.com/office/drawing/2014/main" id="{69B63FE6-68D3-4627-B76C-80330F5F8F61}"/>
              </a:ext>
            </a:extLst>
          </p:cNvPr>
          <p:cNvSpPr>
            <a:spLocks noGrp="1"/>
          </p:cNvSpPr>
          <p:nvPr/>
        </p:nvSpPr>
        <p:spPr>
          <a:xfrm>
            <a:off x="4583200" y="3516881"/>
            <a:ext cx="28398" cy="28398"/>
          </a:xfrm>
          <a:prstGeom prst="ellipse">
            <a:avLst/>
          </a:prstGeom>
          <a:solidFill>
            <a:srgbClr val="2D887E">
              <a:alpha val="30000"/>
            </a:srgbClr>
          </a:solidFill>
          <a:ln w="0">
            <a:noFill/>
            <a:prstDash val="solid"/>
          </a:ln>
        </p:spPr>
      </p:sp>
      <p:sp>
        <p:nvSpPr>
          <p:cNvPr id="677" name="02_predicted_pose_3976">
            <a:extLst>
              <a:ext uri="{FF2B5EF4-FFF2-40B4-BE49-F238E27FC236}">
                <a16:creationId xmlns:a16="http://schemas.microsoft.com/office/drawing/2014/main" id="{2D15420B-08E6-461F-B6D2-A0B28A7E127A}"/>
              </a:ext>
            </a:extLst>
          </p:cNvPr>
          <p:cNvSpPr>
            <a:spLocks noGrp="1"/>
          </p:cNvSpPr>
          <p:nvPr/>
        </p:nvSpPr>
        <p:spPr>
          <a:xfrm>
            <a:off x="4540134" y="2765301"/>
            <a:ext cx="28398" cy="28398"/>
          </a:xfrm>
          <a:prstGeom prst="ellipse">
            <a:avLst/>
          </a:prstGeom>
          <a:solidFill>
            <a:srgbClr val="2D887E">
              <a:alpha val="30000"/>
            </a:srgbClr>
          </a:solidFill>
          <a:ln w="0">
            <a:noFill/>
            <a:prstDash val="solid"/>
          </a:ln>
        </p:spPr>
      </p:sp>
      <p:sp>
        <p:nvSpPr>
          <p:cNvPr id="678" name="02_predicted_pose_3977">
            <a:extLst>
              <a:ext uri="{FF2B5EF4-FFF2-40B4-BE49-F238E27FC236}">
                <a16:creationId xmlns:a16="http://schemas.microsoft.com/office/drawing/2014/main" id="{396FE6EA-FD81-4C3B-84D0-244486946857}"/>
              </a:ext>
            </a:extLst>
          </p:cNvPr>
          <p:cNvSpPr>
            <a:spLocks noGrp="1"/>
          </p:cNvSpPr>
          <p:nvPr/>
        </p:nvSpPr>
        <p:spPr>
          <a:xfrm>
            <a:off x="4553915" y="2731483"/>
            <a:ext cx="28398" cy="28398"/>
          </a:xfrm>
          <a:prstGeom prst="ellipse">
            <a:avLst/>
          </a:prstGeom>
          <a:solidFill>
            <a:srgbClr val="2D887E">
              <a:alpha val="30000"/>
            </a:srgbClr>
          </a:solidFill>
          <a:ln w="0">
            <a:noFill/>
            <a:prstDash val="solid"/>
          </a:ln>
        </p:spPr>
      </p:sp>
      <p:sp>
        <p:nvSpPr>
          <p:cNvPr id="679" name="02_predicted_pose_3978">
            <a:extLst>
              <a:ext uri="{FF2B5EF4-FFF2-40B4-BE49-F238E27FC236}">
                <a16:creationId xmlns:a16="http://schemas.microsoft.com/office/drawing/2014/main" id="{A40DFA65-1AEE-402D-AAC3-2C332E0B9301}"/>
              </a:ext>
            </a:extLst>
          </p:cNvPr>
          <p:cNvSpPr>
            <a:spLocks noGrp="1"/>
          </p:cNvSpPr>
          <p:nvPr/>
        </p:nvSpPr>
        <p:spPr>
          <a:xfrm>
            <a:off x="4359944" y="3597550"/>
            <a:ext cx="28398" cy="28398"/>
          </a:xfrm>
          <a:prstGeom prst="ellipse">
            <a:avLst/>
          </a:prstGeom>
          <a:solidFill>
            <a:srgbClr val="2D887E">
              <a:alpha val="30000"/>
            </a:srgbClr>
          </a:solidFill>
          <a:ln w="0">
            <a:noFill/>
            <a:prstDash val="solid"/>
          </a:ln>
        </p:spPr>
      </p:sp>
      <p:sp>
        <p:nvSpPr>
          <p:cNvPr id="680" name="02_predicted_pose_3979">
            <a:extLst>
              <a:ext uri="{FF2B5EF4-FFF2-40B4-BE49-F238E27FC236}">
                <a16:creationId xmlns:a16="http://schemas.microsoft.com/office/drawing/2014/main" id="{F63E6DBE-600F-4EFB-B004-4EF0391440E2}"/>
              </a:ext>
            </a:extLst>
          </p:cNvPr>
          <p:cNvSpPr>
            <a:spLocks noGrp="1"/>
          </p:cNvSpPr>
          <p:nvPr/>
        </p:nvSpPr>
        <p:spPr>
          <a:xfrm>
            <a:off x="4540478" y="3549658"/>
            <a:ext cx="28398" cy="28398"/>
          </a:xfrm>
          <a:prstGeom prst="ellipse">
            <a:avLst/>
          </a:prstGeom>
          <a:solidFill>
            <a:srgbClr val="2D887E">
              <a:alpha val="30000"/>
            </a:srgbClr>
          </a:solidFill>
          <a:ln w="0">
            <a:noFill/>
            <a:prstDash val="solid"/>
          </a:ln>
        </p:spPr>
      </p:sp>
      <p:sp>
        <p:nvSpPr>
          <p:cNvPr id="681" name="02_predicted_pose_3980">
            <a:extLst>
              <a:ext uri="{FF2B5EF4-FFF2-40B4-BE49-F238E27FC236}">
                <a16:creationId xmlns:a16="http://schemas.microsoft.com/office/drawing/2014/main" id="{2DF952B5-C8D7-47B3-9E0B-43E9ED07E569}"/>
              </a:ext>
            </a:extLst>
          </p:cNvPr>
          <p:cNvSpPr>
            <a:spLocks noGrp="1"/>
          </p:cNvSpPr>
          <p:nvPr/>
        </p:nvSpPr>
        <p:spPr>
          <a:xfrm>
            <a:off x="4554259" y="3539237"/>
            <a:ext cx="28398" cy="28398"/>
          </a:xfrm>
          <a:prstGeom prst="ellipse">
            <a:avLst/>
          </a:prstGeom>
          <a:solidFill>
            <a:srgbClr val="2D887E">
              <a:alpha val="30000"/>
            </a:srgbClr>
          </a:solidFill>
          <a:ln w="0">
            <a:noFill/>
            <a:prstDash val="solid"/>
          </a:ln>
        </p:spPr>
      </p:sp>
      <p:sp>
        <p:nvSpPr>
          <p:cNvPr id="682" name="02_predicted_pose_3981">
            <a:extLst>
              <a:ext uri="{FF2B5EF4-FFF2-40B4-BE49-F238E27FC236}">
                <a16:creationId xmlns:a16="http://schemas.microsoft.com/office/drawing/2014/main" id="{52156F15-5109-40BB-986F-9998E598E845}"/>
              </a:ext>
            </a:extLst>
          </p:cNvPr>
          <p:cNvSpPr>
            <a:spLocks noGrp="1"/>
          </p:cNvSpPr>
          <p:nvPr/>
        </p:nvSpPr>
        <p:spPr>
          <a:xfrm>
            <a:off x="4568041" y="3515988"/>
            <a:ext cx="28398" cy="28398"/>
          </a:xfrm>
          <a:prstGeom prst="ellipse">
            <a:avLst/>
          </a:prstGeom>
          <a:solidFill>
            <a:srgbClr val="2D887E">
              <a:alpha val="30000"/>
            </a:srgbClr>
          </a:solidFill>
          <a:ln w="0">
            <a:noFill/>
            <a:prstDash val="solid"/>
          </a:ln>
        </p:spPr>
      </p:sp>
      <p:sp>
        <p:nvSpPr>
          <p:cNvPr id="683" name="02_predicted_pose_3982">
            <a:extLst>
              <a:ext uri="{FF2B5EF4-FFF2-40B4-BE49-F238E27FC236}">
                <a16:creationId xmlns:a16="http://schemas.microsoft.com/office/drawing/2014/main" id="{7705799E-EC82-4AFF-99E2-855D80B066D7}"/>
              </a:ext>
            </a:extLst>
          </p:cNvPr>
          <p:cNvSpPr>
            <a:spLocks noGrp="1"/>
          </p:cNvSpPr>
          <p:nvPr/>
        </p:nvSpPr>
        <p:spPr>
          <a:xfrm>
            <a:off x="4581822" y="3229107"/>
            <a:ext cx="28398" cy="28398"/>
          </a:xfrm>
          <a:prstGeom prst="ellipse">
            <a:avLst/>
          </a:prstGeom>
          <a:solidFill>
            <a:srgbClr val="2D887E">
              <a:alpha val="30000"/>
            </a:srgbClr>
          </a:solidFill>
          <a:ln w="0">
            <a:noFill/>
            <a:prstDash val="solid"/>
          </a:ln>
        </p:spPr>
      </p:sp>
      <p:sp>
        <p:nvSpPr>
          <p:cNvPr id="684" name="02_predicted_pose_3983">
            <a:extLst>
              <a:ext uri="{FF2B5EF4-FFF2-40B4-BE49-F238E27FC236}">
                <a16:creationId xmlns:a16="http://schemas.microsoft.com/office/drawing/2014/main" id="{290254FA-A7EE-4664-AECA-F612DB82E7E2}"/>
              </a:ext>
            </a:extLst>
          </p:cNvPr>
          <p:cNvSpPr>
            <a:spLocks noGrp="1"/>
          </p:cNvSpPr>
          <p:nvPr/>
        </p:nvSpPr>
        <p:spPr>
          <a:xfrm>
            <a:off x="4595603" y="3554938"/>
            <a:ext cx="28398" cy="28398"/>
          </a:xfrm>
          <a:prstGeom prst="ellipse">
            <a:avLst/>
          </a:prstGeom>
          <a:solidFill>
            <a:srgbClr val="2D887E">
              <a:alpha val="30000"/>
            </a:srgbClr>
          </a:solidFill>
          <a:ln w="0">
            <a:noFill/>
            <a:prstDash val="solid"/>
          </a:ln>
        </p:spPr>
      </p:sp>
      <p:sp>
        <p:nvSpPr>
          <p:cNvPr id="685" name="02_predicted_pose_3984">
            <a:extLst>
              <a:ext uri="{FF2B5EF4-FFF2-40B4-BE49-F238E27FC236}">
                <a16:creationId xmlns:a16="http://schemas.microsoft.com/office/drawing/2014/main" id="{AFF6EBEF-8D7E-4E8C-BDD1-DB0610F35E48}"/>
              </a:ext>
            </a:extLst>
          </p:cNvPr>
          <p:cNvSpPr>
            <a:spLocks noGrp="1"/>
          </p:cNvSpPr>
          <p:nvPr/>
        </p:nvSpPr>
        <p:spPr>
          <a:xfrm>
            <a:off x="4422304" y="3601499"/>
            <a:ext cx="28398" cy="28398"/>
          </a:xfrm>
          <a:prstGeom prst="ellipse">
            <a:avLst/>
          </a:prstGeom>
          <a:solidFill>
            <a:srgbClr val="2D887E">
              <a:alpha val="30000"/>
            </a:srgbClr>
          </a:solidFill>
          <a:ln w="0">
            <a:noFill/>
            <a:prstDash val="solid"/>
          </a:ln>
        </p:spPr>
      </p:sp>
      <p:sp>
        <p:nvSpPr>
          <p:cNvPr id="686" name="02_predicted_pose_3985">
            <a:extLst>
              <a:ext uri="{FF2B5EF4-FFF2-40B4-BE49-F238E27FC236}">
                <a16:creationId xmlns:a16="http://schemas.microsoft.com/office/drawing/2014/main" id="{70909FAD-283C-48CF-8850-F107AAAFF01F}"/>
              </a:ext>
            </a:extLst>
          </p:cNvPr>
          <p:cNvSpPr>
            <a:spLocks noGrp="1"/>
          </p:cNvSpPr>
          <p:nvPr/>
        </p:nvSpPr>
        <p:spPr>
          <a:xfrm>
            <a:off x="4505680" y="3673086"/>
            <a:ext cx="28398" cy="28398"/>
          </a:xfrm>
          <a:prstGeom prst="ellipse">
            <a:avLst/>
          </a:prstGeom>
          <a:solidFill>
            <a:srgbClr val="2D887E">
              <a:alpha val="30000"/>
            </a:srgbClr>
          </a:solidFill>
          <a:ln w="0">
            <a:noFill/>
            <a:prstDash val="solid"/>
          </a:ln>
        </p:spPr>
      </p:sp>
      <p:sp>
        <p:nvSpPr>
          <p:cNvPr id="687" name="02_predicted_pose_3986">
            <a:extLst>
              <a:ext uri="{FF2B5EF4-FFF2-40B4-BE49-F238E27FC236}">
                <a16:creationId xmlns:a16="http://schemas.microsoft.com/office/drawing/2014/main" id="{859D2860-536A-4272-9C69-534451A2F297}"/>
              </a:ext>
            </a:extLst>
          </p:cNvPr>
          <p:cNvSpPr>
            <a:spLocks noGrp="1"/>
          </p:cNvSpPr>
          <p:nvPr/>
        </p:nvSpPr>
        <p:spPr>
          <a:xfrm>
            <a:off x="4533243" y="3730554"/>
            <a:ext cx="28398" cy="28398"/>
          </a:xfrm>
          <a:prstGeom prst="ellipse">
            <a:avLst/>
          </a:prstGeom>
          <a:solidFill>
            <a:srgbClr val="2D887E">
              <a:alpha val="30000"/>
            </a:srgbClr>
          </a:solidFill>
          <a:ln w="0">
            <a:noFill/>
            <a:prstDash val="solid"/>
          </a:ln>
        </p:spPr>
      </p:sp>
      <p:sp>
        <p:nvSpPr>
          <p:cNvPr id="688" name="02_predicted_pose_3987">
            <a:extLst>
              <a:ext uri="{FF2B5EF4-FFF2-40B4-BE49-F238E27FC236}">
                <a16:creationId xmlns:a16="http://schemas.microsoft.com/office/drawing/2014/main" id="{0C5E6A9C-9753-4694-91DA-63B7C92A13F3}"/>
              </a:ext>
            </a:extLst>
          </p:cNvPr>
          <p:cNvSpPr>
            <a:spLocks noGrp="1"/>
          </p:cNvSpPr>
          <p:nvPr/>
        </p:nvSpPr>
        <p:spPr>
          <a:xfrm>
            <a:off x="4560805" y="3698476"/>
            <a:ext cx="28398" cy="28398"/>
          </a:xfrm>
          <a:prstGeom prst="ellipse">
            <a:avLst/>
          </a:prstGeom>
          <a:solidFill>
            <a:srgbClr val="2D887E">
              <a:alpha val="30000"/>
            </a:srgbClr>
          </a:solidFill>
          <a:ln w="0">
            <a:noFill/>
            <a:prstDash val="solid"/>
          </a:ln>
        </p:spPr>
      </p:sp>
      <p:sp>
        <p:nvSpPr>
          <p:cNvPr id="689" name="02_predicted_pose_3988">
            <a:extLst>
              <a:ext uri="{FF2B5EF4-FFF2-40B4-BE49-F238E27FC236}">
                <a16:creationId xmlns:a16="http://schemas.microsoft.com/office/drawing/2014/main" id="{F7168F60-13F9-4D49-94CF-D7F23A8DD1A5}"/>
              </a:ext>
            </a:extLst>
          </p:cNvPr>
          <p:cNvSpPr>
            <a:spLocks noGrp="1"/>
          </p:cNvSpPr>
          <p:nvPr/>
        </p:nvSpPr>
        <p:spPr>
          <a:xfrm>
            <a:off x="4588368" y="3767926"/>
            <a:ext cx="28398" cy="28398"/>
          </a:xfrm>
          <a:prstGeom prst="ellipse">
            <a:avLst/>
          </a:prstGeom>
          <a:solidFill>
            <a:srgbClr val="2D887E">
              <a:alpha val="30000"/>
            </a:srgbClr>
          </a:solidFill>
          <a:ln w="0">
            <a:noFill/>
            <a:prstDash val="solid"/>
          </a:ln>
        </p:spPr>
      </p:sp>
      <p:sp>
        <p:nvSpPr>
          <p:cNvPr id="690" name="02_predicted_pose_3989">
            <a:extLst>
              <a:ext uri="{FF2B5EF4-FFF2-40B4-BE49-F238E27FC236}">
                <a16:creationId xmlns:a16="http://schemas.microsoft.com/office/drawing/2014/main" id="{3487F6A3-4916-4344-93CE-EC9F729E504B}"/>
              </a:ext>
            </a:extLst>
          </p:cNvPr>
          <p:cNvSpPr>
            <a:spLocks noGrp="1"/>
          </p:cNvSpPr>
          <p:nvPr/>
        </p:nvSpPr>
        <p:spPr>
          <a:xfrm>
            <a:off x="4668299" y="3621152"/>
            <a:ext cx="28398" cy="28398"/>
          </a:xfrm>
          <a:prstGeom prst="ellipse">
            <a:avLst/>
          </a:prstGeom>
          <a:solidFill>
            <a:srgbClr val="2D887E">
              <a:alpha val="30000"/>
            </a:srgbClr>
          </a:solidFill>
          <a:ln w="0">
            <a:noFill/>
            <a:prstDash val="solid"/>
          </a:ln>
        </p:spPr>
      </p:sp>
      <p:sp>
        <p:nvSpPr>
          <p:cNvPr id="691" name="02_predicted_pose_3990">
            <a:extLst>
              <a:ext uri="{FF2B5EF4-FFF2-40B4-BE49-F238E27FC236}">
                <a16:creationId xmlns:a16="http://schemas.microsoft.com/office/drawing/2014/main" id="{8BF2FEEC-6D04-4A5D-ACC2-A07F3B00767B}"/>
              </a:ext>
            </a:extLst>
          </p:cNvPr>
          <p:cNvSpPr>
            <a:spLocks noGrp="1"/>
          </p:cNvSpPr>
          <p:nvPr/>
        </p:nvSpPr>
        <p:spPr>
          <a:xfrm>
            <a:off x="4352364" y="3601729"/>
            <a:ext cx="28398" cy="28398"/>
          </a:xfrm>
          <a:prstGeom prst="ellipse">
            <a:avLst/>
          </a:prstGeom>
          <a:solidFill>
            <a:srgbClr val="2D887E">
              <a:alpha val="30000"/>
            </a:srgbClr>
          </a:solidFill>
          <a:ln w="0">
            <a:noFill/>
            <a:prstDash val="solid"/>
          </a:ln>
        </p:spPr>
      </p:sp>
      <p:sp>
        <p:nvSpPr>
          <p:cNvPr id="692" name="02_predicted_pose_3991">
            <a:extLst>
              <a:ext uri="{FF2B5EF4-FFF2-40B4-BE49-F238E27FC236}">
                <a16:creationId xmlns:a16="http://schemas.microsoft.com/office/drawing/2014/main" id="{173FD1F0-7DF3-4D0D-8266-508E747A7785}"/>
              </a:ext>
            </a:extLst>
          </p:cNvPr>
          <p:cNvSpPr>
            <a:spLocks noGrp="1"/>
          </p:cNvSpPr>
          <p:nvPr/>
        </p:nvSpPr>
        <p:spPr>
          <a:xfrm>
            <a:off x="4379927" y="3559780"/>
            <a:ext cx="28398" cy="28398"/>
          </a:xfrm>
          <a:prstGeom prst="ellipse">
            <a:avLst/>
          </a:prstGeom>
          <a:solidFill>
            <a:srgbClr val="2D887E">
              <a:alpha val="30000"/>
            </a:srgbClr>
          </a:solidFill>
          <a:ln w="0">
            <a:noFill/>
            <a:prstDash val="solid"/>
          </a:ln>
        </p:spPr>
      </p:sp>
      <p:sp>
        <p:nvSpPr>
          <p:cNvPr id="693" name="02_predicted_pose_3992">
            <a:extLst>
              <a:ext uri="{FF2B5EF4-FFF2-40B4-BE49-F238E27FC236}">
                <a16:creationId xmlns:a16="http://schemas.microsoft.com/office/drawing/2014/main" id="{57AA00DE-0465-43D3-A0E3-93A4676B1433}"/>
              </a:ext>
            </a:extLst>
          </p:cNvPr>
          <p:cNvSpPr>
            <a:spLocks noGrp="1"/>
          </p:cNvSpPr>
          <p:nvPr/>
        </p:nvSpPr>
        <p:spPr>
          <a:xfrm>
            <a:off x="4407489" y="3666359"/>
            <a:ext cx="28398" cy="28398"/>
          </a:xfrm>
          <a:prstGeom prst="ellipse">
            <a:avLst/>
          </a:prstGeom>
          <a:solidFill>
            <a:srgbClr val="2D887E">
              <a:alpha val="30000"/>
            </a:srgbClr>
          </a:solidFill>
          <a:ln w="0">
            <a:noFill/>
            <a:prstDash val="solid"/>
          </a:ln>
        </p:spPr>
      </p:sp>
      <p:sp>
        <p:nvSpPr>
          <p:cNvPr id="694" name="02_predicted_pose_3993">
            <a:extLst>
              <a:ext uri="{FF2B5EF4-FFF2-40B4-BE49-F238E27FC236}">
                <a16:creationId xmlns:a16="http://schemas.microsoft.com/office/drawing/2014/main" id="{98DFE57C-B50C-4D3A-A2C4-1097EDD8C30B}"/>
              </a:ext>
            </a:extLst>
          </p:cNvPr>
          <p:cNvSpPr>
            <a:spLocks noGrp="1"/>
          </p:cNvSpPr>
          <p:nvPr/>
        </p:nvSpPr>
        <p:spPr>
          <a:xfrm>
            <a:off x="4435052" y="3603905"/>
            <a:ext cx="28398" cy="28398"/>
          </a:xfrm>
          <a:prstGeom prst="ellipse">
            <a:avLst/>
          </a:prstGeom>
          <a:solidFill>
            <a:srgbClr val="2D887E">
              <a:alpha val="30000"/>
            </a:srgbClr>
          </a:solidFill>
          <a:ln w="0">
            <a:noFill/>
            <a:prstDash val="solid"/>
          </a:ln>
        </p:spPr>
      </p:sp>
      <p:sp>
        <p:nvSpPr>
          <p:cNvPr id="695" name="02_predicted_pose_3994">
            <a:extLst>
              <a:ext uri="{FF2B5EF4-FFF2-40B4-BE49-F238E27FC236}">
                <a16:creationId xmlns:a16="http://schemas.microsoft.com/office/drawing/2014/main" id="{BE6A40DD-4325-4829-8A4B-176ECB51B5C6}"/>
              </a:ext>
            </a:extLst>
          </p:cNvPr>
          <p:cNvSpPr>
            <a:spLocks noGrp="1"/>
          </p:cNvSpPr>
          <p:nvPr/>
        </p:nvSpPr>
        <p:spPr>
          <a:xfrm>
            <a:off x="4338238" y="3613614"/>
            <a:ext cx="28398" cy="28398"/>
          </a:xfrm>
          <a:prstGeom prst="ellipse">
            <a:avLst/>
          </a:prstGeom>
          <a:solidFill>
            <a:srgbClr val="2D887E">
              <a:alpha val="30000"/>
            </a:srgbClr>
          </a:solidFill>
          <a:ln w="0">
            <a:noFill/>
            <a:prstDash val="solid"/>
          </a:ln>
        </p:spPr>
      </p:sp>
      <p:sp>
        <p:nvSpPr>
          <p:cNvPr id="696" name="02_predicted_pose_3995">
            <a:extLst>
              <a:ext uri="{FF2B5EF4-FFF2-40B4-BE49-F238E27FC236}">
                <a16:creationId xmlns:a16="http://schemas.microsoft.com/office/drawing/2014/main" id="{AEBE0CD6-3691-4C3B-B25C-66968169110B}"/>
              </a:ext>
            </a:extLst>
          </p:cNvPr>
          <p:cNvSpPr>
            <a:spLocks noGrp="1"/>
          </p:cNvSpPr>
          <p:nvPr/>
        </p:nvSpPr>
        <p:spPr>
          <a:xfrm>
            <a:off x="4387851" y="3707031"/>
            <a:ext cx="28398" cy="28398"/>
          </a:xfrm>
          <a:prstGeom prst="ellipse">
            <a:avLst/>
          </a:prstGeom>
          <a:solidFill>
            <a:srgbClr val="2D887E">
              <a:alpha val="30000"/>
            </a:srgbClr>
          </a:solidFill>
          <a:ln w="0">
            <a:noFill/>
            <a:prstDash val="solid"/>
          </a:ln>
        </p:spPr>
      </p:sp>
      <p:sp>
        <p:nvSpPr>
          <p:cNvPr id="697" name="02_predicted_pose_3996">
            <a:extLst>
              <a:ext uri="{FF2B5EF4-FFF2-40B4-BE49-F238E27FC236}">
                <a16:creationId xmlns:a16="http://schemas.microsoft.com/office/drawing/2014/main" id="{3790B3A6-89E9-417F-82CC-DEC267BBBA6C}"/>
              </a:ext>
            </a:extLst>
          </p:cNvPr>
          <p:cNvSpPr>
            <a:spLocks noGrp="1"/>
          </p:cNvSpPr>
          <p:nvPr/>
        </p:nvSpPr>
        <p:spPr>
          <a:xfrm>
            <a:off x="4529798" y="3829181"/>
            <a:ext cx="28398" cy="28398"/>
          </a:xfrm>
          <a:prstGeom prst="ellipse">
            <a:avLst/>
          </a:prstGeom>
          <a:solidFill>
            <a:srgbClr val="2D887E">
              <a:alpha val="30000"/>
            </a:srgbClr>
          </a:solidFill>
          <a:ln w="0">
            <a:noFill/>
            <a:prstDash val="solid"/>
          </a:ln>
        </p:spPr>
      </p:sp>
      <p:sp>
        <p:nvSpPr>
          <p:cNvPr id="698" name="02_predicted_pose_3997">
            <a:extLst>
              <a:ext uri="{FF2B5EF4-FFF2-40B4-BE49-F238E27FC236}">
                <a16:creationId xmlns:a16="http://schemas.microsoft.com/office/drawing/2014/main" id="{3B29EBCC-E820-40C3-B978-985275DC43E8}"/>
              </a:ext>
            </a:extLst>
          </p:cNvPr>
          <p:cNvSpPr>
            <a:spLocks noGrp="1"/>
          </p:cNvSpPr>
          <p:nvPr/>
        </p:nvSpPr>
        <p:spPr>
          <a:xfrm>
            <a:off x="4557360" y="3802058"/>
            <a:ext cx="28398" cy="28398"/>
          </a:xfrm>
          <a:prstGeom prst="ellipse">
            <a:avLst/>
          </a:prstGeom>
          <a:solidFill>
            <a:srgbClr val="2D887E">
              <a:alpha val="30000"/>
            </a:srgbClr>
          </a:solidFill>
          <a:ln w="0">
            <a:noFill/>
            <a:prstDash val="solid"/>
          </a:ln>
        </p:spPr>
      </p:sp>
      <p:sp>
        <p:nvSpPr>
          <p:cNvPr id="699" name="02_predicted_pose_3998">
            <a:extLst>
              <a:ext uri="{FF2B5EF4-FFF2-40B4-BE49-F238E27FC236}">
                <a16:creationId xmlns:a16="http://schemas.microsoft.com/office/drawing/2014/main" id="{2BB0C227-B076-49A3-B97D-DCDD1557587B}"/>
              </a:ext>
            </a:extLst>
          </p:cNvPr>
          <p:cNvSpPr>
            <a:spLocks noGrp="1"/>
          </p:cNvSpPr>
          <p:nvPr/>
        </p:nvSpPr>
        <p:spPr>
          <a:xfrm>
            <a:off x="4598704" y="3770957"/>
            <a:ext cx="28398" cy="28398"/>
          </a:xfrm>
          <a:prstGeom prst="ellipse">
            <a:avLst/>
          </a:prstGeom>
          <a:solidFill>
            <a:srgbClr val="2D887E">
              <a:alpha val="30000"/>
            </a:srgbClr>
          </a:solidFill>
          <a:ln w="0">
            <a:noFill/>
            <a:prstDash val="solid"/>
          </a:ln>
        </p:spPr>
      </p:sp>
      <p:sp>
        <p:nvSpPr>
          <p:cNvPr id="700" name="02_predicted_pose_3999">
            <a:extLst>
              <a:ext uri="{FF2B5EF4-FFF2-40B4-BE49-F238E27FC236}">
                <a16:creationId xmlns:a16="http://schemas.microsoft.com/office/drawing/2014/main" id="{E8FDBE43-0A68-4B8F-A284-9422A72A2E7E}"/>
              </a:ext>
            </a:extLst>
          </p:cNvPr>
          <p:cNvSpPr>
            <a:spLocks noGrp="1"/>
          </p:cNvSpPr>
          <p:nvPr/>
        </p:nvSpPr>
        <p:spPr>
          <a:xfrm>
            <a:off x="4626266" y="3761883"/>
            <a:ext cx="28398" cy="28398"/>
          </a:xfrm>
          <a:prstGeom prst="ellipse">
            <a:avLst/>
          </a:prstGeom>
          <a:solidFill>
            <a:srgbClr val="2D887E">
              <a:alpha val="30000"/>
            </a:srgbClr>
          </a:solidFill>
          <a:ln w="0">
            <a:noFill/>
            <a:prstDash val="solid"/>
          </a:ln>
        </p:spPr>
      </p:sp>
      <p:sp>
        <p:nvSpPr>
          <p:cNvPr id="701" name="02_predicted_pose_4000">
            <a:extLst>
              <a:ext uri="{FF2B5EF4-FFF2-40B4-BE49-F238E27FC236}">
                <a16:creationId xmlns:a16="http://schemas.microsoft.com/office/drawing/2014/main" id="{9A54A5B0-45F1-4C96-BC94-27F3AE95BE1E}"/>
              </a:ext>
            </a:extLst>
          </p:cNvPr>
          <p:cNvSpPr>
            <a:spLocks noGrp="1"/>
          </p:cNvSpPr>
          <p:nvPr/>
        </p:nvSpPr>
        <p:spPr>
          <a:xfrm>
            <a:off x="4653829" y="3806658"/>
            <a:ext cx="28398" cy="28398"/>
          </a:xfrm>
          <a:prstGeom prst="ellipse">
            <a:avLst/>
          </a:prstGeom>
          <a:solidFill>
            <a:srgbClr val="2D887E">
              <a:alpha val="30000"/>
            </a:srgbClr>
          </a:solidFill>
          <a:ln w="0">
            <a:noFill/>
            <a:prstDash val="solid"/>
          </a:ln>
        </p:spPr>
      </p:sp>
      <p:sp>
        <p:nvSpPr>
          <p:cNvPr id="702" name="02_predicted_pose_4001">
            <a:extLst>
              <a:ext uri="{FF2B5EF4-FFF2-40B4-BE49-F238E27FC236}">
                <a16:creationId xmlns:a16="http://schemas.microsoft.com/office/drawing/2014/main" id="{A4995733-C539-4BF7-9DB5-CDCDE1BF9C52}"/>
              </a:ext>
            </a:extLst>
          </p:cNvPr>
          <p:cNvSpPr>
            <a:spLocks noGrp="1"/>
          </p:cNvSpPr>
          <p:nvPr/>
        </p:nvSpPr>
        <p:spPr>
          <a:xfrm>
            <a:off x="4636258" y="3787417"/>
            <a:ext cx="28398" cy="28398"/>
          </a:xfrm>
          <a:prstGeom prst="ellipse">
            <a:avLst/>
          </a:prstGeom>
          <a:solidFill>
            <a:srgbClr val="2D887E">
              <a:alpha val="30000"/>
            </a:srgbClr>
          </a:solidFill>
          <a:ln w="0">
            <a:noFill/>
            <a:prstDash val="solid"/>
          </a:ln>
        </p:spPr>
      </p:sp>
      <p:sp>
        <p:nvSpPr>
          <p:cNvPr id="703" name="02_predicted_pose_4002">
            <a:extLst>
              <a:ext uri="{FF2B5EF4-FFF2-40B4-BE49-F238E27FC236}">
                <a16:creationId xmlns:a16="http://schemas.microsoft.com/office/drawing/2014/main" id="{D5692BCD-F853-45AD-AE6F-CC8C636CBD42}"/>
              </a:ext>
            </a:extLst>
          </p:cNvPr>
          <p:cNvSpPr>
            <a:spLocks noGrp="1"/>
          </p:cNvSpPr>
          <p:nvPr/>
        </p:nvSpPr>
        <p:spPr>
          <a:xfrm>
            <a:off x="4385784" y="3824125"/>
            <a:ext cx="28398" cy="28398"/>
          </a:xfrm>
          <a:prstGeom prst="ellipse">
            <a:avLst/>
          </a:prstGeom>
          <a:solidFill>
            <a:srgbClr val="2D887E">
              <a:alpha val="30000"/>
            </a:srgbClr>
          </a:solidFill>
          <a:ln w="0">
            <a:noFill/>
            <a:prstDash val="solid"/>
          </a:ln>
        </p:spPr>
      </p:sp>
      <p:sp>
        <p:nvSpPr>
          <p:cNvPr id="704" name="02_predicted_pose_4003">
            <a:extLst>
              <a:ext uri="{FF2B5EF4-FFF2-40B4-BE49-F238E27FC236}">
                <a16:creationId xmlns:a16="http://schemas.microsoft.com/office/drawing/2014/main" id="{4720423A-948E-434C-9005-4786784669A0}"/>
              </a:ext>
            </a:extLst>
          </p:cNvPr>
          <p:cNvSpPr>
            <a:spLocks noGrp="1"/>
          </p:cNvSpPr>
          <p:nvPr/>
        </p:nvSpPr>
        <p:spPr>
          <a:xfrm>
            <a:off x="4664854" y="3826544"/>
            <a:ext cx="28398" cy="28398"/>
          </a:xfrm>
          <a:prstGeom prst="ellipse">
            <a:avLst/>
          </a:prstGeom>
          <a:solidFill>
            <a:srgbClr val="2D887E">
              <a:alpha val="30000"/>
            </a:srgbClr>
          </a:solidFill>
          <a:ln w="0">
            <a:noFill/>
            <a:prstDash val="solid"/>
          </a:ln>
        </p:spPr>
      </p:sp>
      <p:sp>
        <p:nvSpPr>
          <p:cNvPr id="705" name="02_predicted_pose_4004">
            <a:extLst>
              <a:ext uri="{FF2B5EF4-FFF2-40B4-BE49-F238E27FC236}">
                <a16:creationId xmlns:a16="http://schemas.microsoft.com/office/drawing/2014/main" id="{1704EB60-736B-4BE9-94B1-7EA327B91F89}"/>
              </a:ext>
            </a:extLst>
          </p:cNvPr>
          <p:cNvSpPr>
            <a:spLocks noGrp="1"/>
          </p:cNvSpPr>
          <p:nvPr/>
        </p:nvSpPr>
        <p:spPr>
          <a:xfrm>
            <a:off x="4507403" y="3780706"/>
            <a:ext cx="28398" cy="28398"/>
          </a:xfrm>
          <a:prstGeom prst="ellipse">
            <a:avLst/>
          </a:prstGeom>
          <a:solidFill>
            <a:srgbClr val="2D887E">
              <a:alpha val="30000"/>
            </a:srgbClr>
          </a:solidFill>
          <a:ln w="0">
            <a:noFill/>
            <a:prstDash val="solid"/>
          </a:ln>
        </p:spPr>
      </p:sp>
      <p:sp>
        <p:nvSpPr>
          <p:cNvPr id="706" name="02_predicted_pose_4005">
            <a:extLst>
              <a:ext uri="{FF2B5EF4-FFF2-40B4-BE49-F238E27FC236}">
                <a16:creationId xmlns:a16="http://schemas.microsoft.com/office/drawing/2014/main" id="{82B68A35-9B0F-481F-947A-6A98664F728A}"/>
              </a:ext>
            </a:extLst>
          </p:cNvPr>
          <p:cNvSpPr>
            <a:spLocks noGrp="1"/>
          </p:cNvSpPr>
          <p:nvPr/>
        </p:nvSpPr>
        <p:spPr>
          <a:xfrm>
            <a:off x="4600426" y="3835409"/>
            <a:ext cx="28398" cy="28398"/>
          </a:xfrm>
          <a:prstGeom prst="ellipse">
            <a:avLst/>
          </a:prstGeom>
          <a:solidFill>
            <a:srgbClr val="2D887E">
              <a:alpha val="30000"/>
            </a:srgbClr>
          </a:solidFill>
          <a:ln w="0">
            <a:noFill/>
            <a:prstDash val="solid"/>
          </a:ln>
        </p:spPr>
      </p:sp>
      <p:sp>
        <p:nvSpPr>
          <p:cNvPr id="707" name="02_predicted_pose_4006">
            <a:extLst>
              <a:ext uri="{FF2B5EF4-FFF2-40B4-BE49-F238E27FC236}">
                <a16:creationId xmlns:a16="http://schemas.microsoft.com/office/drawing/2014/main" id="{B4CD9CD0-C6C5-4FE4-8F43-4FE40A605DE3}"/>
              </a:ext>
            </a:extLst>
          </p:cNvPr>
          <p:cNvSpPr>
            <a:spLocks noGrp="1"/>
          </p:cNvSpPr>
          <p:nvPr/>
        </p:nvSpPr>
        <p:spPr>
          <a:xfrm>
            <a:off x="4345474" y="3603947"/>
            <a:ext cx="28398" cy="28398"/>
          </a:xfrm>
          <a:prstGeom prst="ellipse">
            <a:avLst/>
          </a:prstGeom>
          <a:solidFill>
            <a:srgbClr val="2D887E">
              <a:alpha val="30000"/>
            </a:srgbClr>
          </a:solidFill>
          <a:ln w="0">
            <a:noFill/>
            <a:prstDash val="solid"/>
          </a:ln>
        </p:spPr>
      </p:sp>
      <p:sp>
        <p:nvSpPr>
          <p:cNvPr id="708" name="02_predicted_pose_4007">
            <a:extLst>
              <a:ext uri="{FF2B5EF4-FFF2-40B4-BE49-F238E27FC236}">
                <a16:creationId xmlns:a16="http://schemas.microsoft.com/office/drawing/2014/main" id="{0215A614-856C-4E67-8A53-CF82715C09BF}"/>
              </a:ext>
            </a:extLst>
          </p:cNvPr>
          <p:cNvSpPr>
            <a:spLocks noGrp="1"/>
          </p:cNvSpPr>
          <p:nvPr/>
        </p:nvSpPr>
        <p:spPr>
          <a:xfrm>
            <a:off x="4359255" y="3622416"/>
            <a:ext cx="28398" cy="28398"/>
          </a:xfrm>
          <a:prstGeom prst="ellipse">
            <a:avLst/>
          </a:prstGeom>
          <a:solidFill>
            <a:srgbClr val="2D887E">
              <a:alpha val="30000"/>
            </a:srgbClr>
          </a:solidFill>
          <a:ln w="0">
            <a:noFill/>
            <a:prstDash val="solid"/>
          </a:ln>
        </p:spPr>
      </p:sp>
      <p:sp>
        <p:nvSpPr>
          <p:cNvPr id="709" name="02_predicted_pose_4008">
            <a:extLst>
              <a:ext uri="{FF2B5EF4-FFF2-40B4-BE49-F238E27FC236}">
                <a16:creationId xmlns:a16="http://schemas.microsoft.com/office/drawing/2014/main" id="{C059651D-E0AE-4E7B-96A8-3F8C528CF362}"/>
              </a:ext>
            </a:extLst>
          </p:cNvPr>
          <p:cNvSpPr>
            <a:spLocks noGrp="1"/>
          </p:cNvSpPr>
          <p:nvPr/>
        </p:nvSpPr>
        <p:spPr>
          <a:xfrm>
            <a:off x="4373036" y="3496159"/>
            <a:ext cx="28398" cy="28398"/>
          </a:xfrm>
          <a:prstGeom prst="ellipse">
            <a:avLst/>
          </a:prstGeom>
          <a:solidFill>
            <a:srgbClr val="2D887E">
              <a:alpha val="30000"/>
            </a:srgbClr>
          </a:solidFill>
          <a:ln w="0">
            <a:noFill/>
            <a:prstDash val="solid"/>
          </a:ln>
        </p:spPr>
      </p:sp>
      <p:sp>
        <p:nvSpPr>
          <p:cNvPr id="710" name="02_predicted_pose_4009">
            <a:extLst>
              <a:ext uri="{FF2B5EF4-FFF2-40B4-BE49-F238E27FC236}">
                <a16:creationId xmlns:a16="http://schemas.microsoft.com/office/drawing/2014/main" id="{EB6F529C-6E42-4081-A0E0-2DBEB1877A5C}"/>
              </a:ext>
            </a:extLst>
          </p:cNvPr>
          <p:cNvSpPr>
            <a:spLocks noGrp="1"/>
          </p:cNvSpPr>
          <p:nvPr/>
        </p:nvSpPr>
        <p:spPr>
          <a:xfrm>
            <a:off x="4386817" y="3502222"/>
            <a:ext cx="28398" cy="28398"/>
          </a:xfrm>
          <a:prstGeom prst="ellipse">
            <a:avLst/>
          </a:prstGeom>
          <a:solidFill>
            <a:srgbClr val="2D887E">
              <a:alpha val="30000"/>
            </a:srgbClr>
          </a:solidFill>
          <a:ln w="0">
            <a:noFill/>
            <a:prstDash val="solid"/>
          </a:ln>
        </p:spPr>
      </p:sp>
      <p:sp>
        <p:nvSpPr>
          <p:cNvPr id="711" name="02_predicted_pose_4010">
            <a:extLst>
              <a:ext uri="{FF2B5EF4-FFF2-40B4-BE49-F238E27FC236}">
                <a16:creationId xmlns:a16="http://schemas.microsoft.com/office/drawing/2014/main" id="{C5A44192-0EBF-4F94-AA81-B2041F195768}"/>
              </a:ext>
            </a:extLst>
          </p:cNvPr>
          <p:cNvSpPr>
            <a:spLocks noGrp="1"/>
          </p:cNvSpPr>
          <p:nvPr/>
        </p:nvSpPr>
        <p:spPr>
          <a:xfrm>
            <a:off x="4342373" y="3645627"/>
            <a:ext cx="28398" cy="28398"/>
          </a:xfrm>
          <a:prstGeom prst="ellipse">
            <a:avLst/>
          </a:prstGeom>
          <a:solidFill>
            <a:srgbClr val="2D887E">
              <a:alpha val="30000"/>
            </a:srgbClr>
          </a:solidFill>
          <a:ln w="0">
            <a:noFill/>
            <a:prstDash val="solid"/>
          </a:ln>
        </p:spPr>
      </p:sp>
      <p:sp>
        <p:nvSpPr>
          <p:cNvPr id="712" name="02_predicted_pose_4011">
            <a:extLst>
              <a:ext uri="{FF2B5EF4-FFF2-40B4-BE49-F238E27FC236}">
                <a16:creationId xmlns:a16="http://schemas.microsoft.com/office/drawing/2014/main" id="{8B2A6330-6442-445C-9D17-7B47D11B7075}"/>
              </a:ext>
            </a:extLst>
          </p:cNvPr>
          <p:cNvSpPr>
            <a:spLocks noGrp="1"/>
          </p:cNvSpPr>
          <p:nvPr/>
        </p:nvSpPr>
        <p:spPr>
          <a:xfrm>
            <a:off x="4369935" y="3565624"/>
            <a:ext cx="28398" cy="28398"/>
          </a:xfrm>
          <a:prstGeom prst="ellipse">
            <a:avLst/>
          </a:prstGeom>
          <a:solidFill>
            <a:srgbClr val="2D887E">
              <a:alpha val="30000"/>
            </a:srgbClr>
          </a:solidFill>
          <a:ln w="0">
            <a:noFill/>
            <a:prstDash val="solid"/>
          </a:ln>
        </p:spPr>
      </p:sp>
      <p:sp>
        <p:nvSpPr>
          <p:cNvPr id="713" name="02_predicted_pose_4012">
            <a:extLst>
              <a:ext uri="{FF2B5EF4-FFF2-40B4-BE49-F238E27FC236}">
                <a16:creationId xmlns:a16="http://schemas.microsoft.com/office/drawing/2014/main" id="{868D879C-954B-4130-B4B5-950A34E575D3}"/>
              </a:ext>
            </a:extLst>
          </p:cNvPr>
          <p:cNvSpPr>
            <a:spLocks noGrp="1"/>
          </p:cNvSpPr>
          <p:nvPr/>
        </p:nvSpPr>
        <p:spPr>
          <a:xfrm>
            <a:off x="4454345" y="3707469"/>
            <a:ext cx="28398" cy="28398"/>
          </a:xfrm>
          <a:prstGeom prst="ellipse">
            <a:avLst/>
          </a:prstGeom>
          <a:solidFill>
            <a:srgbClr val="2D887E">
              <a:alpha val="30000"/>
            </a:srgbClr>
          </a:solidFill>
          <a:ln w="0">
            <a:noFill/>
            <a:prstDash val="solid"/>
          </a:ln>
        </p:spPr>
      </p:sp>
      <p:sp>
        <p:nvSpPr>
          <p:cNvPr id="714" name="02_predicted_pose_4013">
            <a:extLst>
              <a:ext uri="{FF2B5EF4-FFF2-40B4-BE49-F238E27FC236}">
                <a16:creationId xmlns:a16="http://schemas.microsoft.com/office/drawing/2014/main" id="{02A71767-5BC1-4DF2-A33D-11386763078F}"/>
              </a:ext>
            </a:extLst>
          </p:cNvPr>
          <p:cNvSpPr>
            <a:spLocks noGrp="1"/>
          </p:cNvSpPr>
          <p:nvPr/>
        </p:nvSpPr>
        <p:spPr>
          <a:xfrm>
            <a:off x="4402321" y="3692535"/>
            <a:ext cx="28398" cy="28398"/>
          </a:xfrm>
          <a:prstGeom prst="ellipse">
            <a:avLst/>
          </a:prstGeom>
          <a:solidFill>
            <a:srgbClr val="2D887E">
              <a:alpha val="30000"/>
            </a:srgbClr>
          </a:solidFill>
          <a:ln w="0">
            <a:noFill/>
            <a:prstDash val="solid"/>
          </a:ln>
        </p:spPr>
      </p:sp>
      <p:sp>
        <p:nvSpPr>
          <p:cNvPr id="715" name="02_predicted_pose_4014">
            <a:extLst>
              <a:ext uri="{FF2B5EF4-FFF2-40B4-BE49-F238E27FC236}">
                <a16:creationId xmlns:a16="http://schemas.microsoft.com/office/drawing/2014/main" id="{C9E28D60-D06D-4320-A6F5-2BFFFC973339}"/>
              </a:ext>
            </a:extLst>
          </p:cNvPr>
          <p:cNvSpPr>
            <a:spLocks noGrp="1"/>
          </p:cNvSpPr>
          <p:nvPr/>
        </p:nvSpPr>
        <p:spPr>
          <a:xfrm>
            <a:off x="4416102" y="3661812"/>
            <a:ext cx="28398" cy="28398"/>
          </a:xfrm>
          <a:prstGeom prst="ellipse">
            <a:avLst/>
          </a:prstGeom>
          <a:solidFill>
            <a:srgbClr val="2D887E">
              <a:alpha val="30000"/>
            </a:srgbClr>
          </a:solidFill>
          <a:ln w="0">
            <a:noFill/>
            <a:prstDash val="solid"/>
          </a:ln>
        </p:spPr>
      </p:sp>
      <p:sp>
        <p:nvSpPr>
          <p:cNvPr id="716" name="02_predicted_pose_4015">
            <a:extLst>
              <a:ext uri="{FF2B5EF4-FFF2-40B4-BE49-F238E27FC236}">
                <a16:creationId xmlns:a16="http://schemas.microsoft.com/office/drawing/2014/main" id="{C7512BA5-B6C7-4D32-82A4-F1C8BAD9138B}"/>
              </a:ext>
            </a:extLst>
          </p:cNvPr>
          <p:cNvSpPr>
            <a:spLocks noGrp="1"/>
          </p:cNvSpPr>
          <p:nvPr/>
        </p:nvSpPr>
        <p:spPr>
          <a:xfrm>
            <a:off x="4429884" y="3613948"/>
            <a:ext cx="28398" cy="28398"/>
          </a:xfrm>
          <a:prstGeom prst="ellipse">
            <a:avLst/>
          </a:prstGeom>
          <a:solidFill>
            <a:srgbClr val="2D887E">
              <a:alpha val="30000"/>
            </a:srgbClr>
          </a:solidFill>
          <a:ln w="0">
            <a:noFill/>
            <a:prstDash val="solid"/>
          </a:ln>
        </p:spPr>
      </p:sp>
      <p:sp>
        <p:nvSpPr>
          <p:cNvPr id="717" name="02_predicted_pose_4016">
            <a:extLst>
              <a:ext uri="{FF2B5EF4-FFF2-40B4-BE49-F238E27FC236}">
                <a16:creationId xmlns:a16="http://schemas.microsoft.com/office/drawing/2014/main" id="{EBED379B-DEEE-4862-9FAF-8B3BCEFF6714}"/>
              </a:ext>
            </a:extLst>
          </p:cNvPr>
          <p:cNvSpPr>
            <a:spLocks noGrp="1"/>
          </p:cNvSpPr>
          <p:nvPr/>
        </p:nvSpPr>
        <p:spPr>
          <a:xfrm>
            <a:off x="4381305" y="3237676"/>
            <a:ext cx="28398" cy="28398"/>
          </a:xfrm>
          <a:prstGeom prst="ellipse">
            <a:avLst/>
          </a:prstGeom>
          <a:solidFill>
            <a:srgbClr val="2D887E">
              <a:alpha val="30000"/>
            </a:srgbClr>
          </a:solidFill>
          <a:ln w="0">
            <a:noFill/>
            <a:prstDash val="solid"/>
          </a:ln>
        </p:spPr>
      </p:sp>
      <p:sp>
        <p:nvSpPr>
          <p:cNvPr id="718" name="02_predicted_pose_4017">
            <a:extLst>
              <a:ext uri="{FF2B5EF4-FFF2-40B4-BE49-F238E27FC236}">
                <a16:creationId xmlns:a16="http://schemas.microsoft.com/office/drawing/2014/main" id="{A8EB429C-F59E-44B7-9A17-B131E28AF2E5}"/>
              </a:ext>
            </a:extLst>
          </p:cNvPr>
          <p:cNvSpPr>
            <a:spLocks noGrp="1"/>
          </p:cNvSpPr>
          <p:nvPr/>
        </p:nvSpPr>
        <p:spPr>
          <a:xfrm>
            <a:off x="4395086" y="3288533"/>
            <a:ext cx="28398" cy="28398"/>
          </a:xfrm>
          <a:prstGeom prst="ellipse">
            <a:avLst/>
          </a:prstGeom>
          <a:solidFill>
            <a:srgbClr val="2D887E">
              <a:alpha val="30000"/>
            </a:srgbClr>
          </a:solidFill>
          <a:ln w="0">
            <a:noFill/>
            <a:prstDash val="solid"/>
          </a:ln>
        </p:spPr>
      </p:sp>
      <p:sp>
        <p:nvSpPr>
          <p:cNvPr id="719" name="02_predicted_pose_4018">
            <a:extLst>
              <a:ext uri="{FF2B5EF4-FFF2-40B4-BE49-F238E27FC236}">
                <a16:creationId xmlns:a16="http://schemas.microsoft.com/office/drawing/2014/main" id="{C33A6BB7-DE98-481C-B317-6F1A74738EF8}"/>
              </a:ext>
            </a:extLst>
          </p:cNvPr>
          <p:cNvSpPr>
            <a:spLocks noGrp="1"/>
          </p:cNvSpPr>
          <p:nvPr/>
        </p:nvSpPr>
        <p:spPr>
          <a:xfrm>
            <a:off x="4408867" y="3199735"/>
            <a:ext cx="28398" cy="28398"/>
          </a:xfrm>
          <a:prstGeom prst="ellipse">
            <a:avLst/>
          </a:prstGeom>
          <a:solidFill>
            <a:srgbClr val="2D887E">
              <a:alpha val="30000"/>
            </a:srgbClr>
          </a:solidFill>
          <a:ln w="0">
            <a:noFill/>
            <a:prstDash val="solid"/>
          </a:ln>
        </p:spPr>
      </p:sp>
      <p:sp>
        <p:nvSpPr>
          <p:cNvPr id="720" name="02_predicted_pose_4019">
            <a:extLst>
              <a:ext uri="{FF2B5EF4-FFF2-40B4-BE49-F238E27FC236}">
                <a16:creationId xmlns:a16="http://schemas.microsoft.com/office/drawing/2014/main" id="{76067620-1EB4-44A6-89A2-178E9FAFAD5D}"/>
              </a:ext>
            </a:extLst>
          </p:cNvPr>
          <p:cNvSpPr>
            <a:spLocks noGrp="1"/>
          </p:cNvSpPr>
          <p:nvPr/>
        </p:nvSpPr>
        <p:spPr>
          <a:xfrm>
            <a:off x="4428161" y="3028345"/>
            <a:ext cx="28398" cy="28398"/>
          </a:xfrm>
          <a:prstGeom prst="ellipse">
            <a:avLst/>
          </a:prstGeom>
          <a:solidFill>
            <a:srgbClr val="2D887E">
              <a:alpha val="30000"/>
            </a:srgbClr>
          </a:solidFill>
          <a:ln w="0">
            <a:noFill/>
            <a:prstDash val="solid"/>
          </a:ln>
        </p:spPr>
      </p:sp>
      <p:sp>
        <p:nvSpPr>
          <p:cNvPr id="721" name="02_predicted_pose_4020">
            <a:extLst>
              <a:ext uri="{FF2B5EF4-FFF2-40B4-BE49-F238E27FC236}">
                <a16:creationId xmlns:a16="http://schemas.microsoft.com/office/drawing/2014/main" id="{819096EB-12EF-4648-B059-E1E8DB6B8057}"/>
              </a:ext>
            </a:extLst>
          </p:cNvPr>
          <p:cNvSpPr>
            <a:spLocks noGrp="1"/>
          </p:cNvSpPr>
          <p:nvPr/>
        </p:nvSpPr>
        <p:spPr>
          <a:xfrm>
            <a:off x="4469505" y="3136017"/>
            <a:ext cx="28398" cy="28398"/>
          </a:xfrm>
          <a:prstGeom prst="ellipse">
            <a:avLst/>
          </a:prstGeom>
          <a:solidFill>
            <a:srgbClr val="2D887E">
              <a:alpha val="30000"/>
            </a:srgbClr>
          </a:solidFill>
          <a:ln w="0">
            <a:noFill/>
            <a:prstDash val="solid"/>
          </a:ln>
        </p:spPr>
      </p:sp>
      <p:sp>
        <p:nvSpPr>
          <p:cNvPr id="722" name="02_predicted_pose_4021">
            <a:extLst>
              <a:ext uri="{FF2B5EF4-FFF2-40B4-BE49-F238E27FC236}">
                <a16:creationId xmlns:a16="http://schemas.microsoft.com/office/drawing/2014/main" id="{48C2B224-AE26-4B8D-A217-60EB293AFC7B}"/>
              </a:ext>
            </a:extLst>
          </p:cNvPr>
          <p:cNvSpPr>
            <a:spLocks noGrp="1"/>
          </p:cNvSpPr>
          <p:nvPr/>
        </p:nvSpPr>
        <p:spPr>
          <a:xfrm>
            <a:off x="4441598" y="3042166"/>
            <a:ext cx="28398" cy="28398"/>
          </a:xfrm>
          <a:prstGeom prst="ellipse">
            <a:avLst/>
          </a:prstGeom>
          <a:solidFill>
            <a:srgbClr val="2D887E">
              <a:alpha val="30000"/>
            </a:srgbClr>
          </a:solidFill>
          <a:ln w="0">
            <a:noFill/>
            <a:prstDash val="solid"/>
          </a:ln>
        </p:spPr>
      </p:sp>
      <p:sp>
        <p:nvSpPr>
          <p:cNvPr id="723" name="02_predicted_pose_4022">
            <a:extLst>
              <a:ext uri="{FF2B5EF4-FFF2-40B4-BE49-F238E27FC236}">
                <a16:creationId xmlns:a16="http://schemas.microsoft.com/office/drawing/2014/main" id="{1186E5D9-6881-415F-8BCB-FCFE0645183D}"/>
              </a:ext>
            </a:extLst>
          </p:cNvPr>
          <p:cNvSpPr>
            <a:spLocks noGrp="1"/>
          </p:cNvSpPr>
          <p:nvPr/>
        </p:nvSpPr>
        <p:spPr>
          <a:xfrm>
            <a:off x="4534621" y="3020719"/>
            <a:ext cx="28398" cy="28398"/>
          </a:xfrm>
          <a:prstGeom prst="ellipse">
            <a:avLst/>
          </a:prstGeom>
          <a:solidFill>
            <a:srgbClr val="2D887E">
              <a:alpha val="30000"/>
            </a:srgbClr>
          </a:solidFill>
          <a:ln w="0">
            <a:noFill/>
            <a:prstDash val="solid"/>
          </a:ln>
        </p:spPr>
      </p:sp>
      <p:sp>
        <p:nvSpPr>
          <p:cNvPr id="724" name="02_predicted_pose_4023">
            <a:extLst>
              <a:ext uri="{FF2B5EF4-FFF2-40B4-BE49-F238E27FC236}">
                <a16:creationId xmlns:a16="http://schemas.microsoft.com/office/drawing/2014/main" id="{29992391-E38B-4B8D-A5D2-FC4BE8671C96}"/>
              </a:ext>
            </a:extLst>
          </p:cNvPr>
          <p:cNvSpPr>
            <a:spLocks noGrp="1"/>
          </p:cNvSpPr>
          <p:nvPr/>
        </p:nvSpPr>
        <p:spPr>
          <a:xfrm>
            <a:off x="4656240" y="3054632"/>
            <a:ext cx="28398" cy="28398"/>
          </a:xfrm>
          <a:prstGeom prst="ellipse">
            <a:avLst/>
          </a:prstGeom>
          <a:solidFill>
            <a:srgbClr val="2D887E">
              <a:alpha val="30000"/>
            </a:srgbClr>
          </a:solidFill>
          <a:ln w="0">
            <a:noFill/>
            <a:prstDash val="solid"/>
          </a:ln>
        </p:spPr>
      </p:sp>
      <p:sp>
        <p:nvSpPr>
          <p:cNvPr id="725" name="02_predicted_pose_4024">
            <a:extLst>
              <a:ext uri="{FF2B5EF4-FFF2-40B4-BE49-F238E27FC236}">
                <a16:creationId xmlns:a16="http://schemas.microsoft.com/office/drawing/2014/main" id="{3FEEFBCB-1F1D-4A53-8997-B79FEB21439B}"/>
              </a:ext>
            </a:extLst>
          </p:cNvPr>
          <p:cNvSpPr>
            <a:spLocks noGrp="1"/>
          </p:cNvSpPr>
          <p:nvPr/>
        </p:nvSpPr>
        <p:spPr>
          <a:xfrm>
            <a:off x="4405767" y="3016774"/>
            <a:ext cx="28398" cy="28398"/>
          </a:xfrm>
          <a:prstGeom prst="ellipse">
            <a:avLst/>
          </a:prstGeom>
          <a:solidFill>
            <a:srgbClr val="2D887E">
              <a:alpha val="30000"/>
            </a:srgbClr>
          </a:solidFill>
          <a:ln w="0">
            <a:noFill/>
            <a:prstDash val="solid"/>
          </a:ln>
        </p:spPr>
      </p:sp>
      <p:sp>
        <p:nvSpPr>
          <p:cNvPr id="726" name="02_predicted_pose_4025">
            <a:extLst>
              <a:ext uri="{FF2B5EF4-FFF2-40B4-BE49-F238E27FC236}">
                <a16:creationId xmlns:a16="http://schemas.microsoft.com/office/drawing/2014/main" id="{13F82482-1C5E-487D-BFEF-28F021DFDAE2}"/>
              </a:ext>
            </a:extLst>
          </p:cNvPr>
          <p:cNvSpPr>
            <a:spLocks noGrp="1"/>
          </p:cNvSpPr>
          <p:nvPr/>
        </p:nvSpPr>
        <p:spPr>
          <a:xfrm>
            <a:off x="4552881" y="3471287"/>
            <a:ext cx="28398" cy="28398"/>
          </a:xfrm>
          <a:prstGeom prst="ellipse">
            <a:avLst/>
          </a:prstGeom>
          <a:solidFill>
            <a:srgbClr val="2D887E">
              <a:alpha val="30000"/>
            </a:srgbClr>
          </a:solidFill>
          <a:ln w="0">
            <a:noFill/>
            <a:prstDash val="solid"/>
          </a:ln>
        </p:spPr>
      </p:sp>
      <p:sp>
        <p:nvSpPr>
          <p:cNvPr id="727" name="02_predicted_pose_4026">
            <a:extLst>
              <a:ext uri="{FF2B5EF4-FFF2-40B4-BE49-F238E27FC236}">
                <a16:creationId xmlns:a16="http://schemas.microsoft.com/office/drawing/2014/main" id="{80102DC7-0E25-4AD6-9A41-4A6220C2A178}"/>
              </a:ext>
            </a:extLst>
          </p:cNvPr>
          <p:cNvSpPr>
            <a:spLocks noGrp="1"/>
          </p:cNvSpPr>
          <p:nvPr/>
        </p:nvSpPr>
        <p:spPr>
          <a:xfrm>
            <a:off x="4566662" y="3685034"/>
            <a:ext cx="28398" cy="28398"/>
          </a:xfrm>
          <a:prstGeom prst="ellipse">
            <a:avLst/>
          </a:prstGeom>
          <a:solidFill>
            <a:srgbClr val="2D887E">
              <a:alpha val="30000"/>
            </a:srgbClr>
          </a:solidFill>
          <a:ln w="0">
            <a:noFill/>
            <a:prstDash val="solid"/>
          </a:ln>
        </p:spPr>
      </p:sp>
      <p:sp>
        <p:nvSpPr>
          <p:cNvPr id="728" name="02_predicted_pose_4027">
            <a:extLst>
              <a:ext uri="{FF2B5EF4-FFF2-40B4-BE49-F238E27FC236}">
                <a16:creationId xmlns:a16="http://schemas.microsoft.com/office/drawing/2014/main" id="{43055FBF-C6E4-4E27-8F76-A1EC7E6CF6AC}"/>
              </a:ext>
            </a:extLst>
          </p:cNvPr>
          <p:cNvSpPr>
            <a:spLocks noGrp="1"/>
          </p:cNvSpPr>
          <p:nvPr/>
        </p:nvSpPr>
        <p:spPr>
          <a:xfrm>
            <a:off x="4527041" y="3559967"/>
            <a:ext cx="28398" cy="28398"/>
          </a:xfrm>
          <a:prstGeom prst="ellipse">
            <a:avLst/>
          </a:prstGeom>
          <a:solidFill>
            <a:srgbClr val="2D887E">
              <a:alpha val="30000"/>
            </a:srgbClr>
          </a:solidFill>
          <a:ln w="0">
            <a:noFill/>
            <a:prstDash val="solid"/>
          </a:ln>
        </p:spPr>
      </p:sp>
      <p:sp>
        <p:nvSpPr>
          <p:cNvPr id="729" name="02_predicted_pose_4028">
            <a:extLst>
              <a:ext uri="{FF2B5EF4-FFF2-40B4-BE49-F238E27FC236}">
                <a16:creationId xmlns:a16="http://schemas.microsoft.com/office/drawing/2014/main" id="{C8AA2869-48E0-41F3-A0FA-594AB7619E58}"/>
              </a:ext>
            </a:extLst>
          </p:cNvPr>
          <p:cNvSpPr>
            <a:spLocks noGrp="1"/>
          </p:cNvSpPr>
          <p:nvPr/>
        </p:nvSpPr>
        <p:spPr>
          <a:xfrm>
            <a:off x="4540823" y="3552019"/>
            <a:ext cx="28398" cy="28398"/>
          </a:xfrm>
          <a:prstGeom prst="ellipse">
            <a:avLst/>
          </a:prstGeom>
          <a:solidFill>
            <a:srgbClr val="2D887E">
              <a:alpha val="30000"/>
            </a:srgbClr>
          </a:solidFill>
          <a:ln w="0">
            <a:noFill/>
            <a:prstDash val="solid"/>
          </a:ln>
        </p:spPr>
      </p:sp>
      <p:sp>
        <p:nvSpPr>
          <p:cNvPr id="730" name="02_predicted_pose_4029">
            <a:extLst>
              <a:ext uri="{FF2B5EF4-FFF2-40B4-BE49-F238E27FC236}">
                <a16:creationId xmlns:a16="http://schemas.microsoft.com/office/drawing/2014/main" id="{4231F55C-9641-48CF-96AF-84B2E1BEC793}"/>
              </a:ext>
            </a:extLst>
          </p:cNvPr>
          <p:cNvSpPr>
            <a:spLocks noGrp="1"/>
          </p:cNvSpPr>
          <p:nvPr/>
        </p:nvSpPr>
        <p:spPr>
          <a:xfrm>
            <a:off x="4554604" y="3528154"/>
            <a:ext cx="28398" cy="28398"/>
          </a:xfrm>
          <a:prstGeom prst="ellipse">
            <a:avLst/>
          </a:prstGeom>
          <a:solidFill>
            <a:srgbClr val="2D887E">
              <a:alpha val="30000"/>
            </a:srgbClr>
          </a:solidFill>
          <a:ln w="0">
            <a:noFill/>
            <a:prstDash val="solid"/>
          </a:ln>
        </p:spPr>
      </p:sp>
      <p:sp>
        <p:nvSpPr>
          <p:cNvPr id="731" name="02_predicted_pose_4030">
            <a:extLst>
              <a:ext uri="{FF2B5EF4-FFF2-40B4-BE49-F238E27FC236}">
                <a16:creationId xmlns:a16="http://schemas.microsoft.com/office/drawing/2014/main" id="{D3D89F5A-15D4-4488-83D7-EC499B35BA37}"/>
              </a:ext>
            </a:extLst>
          </p:cNvPr>
          <p:cNvSpPr>
            <a:spLocks noGrp="1"/>
          </p:cNvSpPr>
          <p:nvPr/>
        </p:nvSpPr>
        <p:spPr>
          <a:xfrm>
            <a:off x="4582166" y="3518379"/>
            <a:ext cx="28398" cy="28398"/>
          </a:xfrm>
          <a:prstGeom prst="ellipse">
            <a:avLst/>
          </a:prstGeom>
          <a:solidFill>
            <a:srgbClr val="2D887E">
              <a:alpha val="30000"/>
            </a:srgbClr>
          </a:solidFill>
          <a:ln w="0">
            <a:noFill/>
            <a:prstDash val="solid"/>
          </a:ln>
        </p:spPr>
      </p:sp>
      <p:sp>
        <p:nvSpPr>
          <p:cNvPr id="732" name="02_predicted_pose_4031">
            <a:extLst>
              <a:ext uri="{FF2B5EF4-FFF2-40B4-BE49-F238E27FC236}">
                <a16:creationId xmlns:a16="http://schemas.microsoft.com/office/drawing/2014/main" id="{ECAD27CC-C5A2-49AC-9249-2C0B003A104E}"/>
              </a:ext>
            </a:extLst>
          </p:cNvPr>
          <p:cNvSpPr>
            <a:spLocks noGrp="1"/>
          </p:cNvSpPr>
          <p:nvPr/>
        </p:nvSpPr>
        <p:spPr>
          <a:xfrm>
            <a:off x="4595948" y="3545478"/>
            <a:ext cx="28398" cy="28398"/>
          </a:xfrm>
          <a:prstGeom prst="ellipse">
            <a:avLst/>
          </a:prstGeom>
          <a:solidFill>
            <a:srgbClr val="2D887E">
              <a:alpha val="30000"/>
            </a:srgbClr>
          </a:solidFill>
          <a:ln w="0">
            <a:noFill/>
            <a:prstDash val="solid"/>
          </a:ln>
        </p:spPr>
      </p:sp>
      <p:sp>
        <p:nvSpPr>
          <p:cNvPr id="733" name="02_predicted_pose_4032">
            <a:extLst>
              <a:ext uri="{FF2B5EF4-FFF2-40B4-BE49-F238E27FC236}">
                <a16:creationId xmlns:a16="http://schemas.microsoft.com/office/drawing/2014/main" id="{E1D4821D-952D-4082-B770-741E41054E74}"/>
              </a:ext>
            </a:extLst>
          </p:cNvPr>
          <p:cNvSpPr>
            <a:spLocks noGrp="1"/>
          </p:cNvSpPr>
          <p:nvPr/>
        </p:nvSpPr>
        <p:spPr>
          <a:xfrm>
            <a:off x="4409556" y="3726239"/>
            <a:ext cx="28398" cy="28398"/>
          </a:xfrm>
          <a:prstGeom prst="ellipse">
            <a:avLst/>
          </a:prstGeom>
          <a:solidFill>
            <a:srgbClr val="2D887E">
              <a:alpha val="30000"/>
            </a:srgbClr>
          </a:solidFill>
          <a:ln w="0">
            <a:noFill/>
            <a:prstDash val="solid"/>
          </a:ln>
        </p:spPr>
      </p:sp>
      <p:sp>
        <p:nvSpPr>
          <p:cNvPr id="734" name="02_predicted_pose_4033">
            <a:extLst>
              <a:ext uri="{FF2B5EF4-FFF2-40B4-BE49-F238E27FC236}">
                <a16:creationId xmlns:a16="http://schemas.microsoft.com/office/drawing/2014/main" id="{48D42A37-7F87-4D8C-976D-B25F65B754A5}"/>
              </a:ext>
            </a:extLst>
          </p:cNvPr>
          <p:cNvSpPr>
            <a:spLocks noGrp="1"/>
          </p:cNvSpPr>
          <p:nvPr/>
        </p:nvSpPr>
        <p:spPr>
          <a:xfrm>
            <a:off x="4512227" y="3457175"/>
            <a:ext cx="28398" cy="28398"/>
          </a:xfrm>
          <a:prstGeom prst="ellipse">
            <a:avLst/>
          </a:prstGeom>
          <a:solidFill>
            <a:srgbClr val="2D887E">
              <a:alpha val="30000"/>
            </a:srgbClr>
          </a:solidFill>
          <a:ln w="0">
            <a:noFill/>
            <a:prstDash val="solid"/>
          </a:ln>
        </p:spPr>
      </p:sp>
      <p:sp>
        <p:nvSpPr>
          <p:cNvPr id="735" name="02_predicted_pose_4034">
            <a:extLst>
              <a:ext uri="{FF2B5EF4-FFF2-40B4-BE49-F238E27FC236}">
                <a16:creationId xmlns:a16="http://schemas.microsoft.com/office/drawing/2014/main" id="{D01DB5D8-71A3-49F3-8F0A-A27EC53DCFF1}"/>
              </a:ext>
            </a:extLst>
          </p:cNvPr>
          <p:cNvSpPr>
            <a:spLocks noGrp="1"/>
          </p:cNvSpPr>
          <p:nvPr/>
        </p:nvSpPr>
        <p:spPr>
          <a:xfrm>
            <a:off x="4553570" y="3491030"/>
            <a:ext cx="28398" cy="28398"/>
          </a:xfrm>
          <a:prstGeom prst="ellipse">
            <a:avLst/>
          </a:prstGeom>
          <a:solidFill>
            <a:srgbClr val="2D887E">
              <a:alpha val="30000"/>
            </a:srgbClr>
          </a:solidFill>
          <a:ln w="0">
            <a:noFill/>
            <a:prstDash val="solid"/>
          </a:ln>
        </p:spPr>
      </p:sp>
      <p:sp>
        <p:nvSpPr>
          <p:cNvPr id="736" name="02_predicted_pose_4035">
            <a:extLst>
              <a:ext uri="{FF2B5EF4-FFF2-40B4-BE49-F238E27FC236}">
                <a16:creationId xmlns:a16="http://schemas.microsoft.com/office/drawing/2014/main" id="{82A9F5EB-AF88-4756-B558-4D2E0C4FDBA8}"/>
              </a:ext>
            </a:extLst>
          </p:cNvPr>
          <p:cNvSpPr>
            <a:spLocks noGrp="1"/>
          </p:cNvSpPr>
          <p:nvPr/>
        </p:nvSpPr>
        <p:spPr>
          <a:xfrm>
            <a:off x="4567351" y="3403518"/>
            <a:ext cx="28398" cy="28398"/>
          </a:xfrm>
          <a:prstGeom prst="ellipse">
            <a:avLst/>
          </a:prstGeom>
          <a:solidFill>
            <a:srgbClr val="2D887E">
              <a:alpha val="30000"/>
            </a:srgbClr>
          </a:solidFill>
          <a:ln w="0">
            <a:noFill/>
            <a:prstDash val="solid"/>
          </a:ln>
        </p:spPr>
      </p:sp>
      <p:sp>
        <p:nvSpPr>
          <p:cNvPr id="737" name="02_predicted_pose_4036">
            <a:extLst>
              <a:ext uri="{FF2B5EF4-FFF2-40B4-BE49-F238E27FC236}">
                <a16:creationId xmlns:a16="http://schemas.microsoft.com/office/drawing/2014/main" id="{849FFA1B-5C9D-4858-8AB0-FD6483BCFB5D}"/>
              </a:ext>
            </a:extLst>
          </p:cNvPr>
          <p:cNvSpPr>
            <a:spLocks noGrp="1"/>
          </p:cNvSpPr>
          <p:nvPr/>
        </p:nvSpPr>
        <p:spPr>
          <a:xfrm>
            <a:off x="4594914" y="3412747"/>
            <a:ext cx="28398" cy="28398"/>
          </a:xfrm>
          <a:prstGeom prst="ellipse">
            <a:avLst/>
          </a:prstGeom>
          <a:solidFill>
            <a:srgbClr val="2D887E">
              <a:alpha val="30000"/>
            </a:srgbClr>
          </a:solidFill>
          <a:ln w="0">
            <a:noFill/>
            <a:prstDash val="solid"/>
          </a:ln>
        </p:spPr>
      </p:sp>
      <p:sp>
        <p:nvSpPr>
          <p:cNvPr id="738" name="02_predicted_pose_4037">
            <a:extLst>
              <a:ext uri="{FF2B5EF4-FFF2-40B4-BE49-F238E27FC236}">
                <a16:creationId xmlns:a16="http://schemas.microsoft.com/office/drawing/2014/main" id="{EF3FAE48-4DA2-4F20-BDDC-1F2655C72B86}"/>
              </a:ext>
            </a:extLst>
          </p:cNvPr>
          <p:cNvSpPr>
            <a:spLocks noGrp="1"/>
          </p:cNvSpPr>
          <p:nvPr/>
        </p:nvSpPr>
        <p:spPr>
          <a:xfrm>
            <a:off x="4485698" y="3649676"/>
            <a:ext cx="28398" cy="28398"/>
          </a:xfrm>
          <a:prstGeom prst="ellipse">
            <a:avLst/>
          </a:prstGeom>
          <a:solidFill>
            <a:srgbClr val="2D887E">
              <a:alpha val="30000"/>
            </a:srgbClr>
          </a:solidFill>
          <a:ln w="0">
            <a:noFill/>
            <a:prstDash val="solid"/>
          </a:ln>
        </p:spPr>
      </p:sp>
      <p:sp>
        <p:nvSpPr>
          <p:cNvPr id="739" name="02_predicted_pose_4038">
            <a:extLst>
              <a:ext uri="{FF2B5EF4-FFF2-40B4-BE49-F238E27FC236}">
                <a16:creationId xmlns:a16="http://schemas.microsoft.com/office/drawing/2014/main" id="{B9F3F79C-A49B-4BA8-A981-BE9C3935A539}"/>
              </a:ext>
            </a:extLst>
          </p:cNvPr>
          <p:cNvSpPr>
            <a:spLocks noGrp="1"/>
          </p:cNvSpPr>
          <p:nvPr/>
        </p:nvSpPr>
        <p:spPr>
          <a:xfrm>
            <a:off x="4513260" y="3728664"/>
            <a:ext cx="28398" cy="28398"/>
          </a:xfrm>
          <a:prstGeom prst="ellipse">
            <a:avLst/>
          </a:prstGeom>
          <a:solidFill>
            <a:srgbClr val="2D887E">
              <a:alpha val="30000"/>
            </a:srgbClr>
          </a:solidFill>
          <a:ln w="0">
            <a:noFill/>
            <a:prstDash val="solid"/>
          </a:ln>
        </p:spPr>
      </p:sp>
      <p:sp>
        <p:nvSpPr>
          <p:cNvPr id="740" name="02_predicted_pose_4039">
            <a:extLst>
              <a:ext uri="{FF2B5EF4-FFF2-40B4-BE49-F238E27FC236}">
                <a16:creationId xmlns:a16="http://schemas.microsoft.com/office/drawing/2014/main" id="{4FF58FB9-B296-45CF-886D-6A0D2F0C88C1}"/>
              </a:ext>
            </a:extLst>
          </p:cNvPr>
          <p:cNvSpPr>
            <a:spLocks noGrp="1"/>
          </p:cNvSpPr>
          <p:nvPr/>
        </p:nvSpPr>
        <p:spPr>
          <a:xfrm>
            <a:off x="4540823" y="3620361"/>
            <a:ext cx="28398" cy="28398"/>
          </a:xfrm>
          <a:prstGeom prst="ellipse">
            <a:avLst/>
          </a:prstGeom>
          <a:solidFill>
            <a:srgbClr val="2D887E">
              <a:alpha val="30000"/>
            </a:srgbClr>
          </a:solidFill>
          <a:ln w="0">
            <a:noFill/>
            <a:prstDash val="solid"/>
          </a:ln>
        </p:spPr>
      </p:sp>
      <p:sp>
        <p:nvSpPr>
          <p:cNvPr id="741" name="02_predicted_pose_4040">
            <a:extLst>
              <a:ext uri="{FF2B5EF4-FFF2-40B4-BE49-F238E27FC236}">
                <a16:creationId xmlns:a16="http://schemas.microsoft.com/office/drawing/2014/main" id="{EF0D97F0-2AC0-4B8F-A7F0-9D63D7A77A1A}"/>
              </a:ext>
            </a:extLst>
          </p:cNvPr>
          <p:cNvSpPr>
            <a:spLocks noGrp="1"/>
          </p:cNvSpPr>
          <p:nvPr/>
        </p:nvSpPr>
        <p:spPr>
          <a:xfrm>
            <a:off x="4568385" y="3656885"/>
            <a:ext cx="28398" cy="28398"/>
          </a:xfrm>
          <a:prstGeom prst="ellipse">
            <a:avLst/>
          </a:prstGeom>
          <a:solidFill>
            <a:srgbClr val="2D887E">
              <a:alpha val="30000"/>
            </a:srgbClr>
          </a:solidFill>
          <a:ln w="0">
            <a:noFill/>
            <a:prstDash val="solid"/>
          </a:ln>
        </p:spPr>
      </p:sp>
      <p:sp>
        <p:nvSpPr>
          <p:cNvPr id="742" name="02_predicted_pose_4041">
            <a:extLst>
              <a:ext uri="{FF2B5EF4-FFF2-40B4-BE49-F238E27FC236}">
                <a16:creationId xmlns:a16="http://schemas.microsoft.com/office/drawing/2014/main" id="{36C9A606-3EAD-4A7B-9FEC-66EFE5DD4357}"/>
              </a:ext>
            </a:extLst>
          </p:cNvPr>
          <p:cNvSpPr>
            <a:spLocks noGrp="1"/>
          </p:cNvSpPr>
          <p:nvPr/>
        </p:nvSpPr>
        <p:spPr>
          <a:xfrm>
            <a:off x="4595948" y="3738318"/>
            <a:ext cx="28398" cy="28398"/>
          </a:xfrm>
          <a:prstGeom prst="ellipse">
            <a:avLst/>
          </a:prstGeom>
          <a:solidFill>
            <a:srgbClr val="2D887E">
              <a:alpha val="30000"/>
            </a:srgbClr>
          </a:solidFill>
          <a:ln w="0">
            <a:noFill/>
            <a:prstDash val="solid"/>
          </a:ln>
        </p:spPr>
      </p:sp>
      <p:sp>
        <p:nvSpPr>
          <p:cNvPr id="743" name="02_predicted_pose_4042">
            <a:extLst>
              <a:ext uri="{FF2B5EF4-FFF2-40B4-BE49-F238E27FC236}">
                <a16:creationId xmlns:a16="http://schemas.microsoft.com/office/drawing/2014/main" id="{B2FE87D8-71A4-45A3-97CE-21C37497A9D4}"/>
              </a:ext>
            </a:extLst>
          </p:cNvPr>
          <p:cNvSpPr>
            <a:spLocks noGrp="1"/>
          </p:cNvSpPr>
          <p:nvPr/>
        </p:nvSpPr>
        <p:spPr>
          <a:xfrm>
            <a:off x="4499134" y="3740557"/>
            <a:ext cx="28398" cy="28398"/>
          </a:xfrm>
          <a:prstGeom prst="ellipse">
            <a:avLst/>
          </a:prstGeom>
          <a:solidFill>
            <a:srgbClr val="2D887E">
              <a:alpha val="30000"/>
            </a:srgbClr>
          </a:solidFill>
          <a:ln w="0">
            <a:noFill/>
            <a:prstDash val="solid"/>
          </a:ln>
        </p:spPr>
      </p:sp>
      <p:sp>
        <p:nvSpPr>
          <p:cNvPr id="744" name="02_predicted_pose_4043">
            <a:extLst>
              <a:ext uri="{FF2B5EF4-FFF2-40B4-BE49-F238E27FC236}">
                <a16:creationId xmlns:a16="http://schemas.microsoft.com/office/drawing/2014/main" id="{F2EAE1BE-25BA-41F1-BC37-B9DC63C3EBE9}"/>
              </a:ext>
            </a:extLst>
          </p:cNvPr>
          <p:cNvSpPr>
            <a:spLocks noGrp="1"/>
          </p:cNvSpPr>
          <p:nvPr/>
        </p:nvSpPr>
        <p:spPr>
          <a:xfrm>
            <a:off x="4616275" y="3395454"/>
            <a:ext cx="28398" cy="28398"/>
          </a:xfrm>
          <a:prstGeom prst="ellipse">
            <a:avLst/>
          </a:prstGeom>
          <a:solidFill>
            <a:srgbClr val="2D887E">
              <a:alpha val="30000"/>
            </a:srgbClr>
          </a:solidFill>
          <a:ln w="0">
            <a:noFill/>
            <a:prstDash val="solid"/>
          </a:ln>
        </p:spPr>
      </p:sp>
      <p:sp>
        <p:nvSpPr>
          <p:cNvPr id="745" name="02_predicted_pose_4044">
            <a:extLst>
              <a:ext uri="{FF2B5EF4-FFF2-40B4-BE49-F238E27FC236}">
                <a16:creationId xmlns:a16="http://schemas.microsoft.com/office/drawing/2014/main" id="{7F597714-C49F-4A5A-BCCC-7E6CE7C284BA}"/>
              </a:ext>
            </a:extLst>
          </p:cNvPr>
          <p:cNvSpPr>
            <a:spLocks noGrp="1"/>
          </p:cNvSpPr>
          <p:nvPr/>
        </p:nvSpPr>
        <p:spPr>
          <a:xfrm>
            <a:off x="4630056" y="3406293"/>
            <a:ext cx="28398" cy="28398"/>
          </a:xfrm>
          <a:prstGeom prst="ellipse">
            <a:avLst/>
          </a:prstGeom>
          <a:solidFill>
            <a:srgbClr val="2D887E">
              <a:alpha val="30000"/>
            </a:srgbClr>
          </a:solidFill>
          <a:ln w="0">
            <a:noFill/>
            <a:prstDash val="solid"/>
          </a:ln>
        </p:spPr>
      </p:sp>
      <p:sp>
        <p:nvSpPr>
          <p:cNvPr id="746" name="02_predicted_pose_4045">
            <a:extLst>
              <a:ext uri="{FF2B5EF4-FFF2-40B4-BE49-F238E27FC236}">
                <a16:creationId xmlns:a16="http://schemas.microsoft.com/office/drawing/2014/main" id="{EF964AD8-F5AF-4EBE-8138-C18790EA3AAA}"/>
              </a:ext>
            </a:extLst>
          </p:cNvPr>
          <p:cNvSpPr>
            <a:spLocks noGrp="1"/>
          </p:cNvSpPr>
          <p:nvPr/>
        </p:nvSpPr>
        <p:spPr>
          <a:xfrm>
            <a:off x="4413002" y="2998275"/>
            <a:ext cx="28398" cy="28398"/>
          </a:xfrm>
          <a:prstGeom prst="ellipse">
            <a:avLst/>
          </a:prstGeom>
          <a:solidFill>
            <a:srgbClr val="2D887E">
              <a:alpha val="30000"/>
            </a:srgbClr>
          </a:solidFill>
          <a:ln w="0">
            <a:noFill/>
            <a:prstDash val="solid"/>
          </a:ln>
        </p:spPr>
      </p:sp>
      <p:sp>
        <p:nvSpPr>
          <p:cNvPr id="747" name="02_predicted_pose_4046">
            <a:extLst>
              <a:ext uri="{FF2B5EF4-FFF2-40B4-BE49-F238E27FC236}">
                <a16:creationId xmlns:a16="http://schemas.microsoft.com/office/drawing/2014/main" id="{F1329315-6E15-4C92-98BA-0621159E0ABE}"/>
              </a:ext>
            </a:extLst>
          </p:cNvPr>
          <p:cNvSpPr>
            <a:spLocks noGrp="1"/>
          </p:cNvSpPr>
          <p:nvPr/>
        </p:nvSpPr>
        <p:spPr>
          <a:xfrm>
            <a:off x="4425405" y="3864570"/>
            <a:ext cx="28398" cy="28398"/>
          </a:xfrm>
          <a:prstGeom prst="ellipse">
            <a:avLst/>
          </a:prstGeom>
          <a:solidFill>
            <a:srgbClr val="2D887E">
              <a:alpha val="30000"/>
            </a:srgbClr>
          </a:solidFill>
          <a:ln w="0">
            <a:noFill/>
            <a:prstDash val="solid"/>
          </a:ln>
        </p:spPr>
      </p:sp>
      <p:sp>
        <p:nvSpPr>
          <p:cNvPr id="748" name="02_predicted_pose_4047">
            <a:extLst>
              <a:ext uri="{FF2B5EF4-FFF2-40B4-BE49-F238E27FC236}">
                <a16:creationId xmlns:a16="http://schemas.microsoft.com/office/drawing/2014/main" id="{9A5D2F83-99E6-46E2-B8C5-69DD7B021D43}"/>
              </a:ext>
            </a:extLst>
          </p:cNvPr>
          <p:cNvSpPr>
            <a:spLocks noGrp="1"/>
          </p:cNvSpPr>
          <p:nvPr/>
        </p:nvSpPr>
        <p:spPr>
          <a:xfrm>
            <a:off x="4467093" y="3659046"/>
            <a:ext cx="28398" cy="28398"/>
          </a:xfrm>
          <a:prstGeom prst="ellipse">
            <a:avLst/>
          </a:prstGeom>
          <a:solidFill>
            <a:srgbClr val="2D887E">
              <a:alpha val="30000"/>
            </a:srgbClr>
          </a:solidFill>
          <a:ln w="0">
            <a:noFill/>
            <a:prstDash val="solid"/>
          </a:ln>
        </p:spPr>
      </p:sp>
      <p:sp>
        <p:nvSpPr>
          <p:cNvPr id="749" name="02_predicted_pose_4048">
            <a:extLst>
              <a:ext uri="{FF2B5EF4-FFF2-40B4-BE49-F238E27FC236}">
                <a16:creationId xmlns:a16="http://schemas.microsoft.com/office/drawing/2014/main" id="{AB7C86CB-1B51-4518-8D0A-921A629010A4}"/>
              </a:ext>
            </a:extLst>
          </p:cNvPr>
          <p:cNvSpPr>
            <a:spLocks noGrp="1"/>
          </p:cNvSpPr>
          <p:nvPr/>
        </p:nvSpPr>
        <p:spPr>
          <a:xfrm>
            <a:off x="4430573" y="3709176"/>
            <a:ext cx="28398" cy="28398"/>
          </a:xfrm>
          <a:prstGeom prst="ellipse">
            <a:avLst/>
          </a:prstGeom>
          <a:solidFill>
            <a:srgbClr val="2D887E">
              <a:alpha val="30000"/>
            </a:srgbClr>
          </a:solidFill>
          <a:ln w="0">
            <a:noFill/>
            <a:prstDash val="solid"/>
          </a:ln>
        </p:spPr>
      </p:sp>
      <p:sp>
        <p:nvSpPr>
          <p:cNvPr id="750" name="02_predicted_pose_4049">
            <a:extLst>
              <a:ext uri="{FF2B5EF4-FFF2-40B4-BE49-F238E27FC236}">
                <a16:creationId xmlns:a16="http://schemas.microsoft.com/office/drawing/2014/main" id="{1BD8572B-3DC8-4D82-9BB8-585DCFD33EE1}"/>
              </a:ext>
            </a:extLst>
          </p:cNvPr>
          <p:cNvSpPr>
            <a:spLocks noGrp="1"/>
          </p:cNvSpPr>
          <p:nvPr/>
        </p:nvSpPr>
        <p:spPr>
          <a:xfrm>
            <a:off x="4378549" y="3661892"/>
            <a:ext cx="28398" cy="28398"/>
          </a:xfrm>
          <a:prstGeom prst="ellipse">
            <a:avLst/>
          </a:prstGeom>
          <a:solidFill>
            <a:srgbClr val="2D887E">
              <a:alpha val="30000"/>
            </a:srgbClr>
          </a:solidFill>
          <a:ln w="0">
            <a:noFill/>
            <a:prstDash val="solid"/>
          </a:ln>
        </p:spPr>
      </p:sp>
      <p:sp>
        <p:nvSpPr>
          <p:cNvPr id="751" name="02_predicted_pose_4050">
            <a:extLst>
              <a:ext uri="{FF2B5EF4-FFF2-40B4-BE49-F238E27FC236}">
                <a16:creationId xmlns:a16="http://schemas.microsoft.com/office/drawing/2014/main" id="{D1856710-B74E-4341-BADC-74CBEE9749AD}"/>
              </a:ext>
            </a:extLst>
          </p:cNvPr>
          <p:cNvSpPr>
            <a:spLocks noGrp="1"/>
          </p:cNvSpPr>
          <p:nvPr/>
        </p:nvSpPr>
        <p:spPr>
          <a:xfrm>
            <a:off x="4510848" y="3752647"/>
            <a:ext cx="28398" cy="28398"/>
          </a:xfrm>
          <a:prstGeom prst="ellipse">
            <a:avLst/>
          </a:prstGeom>
          <a:solidFill>
            <a:srgbClr val="2D887E">
              <a:alpha val="30000"/>
            </a:srgbClr>
          </a:solidFill>
          <a:ln w="0">
            <a:noFill/>
            <a:prstDash val="solid"/>
          </a:ln>
        </p:spPr>
      </p:sp>
      <p:sp>
        <p:nvSpPr>
          <p:cNvPr id="752" name="02_predicted_pose_4051">
            <a:extLst>
              <a:ext uri="{FF2B5EF4-FFF2-40B4-BE49-F238E27FC236}">
                <a16:creationId xmlns:a16="http://schemas.microsoft.com/office/drawing/2014/main" id="{78B1E840-F1B1-416C-912B-13598DC1441B}"/>
              </a:ext>
            </a:extLst>
          </p:cNvPr>
          <p:cNvSpPr>
            <a:spLocks noGrp="1"/>
          </p:cNvSpPr>
          <p:nvPr/>
        </p:nvSpPr>
        <p:spPr>
          <a:xfrm>
            <a:off x="4524630" y="3783027"/>
            <a:ext cx="28398" cy="28398"/>
          </a:xfrm>
          <a:prstGeom prst="ellipse">
            <a:avLst/>
          </a:prstGeom>
          <a:solidFill>
            <a:srgbClr val="2D887E">
              <a:alpha val="30000"/>
            </a:srgbClr>
          </a:solidFill>
          <a:ln w="0">
            <a:noFill/>
            <a:prstDash val="solid"/>
          </a:ln>
        </p:spPr>
      </p:sp>
      <p:sp>
        <p:nvSpPr>
          <p:cNvPr id="753" name="02_predicted_pose_4052">
            <a:extLst>
              <a:ext uri="{FF2B5EF4-FFF2-40B4-BE49-F238E27FC236}">
                <a16:creationId xmlns:a16="http://schemas.microsoft.com/office/drawing/2014/main" id="{105DE086-700B-4A2F-91DB-9A81B17D8410}"/>
              </a:ext>
            </a:extLst>
          </p:cNvPr>
          <p:cNvSpPr>
            <a:spLocks noGrp="1"/>
          </p:cNvSpPr>
          <p:nvPr/>
        </p:nvSpPr>
        <p:spPr>
          <a:xfrm>
            <a:off x="4538411" y="3853134"/>
            <a:ext cx="28398" cy="28398"/>
          </a:xfrm>
          <a:prstGeom prst="ellipse">
            <a:avLst/>
          </a:prstGeom>
          <a:solidFill>
            <a:srgbClr val="2D887E">
              <a:alpha val="30000"/>
            </a:srgbClr>
          </a:solidFill>
          <a:ln w="0">
            <a:noFill/>
            <a:prstDash val="solid"/>
          </a:ln>
        </p:spPr>
      </p:sp>
      <p:sp>
        <p:nvSpPr>
          <p:cNvPr id="754" name="02_predicted_pose_4053">
            <a:extLst>
              <a:ext uri="{FF2B5EF4-FFF2-40B4-BE49-F238E27FC236}">
                <a16:creationId xmlns:a16="http://schemas.microsoft.com/office/drawing/2014/main" id="{938B84DE-F6AC-423E-B7C9-3EBA842853E2}"/>
              </a:ext>
            </a:extLst>
          </p:cNvPr>
          <p:cNvSpPr>
            <a:spLocks noGrp="1"/>
          </p:cNvSpPr>
          <p:nvPr/>
        </p:nvSpPr>
        <p:spPr>
          <a:xfrm>
            <a:off x="4552192" y="3781236"/>
            <a:ext cx="28398" cy="28398"/>
          </a:xfrm>
          <a:prstGeom prst="ellipse">
            <a:avLst/>
          </a:prstGeom>
          <a:solidFill>
            <a:srgbClr val="2D887E">
              <a:alpha val="30000"/>
            </a:srgbClr>
          </a:solidFill>
          <a:ln w="0">
            <a:noFill/>
            <a:prstDash val="solid"/>
          </a:ln>
        </p:spPr>
      </p:sp>
      <p:sp>
        <p:nvSpPr>
          <p:cNvPr id="755" name="02_predicted_pose_4054">
            <a:extLst>
              <a:ext uri="{FF2B5EF4-FFF2-40B4-BE49-F238E27FC236}">
                <a16:creationId xmlns:a16="http://schemas.microsoft.com/office/drawing/2014/main" id="{4A3FCF69-AC44-4569-BB47-86017353E038}"/>
              </a:ext>
            </a:extLst>
          </p:cNvPr>
          <p:cNvSpPr>
            <a:spLocks noGrp="1"/>
          </p:cNvSpPr>
          <p:nvPr/>
        </p:nvSpPr>
        <p:spPr>
          <a:xfrm>
            <a:off x="4347196" y="3779245"/>
            <a:ext cx="28398" cy="28398"/>
          </a:xfrm>
          <a:prstGeom prst="ellipse">
            <a:avLst/>
          </a:prstGeom>
          <a:solidFill>
            <a:srgbClr val="2D887E">
              <a:alpha val="30000"/>
            </a:srgbClr>
          </a:solidFill>
          <a:ln w="0">
            <a:noFill/>
            <a:prstDash val="solid"/>
          </a:ln>
        </p:spPr>
      </p:sp>
      <p:sp>
        <p:nvSpPr>
          <p:cNvPr id="756" name="02_predicted_pose_4055">
            <a:extLst>
              <a:ext uri="{FF2B5EF4-FFF2-40B4-BE49-F238E27FC236}">
                <a16:creationId xmlns:a16="http://schemas.microsoft.com/office/drawing/2014/main" id="{B3249137-9830-454A-A39F-323F111268D7}"/>
              </a:ext>
            </a:extLst>
          </p:cNvPr>
          <p:cNvSpPr>
            <a:spLocks noGrp="1"/>
          </p:cNvSpPr>
          <p:nvPr/>
        </p:nvSpPr>
        <p:spPr>
          <a:xfrm>
            <a:off x="4374759" y="3828307"/>
            <a:ext cx="28398" cy="28398"/>
          </a:xfrm>
          <a:prstGeom prst="ellipse">
            <a:avLst/>
          </a:prstGeom>
          <a:solidFill>
            <a:srgbClr val="2D887E">
              <a:alpha val="30000"/>
            </a:srgbClr>
          </a:solidFill>
          <a:ln w="0">
            <a:noFill/>
            <a:prstDash val="solid"/>
          </a:ln>
        </p:spPr>
      </p:sp>
      <p:sp>
        <p:nvSpPr>
          <p:cNvPr id="757" name="02_predicted_pose_4056">
            <a:extLst>
              <a:ext uri="{FF2B5EF4-FFF2-40B4-BE49-F238E27FC236}">
                <a16:creationId xmlns:a16="http://schemas.microsoft.com/office/drawing/2014/main" id="{9B593CBA-6FFC-41C6-ABB2-AC3BD647BA5F}"/>
              </a:ext>
            </a:extLst>
          </p:cNvPr>
          <p:cNvSpPr>
            <a:spLocks noGrp="1"/>
          </p:cNvSpPr>
          <p:nvPr/>
        </p:nvSpPr>
        <p:spPr>
          <a:xfrm>
            <a:off x="4586301" y="3285839"/>
            <a:ext cx="28398" cy="28398"/>
          </a:xfrm>
          <a:prstGeom prst="ellipse">
            <a:avLst/>
          </a:prstGeom>
          <a:solidFill>
            <a:srgbClr val="2D887E">
              <a:alpha val="30000"/>
            </a:srgbClr>
          </a:solidFill>
          <a:ln w="0">
            <a:noFill/>
            <a:prstDash val="solid"/>
          </a:ln>
        </p:spPr>
      </p:sp>
      <p:sp>
        <p:nvSpPr>
          <p:cNvPr id="758" name="02_predicted_pose_4057">
            <a:extLst>
              <a:ext uri="{FF2B5EF4-FFF2-40B4-BE49-F238E27FC236}">
                <a16:creationId xmlns:a16="http://schemas.microsoft.com/office/drawing/2014/main" id="{5EC326D8-CC26-4235-B28E-0A86F06209CE}"/>
              </a:ext>
            </a:extLst>
          </p:cNvPr>
          <p:cNvSpPr>
            <a:spLocks noGrp="1"/>
          </p:cNvSpPr>
          <p:nvPr/>
        </p:nvSpPr>
        <p:spPr>
          <a:xfrm>
            <a:off x="4621098" y="3847283"/>
            <a:ext cx="28398" cy="28398"/>
          </a:xfrm>
          <a:prstGeom prst="ellipse">
            <a:avLst/>
          </a:prstGeom>
          <a:solidFill>
            <a:srgbClr val="2D887E">
              <a:alpha val="30000"/>
            </a:srgbClr>
          </a:solidFill>
          <a:ln w="0">
            <a:noFill/>
            <a:prstDash val="solid"/>
          </a:ln>
        </p:spPr>
      </p:sp>
      <p:sp>
        <p:nvSpPr>
          <p:cNvPr id="759" name="02_predicted_pose_4058">
            <a:extLst>
              <a:ext uri="{FF2B5EF4-FFF2-40B4-BE49-F238E27FC236}">
                <a16:creationId xmlns:a16="http://schemas.microsoft.com/office/drawing/2014/main" id="{68A30BA3-C454-4E24-A2A2-69CD82C5B7D6}"/>
              </a:ext>
            </a:extLst>
          </p:cNvPr>
          <p:cNvSpPr>
            <a:spLocks noGrp="1"/>
          </p:cNvSpPr>
          <p:nvPr/>
        </p:nvSpPr>
        <p:spPr>
          <a:xfrm>
            <a:off x="5582684" y="3446455"/>
            <a:ext cx="28398" cy="28398"/>
          </a:xfrm>
          <a:prstGeom prst="ellipse">
            <a:avLst/>
          </a:prstGeom>
          <a:solidFill>
            <a:srgbClr val="B57442">
              <a:alpha val="30000"/>
            </a:srgbClr>
          </a:solidFill>
          <a:ln w="0">
            <a:noFill/>
            <a:prstDash val="solid"/>
          </a:ln>
        </p:spPr>
      </p:sp>
      <p:sp>
        <p:nvSpPr>
          <p:cNvPr id="760" name="02_predicted_pose_4059">
            <a:extLst>
              <a:ext uri="{FF2B5EF4-FFF2-40B4-BE49-F238E27FC236}">
                <a16:creationId xmlns:a16="http://schemas.microsoft.com/office/drawing/2014/main" id="{CC225024-37CC-45F5-B661-E64BBCE029B9}"/>
              </a:ext>
            </a:extLst>
          </p:cNvPr>
          <p:cNvSpPr>
            <a:spLocks noGrp="1"/>
          </p:cNvSpPr>
          <p:nvPr/>
        </p:nvSpPr>
        <p:spPr>
          <a:xfrm>
            <a:off x="5596465" y="3442008"/>
            <a:ext cx="28398" cy="28398"/>
          </a:xfrm>
          <a:prstGeom prst="ellipse">
            <a:avLst/>
          </a:prstGeom>
          <a:solidFill>
            <a:srgbClr val="B57442">
              <a:alpha val="30000"/>
            </a:srgbClr>
          </a:solidFill>
          <a:ln w="0">
            <a:noFill/>
            <a:prstDash val="solid"/>
          </a:ln>
        </p:spPr>
      </p:sp>
      <p:sp>
        <p:nvSpPr>
          <p:cNvPr id="761" name="02_predicted_pose_4060">
            <a:extLst>
              <a:ext uri="{FF2B5EF4-FFF2-40B4-BE49-F238E27FC236}">
                <a16:creationId xmlns:a16="http://schemas.microsoft.com/office/drawing/2014/main" id="{966A3875-B4AA-47A1-AC50-560B0D436295}"/>
              </a:ext>
            </a:extLst>
          </p:cNvPr>
          <p:cNvSpPr>
            <a:spLocks noGrp="1"/>
          </p:cNvSpPr>
          <p:nvPr/>
        </p:nvSpPr>
        <p:spPr>
          <a:xfrm>
            <a:off x="5610246" y="3398559"/>
            <a:ext cx="28398" cy="28398"/>
          </a:xfrm>
          <a:prstGeom prst="ellipse">
            <a:avLst/>
          </a:prstGeom>
          <a:solidFill>
            <a:srgbClr val="B57442">
              <a:alpha val="30000"/>
            </a:srgbClr>
          </a:solidFill>
          <a:ln w="0">
            <a:noFill/>
            <a:prstDash val="solid"/>
          </a:ln>
        </p:spPr>
      </p:sp>
      <p:sp>
        <p:nvSpPr>
          <p:cNvPr id="762" name="02_predicted_pose_4061">
            <a:extLst>
              <a:ext uri="{FF2B5EF4-FFF2-40B4-BE49-F238E27FC236}">
                <a16:creationId xmlns:a16="http://schemas.microsoft.com/office/drawing/2014/main" id="{8F08DB15-3F76-4270-8E17-EC8774B91ED0}"/>
              </a:ext>
            </a:extLst>
          </p:cNvPr>
          <p:cNvSpPr>
            <a:spLocks noGrp="1"/>
          </p:cNvSpPr>
          <p:nvPr/>
        </p:nvSpPr>
        <p:spPr>
          <a:xfrm>
            <a:off x="5624028" y="3414400"/>
            <a:ext cx="28398" cy="28398"/>
          </a:xfrm>
          <a:prstGeom prst="ellipse">
            <a:avLst/>
          </a:prstGeom>
          <a:solidFill>
            <a:srgbClr val="B57442">
              <a:alpha val="30000"/>
            </a:srgbClr>
          </a:solidFill>
          <a:ln w="0">
            <a:noFill/>
            <a:prstDash val="solid"/>
          </a:ln>
        </p:spPr>
      </p:sp>
      <p:sp>
        <p:nvSpPr>
          <p:cNvPr id="763" name="02_predicted_pose_4062">
            <a:extLst>
              <a:ext uri="{FF2B5EF4-FFF2-40B4-BE49-F238E27FC236}">
                <a16:creationId xmlns:a16="http://schemas.microsoft.com/office/drawing/2014/main" id="{CE4F623A-3158-4E55-A849-7911355AED23}"/>
              </a:ext>
            </a:extLst>
          </p:cNvPr>
          <p:cNvSpPr>
            <a:spLocks noGrp="1"/>
          </p:cNvSpPr>
          <p:nvPr/>
        </p:nvSpPr>
        <p:spPr>
          <a:xfrm>
            <a:off x="5637809" y="3481779"/>
            <a:ext cx="28398" cy="28398"/>
          </a:xfrm>
          <a:prstGeom prst="ellipse">
            <a:avLst/>
          </a:prstGeom>
          <a:solidFill>
            <a:srgbClr val="B57442">
              <a:alpha val="30000"/>
            </a:srgbClr>
          </a:solidFill>
          <a:ln w="0">
            <a:noFill/>
            <a:prstDash val="solid"/>
          </a:ln>
        </p:spPr>
      </p:sp>
      <p:sp>
        <p:nvSpPr>
          <p:cNvPr id="764" name="02_predicted_pose_4063">
            <a:extLst>
              <a:ext uri="{FF2B5EF4-FFF2-40B4-BE49-F238E27FC236}">
                <a16:creationId xmlns:a16="http://schemas.microsoft.com/office/drawing/2014/main" id="{C652A79E-82D9-4791-8DA1-EB1BC9FF4A59}"/>
              </a:ext>
            </a:extLst>
          </p:cNvPr>
          <p:cNvSpPr>
            <a:spLocks noGrp="1"/>
          </p:cNvSpPr>
          <p:nvPr/>
        </p:nvSpPr>
        <p:spPr>
          <a:xfrm>
            <a:off x="5651590" y="3464637"/>
            <a:ext cx="28398" cy="28398"/>
          </a:xfrm>
          <a:prstGeom prst="ellipse">
            <a:avLst/>
          </a:prstGeom>
          <a:solidFill>
            <a:srgbClr val="B57442">
              <a:alpha val="30000"/>
            </a:srgbClr>
          </a:solidFill>
          <a:ln w="0">
            <a:noFill/>
            <a:prstDash val="solid"/>
          </a:ln>
        </p:spPr>
      </p:sp>
      <p:sp>
        <p:nvSpPr>
          <p:cNvPr id="765" name="02_predicted_pose_4064">
            <a:extLst>
              <a:ext uri="{FF2B5EF4-FFF2-40B4-BE49-F238E27FC236}">
                <a16:creationId xmlns:a16="http://schemas.microsoft.com/office/drawing/2014/main" id="{EBF2B01F-3494-4C25-AF55-2B3768B3A5D6}"/>
              </a:ext>
            </a:extLst>
          </p:cNvPr>
          <p:cNvSpPr>
            <a:spLocks noGrp="1"/>
          </p:cNvSpPr>
          <p:nvPr/>
        </p:nvSpPr>
        <p:spPr>
          <a:xfrm>
            <a:off x="5665371" y="3464349"/>
            <a:ext cx="28398" cy="28398"/>
          </a:xfrm>
          <a:prstGeom prst="ellipse">
            <a:avLst/>
          </a:prstGeom>
          <a:solidFill>
            <a:srgbClr val="B57442">
              <a:alpha val="30000"/>
            </a:srgbClr>
          </a:solidFill>
          <a:ln w="0">
            <a:noFill/>
            <a:prstDash val="solid"/>
          </a:ln>
        </p:spPr>
      </p:sp>
      <p:sp>
        <p:nvSpPr>
          <p:cNvPr id="766" name="02_predicted_pose_4065">
            <a:extLst>
              <a:ext uri="{FF2B5EF4-FFF2-40B4-BE49-F238E27FC236}">
                <a16:creationId xmlns:a16="http://schemas.microsoft.com/office/drawing/2014/main" id="{D3CB3279-75B5-4599-84E1-A3C25A6D11F9}"/>
              </a:ext>
            </a:extLst>
          </p:cNvPr>
          <p:cNvSpPr>
            <a:spLocks noGrp="1"/>
          </p:cNvSpPr>
          <p:nvPr/>
        </p:nvSpPr>
        <p:spPr>
          <a:xfrm>
            <a:off x="5679152" y="3510376"/>
            <a:ext cx="28398" cy="28398"/>
          </a:xfrm>
          <a:prstGeom prst="ellipse">
            <a:avLst/>
          </a:prstGeom>
          <a:solidFill>
            <a:srgbClr val="B57442">
              <a:alpha val="30000"/>
            </a:srgbClr>
          </a:solidFill>
          <a:ln w="0">
            <a:noFill/>
            <a:prstDash val="solid"/>
          </a:ln>
        </p:spPr>
      </p:sp>
      <p:sp>
        <p:nvSpPr>
          <p:cNvPr id="767" name="02_predicted_pose_4066">
            <a:extLst>
              <a:ext uri="{FF2B5EF4-FFF2-40B4-BE49-F238E27FC236}">
                <a16:creationId xmlns:a16="http://schemas.microsoft.com/office/drawing/2014/main" id="{8D9A4BA4-DD72-45B3-9540-F143366B326A}"/>
              </a:ext>
            </a:extLst>
          </p:cNvPr>
          <p:cNvSpPr>
            <a:spLocks noGrp="1"/>
          </p:cNvSpPr>
          <p:nvPr/>
        </p:nvSpPr>
        <p:spPr>
          <a:xfrm>
            <a:off x="5692934" y="3448866"/>
            <a:ext cx="28398" cy="28398"/>
          </a:xfrm>
          <a:prstGeom prst="ellipse">
            <a:avLst/>
          </a:prstGeom>
          <a:solidFill>
            <a:srgbClr val="B57442">
              <a:alpha val="30000"/>
            </a:srgbClr>
          </a:solidFill>
          <a:ln w="0">
            <a:noFill/>
            <a:prstDash val="solid"/>
          </a:ln>
        </p:spPr>
      </p:sp>
      <p:sp>
        <p:nvSpPr>
          <p:cNvPr id="768" name="02_predicted_pose_4067">
            <a:extLst>
              <a:ext uri="{FF2B5EF4-FFF2-40B4-BE49-F238E27FC236}">
                <a16:creationId xmlns:a16="http://schemas.microsoft.com/office/drawing/2014/main" id="{D04A6096-EE86-4799-83C4-135189ED40C9}"/>
              </a:ext>
            </a:extLst>
          </p:cNvPr>
          <p:cNvSpPr>
            <a:spLocks noGrp="1"/>
          </p:cNvSpPr>
          <p:nvPr/>
        </p:nvSpPr>
        <p:spPr>
          <a:xfrm>
            <a:off x="5706715" y="3378727"/>
            <a:ext cx="28398" cy="28398"/>
          </a:xfrm>
          <a:prstGeom prst="ellipse">
            <a:avLst/>
          </a:prstGeom>
          <a:solidFill>
            <a:srgbClr val="B57442">
              <a:alpha val="30000"/>
            </a:srgbClr>
          </a:solidFill>
          <a:ln w="0">
            <a:noFill/>
            <a:prstDash val="solid"/>
          </a:ln>
        </p:spPr>
      </p:sp>
      <p:sp>
        <p:nvSpPr>
          <p:cNvPr id="769" name="02_predicted_pose_4068">
            <a:extLst>
              <a:ext uri="{FF2B5EF4-FFF2-40B4-BE49-F238E27FC236}">
                <a16:creationId xmlns:a16="http://schemas.microsoft.com/office/drawing/2014/main" id="{AA5CACE5-5ACA-43A1-819B-E04E5075C278}"/>
              </a:ext>
            </a:extLst>
          </p:cNvPr>
          <p:cNvSpPr>
            <a:spLocks noGrp="1"/>
          </p:cNvSpPr>
          <p:nvPr/>
        </p:nvSpPr>
        <p:spPr>
          <a:xfrm>
            <a:off x="5596121" y="3523438"/>
            <a:ext cx="28398" cy="28398"/>
          </a:xfrm>
          <a:prstGeom prst="ellipse">
            <a:avLst/>
          </a:prstGeom>
          <a:solidFill>
            <a:srgbClr val="B57442">
              <a:alpha val="30000"/>
            </a:srgbClr>
          </a:solidFill>
          <a:ln w="0">
            <a:noFill/>
            <a:prstDash val="solid"/>
          </a:ln>
        </p:spPr>
      </p:sp>
      <p:sp>
        <p:nvSpPr>
          <p:cNvPr id="770" name="02_predicted_pose_4069">
            <a:extLst>
              <a:ext uri="{FF2B5EF4-FFF2-40B4-BE49-F238E27FC236}">
                <a16:creationId xmlns:a16="http://schemas.microsoft.com/office/drawing/2014/main" id="{D38B51FE-B2B9-4F60-8242-85CF8B8715BD}"/>
              </a:ext>
            </a:extLst>
          </p:cNvPr>
          <p:cNvSpPr>
            <a:spLocks noGrp="1"/>
          </p:cNvSpPr>
          <p:nvPr/>
        </p:nvSpPr>
        <p:spPr>
          <a:xfrm>
            <a:off x="5689144" y="3318572"/>
            <a:ext cx="28398" cy="28398"/>
          </a:xfrm>
          <a:prstGeom prst="ellipse">
            <a:avLst/>
          </a:prstGeom>
          <a:solidFill>
            <a:srgbClr val="B57442">
              <a:alpha val="30000"/>
            </a:srgbClr>
          </a:solidFill>
          <a:ln w="0">
            <a:noFill/>
            <a:prstDash val="solid"/>
          </a:ln>
        </p:spPr>
      </p:sp>
      <p:sp>
        <p:nvSpPr>
          <p:cNvPr id="771" name="02_predicted_pose_4070">
            <a:extLst>
              <a:ext uri="{FF2B5EF4-FFF2-40B4-BE49-F238E27FC236}">
                <a16:creationId xmlns:a16="http://schemas.microsoft.com/office/drawing/2014/main" id="{7E55D7B0-8476-483C-BEC3-E1779ACED384}"/>
              </a:ext>
            </a:extLst>
          </p:cNvPr>
          <p:cNvSpPr>
            <a:spLocks noGrp="1"/>
          </p:cNvSpPr>
          <p:nvPr/>
        </p:nvSpPr>
        <p:spPr>
          <a:xfrm>
            <a:off x="5782167" y="3466659"/>
            <a:ext cx="28398" cy="28398"/>
          </a:xfrm>
          <a:prstGeom prst="ellipse">
            <a:avLst/>
          </a:prstGeom>
          <a:solidFill>
            <a:srgbClr val="B57442">
              <a:alpha val="30000"/>
            </a:srgbClr>
          </a:solidFill>
          <a:ln w="0">
            <a:noFill/>
            <a:prstDash val="solid"/>
          </a:ln>
        </p:spPr>
      </p:sp>
      <p:sp>
        <p:nvSpPr>
          <p:cNvPr id="772" name="02_predicted_pose_4071">
            <a:extLst>
              <a:ext uri="{FF2B5EF4-FFF2-40B4-BE49-F238E27FC236}">
                <a16:creationId xmlns:a16="http://schemas.microsoft.com/office/drawing/2014/main" id="{2A51840B-6915-4FFE-A504-0E4DA5A62AE1}"/>
              </a:ext>
            </a:extLst>
          </p:cNvPr>
          <p:cNvSpPr>
            <a:spLocks noGrp="1"/>
          </p:cNvSpPr>
          <p:nvPr/>
        </p:nvSpPr>
        <p:spPr>
          <a:xfrm>
            <a:off x="5531693" y="3488198"/>
            <a:ext cx="28398" cy="28398"/>
          </a:xfrm>
          <a:prstGeom prst="ellipse">
            <a:avLst/>
          </a:prstGeom>
          <a:solidFill>
            <a:srgbClr val="B57442">
              <a:alpha val="30000"/>
            </a:srgbClr>
          </a:solidFill>
          <a:ln w="0">
            <a:noFill/>
            <a:prstDash val="solid"/>
          </a:ln>
        </p:spPr>
      </p:sp>
      <p:sp>
        <p:nvSpPr>
          <p:cNvPr id="773" name="02_predicted_pose_4072">
            <a:extLst>
              <a:ext uri="{FF2B5EF4-FFF2-40B4-BE49-F238E27FC236}">
                <a16:creationId xmlns:a16="http://schemas.microsoft.com/office/drawing/2014/main" id="{17429BD0-6340-4B3B-86DC-54A94443EB72}"/>
              </a:ext>
            </a:extLst>
          </p:cNvPr>
          <p:cNvSpPr>
            <a:spLocks noGrp="1"/>
          </p:cNvSpPr>
          <p:nvPr/>
        </p:nvSpPr>
        <p:spPr>
          <a:xfrm>
            <a:off x="5624717" y="3314971"/>
            <a:ext cx="28398" cy="28398"/>
          </a:xfrm>
          <a:prstGeom prst="ellipse">
            <a:avLst/>
          </a:prstGeom>
          <a:solidFill>
            <a:srgbClr val="B57442">
              <a:alpha val="30000"/>
            </a:srgbClr>
          </a:solidFill>
          <a:ln w="0">
            <a:noFill/>
            <a:prstDash val="solid"/>
          </a:ln>
        </p:spPr>
      </p:sp>
      <p:sp>
        <p:nvSpPr>
          <p:cNvPr id="774" name="02_predicted_pose_4073">
            <a:extLst>
              <a:ext uri="{FF2B5EF4-FFF2-40B4-BE49-F238E27FC236}">
                <a16:creationId xmlns:a16="http://schemas.microsoft.com/office/drawing/2014/main" id="{AC6BE8E9-24E3-48C1-B198-3BF26E9661E6}"/>
              </a:ext>
            </a:extLst>
          </p:cNvPr>
          <p:cNvSpPr>
            <a:spLocks noGrp="1"/>
          </p:cNvSpPr>
          <p:nvPr/>
        </p:nvSpPr>
        <p:spPr>
          <a:xfrm>
            <a:off x="5717740" y="3400047"/>
            <a:ext cx="28398" cy="28398"/>
          </a:xfrm>
          <a:prstGeom prst="ellipse">
            <a:avLst/>
          </a:prstGeom>
          <a:solidFill>
            <a:srgbClr val="B57442">
              <a:alpha val="30000"/>
            </a:srgbClr>
          </a:solidFill>
          <a:ln w="0">
            <a:noFill/>
            <a:prstDash val="solid"/>
          </a:ln>
        </p:spPr>
      </p:sp>
      <p:sp>
        <p:nvSpPr>
          <p:cNvPr id="775" name="02_predicted_pose_4074">
            <a:extLst>
              <a:ext uri="{FF2B5EF4-FFF2-40B4-BE49-F238E27FC236}">
                <a16:creationId xmlns:a16="http://schemas.microsoft.com/office/drawing/2014/main" id="{9E72774D-9013-4857-B829-AEF1A093A671}"/>
              </a:ext>
            </a:extLst>
          </p:cNvPr>
          <p:cNvSpPr>
            <a:spLocks noGrp="1"/>
          </p:cNvSpPr>
          <p:nvPr/>
        </p:nvSpPr>
        <p:spPr>
          <a:xfrm>
            <a:off x="5810763" y="3524512"/>
            <a:ext cx="28398" cy="28398"/>
          </a:xfrm>
          <a:prstGeom prst="ellipse">
            <a:avLst/>
          </a:prstGeom>
          <a:solidFill>
            <a:srgbClr val="B57442">
              <a:alpha val="30000"/>
            </a:srgbClr>
          </a:solidFill>
          <a:ln w="0">
            <a:noFill/>
            <a:prstDash val="solid"/>
          </a:ln>
        </p:spPr>
      </p:sp>
      <p:sp>
        <p:nvSpPr>
          <p:cNvPr id="776" name="02_predicted_pose_4075">
            <a:extLst>
              <a:ext uri="{FF2B5EF4-FFF2-40B4-BE49-F238E27FC236}">
                <a16:creationId xmlns:a16="http://schemas.microsoft.com/office/drawing/2014/main" id="{220D8EB3-EBD0-4460-8932-A80D19AC13D1}"/>
              </a:ext>
            </a:extLst>
          </p:cNvPr>
          <p:cNvSpPr>
            <a:spLocks noGrp="1"/>
          </p:cNvSpPr>
          <p:nvPr/>
        </p:nvSpPr>
        <p:spPr>
          <a:xfrm>
            <a:off x="5560289" y="3300504"/>
            <a:ext cx="28398" cy="28398"/>
          </a:xfrm>
          <a:prstGeom prst="ellipse">
            <a:avLst/>
          </a:prstGeom>
          <a:solidFill>
            <a:srgbClr val="B57442">
              <a:alpha val="30000"/>
            </a:srgbClr>
          </a:solidFill>
          <a:ln w="0">
            <a:noFill/>
            <a:prstDash val="solid"/>
          </a:ln>
        </p:spPr>
      </p:sp>
      <p:sp>
        <p:nvSpPr>
          <p:cNvPr id="777" name="02_predicted_pose_4076">
            <a:extLst>
              <a:ext uri="{FF2B5EF4-FFF2-40B4-BE49-F238E27FC236}">
                <a16:creationId xmlns:a16="http://schemas.microsoft.com/office/drawing/2014/main" id="{E83CC221-E8A2-4A68-B022-E4FCBD7EA655}"/>
              </a:ext>
            </a:extLst>
          </p:cNvPr>
          <p:cNvSpPr>
            <a:spLocks noGrp="1"/>
          </p:cNvSpPr>
          <p:nvPr/>
        </p:nvSpPr>
        <p:spPr>
          <a:xfrm>
            <a:off x="5653313" y="3400206"/>
            <a:ext cx="28398" cy="28398"/>
          </a:xfrm>
          <a:prstGeom prst="ellipse">
            <a:avLst/>
          </a:prstGeom>
          <a:solidFill>
            <a:srgbClr val="B57442">
              <a:alpha val="30000"/>
            </a:srgbClr>
          </a:solidFill>
          <a:ln w="0">
            <a:noFill/>
            <a:prstDash val="solid"/>
          </a:ln>
        </p:spPr>
      </p:sp>
      <p:sp>
        <p:nvSpPr>
          <p:cNvPr id="778" name="02_predicted_pose_4077">
            <a:extLst>
              <a:ext uri="{FF2B5EF4-FFF2-40B4-BE49-F238E27FC236}">
                <a16:creationId xmlns:a16="http://schemas.microsoft.com/office/drawing/2014/main" id="{AF56A024-2823-4B40-8017-892D5CA503C4}"/>
              </a:ext>
            </a:extLst>
          </p:cNvPr>
          <p:cNvSpPr>
            <a:spLocks noGrp="1"/>
          </p:cNvSpPr>
          <p:nvPr/>
        </p:nvSpPr>
        <p:spPr>
          <a:xfrm>
            <a:off x="5746336" y="3454255"/>
            <a:ext cx="28398" cy="28398"/>
          </a:xfrm>
          <a:prstGeom prst="ellipse">
            <a:avLst/>
          </a:prstGeom>
          <a:solidFill>
            <a:srgbClr val="B57442">
              <a:alpha val="30000"/>
            </a:srgbClr>
          </a:solidFill>
          <a:ln w="0">
            <a:noFill/>
            <a:prstDash val="solid"/>
          </a:ln>
        </p:spPr>
      </p:sp>
      <p:sp>
        <p:nvSpPr>
          <p:cNvPr id="779" name="02_predicted_pose_4078">
            <a:extLst>
              <a:ext uri="{FF2B5EF4-FFF2-40B4-BE49-F238E27FC236}">
                <a16:creationId xmlns:a16="http://schemas.microsoft.com/office/drawing/2014/main" id="{92DC9CB8-AFE4-4411-9ACD-543D488F0FE3}"/>
              </a:ext>
            </a:extLst>
          </p:cNvPr>
          <p:cNvSpPr>
            <a:spLocks noGrp="1"/>
          </p:cNvSpPr>
          <p:nvPr/>
        </p:nvSpPr>
        <p:spPr>
          <a:xfrm>
            <a:off x="5609902" y="3438411"/>
            <a:ext cx="28398" cy="28398"/>
          </a:xfrm>
          <a:prstGeom prst="ellipse">
            <a:avLst/>
          </a:prstGeom>
          <a:solidFill>
            <a:srgbClr val="B57442">
              <a:alpha val="30000"/>
            </a:srgbClr>
          </a:solidFill>
          <a:ln w="0">
            <a:noFill/>
            <a:prstDash val="solid"/>
          </a:ln>
        </p:spPr>
      </p:sp>
      <p:sp>
        <p:nvSpPr>
          <p:cNvPr id="780" name="02_predicted_pose_4079">
            <a:extLst>
              <a:ext uri="{FF2B5EF4-FFF2-40B4-BE49-F238E27FC236}">
                <a16:creationId xmlns:a16="http://schemas.microsoft.com/office/drawing/2014/main" id="{A3CEF001-D29D-4143-B273-2914F9E991D8}"/>
              </a:ext>
            </a:extLst>
          </p:cNvPr>
          <p:cNvSpPr>
            <a:spLocks noGrp="1"/>
          </p:cNvSpPr>
          <p:nvPr/>
        </p:nvSpPr>
        <p:spPr>
          <a:xfrm>
            <a:off x="5702925" y="3442760"/>
            <a:ext cx="28398" cy="28398"/>
          </a:xfrm>
          <a:prstGeom prst="ellipse">
            <a:avLst/>
          </a:prstGeom>
          <a:solidFill>
            <a:srgbClr val="B57442">
              <a:alpha val="30000"/>
            </a:srgbClr>
          </a:solidFill>
          <a:ln w="0">
            <a:noFill/>
            <a:prstDash val="solid"/>
          </a:ln>
        </p:spPr>
      </p:sp>
      <p:sp>
        <p:nvSpPr>
          <p:cNvPr id="781" name="02_predicted_pose_4080">
            <a:extLst>
              <a:ext uri="{FF2B5EF4-FFF2-40B4-BE49-F238E27FC236}">
                <a16:creationId xmlns:a16="http://schemas.microsoft.com/office/drawing/2014/main" id="{5F79A282-2EFA-4C3B-96FD-CF42CFFD25C6}"/>
              </a:ext>
            </a:extLst>
          </p:cNvPr>
          <p:cNvSpPr>
            <a:spLocks noGrp="1"/>
          </p:cNvSpPr>
          <p:nvPr/>
        </p:nvSpPr>
        <p:spPr>
          <a:xfrm>
            <a:off x="5795948" y="3386114"/>
            <a:ext cx="28398" cy="28398"/>
          </a:xfrm>
          <a:prstGeom prst="ellipse">
            <a:avLst/>
          </a:prstGeom>
          <a:solidFill>
            <a:srgbClr val="B57442">
              <a:alpha val="30000"/>
            </a:srgbClr>
          </a:solidFill>
          <a:ln w="0">
            <a:noFill/>
            <a:prstDash val="solid"/>
          </a:ln>
        </p:spPr>
      </p:sp>
      <p:sp>
        <p:nvSpPr>
          <p:cNvPr id="782" name="02_predicted_pose_4081">
            <a:extLst>
              <a:ext uri="{FF2B5EF4-FFF2-40B4-BE49-F238E27FC236}">
                <a16:creationId xmlns:a16="http://schemas.microsoft.com/office/drawing/2014/main" id="{AE0D0E45-D4A1-47F4-9F75-997C75FF6665}"/>
              </a:ext>
            </a:extLst>
          </p:cNvPr>
          <p:cNvSpPr>
            <a:spLocks noGrp="1"/>
          </p:cNvSpPr>
          <p:nvPr/>
        </p:nvSpPr>
        <p:spPr>
          <a:xfrm>
            <a:off x="5545475" y="3427065"/>
            <a:ext cx="28398" cy="28398"/>
          </a:xfrm>
          <a:prstGeom prst="ellipse">
            <a:avLst/>
          </a:prstGeom>
          <a:solidFill>
            <a:srgbClr val="B57442">
              <a:alpha val="30000"/>
            </a:srgbClr>
          </a:solidFill>
          <a:ln w="0">
            <a:noFill/>
            <a:prstDash val="solid"/>
          </a:ln>
        </p:spPr>
      </p:sp>
      <p:sp>
        <p:nvSpPr>
          <p:cNvPr id="783" name="02_predicted_pose_4082">
            <a:extLst>
              <a:ext uri="{FF2B5EF4-FFF2-40B4-BE49-F238E27FC236}">
                <a16:creationId xmlns:a16="http://schemas.microsoft.com/office/drawing/2014/main" id="{81752142-CD6D-4234-A39F-E17004A10DF2}"/>
              </a:ext>
            </a:extLst>
          </p:cNvPr>
          <p:cNvSpPr>
            <a:spLocks noGrp="1"/>
          </p:cNvSpPr>
          <p:nvPr/>
        </p:nvSpPr>
        <p:spPr>
          <a:xfrm>
            <a:off x="5638498" y="3434396"/>
            <a:ext cx="28398" cy="28398"/>
          </a:xfrm>
          <a:prstGeom prst="ellipse">
            <a:avLst/>
          </a:prstGeom>
          <a:solidFill>
            <a:srgbClr val="B57442">
              <a:alpha val="30000"/>
            </a:srgbClr>
          </a:solidFill>
          <a:ln w="0">
            <a:noFill/>
            <a:prstDash val="solid"/>
          </a:ln>
        </p:spPr>
      </p:sp>
      <p:sp>
        <p:nvSpPr>
          <p:cNvPr id="784" name="02_predicted_pose_4083">
            <a:extLst>
              <a:ext uri="{FF2B5EF4-FFF2-40B4-BE49-F238E27FC236}">
                <a16:creationId xmlns:a16="http://schemas.microsoft.com/office/drawing/2014/main" id="{F027F89C-684E-41D7-BFAE-6677C7370531}"/>
              </a:ext>
            </a:extLst>
          </p:cNvPr>
          <p:cNvSpPr>
            <a:spLocks noGrp="1"/>
          </p:cNvSpPr>
          <p:nvPr/>
        </p:nvSpPr>
        <p:spPr>
          <a:xfrm>
            <a:off x="5731521" y="3483826"/>
            <a:ext cx="28398" cy="28398"/>
          </a:xfrm>
          <a:prstGeom prst="ellipse">
            <a:avLst/>
          </a:prstGeom>
          <a:solidFill>
            <a:srgbClr val="B57442">
              <a:alpha val="30000"/>
            </a:srgbClr>
          </a:solidFill>
          <a:ln w="0">
            <a:noFill/>
            <a:prstDash val="solid"/>
          </a:ln>
        </p:spPr>
      </p:sp>
      <p:sp>
        <p:nvSpPr>
          <p:cNvPr id="785" name="02_predicted_pose_4084">
            <a:extLst>
              <a:ext uri="{FF2B5EF4-FFF2-40B4-BE49-F238E27FC236}">
                <a16:creationId xmlns:a16="http://schemas.microsoft.com/office/drawing/2014/main" id="{235ED9DB-1351-4596-A5E1-4B610D998013}"/>
              </a:ext>
            </a:extLst>
          </p:cNvPr>
          <p:cNvSpPr>
            <a:spLocks noGrp="1"/>
          </p:cNvSpPr>
          <p:nvPr/>
        </p:nvSpPr>
        <p:spPr>
          <a:xfrm>
            <a:off x="5481047" y="3360511"/>
            <a:ext cx="28398" cy="28398"/>
          </a:xfrm>
          <a:prstGeom prst="ellipse">
            <a:avLst/>
          </a:prstGeom>
          <a:solidFill>
            <a:srgbClr val="B57442">
              <a:alpha val="30000"/>
            </a:srgbClr>
          </a:solidFill>
          <a:ln w="0">
            <a:noFill/>
            <a:prstDash val="solid"/>
          </a:ln>
        </p:spPr>
      </p:sp>
      <p:sp>
        <p:nvSpPr>
          <p:cNvPr id="786" name="02_predicted_pose_4085">
            <a:extLst>
              <a:ext uri="{FF2B5EF4-FFF2-40B4-BE49-F238E27FC236}">
                <a16:creationId xmlns:a16="http://schemas.microsoft.com/office/drawing/2014/main" id="{A3CDAA6D-D438-4CBF-873E-BB2322926CC9}"/>
              </a:ext>
            </a:extLst>
          </p:cNvPr>
          <p:cNvSpPr>
            <a:spLocks noGrp="1"/>
          </p:cNvSpPr>
          <p:nvPr/>
        </p:nvSpPr>
        <p:spPr>
          <a:xfrm>
            <a:off x="5574071" y="3484735"/>
            <a:ext cx="28398" cy="28398"/>
          </a:xfrm>
          <a:prstGeom prst="ellipse">
            <a:avLst/>
          </a:prstGeom>
          <a:solidFill>
            <a:srgbClr val="B57442">
              <a:alpha val="30000"/>
            </a:srgbClr>
          </a:solidFill>
          <a:ln w="0">
            <a:noFill/>
            <a:prstDash val="solid"/>
          </a:ln>
        </p:spPr>
      </p:sp>
      <p:sp>
        <p:nvSpPr>
          <p:cNvPr id="787" name="02_predicted_pose_4086">
            <a:extLst>
              <a:ext uri="{FF2B5EF4-FFF2-40B4-BE49-F238E27FC236}">
                <a16:creationId xmlns:a16="http://schemas.microsoft.com/office/drawing/2014/main" id="{5BE26CB3-9D1C-45C3-89E2-93714D3D641E}"/>
              </a:ext>
            </a:extLst>
          </p:cNvPr>
          <p:cNvSpPr>
            <a:spLocks noGrp="1"/>
          </p:cNvSpPr>
          <p:nvPr/>
        </p:nvSpPr>
        <p:spPr>
          <a:xfrm>
            <a:off x="5667094" y="3458780"/>
            <a:ext cx="28398" cy="28398"/>
          </a:xfrm>
          <a:prstGeom prst="ellipse">
            <a:avLst/>
          </a:prstGeom>
          <a:solidFill>
            <a:srgbClr val="B57442">
              <a:alpha val="30000"/>
            </a:srgbClr>
          </a:solidFill>
          <a:ln w="0">
            <a:noFill/>
            <a:prstDash val="solid"/>
          </a:ln>
        </p:spPr>
      </p:sp>
      <p:sp>
        <p:nvSpPr>
          <p:cNvPr id="788" name="02_predicted_pose_4087">
            <a:extLst>
              <a:ext uri="{FF2B5EF4-FFF2-40B4-BE49-F238E27FC236}">
                <a16:creationId xmlns:a16="http://schemas.microsoft.com/office/drawing/2014/main" id="{13EC82AA-5711-474C-91CC-5C88413E2722}"/>
              </a:ext>
            </a:extLst>
          </p:cNvPr>
          <p:cNvSpPr>
            <a:spLocks noGrp="1"/>
          </p:cNvSpPr>
          <p:nvPr/>
        </p:nvSpPr>
        <p:spPr>
          <a:xfrm>
            <a:off x="5760117" y="3344850"/>
            <a:ext cx="28398" cy="28398"/>
          </a:xfrm>
          <a:prstGeom prst="ellipse">
            <a:avLst/>
          </a:prstGeom>
          <a:solidFill>
            <a:srgbClr val="B57442">
              <a:alpha val="30000"/>
            </a:srgbClr>
          </a:solidFill>
          <a:ln w="0">
            <a:noFill/>
            <a:prstDash val="solid"/>
          </a:ln>
        </p:spPr>
      </p:sp>
      <p:sp>
        <p:nvSpPr>
          <p:cNvPr id="789" name="02_predicted_pose_4088">
            <a:extLst>
              <a:ext uri="{FF2B5EF4-FFF2-40B4-BE49-F238E27FC236}">
                <a16:creationId xmlns:a16="http://schemas.microsoft.com/office/drawing/2014/main" id="{29E19FB1-907F-4AF2-9469-9667375AB2A4}"/>
              </a:ext>
            </a:extLst>
          </p:cNvPr>
          <p:cNvSpPr>
            <a:spLocks noGrp="1"/>
          </p:cNvSpPr>
          <p:nvPr/>
        </p:nvSpPr>
        <p:spPr>
          <a:xfrm>
            <a:off x="5623683" y="3379026"/>
            <a:ext cx="28398" cy="28398"/>
          </a:xfrm>
          <a:prstGeom prst="ellipse">
            <a:avLst/>
          </a:prstGeom>
          <a:solidFill>
            <a:srgbClr val="B57442">
              <a:alpha val="30000"/>
            </a:srgbClr>
          </a:solidFill>
          <a:ln w="0">
            <a:noFill/>
            <a:prstDash val="solid"/>
          </a:ln>
        </p:spPr>
      </p:sp>
      <p:sp>
        <p:nvSpPr>
          <p:cNvPr id="790" name="02_predicted_pose_4089">
            <a:extLst>
              <a:ext uri="{FF2B5EF4-FFF2-40B4-BE49-F238E27FC236}">
                <a16:creationId xmlns:a16="http://schemas.microsoft.com/office/drawing/2014/main" id="{FD63A8FF-8A00-4C75-AAD7-B2D0FE559736}"/>
              </a:ext>
            </a:extLst>
          </p:cNvPr>
          <p:cNvSpPr>
            <a:spLocks noGrp="1"/>
          </p:cNvSpPr>
          <p:nvPr/>
        </p:nvSpPr>
        <p:spPr>
          <a:xfrm>
            <a:off x="5716706" y="3366995"/>
            <a:ext cx="28398" cy="28398"/>
          </a:xfrm>
          <a:prstGeom prst="ellipse">
            <a:avLst/>
          </a:prstGeom>
          <a:solidFill>
            <a:srgbClr val="B57442">
              <a:alpha val="30000"/>
            </a:srgbClr>
          </a:solidFill>
          <a:ln w="0">
            <a:noFill/>
            <a:prstDash val="solid"/>
          </a:ln>
        </p:spPr>
      </p:sp>
      <p:sp>
        <p:nvSpPr>
          <p:cNvPr id="791" name="02_predicted_pose_4090">
            <a:extLst>
              <a:ext uri="{FF2B5EF4-FFF2-40B4-BE49-F238E27FC236}">
                <a16:creationId xmlns:a16="http://schemas.microsoft.com/office/drawing/2014/main" id="{2C256461-6CF5-4F20-B5FB-4831EC902146}"/>
              </a:ext>
            </a:extLst>
          </p:cNvPr>
          <p:cNvSpPr>
            <a:spLocks noGrp="1"/>
          </p:cNvSpPr>
          <p:nvPr/>
        </p:nvSpPr>
        <p:spPr>
          <a:xfrm>
            <a:off x="5809730" y="3416746"/>
            <a:ext cx="28398" cy="28398"/>
          </a:xfrm>
          <a:prstGeom prst="ellipse">
            <a:avLst/>
          </a:prstGeom>
          <a:solidFill>
            <a:srgbClr val="B57442">
              <a:alpha val="30000"/>
            </a:srgbClr>
          </a:solidFill>
          <a:ln w="0">
            <a:noFill/>
            <a:prstDash val="solid"/>
          </a:ln>
        </p:spPr>
      </p:sp>
      <p:sp>
        <p:nvSpPr>
          <p:cNvPr id="792" name="02_predicted_pose_4091">
            <a:extLst>
              <a:ext uri="{FF2B5EF4-FFF2-40B4-BE49-F238E27FC236}">
                <a16:creationId xmlns:a16="http://schemas.microsoft.com/office/drawing/2014/main" id="{B88CBFFA-4B55-4E94-8C6E-3E95FDCCA1CF}"/>
              </a:ext>
            </a:extLst>
          </p:cNvPr>
          <p:cNvSpPr>
            <a:spLocks noGrp="1"/>
          </p:cNvSpPr>
          <p:nvPr/>
        </p:nvSpPr>
        <p:spPr>
          <a:xfrm>
            <a:off x="5559256" y="3421561"/>
            <a:ext cx="28398" cy="28398"/>
          </a:xfrm>
          <a:prstGeom prst="ellipse">
            <a:avLst/>
          </a:prstGeom>
          <a:solidFill>
            <a:srgbClr val="B57442">
              <a:alpha val="30000"/>
            </a:srgbClr>
          </a:solidFill>
          <a:ln w="0">
            <a:noFill/>
            <a:prstDash val="solid"/>
          </a:ln>
        </p:spPr>
      </p:sp>
      <p:sp>
        <p:nvSpPr>
          <p:cNvPr id="793" name="02_predicted_pose_4092">
            <a:extLst>
              <a:ext uri="{FF2B5EF4-FFF2-40B4-BE49-F238E27FC236}">
                <a16:creationId xmlns:a16="http://schemas.microsoft.com/office/drawing/2014/main" id="{1B78D0C1-C776-4671-B5D8-EF539C86F9F8}"/>
              </a:ext>
            </a:extLst>
          </p:cNvPr>
          <p:cNvSpPr>
            <a:spLocks noGrp="1"/>
          </p:cNvSpPr>
          <p:nvPr/>
        </p:nvSpPr>
        <p:spPr>
          <a:xfrm>
            <a:off x="5652279" y="3460820"/>
            <a:ext cx="28398" cy="28398"/>
          </a:xfrm>
          <a:prstGeom prst="ellipse">
            <a:avLst/>
          </a:prstGeom>
          <a:solidFill>
            <a:srgbClr val="B57442">
              <a:alpha val="30000"/>
            </a:srgbClr>
          </a:solidFill>
          <a:ln w="0">
            <a:noFill/>
            <a:prstDash val="solid"/>
          </a:ln>
        </p:spPr>
      </p:sp>
      <p:sp>
        <p:nvSpPr>
          <p:cNvPr id="794" name="02_predicted_pose_4093">
            <a:extLst>
              <a:ext uri="{FF2B5EF4-FFF2-40B4-BE49-F238E27FC236}">
                <a16:creationId xmlns:a16="http://schemas.microsoft.com/office/drawing/2014/main" id="{9DBA17A3-1A88-4C51-9551-643897BF5D7B}"/>
              </a:ext>
            </a:extLst>
          </p:cNvPr>
          <p:cNvSpPr>
            <a:spLocks noGrp="1"/>
          </p:cNvSpPr>
          <p:nvPr/>
        </p:nvSpPr>
        <p:spPr>
          <a:xfrm>
            <a:off x="5745302" y="3411586"/>
            <a:ext cx="28398" cy="28398"/>
          </a:xfrm>
          <a:prstGeom prst="ellipse">
            <a:avLst/>
          </a:prstGeom>
          <a:solidFill>
            <a:srgbClr val="B57442">
              <a:alpha val="30000"/>
            </a:srgbClr>
          </a:solidFill>
          <a:ln w="0">
            <a:noFill/>
            <a:prstDash val="solid"/>
          </a:ln>
        </p:spPr>
      </p:sp>
      <p:sp>
        <p:nvSpPr>
          <p:cNvPr id="795" name="02_predicted_pose_4094">
            <a:extLst>
              <a:ext uri="{FF2B5EF4-FFF2-40B4-BE49-F238E27FC236}">
                <a16:creationId xmlns:a16="http://schemas.microsoft.com/office/drawing/2014/main" id="{C1F4FC1D-9F3C-44FF-80C5-B2E4F1E12124}"/>
              </a:ext>
            </a:extLst>
          </p:cNvPr>
          <p:cNvSpPr>
            <a:spLocks noGrp="1"/>
          </p:cNvSpPr>
          <p:nvPr/>
        </p:nvSpPr>
        <p:spPr>
          <a:xfrm>
            <a:off x="5494828" y="3342503"/>
            <a:ext cx="28398" cy="28398"/>
          </a:xfrm>
          <a:prstGeom prst="ellipse">
            <a:avLst/>
          </a:prstGeom>
          <a:solidFill>
            <a:srgbClr val="B57442">
              <a:alpha val="30000"/>
            </a:srgbClr>
          </a:solidFill>
          <a:ln w="0">
            <a:noFill/>
            <a:prstDash val="solid"/>
          </a:ln>
        </p:spPr>
      </p:sp>
      <p:sp>
        <p:nvSpPr>
          <p:cNvPr id="796" name="02_predicted_pose_4095">
            <a:extLst>
              <a:ext uri="{FF2B5EF4-FFF2-40B4-BE49-F238E27FC236}">
                <a16:creationId xmlns:a16="http://schemas.microsoft.com/office/drawing/2014/main" id="{E1A89928-6E97-4838-A121-ED7FDC5A783C}"/>
              </a:ext>
            </a:extLst>
          </p:cNvPr>
          <p:cNvSpPr>
            <a:spLocks noGrp="1"/>
          </p:cNvSpPr>
          <p:nvPr/>
        </p:nvSpPr>
        <p:spPr>
          <a:xfrm>
            <a:off x="5587852" y="3451938"/>
            <a:ext cx="28398" cy="28398"/>
          </a:xfrm>
          <a:prstGeom prst="ellipse">
            <a:avLst/>
          </a:prstGeom>
          <a:solidFill>
            <a:srgbClr val="B57442">
              <a:alpha val="30000"/>
            </a:srgbClr>
          </a:solidFill>
          <a:ln w="0">
            <a:noFill/>
            <a:prstDash val="solid"/>
          </a:ln>
        </p:spPr>
      </p:sp>
      <p:sp>
        <p:nvSpPr>
          <p:cNvPr id="797" name="02_predicted_pose_4096">
            <a:extLst>
              <a:ext uri="{FF2B5EF4-FFF2-40B4-BE49-F238E27FC236}">
                <a16:creationId xmlns:a16="http://schemas.microsoft.com/office/drawing/2014/main" id="{ACACC745-D961-41F0-9A9A-EA52B1E5DB54}"/>
              </a:ext>
            </a:extLst>
          </p:cNvPr>
          <p:cNvSpPr>
            <a:spLocks noGrp="1"/>
          </p:cNvSpPr>
          <p:nvPr/>
        </p:nvSpPr>
        <p:spPr>
          <a:xfrm>
            <a:off x="5680875" y="3448973"/>
            <a:ext cx="28398" cy="28398"/>
          </a:xfrm>
          <a:prstGeom prst="ellipse">
            <a:avLst/>
          </a:prstGeom>
          <a:solidFill>
            <a:srgbClr val="B57442">
              <a:alpha val="30000"/>
            </a:srgbClr>
          </a:solidFill>
          <a:ln w="0">
            <a:noFill/>
            <a:prstDash val="solid"/>
          </a:ln>
        </p:spPr>
      </p:sp>
      <p:sp>
        <p:nvSpPr>
          <p:cNvPr id="798" name="02_predicted_pose_4097">
            <a:extLst>
              <a:ext uri="{FF2B5EF4-FFF2-40B4-BE49-F238E27FC236}">
                <a16:creationId xmlns:a16="http://schemas.microsoft.com/office/drawing/2014/main" id="{D4F2A87A-1847-4496-96BF-56689D3E1FD1}"/>
              </a:ext>
            </a:extLst>
          </p:cNvPr>
          <p:cNvSpPr>
            <a:spLocks noGrp="1"/>
          </p:cNvSpPr>
          <p:nvPr/>
        </p:nvSpPr>
        <p:spPr>
          <a:xfrm>
            <a:off x="5773898" y="3480254"/>
            <a:ext cx="28398" cy="28398"/>
          </a:xfrm>
          <a:prstGeom prst="ellipse">
            <a:avLst/>
          </a:prstGeom>
          <a:solidFill>
            <a:srgbClr val="B57442">
              <a:alpha val="30000"/>
            </a:srgbClr>
          </a:solidFill>
          <a:ln w="0">
            <a:noFill/>
            <a:prstDash val="solid"/>
          </a:ln>
        </p:spPr>
      </p:sp>
      <p:sp>
        <p:nvSpPr>
          <p:cNvPr id="799" name="02_predicted_pose_4098">
            <a:extLst>
              <a:ext uri="{FF2B5EF4-FFF2-40B4-BE49-F238E27FC236}">
                <a16:creationId xmlns:a16="http://schemas.microsoft.com/office/drawing/2014/main" id="{A3699973-53A5-4BB1-B95A-595307080902}"/>
              </a:ext>
            </a:extLst>
          </p:cNvPr>
          <p:cNvSpPr>
            <a:spLocks noGrp="1"/>
          </p:cNvSpPr>
          <p:nvPr/>
        </p:nvSpPr>
        <p:spPr>
          <a:xfrm>
            <a:off x="5637464" y="3419989"/>
            <a:ext cx="28398" cy="28398"/>
          </a:xfrm>
          <a:prstGeom prst="ellipse">
            <a:avLst/>
          </a:prstGeom>
          <a:solidFill>
            <a:srgbClr val="B57442">
              <a:alpha val="30000"/>
            </a:srgbClr>
          </a:solidFill>
          <a:ln w="0">
            <a:noFill/>
            <a:prstDash val="solid"/>
          </a:ln>
        </p:spPr>
      </p:sp>
      <p:sp>
        <p:nvSpPr>
          <p:cNvPr id="800" name="02_predicted_pose_4099">
            <a:extLst>
              <a:ext uri="{FF2B5EF4-FFF2-40B4-BE49-F238E27FC236}">
                <a16:creationId xmlns:a16="http://schemas.microsoft.com/office/drawing/2014/main" id="{43C152E3-F89E-44E5-97AE-9603D77CA0D8}"/>
              </a:ext>
            </a:extLst>
          </p:cNvPr>
          <p:cNvSpPr>
            <a:spLocks noGrp="1"/>
          </p:cNvSpPr>
          <p:nvPr/>
        </p:nvSpPr>
        <p:spPr>
          <a:xfrm>
            <a:off x="5730488" y="3414361"/>
            <a:ext cx="28398" cy="28398"/>
          </a:xfrm>
          <a:prstGeom prst="ellipse">
            <a:avLst/>
          </a:prstGeom>
          <a:solidFill>
            <a:srgbClr val="B57442">
              <a:alpha val="30000"/>
            </a:srgbClr>
          </a:solidFill>
          <a:ln w="0">
            <a:noFill/>
            <a:prstDash val="solid"/>
          </a:ln>
        </p:spPr>
      </p:sp>
      <p:sp>
        <p:nvSpPr>
          <p:cNvPr id="801" name="02_predicted_pose_4100">
            <a:extLst>
              <a:ext uri="{FF2B5EF4-FFF2-40B4-BE49-F238E27FC236}">
                <a16:creationId xmlns:a16="http://schemas.microsoft.com/office/drawing/2014/main" id="{EF225E21-BD25-44F7-BF6B-F84687E156CD}"/>
              </a:ext>
            </a:extLst>
          </p:cNvPr>
          <p:cNvSpPr>
            <a:spLocks noGrp="1"/>
          </p:cNvSpPr>
          <p:nvPr/>
        </p:nvSpPr>
        <p:spPr>
          <a:xfrm>
            <a:off x="5480014" y="3366918"/>
            <a:ext cx="28398" cy="28398"/>
          </a:xfrm>
          <a:prstGeom prst="ellipse">
            <a:avLst/>
          </a:prstGeom>
          <a:solidFill>
            <a:srgbClr val="B57442">
              <a:alpha val="30000"/>
            </a:srgbClr>
          </a:solidFill>
          <a:ln w="0">
            <a:noFill/>
            <a:prstDash val="solid"/>
          </a:ln>
        </p:spPr>
      </p:sp>
      <p:sp>
        <p:nvSpPr>
          <p:cNvPr id="802" name="02_predicted_pose_4101">
            <a:extLst>
              <a:ext uri="{FF2B5EF4-FFF2-40B4-BE49-F238E27FC236}">
                <a16:creationId xmlns:a16="http://schemas.microsoft.com/office/drawing/2014/main" id="{311135FD-A6A1-4F65-81E7-6C175370CFCD}"/>
              </a:ext>
            </a:extLst>
          </p:cNvPr>
          <p:cNvSpPr>
            <a:spLocks noGrp="1"/>
          </p:cNvSpPr>
          <p:nvPr/>
        </p:nvSpPr>
        <p:spPr>
          <a:xfrm>
            <a:off x="5573037" y="3354718"/>
            <a:ext cx="28398" cy="28398"/>
          </a:xfrm>
          <a:prstGeom prst="ellipse">
            <a:avLst/>
          </a:prstGeom>
          <a:solidFill>
            <a:srgbClr val="B57442">
              <a:alpha val="30000"/>
            </a:srgbClr>
          </a:solidFill>
          <a:ln w="0">
            <a:noFill/>
            <a:prstDash val="solid"/>
          </a:ln>
        </p:spPr>
      </p:sp>
      <p:sp>
        <p:nvSpPr>
          <p:cNvPr id="803" name="02_predicted_pose_4102">
            <a:extLst>
              <a:ext uri="{FF2B5EF4-FFF2-40B4-BE49-F238E27FC236}">
                <a16:creationId xmlns:a16="http://schemas.microsoft.com/office/drawing/2014/main" id="{6352C864-46F6-4D8F-93EF-2E92D6957BEB}"/>
              </a:ext>
            </a:extLst>
          </p:cNvPr>
          <p:cNvSpPr>
            <a:spLocks noGrp="1"/>
          </p:cNvSpPr>
          <p:nvPr/>
        </p:nvSpPr>
        <p:spPr>
          <a:xfrm>
            <a:off x="5666060" y="3542080"/>
            <a:ext cx="28398" cy="28398"/>
          </a:xfrm>
          <a:prstGeom prst="ellipse">
            <a:avLst/>
          </a:prstGeom>
          <a:solidFill>
            <a:srgbClr val="B57442">
              <a:alpha val="30000"/>
            </a:srgbClr>
          </a:solidFill>
          <a:ln w="0">
            <a:noFill/>
            <a:prstDash val="solid"/>
          </a:ln>
        </p:spPr>
      </p:sp>
      <p:sp>
        <p:nvSpPr>
          <p:cNvPr id="804" name="02_predicted_pose_4103">
            <a:extLst>
              <a:ext uri="{FF2B5EF4-FFF2-40B4-BE49-F238E27FC236}">
                <a16:creationId xmlns:a16="http://schemas.microsoft.com/office/drawing/2014/main" id="{0C2C620C-EB7C-4515-97C9-671FF031331E}"/>
              </a:ext>
            </a:extLst>
          </p:cNvPr>
          <p:cNvSpPr>
            <a:spLocks noGrp="1"/>
          </p:cNvSpPr>
          <p:nvPr/>
        </p:nvSpPr>
        <p:spPr>
          <a:xfrm>
            <a:off x="5759084" y="3479283"/>
            <a:ext cx="28398" cy="28398"/>
          </a:xfrm>
          <a:prstGeom prst="ellipse">
            <a:avLst/>
          </a:prstGeom>
          <a:solidFill>
            <a:srgbClr val="B57442">
              <a:alpha val="30000"/>
            </a:srgbClr>
          </a:solidFill>
          <a:ln w="0">
            <a:noFill/>
            <a:prstDash val="solid"/>
          </a:ln>
        </p:spPr>
      </p:sp>
      <p:sp>
        <p:nvSpPr>
          <p:cNvPr id="805" name="02_predicted_pose_4104">
            <a:extLst>
              <a:ext uri="{FF2B5EF4-FFF2-40B4-BE49-F238E27FC236}">
                <a16:creationId xmlns:a16="http://schemas.microsoft.com/office/drawing/2014/main" id="{6334B3CB-6C38-40A5-B876-389C90D95ECF}"/>
              </a:ext>
            </a:extLst>
          </p:cNvPr>
          <p:cNvSpPr>
            <a:spLocks noGrp="1"/>
          </p:cNvSpPr>
          <p:nvPr/>
        </p:nvSpPr>
        <p:spPr>
          <a:xfrm>
            <a:off x="5508610" y="3334625"/>
            <a:ext cx="28398" cy="28398"/>
          </a:xfrm>
          <a:prstGeom prst="ellipse">
            <a:avLst/>
          </a:prstGeom>
          <a:solidFill>
            <a:srgbClr val="B57442">
              <a:alpha val="30000"/>
            </a:srgbClr>
          </a:solidFill>
          <a:ln w="0">
            <a:noFill/>
            <a:prstDash val="solid"/>
          </a:ln>
        </p:spPr>
      </p:sp>
      <p:sp>
        <p:nvSpPr>
          <p:cNvPr id="806" name="02_predicted_pose_4105">
            <a:extLst>
              <a:ext uri="{FF2B5EF4-FFF2-40B4-BE49-F238E27FC236}">
                <a16:creationId xmlns:a16="http://schemas.microsoft.com/office/drawing/2014/main" id="{E0570A16-4F91-49F6-9FB7-886597A50BF9}"/>
              </a:ext>
            </a:extLst>
          </p:cNvPr>
          <p:cNvSpPr>
            <a:spLocks noGrp="1"/>
          </p:cNvSpPr>
          <p:nvPr/>
        </p:nvSpPr>
        <p:spPr>
          <a:xfrm>
            <a:off x="5601633" y="3450872"/>
            <a:ext cx="28398" cy="28398"/>
          </a:xfrm>
          <a:prstGeom prst="ellipse">
            <a:avLst/>
          </a:prstGeom>
          <a:solidFill>
            <a:srgbClr val="B57442">
              <a:alpha val="30000"/>
            </a:srgbClr>
          </a:solidFill>
          <a:ln w="0">
            <a:noFill/>
            <a:prstDash val="solid"/>
          </a:ln>
        </p:spPr>
      </p:sp>
      <p:sp>
        <p:nvSpPr>
          <p:cNvPr id="807" name="02_predicted_pose_4106">
            <a:extLst>
              <a:ext uri="{FF2B5EF4-FFF2-40B4-BE49-F238E27FC236}">
                <a16:creationId xmlns:a16="http://schemas.microsoft.com/office/drawing/2014/main" id="{6F8B483F-7026-4667-85D8-E243C71BD747}"/>
              </a:ext>
            </a:extLst>
          </p:cNvPr>
          <p:cNvSpPr>
            <a:spLocks noGrp="1"/>
          </p:cNvSpPr>
          <p:nvPr/>
        </p:nvSpPr>
        <p:spPr>
          <a:xfrm>
            <a:off x="5694656" y="3427905"/>
            <a:ext cx="28398" cy="28398"/>
          </a:xfrm>
          <a:prstGeom prst="ellipse">
            <a:avLst/>
          </a:prstGeom>
          <a:solidFill>
            <a:srgbClr val="B57442">
              <a:alpha val="30000"/>
            </a:srgbClr>
          </a:solidFill>
          <a:ln w="0">
            <a:noFill/>
            <a:prstDash val="solid"/>
          </a:ln>
        </p:spPr>
      </p:sp>
      <p:sp>
        <p:nvSpPr>
          <p:cNvPr id="808" name="02_predicted_pose_4107">
            <a:extLst>
              <a:ext uri="{FF2B5EF4-FFF2-40B4-BE49-F238E27FC236}">
                <a16:creationId xmlns:a16="http://schemas.microsoft.com/office/drawing/2014/main" id="{69EDF4E8-DA44-4EE5-9BAD-9D595D861B75}"/>
              </a:ext>
            </a:extLst>
          </p:cNvPr>
          <p:cNvSpPr>
            <a:spLocks noGrp="1"/>
          </p:cNvSpPr>
          <p:nvPr/>
        </p:nvSpPr>
        <p:spPr>
          <a:xfrm>
            <a:off x="5787680" y="3350854"/>
            <a:ext cx="28398" cy="28398"/>
          </a:xfrm>
          <a:prstGeom prst="ellipse">
            <a:avLst/>
          </a:prstGeom>
          <a:solidFill>
            <a:srgbClr val="B57442">
              <a:alpha val="30000"/>
            </a:srgbClr>
          </a:solidFill>
          <a:ln w="0">
            <a:noFill/>
            <a:prstDash val="solid"/>
          </a:ln>
        </p:spPr>
      </p:sp>
      <p:sp>
        <p:nvSpPr>
          <p:cNvPr id="809" name="02_predicted_pose_4108">
            <a:extLst>
              <a:ext uri="{FF2B5EF4-FFF2-40B4-BE49-F238E27FC236}">
                <a16:creationId xmlns:a16="http://schemas.microsoft.com/office/drawing/2014/main" id="{226EA260-E26E-4296-B52D-EE469D9C0C7A}"/>
              </a:ext>
            </a:extLst>
          </p:cNvPr>
          <p:cNvSpPr>
            <a:spLocks noGrp="1"/>
          </p:cNvSpPr>
          <p:nvPr/>
        </p:nvSpPr>
        <p:spPr>
          <a:xfrm>
            <a:off x="5651245" y="3437366"/>
            <a:ext cx="28398" cy="28398"/>
          </a:xfrm>
          <a:prstGeom prst="ellipse">
            <a:avLst/>
          </a:prstGeom>
          <a:solidFill>
            <a:srgbClr val="B57442">
              <a:alpha val="30000"/>
            </a:srgbClr>
          </a:solidFill>
          <a:ln w="0">
            <a:noFill/>
            <a:prstDash val="solid"/>
          </a:ln>
        </p:spPr>
      </p:sp>
      <p:sp>
        <p:nvSpPr>
          <p:cNvPr id="810" name="02_predicted_pose_4109">
            <a:extLst>
              <a:ext uri="{FF2B5EF4-FFF2-40B4-BE49-F238E27FC236}">
                <a16:creationId xmlns:a16="http://schemas.microsoft.com/office/drawing/2014/main" id="{E96E4DBA-1560-4F5C-BA3A-059FEF51123B}"/>
              </a:ext>
            </a:extLst>
          </p:cNvPr>
          <p:cNvSpPr>
            <a:spLocks noGrp="1"/>
          </p:cNvSpPr>
          <p:nvPr/>
        </p:nvSpPr>
        <p:spPr>
          <a:xfrm>
            <a:off x="5744269" y="3418204"/>
            <a:ext cx="28398" cy="28398"/>
          </a:xfrm>
          <a:prstGeom prst="ellipse">
            <a:avLst/>
          </a:prstGeom>
          <a:solidFill>
            <a:srgbClr val="B57442">
              <a:alpha val="30000"/>
            </a:srgbClr>
          </a:solidFill>
          <a:ln w="0">
            <a:noFill/>
            <a:prstDash val="solid"/>
          </a:ln>
        </p:spPr>
      </p:sp>
      <p:sp>
        <p:nvSpPr>
          <p:cNvPr id="811" name="02_predicted_pose_4110">
            <a:extLst>
              <a:ext uri="{FF2B5EF4-FFF2-40B4-BE49-F238E27FC236}">
                <a16:creationId xmlns:a16="http://schemas.microsoft.com/office/drawing/2014/main" id="{247D2270-4B3B-4FF6-A9DC-A09B57AD87B1}"/>
              </a:ext>
            </a:extLst>
          </p:cNvPr>
          <p:cNvSpPr>
            <a:spLocks noGrp="1"/>
          </p:cNvSpPr>
          <p:nvPr/>
        </p:nvSpPr>
        <p:spPr>
          <a:xfrm>
            <a:off x="5493795" y="3455596"/>
            <a:ext cx="28398" cy="28398"/>
          </a:xfrm>
          <a:prstGeom prst="ellipse">
            <a:avLst/>
          </a:prstGeom>
          <a:solidFill>
            <a:srgbClr val="B57442">
              <a:alpha val="30000"/>
            </a:srgbClr>
          </a:solidFill>
          <a:ln w="0">
            <a:noFill/>
            <a:prstDash val="solid"/>
          </a:ln>
        </p:spPr>
      </p:sp>
      <p:sp>
        <p:nvSpPr>
          <p:cNvPr id="812" name="02_predicted_pose_4111">
            <a:extLst>
              <a:ext uri="{FF2B5EF4-FFF2-40B4-BE49-F238E27FC236}">
                <a16:creationId xmlns:a16="http://schemas.microsoft.com/office/drawing/2014/main" id="{B01217A3-764B-4561-967E-4CF29DE879A8}"/>
              </a:ext>
            </a:extLst>
          </p:cNvPr>
          <p:cNvSpPr>
            <a:spLocks noGrp="1"/>
          </p:cNvSpPr>
          <p:nvPr/>
        </p:nvSpPr>
        <p:spPr>
          <a:xfrm>
            <a:off x="5586818" y="3502327"/>
            <a:ext cx="28398" cy="28398"/>
          </a:xfrm>
          <a:prstGeom prst="ellipse">
            <a:avLst/>
          </a:prstGeom>
          <a:solidFill>
            <a:srgbClr val="B57442">
              <a:alpha val="30000"/>
            </a:srgbClr>
          </a:solidFill>
          <a:ln w="0">
            <a:noFill/>
            <a:prstDash val="solid"/>
          </a:ln>
        </p:spPr>
      </p:sp>
      <p:sp>
        <p:nvSpPr>
          <p:cNvPr id="813" name="02_predicted_pose_4112">
            <a:extLst>
              <a:ext uri="{FF2B5EF4-FFF2-40B4-BE49-F238E27FC236}">
                <a16:creationId xmlns:a16="http://schemas.microsoft.com/office/drawing/2014/main" id="{B884F7D9-7DBE-4626-BA4E-A437ADC2D700}"/>
              </a:ext>
            </a:extLst>
          </p:cNvPr>
          <p:cNvSpPr>
            <a:spLocks noGrp="1"/>
          </p:cNvSpPr>
          <p:nvPr/>
        </p:nvSpPr>
        <p:spPr>
          <a:xfrm>
            <a:off x="5679842" y="3460050"/>
            <a:ext cx="28398" cy="28398"/>
          </a:xfrm>
          <a:prstGeom prst="ellipse">
            <a:avLst/>
          </a:prstGeom>
          <a:solidFill>
            <a:srgbClr val="B57442">
              <a:alpha val="30000"/>
            </a:srgbClr>
          </a:solidFill>
          <a:ln w="0">
            <a:noFill/>
            <a:prstDash val="solid"/>
          </a:ln>
        </p:spPr>
      </p:sp>
      <p:sp>
        <p:nvSpPr>
          <p:cNvPr id="814" name="02_predicted_pose_4113">
            <a:extLst>
              <a:ext uri="{FF2B5EF4-FFF2-40B4-BE49-F238E27FC236}">
                <a16:creationId xmlns:a16="http://schemas.microsoft.com/office/drawing/2014/main" id="{C1F65497-ACD7-4964-88B9-918D13D79DBF}"/>
              </a:ext>
            </a:extLst>
          </p:cNvPr>
          <p:cNvSpPr>
            <a:spLocks noGrp="1"/>
          </p:cNvSpPr>
          <p:nvPr/>
        </p:nvSpPr>
        <p:spPr>
          <a:xfrm>
            <a:off x="5772865" y="3363516"/>
            <a:ext cx="28398" cy="28398"/>
          </a:xfrm>
          <a:prstGeom prst="ellipse">
            <a:avLst/>
          </a:prstGeom>
          <a:solidFill>
            <a:srgbClr val="B57442">
              <a:alpha val="30000"/>
            </a:srgbClr>
          </a:solidFill>
          <a:ln w="0">
            <a:noFill/>
            <a:prstDash val="solid"/>
          </a:ln>
        </p:spPr>
      </p:sp>
      <p:sp>
        <p:nvSpPr>
          <p:cNvPr id="815" name="02_predicted_pose_4114">
            <a:extLst>
              <a:ext uri="{FF2B5EF4-FFF2-40B4-BE49-F238E27FC236}">
                <a16:creationId xmlns:a16="http://schemas.microsoft.com/office/drawing/2014/main" id="{33DD676C-8201-440C-9F7D-4809988AABFE}"/>
              </a:ext>
            </a:extLst>
          </p:cNvPr>
          <p:cNvSpPr>
            <a:spLocks noGrp="1"/>
          </p:cNvSpPr>
          <p:nvPr/>
        </p:nvSpPr>
        <p:spPr>
          <a:xfrm>
            <a:off x="5522391" y="3499060"/>
            <a:ext cx="28398" cy="28398"/>
          </a:xfrm>
          <a:prstGeom prst="ellipse">
            <a:avLst/>
          </a:prstGeom>
          <a:solidFill>
            <a:srgbClr val="B57442">
              <a:alpha val="30000"/>
            </a:srgbClr>
          </a:solidFill>
          <a:ln w="0">
            <a:noFill/>
            <a:prstDash val="solid"/>
          </a:ln>
        </p:spPr>
      </p:sp>
      <p:sp>
        <p:nvSpPr>
          <p:cNvPr id="816" name="02_predicted_pose_4115">
            <a:extLst>
              <a:ext uri="{FF2B5EF4-FFF2-40B4-BE49-F238E27FC236}">
                <a16:creationId xmlns:a16="http://schemas.microsoft.com/office/drawing/2014/main" id="{2649A050-7778-44E1-8ECD-9C4266BE9296}"/>
              </a:ext>
            </a:extLst>
          </p:cNvPr>
          <p:cNvSpPr>
            <a:spLocks noGrp="1"/>
          </p:cNvSpPr>
          <p:nvPr/>
        </p:nvSpPr>
        <p:spPr>
          <a:xfrm>
            <a:off x="5615414" y="3433634"/>
            <a:ext cx="28398" cy="28398"/>
          </a:xfrm>
          <a:prstGeom prst="ellipse">
            <a:avLst/>
          </a:prstGeom>
          <a:solidFill>
            <a:srgbClr val="B57442">
              <a:alpha val="30000"/>
            </a:srgbClr>
          </a:solidFill>
          <a:ln w="0">
            <a:noFill/>
            <a:prstDash val="solid"/>
          </a:ln>
        </p:spPr>
      </p:sp>
      <p:sp>
        <p:nvSpPr>
          <p:cNvPr id="817" name="02_predicted_pose_4116">
            <a:extLst>
              <a:ext uri="{FF2B5EF4-FFF2-40B4-BE49-F238E27FC236}">
                <a16:creationId xmlns:a16="http://schemas.microsoft.com/office/drawing/2014/main" id="{D6E0BC4D-EF88-4F86-AC7D-18746FE7F54A}"/>
              </a:ext>
            </a:extLst>
          </p:cNvPr>
          <p:cNvSpPr>
            <a:spLocks noGrp="1"/>
          </p:cNvSpPr>
          <p:nvPr/>
        </p:nvSpPr>
        <p:spPr>
          <a:xfrm>
            <a:off x="5708438" y="3360575"/>
            <a:ext cx="28398" cy="28398"/>
          </a:xfrm>
          <a:prstGeom prst="ellipse">
            <a:avLst/>
          </a:prstGeom>
          <a:solidFill>
            <a:srgbClr val="B57442">
              <a:alpha val="30000"/>
            </a:srgbClr>
          </a:solidFill>
          <a:ln w="0">
            <a:noFill/>
            <a:prstDash val="solid"/>
          </a:ln>
        </p:spPr>
      </p:sp>
      <p:sp>
        <p:nvSpPr>
          <p:cNvPr id="818" name="02_predicted_pose_4117">
            <a:extLst>
              <a:ext uri="{FF2B5EF4-FFF2-40B4-BE49-F238E27FC236}">
                <a16:creationId xmlns:a16="http://schemas.microsoft.com/office/drawing/2014/main" id="{CDA78BD3-67F3-471C-A2DD-127E792523F4}"/>
              </a:ext>
            </a:extLst>
          </p:cNvPr>
          <p:cNvSpPr>
            <a:spLocks noGrp="1"/>
          </p:cNvSpPr>
          <p:nvPr/>
        </p:nvSpPr>
        <p:spPr>
          <a:xfrm>
            <a:off x="5801461" y="3558620"/>
            <a:ext cx="28398" cy="28398"/>
          </a:xfrm>
          <a:prstGeom prst="ellipse">
            <a:avLst/>
          </a:prstGeom>
          <a:solidFill>
            <a:srgbClr val="B57442">
              <a:alpha val="30000"/>
            </a:srgbClr>
          </a:solidFill>
          <a:ln w="0">
            <a:noFill/>
            <a:prstDash val="solid"/>
          </a:ln>
        </p:spPr>
      </p:sp>
      <p:sp>
        <p:nvSpPr>
          <p:cNvPr id="819" name="02_predicted_pose_4118">
            <a:extLst>
              <a:ext uri="{FF2B5EF4-FFF2-40B4-BE49-F238E27FC236}">
                <a16:creationId xmlns:a16="http://schemas.microsoft.com/office/drawing/2014/main" id="{77E3E4CC-04A1-4B5F-95D6-9A73D93E1A84}"/>
              </a:ext>
            </a:extLst>
          </p:cNvPr>
          <p:cNvSpPr>
            <a:spLocks noGrp="1"/>
          </p:cNvSpPr>
          <p:nvPr/>
        </p:nvSpPr>
        <p:spPr>
          <a:xfrm>
            <a:off x="5758050" y="3379302"/>
            <a:ext cx="28398" cy="28398"/>
          </a:xfrm>
          <a:prstGeom prst="ellipse">
            <a:avLst/>
          </a:prstGeom>
          <a:solidFill>
            <a:srgbClr val="B57442">
              <a:alpha val="30000"/>
            </a:srgbClr>
          </a:solidFill>
          <a:ln w="0">
            <a:noFill/>
            <a:prstDash val="solid"/>
          </a:ln>
        </p:spPr>
      </p:sp>
      <p:sp>
        <p:nvSpPr>
          <p:cNvPr id="820" name="02_predicted_pose_4119">
            <a:extLst>
              <a:ext uri="{FF2B5EF4-FFF2-40B4-BE49-F238E27FC236}">
                <a16:creationId xmlns:a16="http://schemas.microsoft.com/office/drawing/2014/main" id="{963CC3F3-7809-47A1-BE3B-9A6E5188A81F}"/>
              </a:ext>
            </a:extLst>
          </p:cNvPr>
          <p:cNvSpPr>
            <a:spLocks noGrp="1"/>
          </p:cNvSpPr>
          <p:nvPr/>
        </p:nvSpPr>
        <p:spPr>
          <a:xfrm>
            <a:off x="5507576" y="3442784"/>
            <a:ext cx="28398" cy="28398"/>
          </a:xfrm>
          <a:prstGeom prst="ellipse">
            <a:avLst/>
          </a:prstGeom>
          <a:solidFill>
            <a:srgbClr val="B57442">
              <a:alpha val="30000"/>
            </a:srgbClr>
          </a:solidFill>
          <a:ln w="0">
            <a:noFill/>
            <a:prstDash val="solid"/>
          </a:ln>
        </p:spPr>
      </p:sp>
      <p:sp>
        <p:nvSpPr>
          <p:cNvPr id="821" name="02_predicted_pose_4120">
            <a:extLst>
              <a:ext uri="{FF2B5EF4-FFF2-40B4-BE49-F238E27FC236}">
                <a16:creationId xmlns:a16="http://schemas.microsoft.com/office/drawing/2014/main" id="{6B6F2DE0-4154-4EE4-B88E-7947A8F0CBE6}"/>
              </a:ext>
            </a:extLst>
          </p:cNvPr>
          <p:cNvSpPr>
            <a:spLocks noGrp="1"/>
          </p:cNvSpPr>
          <p:nvPr/>
        </p:nvSpPr>
        <p:spPr>
          <a:xfrm>
            <a:off x="5600599" y="3462047"/>
            <a:ext cx="28398" cy="28398"/>
          </a:xfrm>
          <a:prstGeom prst="ellipse">
            <a:avLst/>
          </a:prstGeom>
          <a:solidFill>
            <a:srgbClr val="B57442">
              <a:alpha val="30000"/>
            </a:srgbClr>
          </a:solidFill>
          <a:ln w="0">
            <a:noFill/>
            <a:prstDash val="solid"/>
          </a:ln>
        </p:spPr>
      </p:sp>
      <p:sp>
        <p:nvSpPr>
          <p:cNvPr id="822" name="02_predicted_pose_4121">
            <a:extLst>
              <a:ext uri="{FF2B5EF4-FFF2-40B4-BE49-F238E27FC236}">
                <a16:creationId xmlns:a16="http://schemas.microsoft.com/office/drawing/2014/main" id="{FDA994EE-4F4C-40B6-ACA5-AAA25C48DBDA}"/>
              </a:ext>
            </a:extLst>
          </p:cNvPr>
          <p:cNvSpPr>
            <a:spLocks noGrp="1"/>
          </p:cNvSpPr>
          <p:nvPr/>
        </p:nvSpPr>
        <p:spPr>
          <a:xfrm>
            <a:off x="5693623" y="3298828"/>
            <a:ext cx="28398" cy="28398"/>
          </a:xfrm>
          <a:prstGeom prst="ellipse">
            <a:avLst/>
          </a:prstGeom>
          <a:solidFill>
            <a:srgbClr val="B57442">
              <a:alpha val="30000"/>
            </a:srgbClr>
          </a:solidFill>
          <a:ln w="0">
            <a:noFill/>
            <a:prstDash val="solid"/>
          </a:ln>
        </p:spPr>
      </p:sp>
      <p:sp>
        <p:nvSpPr>
          <p:cNvPr id="823" name="02_predicted_pose_4122">
            <a:extLst>
              <a:ext uri="{FF2B5EF4-FFF2-40B4-BE49-F238E27FC236}">
                <a16:creationId xmlns:a16="http://schemas.microsoft.com/office/drawing/2014/main" id="{E5D2897A-E50E-4569-8578-D6BA33569BAF}"/>
              </a:ext>
            </a:extLst>
          </p:cNvPr>
          <p:cNvSpPr>
            <a:spLocks noGrp="1"/>
          </p:cNvSpPr>
          <p:nvPr/>
        </p:nvSpPr>
        <p:spPr>
          <a:xfrm>
            <a:off x="5786646" y="3459915"/>
            <a:ext cx="28398" cy="28398"/>
          </a:xfrm>
          <a:prstGeom prst="ellipse">
            <a:avLst/>
          </a:prstGeom>
          <a:solidFill>
            <a:srgbClr val="B57442">
              <a:alpha val="30000"/>
            </a:srgbClr>
          </a:solidFill>
          <a:ln w="0">
            <a:noFill/>
            <a:prstDash val="solid"/>
          </a:ln>
        </p:spPr>
      </p:sp>
      <p:sp>
        <p:nvSpPr>
          <p:cNvPr id="824" name="02_predicted_pose_4123">
            <a:extLst>
              <a:ext uri="{FF2B5EF4-FFF2-40B4-BE49-F238E27FC236}">
                <a16:creationId xmlns:a16="http://schemas.microsoft.com/office/drawing/2014/main" id="{BFC2CE28-F966-4B13-9DFC-15AF6244CBA7}"/>
              </a:ext>
            </a:extLst>
          </p:cNvPr>
          <p:cNvSpPr>
            <a:spLocks noGrp="1"/>
          </p:cNvSpPr>
          <p:nvPr/>
        </p:nvSpPr>
        <p:spPr>
          <a:xfrm>
            <a:off x="5536172" y="3446510"/>
            <a:ext cx="28398" cy="28398"/>
          </a:xfrm>
          <a:prstGeom prst="ellipse">
            <a:avLst/>
          </a:prstGeom>
          <a:solidFill>
            <a:srgbClr val="B57442">
              <a:alpha val="30000"/>
            </a:srgbClr>
          </a:solidFill>
          <a:ln w="0">
            <a:noFill/>
            <a:prstDash val="solid"/>
          </a:ln>
        </p:spPr>
      </p:sp>
      <p:sp>
        <p:nvSpPr>
          <p:cNvPr id="825" name="02_predicted_pose_4124">
            <a:extLst>
              <a:ext uri="{FF2B5EF4-FFF2-40B4-BE49-F238E27FC236}">
                <a16:creationId xmlns:a16="http://schemas.microsoft.com/office/drawing/2014/main" id="{D4D16C60-BE99-47B1-AAEB-FA2D40499F5B}"/>
              </a:ext>
            </a:extLst>
          </p:cNvPr>
          <p:cNvSpPr>
            <a:spLocks noGrp="1"/>
          </p:cNvSpPr>
          <p:nvPr/>
        </p:nvSpPr>
        <p:spPr>
          <a:xfrm>
            <a:off x="5629195" y="3345449"/>
            <a:ext cx="28398" cy="28398"/>
          </a:xfrm>
          <a:prstGeom prst="ellipse">
            <a:avLst/>
          </a:prstGeom>
          <a:solidFill>
            <a:srgbClr val="B57442">
              <a:alpha val="30000"/>
            </a:srgbClr>
          </a:solidFill>
          <a:ln w="0">
            <a:noFill/>
            <a:prstDash val="solid"/>
          </a:ln>
        </p:spPr>
      </p:sp>
      <p:sp>
        <p:nvSpPr>
          <p:cNvPr id="826" name="02_predicted_pose_4125">
            <a:extLst>
              <a:ext uri="{FF2B5EF4-FFF2-40B4-BE49-F238E27FC236}">
                <a16:creationId xmlns:a16="http://schemas.microsoft.com/office/drawing/2014/main" id="{555E6985-990B-4298-9636-2CF3C6C633F3}"/>
              </a:ext>
            </a:extLst>
          </p:cNvPr>
          <p:cNvSpPr>
            <a:spLocks noGrp="1"/>
          </p:cNvSpPr>
          <p:nvPr/>
        </p:nvSpPr>
        <p:spPr>
          <a:xfrm>
            <a:off x="5722219" y="3469555"/>
            <a:ext cx="28398" cy="28398"/>
          </a:xfrm>
          <a:prstGeom prst="ellipse">
            <a:avLst/>
          </a:prstGeom>
          <a:solidFill>
            <a:srgbClr val="B57442">
              <a:alpha val="30000"/>
            </a:srgbClr>
          </a:solidFill>
          <a:ln w="0">
            <a:noFill/>
            <a:prstDash val="solid"/>
          </a:ln>
        </p:spPr>
      </p:sp>
      <p:sp>
        <p:nvSpPr>
          <p:cNvPr id="827" name="02_predicted_pose_4126">
            <a:extLst>
              <a:ext uri="{FF2B5EF4-FFF2-40B4-BE49-F238E27FC236}">
                <a16:creationId xmlns:a16="http://schemas.microsoft.com/office/drawing/2014/main" id="{90ED3BBF-1B62-4197-B095-2DD8ED76BB88}"/>
              </a:ext>
            </a:extLst>
          </p:cNvPr>
          <p:cNvSpPr>
            <a:spLocks noGrp="1"/>
          </p:cNvSpPr>
          <p:nvPr/>
        </p:nvSpPr>
        <p:spPr>
          <a:xfrm>
            <a:off x="5471745" y="3464368"/>
            <a:ext cx="28398" cy="28398"/>
          </a:xfrm>
          <a:prstGeom prst="ellipse">
            <a:avLst/>
          </a:prstGeom>
          <a:solidFill>
            <a:srgbClr val="B57442">
              <a:alpha val="30000"/>
            </a:srgbClr>
          </a:solidFill>
          <a:ln w="0">
            <a:noFill/>
            <a:prstDash val="solid"/>
          </a:ln>
        </p:spPr>
      </p:sp>
      <p:sp>
        <p:nvSpPr>
          <p:cNvPr id="828" name="02_predicted_pose_4127">
            <a:extLst>
              <a:ext uri="{FF2B5EF4-FFF2-40B4-BE49-F238E27FC236}">
                <a16:creationId xmlns:a16="http://schemas.microsoft.com/office/drawing/2014/main" id="{283C73AF-4DE2-43B4-A4E2-C053417DE97E}"/>
              </a:ext>
            </a:extLst>
          </p:cNvPr>
          <p:cNvSpPr>
            <a:spLocks noGrp="1"/>
          </p:cNvSpPr>
          <p:nvPr/>
        </p:nvSpPr>
        <p:spPr>
          <a:xfrm>
            <a:off x="5678808" y="3382376"/>
            <a:ext cx="28398" cy="28398"/>
          </a:xfrm>
          <a:prstGeom prst="ellipse">
            <a:avLst/>
          </a:prstGeom>
          <a:solidFill>
            <a:srgbClr val="B57442">
              <a:alpha val="30000"/>
            </a:srgbClr>
          </a:solidFill>
          <a:ln w="0">
            <a:noFill/>
            <a:prstDash val="solid"/>
          </a:ln>
        </p:spPr>
      </p:sp>
      <p:sp>
        <p:nvSpPr>
          <p:cNvPr id="829" name="02_predicted_pose_4128">
            <a:extLst>
              <a:ext uri="{FF2B5EF4-FFF2-40B4-BE49-F238E27FC236}">
                <a16:creationId xmlns:a16="http://schemas.microsoft.com/office/drawing/2014/main" id="{4FF31950-ABEE-4F70-B284-2B0E94125076}"/>
              </a:ext>
            </a:extLst>
          </p:cNvPr>
          <p:cNvSpPr>
            <a:spLocks noGrp="1"/>
          </p:cNvSpPr>
          <p:nvPr/>
        </p:nvSpPr>
        <p:spPr>
          <a:xfrm>
            <a:off x="5771831" y="3442419"/>
            <a:ext cx="28398" cy="28398"/>
          </a:xfrm>
          <a:prstGeom prst="ellipse">
            <a:avLst/>
          </a:prstGeom>
          <a:solidFill>
            <a:srgbClr val="B57442">
              <a:alpha val="30000"/>
            </a:srgbClr>
          </a:solidFill>
          <a:ln w="0">
            <a:noFill/>
            <a:prstDash val="solid"/>
          </a:ln>
        </p:spPr>
      </p:sp>
      <p:sp>
        <p:nvSpPr>
          <p:cNvPr id="830" name="02_predicted_pose_4129">
            <a:extLst>
              <a:ext uri="{FF2B5EF4-FFF2-40B4-BE49-F238E27FC236}">
                <a16:creationId xmlns:a16="http://schemas.microsoft.com/office/drawing/2014/main" id="{77D5030A-157F-4C91-AA6D-22D6B84D40C7}"/>
              </a:ext>
            </a:extLst>
          </p:cNvPr>
          <p:cNvSpPr>
            <a:spLocks noGrp="1"/>
          </p:cNvSpPr>
          <p:nvPr/>
        </p:nvSpPr>
        <p:spPr>
          <a:xfrm>
            <a:off x="5521357" y="3476260"/>
            <a:ext cx="28398" cy="28398"/>
          </a:xfrm>
          <a:prstGeom prst="ellipse">
            <a:avLst/>
          </a:prstGeom>
          <a:solidFill>
            <a:srgbClr val="B57442">
              <a:alpha val="30000"/>
            </a:srgbClr>
          </a:solidFill>
          <a:ln w="0">
            <a:noFill/>
            <a:prstDash val="solid"/>
          </a:ln>
        </p:spPr>
      </p:sp>
      <p:sp>
        <p:nvSpPr>
          <p:cNvPr id="831" name="02_predicted_pose_4130">
            <a:extLst>
              <a:ext uri="{FF2B5EF4-FFF2-40B4-BE49-F238E27FC236}">
                <a16:creationId xmlns:a16="http://schemas.microsoft.com/office/drawing/2014/main" id="{B3244D46-4AC4-4328-B8AB-DB2069725918}"/>
              </a:ext>
            </a:extLst>
          </p:cNvPr>
          <p:cNvSpPr>
            <a:spLocks noGrp="1"/>
          </p:cNvSpPr>
          <p:nvPr/>
        </p:nvSpPr>
        <p:spPr>
          <a:xfrm>
            <a:off x="5614381" y="3388810"/>
            <a:ext cx="28398" cy="28398"/>
          </a:xfrm>
          <a:prstGeom prst="ellipse">
            <a:avLst/>
          </a:prstGeom>
          <a:solidFill>
            <a:srgbClr val="B57442">
              <a:alpha val="30000"/>
            </a:srgbClr>
          </a:solidFill>
          <a:ln w="0">
            <a:noFill/>
            <a:prstDash val="solid"/>
          </a:ln>
        </p:spPr>
      </p:sp>
      <p:sp>
        <p:nvSpPr>
          <p:cNvPr id="832" name="02_predicted_pose_4131">
            <a:extLst>
              <a:ext uri="{FF2B5EF4-FFF2-40B4-BE49-F238E27FC236}">
                <a16:creationId xmlns:a16="http://schemas.microsoft.com/office/drawing/2014/main" id="{3F7B98D8-EC32-43C4-B077-2D4C50D56C4B}"/>
              </a:ext>
            </a:extLst>
          </p:cNvPr>
          <p:cNvSpPr>
            <a:spLocks noGrp="1"/>
          </p:cNvSpPr>
          <p:nvPr/>
        </p:nvSpPr>
        <p:spPr>
          <a:xfrm>
            <a:off x="5707404" y="3413070"/>
            <a:ext cx="28398" cy="28398"/>
          </a:xfrm>
          <a:prstGeom prst="ellipse">
            <a:avLst/>
          </a:prstGeom>
          <a:solidFill>
            <a:srgbClr val="B57442">
              <a:alpha val="30000"/>
            </a:srgbClr>
          </a:solidFill>
          <a:ln w="0">
            <a:noFill/>
            <a:prstDash val="solid"/>
          </a:ln>
        </p:spPr>
      </p:sp>
      <p:sp>
        <p:nvSpPr>
          <p:cNvPr id="833" name="02_predicted_pose_4132">
            <a:extLst>
              <a:ext uri="{FF2B5EF4-FFF2-40B4-BE49-F238E27FC236}">
                <a16:creationId xmlns:a16="http://schemas.microsoft.com/office/drawing/2014/main" id="{7B9AD3DF-91EB-48A7-9DB0-90198A0B6B76}"/>
              </a:ext>
            </a:extLst>
          </p:cNvPr>
          <p:cNvSpPr>
            <a:spLocks noGrp="1"/>
          </p:cNvSpPr>
          <p:nvPr/>
        </p:nvSpPr>
        <p:spPr>
          <a:xfrm>
            <a:off x="5800427" y="3473311"/>
            <a:ext cx="28398" cy="28398"/>
          </a:xfrm>
          <a:prstGeom prst="ellipse">
            <a:avLst/>
          </a:prstGeom>
          <a:solidFill>
            <a:srgbClr val="B57442">
              <a:alpha val="30000"/>
            </a:srgbClr>
          </a:solidFill>
          <a:ln w="0">
            <a:noFill/>
            <a:prstDash val="solid"/>
          </a:ln>
        </p:spPr>
      </p:sp>
      <p:sp>
        <p:nvSpPr>
          <p:cNvPr id="834" name="02_predicted_pose_4133">
            <a:extLst>
              <a:ext uri="{FF2B5EF4-FFF2-40B4-BE49-F238E27FC236}">
                <a16:creationId xmlns:a16="http://schemas.microsoft.com/office/drawing/2014/main" id="{A8EA9196-9A15-4762-9199-2789A3DF858B}"/>
              </a:ext>
            </a:extLst>
          </p:cNvPr>
          <p:cNvSpPr>
            <a:spLocks noGrp="1"/>
          </p:cNvSpPr>
          <p:nvPr/>
        </p:nvSpPr>
        <p:spPr>
          <a:xfrm>
            <a:off x="5549953" y="3377142"/>
            <a:ext cx="28398" cy="28398"/>
          </a:xfrm>
          <a:prstGeom prst="ellipse">
            <a:avLst/>
          </a:prstGeom>
          <a:solidFill>
            <a:srgbClr val="B57442">
              <a:alpha val="30000"/>
            </a:srgbClr>
          </a:solidFill>
          <a:ln w="0">
            <a:noFill/>
            <a:prstDash val="solid"/>
          </a:ln>
        </p:spPr>
      </p:sp>
      <p:sp>
        <p:nvSpPr>
          <p:cNvPr id="835" name="02_predicted_pose_4134">
            <a:extLst>
              <a:ext uri="{FF2B5EF4-FFF2-40B4-BE49-F238E27FC236}">
                <a16:creationId xmlns:a16="http://schemas.microsoft.com/office/drawing/2014/main" id="{161FE876-CDD2-401D-8DD3-FA690BC821D2}"/>
              </a:ext>
            </a:extLst>
          </p:cNvPr>
          <p:cNvSpPr>
            <a:spLocks noGrp="1"/>
          </p:cNvSpPr>
          <p:nvPr/>
        </p:nvSpPr>
        <p:spPr>
          <a:xfrm>
            <a:off x="5642977" y="3454877"/>
            <a:ext cx="28398" cy="28398"/>
          </a:xfrm>
          <a:prstGeom prst="ellipse">
            <a:avLst/>
          </a:prstGeom>
          <a:solidFill>
            <a:srgbClr val="B57442">
              <a:alpha val="30000"/>
            </a:srgbClr>
          </a:solidFill>
          <a:ln w="0">
            <a:noFill/>
            <a:prstDash val="solid"/>
          </a:ln>
        </p:spPr>
      </p:sp>
      <p:sp>
        <p:nvSpPr>
          <p:cNvPr id="836" name="02_predicted_pose_4135">
            <a:extLst>
              <a:ext uri="{FF2B5EF4-FFF2-40B4-BE49-F238E27FC236}">
                <a16:creationId xmlns:a16="http://schemas.microsoft.com/office/drawing/2014/main" id="{BDEF8875-E24D-4675-B374-3D309CE5C422}"/>
              </a:ext>
            </a:extLst>
          </p:cNvPr>
          <p:cNvSpPr>
            <a:spLocks noGrp="1"/>
          </p:cNvSpPr>
          <p:nvPr/>
        </p:nvSpPr>
        <p:spPr>
          <a:xfrm>
            <a:off x="5607146" y="3486008"/>
            <a:ext cx="28398" cy="28398"/>
          </a:xfrm>
          <a:prstGeom prst="ellipse">
            <a:avLst/>
          </a:prstGeom>
          <a:solidFill>
            <a:srgbClr val="B57442">
              <a:alpha val="30000"/>
            </a:srgbClr>
          </a:solidFill>
          <a:ln w="0">
            <a:noFill/>
            <a:prstDash val="solid"/>
          </a:ln>
        </p:spPr>
      </p:sp>
      <p:sp>
        <p:nvSpPr>
          <p:cNvPr id="837" name="02_predicted_pose_4136">
            <a:extLst>
              <a:ext uri="{FF2B5EF4-FFF2-40B4-BE49-F238E27FC236}">
                <a16:creationId xmlns:a16="http://schemas.microsoft.com/office/drawing/2014/main" id="{5B268397-2C54-4381-9D55-687CAD6F5F42}"/>
              </a:ext>
            </a:extLst>
          </p:cNvPr>
          <p:cNvSpPr>
            <a:spLocks noGrp="1"/>
          </p:cNvSpPr>
          <p:nvPr/>
        </p:nvSpPr>
        <p:spPr>
          <a:xfrm>
            <a:off x="5620927" y="3483197"/>
            <a:ext cx="28398" cy="28398"/>
          </a:xfrm>
          <a:prstGeom prst="ellipse">
            <a:avLst/>
          </a:prstGeom>
          <a:solidFill>
            <a:srgbClr val="B57442">
              <a:alpha val="30000"/>
            </a:srgbClr>
          </a:solidFill>
          <a:ln w="0">
            <a:noFill/>
            <a:prstDash val="solid"/>
          </a:ln>
        </p:spPr>
      </p:sp>
      <p:sp>
        <p:nvSpPr>
          <p:cNvPr id="838" name="02_predicted_pose_4137">
            <a:extLst>
              <a:ext uri="{FF2B5EF4-FFF2-40B4-BE49-F238E27FC236}">
                <a16:creationId xmlns:a16="http://schemas.microsoft.com/office/drawing/2014/main" id="{BDA3732D-6D2D-4287-9231-1E7A84306C27}"/>
              </a:ext>
            </a:extLst>
          </p:cNvPr>
          <p:cNvSpPr>
            <a:spLocks noGrp="1"/>
          </p:cNvSpPr>
          <p:nvPr/>
        </p:nvSpPr>
        <p:spPr>
          <a:xfrm>
            <a:off x="5598877" y="3275158"/>
            <a:ext cx="28398" cy="28398"/>
          </a:xfrm>
          <a:prstGeom prst="ellipse">
            <a:avLst/>
          </a:prstGeom>
          <a:solidFill>
            <a:srgbClr val="B57442">
              <a:alpha val="30000"/>
            </a:srgbClr>
          </a:solidFill>
          <a:ln w="0">
            <a:noFill/>
            <a:prstDash val="solid"/>
          </a:ln>
        </p:spPr>
      </p:sp>
      <p:sp>
        <p:nvSpPr>
          <p:cNvPr id="839" name="02_predicted_pose_4138">
            <a:extLst>
              <a:ext uri="{FF2B5EF4-FFF2-40B4-BE49-F238E27FC236}">
                <a16:creationId xmlns:a16="http://schemas.microsoft.com/office/drawing/2014/main" id="{B6706DCA-1A23-4570-B7E4-78E73E51B70B}"/>
              </a:ext>
            </a:extLst>
          </p:cNvPr>
          <p:cNvSpPr>
            <a:spLocks noGrp="1"/>
          </p:cNvSpPr>
          <p:nvPr/>
        </p:nvSpPr>
        <p:spPr>
          <a:xfrm>
            <a:off x="5626439" y="3238869"/>
            <a:ext cx="28398" cy="28398"/>
          </a:xfrm>
          <a:prstGeom prst="ellipse">
            <a:avLst/>
          </a:prstGeom>
          <a:solidFill>
            <a:srgbClr val="B57442">
              <a:alpha val="30000"/>
            </a:srgbClr>
          </a:solidFill>
          <a:ln w="0">
            <a:noFill/>
            <a:prstDash val="solid"/>
          </a:ln>
        </p:spPr>
      </p:sp>
      <p:sp>
        <p:nvSpPr>
          <p:cNvPr id="840" name="02_predicted_pose_4139">
            <a:extLst>
              <a:ext uri="{FF2B5EF4-FFF2-40B4-BE49-F238E27FC236}">
                <a16:creationId xmlns:a16="http://schemas.microsoft.com/office/drawing/2014/main" id="{6F5E4950-E009-4A9C-9E08-FD0E06A89D2D}"/>
              </a:ext>
            </a:extLst>
          </p:cNvPr>
          <p:cNvSpPr>
            <a:spLocks noGrp="1"/>
          </p:cNvSpPr>
          <p:nvPr/>
        </p:nvSpPr>
        <p:spPr>
          <a:xfrm>
            <a:off x="5654002" y="3410174"/>
            <a:ext cx="28398" cy="28398"/>
          </a:xfrm>
          <a:prstGeom prst="ellipse">
            <a:avLst/>
          </a:prstGeom>
          <a:solidFill>
            <a:srgbClr val="B57442">
              <a:alpha val="30000"/>
            </a:srgbClr>
          </a:solidFill>
          <a:ln w="0">
            <a:noFill/>
            <a:prstDash val="solid"/>
          </a:ln>
        </p:spPr>
      </p:sp>
      <p:sp>
        <p:nvSpPr>
          <p:cNvPr id="841" name="02_predicted_pose_4140">
            <a:extLst>
              <a:ext uri="{FF2B5EF4-FFF2-40B4-BE49-F238E27FC236}">
                <a16:creationId xmlns:a16="http://schemas.microsoft.com/office/drawing/2014/main" id="{CCA179D9-2579-4288-8964-477349D76A3D}"/>
              </a:ext>
            </a:extLst>
          </p:cNvPr>
          <p:cNvSpPr>
            <a:spLocks noGrp="1"/>
          </p:cNvSpPr>
          <p:nvPr/>
        </p:nvSpPr>
        <p:spPr>
          <a:xfrm>
            <a:off x="5636431" y="3466624"/>
            <a:ext cx="28398" cy="28398"/>
          </a:xfrm>
          <a:prstGeom prst="ellipse">
            <a:avLst/>
          </a:prstGeom>
          <a:solidFill>
            <a:srgbClr val="B57442">
              <a:alpha val="30000"/>
            </a:srgbClr>
          </a:solidFill>
          <a:ln w="0">
            <a:noFill/>
            <a:prstDash val="solid"/>
          </a:ln>
        </p:spPr>
      </p:sp>
      <p:sp>
        <p:nvSpPr>
          <p:cNvPr id="842" name="02_predicted_pose_4141">
            <a:extLst>
              <a:ext uri="{FF2B5EF4-FFF2-40B4-BE49-F238E27FC236}">
                <a16:creationId xmlns:a16="http://schemas.microsoft.com/office/drawing/2014/main" id="{F8BD6C5D-B512-47AD-BC8C-CBCF99C36681}"/>
              </a:ext>
            </a:extLst>
          </p:cNvPr>
          <p:cNvSpPr>
            <a:spLocks noGrp="1"/>
          </p:cNvSpPr>
          <p:nvPr/>
        </p:nvSpPr>
        <p:spPr>
          <a:xfrm>
            <a:off x="5478980" y="3478465"/>
            <a:ext cx="28398" cy="28398"/>
          </a:xfrm>
          <a:prstGeom prst="ellipse">
            <a:avLst/>
          </a:prstGeom>
          <a:solidFill>
            <a:srgbClr val="B57442">
              <a:alpha val="30000"/>
            </a:srgbClr>
          </a:solidFill>
          <a:ln w="0">
            <a:noFill/>
            <a:prstDash val="solid"/>
          </a:ln>
        </p:spPr>
      </p:sp>
      <p:sp>
        <p:nvSpPr>
          <p:cNvPr id="843" name="02_predicted_pose_4142">
            <a:extLst>
              <a:ext uri="{FF2B5EF4-FFF2-40B4-BE49-F238E27FC236}">
                <a16:creationId xmlns:a16="http://schemas.microsoft.com/office/drawing/2014/main" id="{4246B167-C27C-4B6E-90EB-930C2AF4BD6A}"/>
              </a:ext>
            </a:extLst>
          </p:cNvPr>
          <p:cNvSpPr>
            <a:spLocks noGrp="1"/>
          </p:cNvSpPr>
          <p:nvPr/>
        </p:nvSpPr>
        <p:spPr>
          <a:xfrm>
            <a:off x="5665027" y="3509917"/>
            <a:ext cx="28398" cy="28398"/>
          </a:xfrm>
          <a:prstGeom prst="ellipse">
            <a:avLst/>
          </a:prstGeom>
          <a:solidFill>
            <a:srgbClr val="B57442">
              <a:alpha val="30000"/>
            </a:srgbClr>
          </a:solidFill>
          <a:ln w="0">
            <a:noFill/>
            <a:prstDash val="solid"/>
          </a:ln>
        </p:spPr>
      </p:sp>
      <p:sp>
        <p:nvSpPr>
          <p:cNvPr id="844" name="02_predicted_pose_4143">
            <a:extLst>
              <a:ext uri="{FF2B5EF4-FFF2-40B4-BE49-F238E27FC236}">
                <a16:creationId xmlns:a16="http://schemas.microsoft.com/office/drawing/2014/main" id="{EECA4DE6-6F04-4197-AFE3-CBC560F215C3}"/>
              </a:ext>
            </a:extLst>
          </p:cNvPr>
          <p:cNvSpPr>
            <a:spLocks noGrp="1"/>
          </p:cNvSpPr>
          <p:nvPr/>
        </p:nvSpPr>
        <p:spPr>
          <a:xfrm>
            <a:off x="5507576" y="3434261"/>
            <a:ext cx="28398" cy="28398"/>
          </a:xfrm>
          <a:prstGeom prst="ellipse">
            <a:avLst/>
          </a:prstGeom>
          <a:solidFill>
            <a:srgbClr val="B57442">
              <a:alpha val="30000"/>
            </a:srgbClr>
          </a:solidFill>
          <a:ln w="0">
            <a:noFill/>
            <a:prstDash val="solid"/>
          </a:ln>
        </p:spPr>
      </p:sp>
      <p:sp>
        <p:nvSpPr>
          <p:cNvPr id="845" name="02_predicted_pose_4144">
            <a:extLst>
              <a:ext uri="{FF2B5EF4-FFF2-40B4-BE49-F238E27FC236}">
                <a16:creationId xmlns:a16="http://schemas.microsoft.com/office/drawing/2014/main" id="{50266F04-31E7-4900-8BF3-4CB5D12EB70F}"/>
              </a:ext>
            </a:extLst>
          </p:cNvPr>
          <p:cNvSpPr>
            <a:spLocks noGrp="1"/>
          </p:cNvSpPr>
          <p:nvPr/>
        </p:nvSpPr>
        <p:spPr>
          <a:xfrm>
            <a:off x="5645388" y="3546400"/>
            <a:ext cx="28398" cy="28398"/>
          </a:xfrm>
          <a:prstGeom prst="ellipse">
            <a:avLst/>
          </a:prstGeom>
          <a:solidFill>
            <a:srgbClr val="B57442">
              <a:alpha val="30000"/>
            </a:srgbClr>
          </a:solidFill>
          <a:ln w="0">
            <a:noFill/>
            <a:prstDash val="solid"/>
          </a:ln>
        </p:spPr>
      </p:sp>
      <p:sp>
        <p:nvSpPr>
          <p:cNvPr id="846" name="02_predicted_pose_4145">
            <a:extLst>
              <a:ext uri="{FF2B5EF4-FFF2-40B4-BE49-F238E27FC236}">
                <a16:creationId xmlns:a16="http://schemas.microsoft.com/office/drawing/2014/main" id="{FF05B61C-A213-4AE4-A0E3-2035A82D6D3F}"/>
              </a:ext>
            </a:extLst>
          </p:cNvPr>
          <p:cNvSpPr>
            <a:spLocks noGrp="1"/>
          </p:cNvSpPr>
          <p:nvPr/>
        </p:nvSpPr>
        <p:spPr>
          <a:xfrm>
            <a:off x="5659170" y="3433221"/>
            <a:ext cx="28398" cy="28398"/>
          </a:xfrm>
          <a:prstGeom prst="ellipse">
            <a:avLst/>
          </a:prstGeom>
          <a:solidFill>
            <a:srgbClr val="B57442">
              <a:alpha val="30000"/>
            </a:srgbClr>
          </a:solidFill>
          <a:ln w="0">
            <a:noFill/>
            <a:prstDash val="solid"/>
          </a:ln>
        </p:spPr>
      </p:sp>
      <p:sp>
        <p:nvSpPr>
          <p:cNvPr id="847" name="02_predicted_pose_4146">
            <a:extLst>
              <a:ext uri="{FF2B5EF4-FFF2-40B4-BE49-F238E27FC236}">
                <a16:creationId xmlns:a16="http://schemas.microsoft.com/office/drawing/2014/main" id="{8620FCD2-8A04-4A26-981C-1818E83C1B34}"/>
              </a:ext>
            </a:extLst>
          </p:cNvPr>
          <p:cNvSpPr>
            <a:spLocks noGrp="1"/>
          </p:cNvSpPr>
          <p:nvPr/>
        </p:nvSpPr>
        <p:spPr>
          <a:xfrm>
            <a:off x="5700513" y="3537550"/>
            <a:ext cx="28398" cy="28398"/>
          </a:xfrm>
          <a:prstGeom prst="ellipse">
            <a:avLst/>
          </a:prstGeom>
          <a:solidFill>
            <a:srgbClr val="B57442">
              <a:alpha val="30000"/>
            </a:srgbClr>
          </a:solidFill>
          <a:ln w="0">
            <a:noFill/>
            <a:prstDash val="solid"/>
          </a:ln>
        </p:spPr>
      </p:sp>
      <p:sp>
        <p:nvSpPr>
          <p:cNvPr id="848" name="02_predicted_pose_4147">
            <a:extLst>
              <a:ext uri="{FF2B5EF4-FFF2-40B4-BE49-F238E27FC236}">
                <a16:creationId xmlns:a16="http://schemas.microsoft.com/office/drawing/2014/main" id="{1D930876-C415-484B-83E8-9427A3E1F23C}"/>
              </a:ext>
            </a:extLst>
          </p:cNvPr>
          <p:cNvSpPr>
            <a:spLocks noGrp="1"/>
          </p:cNvSpPr>
          <p:nvPr/>
        </p:nvSpPr>
        <p:spPr>
          <a:xfrm>
            <a:off x="5714295" y="3244422"/>
            <a:ext cx="28398" cy="28398"/>
          </a:xfrm>
          <a:prstGeom prst="ellipse">
            <a:avLst/>
          </a:prstGeom>
          <a:solidFill>
            <a:srgbClr val="B57442">
              <a:alpha val="30000"/>
            </a:srgbClr>
          </a:solidFill>
          <a:ln w="0">
            <a:noFill/>
            <a:prstDash val="solid"/>
          </a:ln>
        </p:spPr>
      </p:sp>
      <p:sp>
        <p:nvSpPr>
          <p:cNvPr id="849" name="02_predicted_pose_4148">
            <a:extLst>
              <a:ext uri="{FF2B5EF4-FFF2-40B4-BE49-F238E27FC236}">
                <a16:creationId xmlns:a16="http://schemas.microsoft.com/office/drawing/2014/main" id="{0B5C29FE-EB25-4558-9CA8-EC8F4907D173}"/>
              </a:ext>
            </a:extLst>
          </p:cNvPr>
          <p:cNvSpPr>
            <a:spLocks noGrp="1"/>
          </p:cNvSpPr>
          <p:nvPr/>
        </p:nvSpPr>
        <p:spPr>
          <a:xfrm>
            <a:off x="5755638" y="3243112"/>
            <a:ext cx="28398" cy="28398"/>
          </a:xfrm>
          <a:prstGeom prst="ellipse">
            <a:avLst/>
          </a:prstGeom>
          <a:solidFill>
            <a:srgbClr val="B57442">
              <a:alpha val="30000"/>
            </a:srgbClr>
          </a:solidFill>
          <a:ln w="0">
            <a:noFill/>
            <a:prstDash val="solid"/>
          </a:ln>
        </p:spPr>
      </p:sp>
      <p:sp>
        <p:nvSpPr>
          <p:cNvPr id="850" name="02_predicted_pose_4149">
            <a:extLst>
              <a:ext uri="{FF2B5EF4-FFF2-40B4-BE49-F238E27FC236}">
                <a16:creationId xmlns:a16="http://schemas.microsoft.com/office/drawing/2014/main" id="{9F184985-AAD3-4239-B987-7FA40D274253}"/>
              </a:ext>
            </a:extLst>
          </p:cNvPr>
          <p:cNvSpPr>
            <a:spLocks noGrp="1"/>
          </p:cNvSpPr>
          <p:nvPr/>
        </p:nvSpPr>
        <p:spPr>
          <a:xfrm>
            <a:off x="5769420" y="3544304"/>
            <a:ext cx="28398" cy="28398"/>
          </a:xfrm>
          <a:prstGeom prst="ellipse">
            <a:avLst/>
          </a:prstGeom>
          <a:solidFill>
            <a:srgbClr val="B57442">
              <a:alpha val="30000"/>
            </a:srgbClr>
          </a:solidFill>
          <a:ln w="0">
            <a:noFill/>
            <a:prstDash val="solid"/>
          </a:ln>
        </p:spPr>
      </p:sp>
      <p:sp>
        <p:nvSpPr>
          <p:cNvPr id="851" name="02_predicted_pose_4150">
            <a:extLst>
              <a:ext uri="{FF2B5EF4-FFF2-40B4-BE49-F238E27FC236}">
                <a16:creationId xmlns:a16="http://schemas.microsoft.com/office/drawing/2014/main" id="{E6A1824D-25A9-4E8C-A554-3972E2BC15C2}"/>
              </a:ext>
            </a:extLst>
          </p:cNvPr>
          <p:cNvSpPr>
            <a:spLocks noGrp="1"/>
          </p:cNvSpPr>
          <p:nvPr/>
        </p:nvSpPr>
        <p:spPr>
          <a:xfrm>
            <a:off x="5501375" y="3591178"/>
            <a:ext cx="28398" cy="28398"/>
          </a:xfrm>
          <a:prstGeom prst="ellipse">
            <a:avLst/>
          </a:prstGeom>
          <a:solidFill>
            <a:srgbClr val="B57442">
              <a:alpha val="30000"/>
            </a:srgbClr>
          </a:solidFill>
          <a:ln w="0">
            <a:noFill/>
            <a:prstDash val="solid"/>
          </a:ln>
        </p:spPr>
      </p:sp>
      <p:sp>
        <p:nvSpPr>
          <p:cNvPr id="852" name="02_predicted_pose_4151">
            <a:extLst>
              <a:ext uri="{FF2B5EF4-FFF2-40B4-BE49-F238E27FC236}">
                <a16:creationId xmlns:a16="http://schemas.microsoft.com/office/drawing/2014/main" id="{72F69EC9-5554-4747-9D58-1568AB0C9D93}"/>
              </a:ext>
            </a:extLst>
          </p:cNvPr>
          <p:cNvSpPr>
            <a:spLocks noGrp="1"/>
          </p:cNvSpPr>
          <p:nvPr/>
        </p:nvSpPr>
        <p:spPr>
          <a:xfrm>
            <a:off x="5594398" y="3541887"/>
            <a:ext cx="28398" cy="28398"/>
          </a:xfrm>
          <a:prstGeom prst="ellipse">
            <a:avLst/>
          </a:prstGeom>
          <a:solidFill>
            <a:srgbClr val="B57442">
              <a:alpha val="30000"/>
            </a:srgbClr>
          </a:solidFill>
          <a:ln w="0">
            <a:noFill/>
            <a:prstDash val="solid"/>
          </a:ln>
        </p:spPr>
      </p:sp>
      <p:sp>
        <p:nvSpPr>
          <p:cNvPr id="853" name="02_predicted_pose_4152">
            <a:extLst>
              <a:ext uri="{FF2B5EF4-FFF2-40B4-BE49-F238E27FC236}">
                <a16:creationId xmlns:a16="http://schemas.microsoft.com/office/drawing/2014/main" id="{78FEE9BB-6371-45DB-AA2D-89BEA0DB5DAF}"/>
              </a:ext>
            </a:extLst>
          </p:cNvPr>
          <p:cNvSpPr>
            <a:spLocks noGrp="1"/>
          </p:cNvSpPr>
          <p:nvPr/>
        </p:nvSpPr>
        <p:spPr>
          <a:xfrm>
            <a:off x="5529971" y="3096133"/>
            <a:ext cx="28398" cy="28398"/>
          </a:xfrm>
          <a:prstGeom prst="ellipse">
            <a:avLst/>
          </a:prstGeom>
          <a:solidFill>
            <a:srgbClr val="B57442">
              <a:alpha val="30000"/>
            </a:srgbClr>
          </a:solidFill>
          <a:ln w="0">
            <a:noFill/>
            <a:prstDash val="solid"/>
          </a:ln>
        </p:spPr>
      </p:sp>
      <p:sp>
        <p:nvSpPr>
          <p:cNvPr id="854" name="02_predicted_pose_4153">
            <a:extLst>
              <a:ext uri="{FF2B5EF4-FFF2-40B4-BE49-F238E27FC236}">
                <a16:creationId xmlns:a16="http://schemas.microsoft.com/office/drawing/2014/main" id="{97EDD6A1-702B-478A-8939-6F8C0DC93606}"/>
              </a:ext>
            </a:extLst>
          </p:cNvPr>
          <p:cNvSpPr>
            <a:spLocks noGrp="1"/>
          </p:cNvSpPr>
          <p:nvPr/>
        </p:nvSpPr>
        <p:spPr>
          <a:xfrm>
            <a:off x="5622994" y="3282038"/>
            <a:ext cx="28398" cy="28398"/>
          </a:xfrm>
          <a:prstGeom prst="ellipse">
            <a:avLst/>
          </a:prstGeom>
          <a:solidFill>
            <a:srgbClr val="B57442">
              <a:alpha val="30000"/>
            </a:srgbClr>
          </a:solidFill>
          <a:ln w="0">
            <a:noFill/>
            <a:prstDash val="solid"/>
          </a:ln>
        </p:spPr>
      </p:sp>
      <p:sp>
        <p:nvSpPr>
          <p:cNvPr id="855" name="02_predicted_pose_4154">
            <a:extLst>
              <a:ext uri="{FF2B5EF4-FFF2-40B4-BE49-F238E27FC236}">
                <a16:creationId xmlns:a16="http://schemas.microsoft.com/office/drawing/2014/main" id="{869744F6-3F27-41E6-B6F5-92E1252A4238}"/>
              </a:ext>
            </a:extLst>
          </p:cNvPr>
          <p:cNvSpPr>
            <a:spLocks noGrp="1"/>
          </p:cNvSpPr>
          <p:nvPr/>
        </p:nvSpPr>
        <p:spPr>
          <a:xfrm>
            <a:off x="5672262" y="3201052"/>
            <a:ext cx="28398" cy="28398"/>
          </a:xfrm>
          <a:prstGeom prst="ellipse">
            <a:avLst/>
          </a:prstGeom>
          <a:solidFill>
            <a:srgbClr val="B57442">
              <a:alpha val="30000"/>
            </a:srgbClr>
          </a:solidFill>
          <a:ln w="0">
            <a:noFill/>
            <a:prstDash val="solid"/>
          </a:ln>
        </p:spPr>
      </p:sp>
      <p:sp>
        <p:nvSpPr>
          <p:cNvPr id="856" name="02_predicted_pose_4155">
            <a:extLst>
              <a:ext uri="{FF2B5EF4-FFF2-40B4-BE49-F238E27FC236}">
                <a16:creationId xmlns:a16="http://schemas.microsoft.com/office/drawing/2014/main" id="{9A9A78FA-6D6C-4E57-9F79-B3FEF275FA41}"/>
              </a:ext>
            </a:extLst>
          </p:cNvPr>
          <p:cNvSpPr>
            <a:spLocks noGrp="1"/>
          </p:cNvSpPr>
          <p:nvPr/>
        </p:nvSpPr>
        <p:spPr>
          <a:xfrm>
            <a:off x="5509643" y="3512707"/>
            <a:ext cx="28398" cy="28398"/>
          </a:xfrm>
          <a:prstGeom prst="ellipse">
            <a:avLst/>
          </a:prstGeom>
          <a:solidFill>
            <a:srgbClr val="B57442">
              <a:alpha val="30000"/>
            </a:srgbClr>
          </a:solidFill>
          <a:ln w="0">
            <a:noFill/>
            <a:prstDash val="solid"/>
          </a:ln>
        </p:spPr>
      </p:sp>
      <p:sp>
        <p:nvSpPr>
          <p:cNvPr id="857" name="02_predicted_pose_4156">
            <a:extLst>
              <a:ext uri="{FF2B5EF4-FFF2-40B4-BE49-F238E27FC236}">
                <a16:creationId xmlns:a16="http://schemas.microsoft.com/office/drawing/2014/main" id="{0D147E47-25BF-4D84-BE70-094DB09E4287}"/>
              </a:ext>
            </a:extLst>
          </p:cNvPr>
          <p:cNvSpPr>
            <a:spLocks noGrp="1"/>
          </p:cNvSpPr>
          <p:nvPr/>
        </p:nvSpPr>
        <p:spPr>
          <a:xfrm>
            <a:off x="5537206" y="3480549"/>
            <a:ext cx="28398" cy="28398"/>
          </a:xfrm>
          <a:prstGeom prst="ellipse">
            <a:avLst/>
          </a:prstGeom>
          <a:solidFill>
            <a:srgbClr val="B57442">
              <a:alpha val="30000"/>
            </a:srgbClr>
          </a:solidFill>
          <a:ln w="0">
            <a:noFill/>
            <a:prstDash val="solid"/>
          </a:ln>
        </p:spPr>
      </p:sp>
      <p:sp>
        <p:nvSpPr>
          <p:cNvPr id="858" name="02_predicted_pose_4157">
            <a:extLst>
              <a:ext uri="{FF2B5EF4-FFF2-40B4-BE49-F238E27FC236}">
                <a16:creationId xmlns:a16="http://schemas.microsoft.com/office/drawing/2014/main" id="{6E9FE269-A273-49B3-BD3E-3C27341BB51A}"/>
              </a:ext>
            </a:extLst>
          </p:cNvPr>
          <p:cNvSpPr>
            <a:spLocks noGrp="1"/>
          </p:cNvSpPr>
          <p:nvPr/>
        </p:nvSpPr>
        <p:spPr>
          <a:xfrm>
            <a:off x="5763218" y="3434237"/>
            <a:ext cx="28398" cy="28398"/>
          </a:xfrm>
          <a:prstGeom prst="ellipse">
            <a:avLst/>
          </a:prstGeom>
          <a:solidFill>
            <a:srgbClr val="B57442">
              <a:alpha val="30000"/>
            </a:srgbClr>
          </a:solidFill>
          <a:ln w="0">
            <a:noFill/>
            <a:prstDash val="solid"/>
          </a:ln>
        </p:spPr>
      </p:sp>
      <p:sp>
        <p:nvSpPr>
          <p:cNvPr id="859" name="02_predicted_pose_4158">
            <a:extLst>
              <a:ext uri="{FF2B5EF4-FFF2-40B4-BE49-F238E27FC236}">
                <a16:creationId xmlns:a16="http://schemas.microsoft.com/office/drawing/2014/main" id="{2936439D-D338-49F6-8CC1-FA2585C57DE2}"/>
              </a:ext>
            </a:extLst>
          </p:cNvPr>
          <p:cNvSpPr>
            <a:spLocks noGrp="1"/>
          </p:cNvSpPr>
          <p:nvPr/>
        </p:nvSpPr>
        <p:spPr>
          <a:xfrm>
            <a:off x="5637464" y="3470939"/>
            <a:ext cx="28398" cy="28398"/>
          </a:xfrm>
          <a:prstGeom prst="ellipse">
            <a:avLst/>
          </a:prstGeom>
          <a:solidFill>
            <a:srgbClr val="B57442">
              <a:alpha val="30000"/>
            </a:srgbClr>
          </a:solidFill>
          <a:ln w="0">
            <a:noFill/>
            <a:prstDash val="solid"/>
          </a:ln>
        </p:spPr>
      </p:sp>
      <p:sp>
        <p:nvSpPr>
          <p:cNvPr id="860" name="02_predicted_pose_4159">
            <a:extLst>
              <a:ext uri="{FF2B5EF4-FFF2-40B4-BE49-F238E27FC236}">
                <a16:creationId xmlns:a16="http://schemas.microsoft.com/office/drawing/2014/main" id="{194C3544-701D-4A55-8F3E-54918CD39F0B}"/>
              </a:ext>
            </a:extLst>
          </p:cNvPr>
          <p:cNvSpPr>
            <a:spLocks noGrp="1"/>
          </p:cNvSpPr>
          <p:nvPr/>
        </p:nvSpPr>
        <p:spPr>
          <a:xfrm>
            <a:off x="5515845" y="3377879"/>
            <a:ext cx="28398" cy="28398"/>
          </a:xfrm>
          <a:prstGeom prst="ellipse">
            <a:avLst/>
          </a:prstGeom>
          <a:solidFill>
            <a:srgbClr val="B57442">
              <a:alpha val="30000"/>
            </a:srgbClr>
          </a:solidFill>
          <a:ln w="0">
            <a:noFill/>
            <a:prstDash val="solid"/>
          </a:ln>
        </p:spPr>
      </p:sp>
      <p:sp>
        <p:nvSpPr>
          <p:cNvPr id="861" name="02_predicted_pose_4160">
            <a:extLst>
              <a:ext uri="{FF2B5EF4-FFF2-40B4-BE49-F238E27FC236}">
                <a16:creationId xmlns:a16="http://schemas.microsoft.com/office/drawing/2014/main" id="{65315155-B43D-4916-8ADC-F74AA89165D9}"/>
              </a:ext>
            </a:extLst>
          </p:cNvPr>
          <p:cNvSpPr>
            <a:spLocks noGrp="1"/>
          </p:cNvSpPr>
          <p:nvPr/>
        </p:nvSpPr>
        <p:spPr>
          <a:xfrm>
            <a:off x="5557189" y="3338534"/>
            <a:ext cx="28398" cy="28398"/>
          </a:xfrm>
          <a:prstGeom prst="ellipse">
            <a:avLst/>
          </a:prstGeom>
          <a:solidFill>
            <a:srgbClr val="B57442">
              <a:alpha val="30000"/>
            </a:srgbClr>
          </a:solidFill>
          <a:ln w="0">
            <a:noFill/>
            <a:prstDash val="solid"/>
          </a:ln>
        </p:spPr>
      </p:sp>
      <p:sp>
        <p:nvSpPr>
          <p:cNvPr id="862" name="02_predicted_pose_4161">
            <a:extLst>
              <a:ext uri="{FF2B5EF4-FFF2-40B4-BE49-F238E27FC236}">
                <a16:creationId xmlns:a16="http://schemas.microsoft.com/office/drawing/2014/main" id="{89A11F0C-FBCE-4B53-8A00-4C5F6BF47145}"/>
              </a:ext>
            </a:extLst>
          </p:cNvPr>
          <p:cNvSpPr>
            <a:spLocks noGrp="1"/>
          </p:cNvSpPr>
          <p:nvPr/>
        </p:nvSpPr>
        <p:spPr>
          <a:xfrm>
            <a:off x="5598532" y="3602076"/>
            <a:ext cx="28398" cy="28398"/>
          </a:xfrm>
          <a:prstGeom prst="ellipse">
            <a:avLst/>
          </a:prstGeom>
          <a:solidFill>
            <a:srgbClr val="B57442">
              <a:alpha val="30000"/>
            </a:srgbClr>
          </a:solidFill>
          <a:ln w="0">
            <a:noFill/>
            <a:prstDash val="solid"/>
          </a:ln>
        </p:spPr>
      </p:sp>
      <p:sp>
        <p:nvSpPr>
          <p:cNvPr id="863" name="02_predicted_pose_4162">
            <a:extLst>
              <a:ext uri="{FF2B5EF4-FFF2-40B4-BE49-F238E27FC236}">
                <a16:creationId xmlns:a16="http://schemas.microsoft.com/office/drawing/2014/main" id="{3B5B6885-3C41-4703-BAB6-04B43997F556}"/>
              </a:ext>
            </a:extLst>
          </p:cNvPr>
          <p:cNvSpPr>
            <a:spLocks noGrp="1"/>
          </p:cNvSpPr>
          <p:nvPr/>
        </p:nvSpPr>
        <p:spPr>
          <a:xfrm>
            <a:off x="5772865" y="3506324"/>
            <a:ext cx="28398" cy="28398"/>
          </a:xfrm>
          <a:prstGeom prst="ellipse">
            <a:avLst/>
          </a:prstGeom>
          <a:solidFill>
            <a:srgbClr val="B57442">
              <a:alpha val="30000"/>
            </a:srgbClr>
          </a:solidFill>
          <a:ln w="0">
            <a:noFill/>
            <a:prstDash val="solid"/>
          </a:ln>
        </p:spPr>
      </p:sp>
      <p:sp>
        <p:nvSpPr>
          <p:cNvPr id="864" name="02_predicted_pose_4163">
            <a:extLst>
              <a:ext uri="{FF2B5EF4-FFF2-40B4-BE49-F238E27FC236}">
                <a16:creationId xmlns:a16="http://schemas.microsoft.com/office/drawing/2014/main" id="{5928ACAE-1FB6-4B00-B216-6784D2A0C63C}"/>
              </a:ext>
            </a:extLst>
          </p:cNvPr>
          <p:cNvSpPr>
            <a:spLocks noGrp="1"/>
          </p:cNvSpPr>
          <p:nvPr/>
        </p:nvSpPr>
        <p:spPr>
          <a:xfrm>
            <a:off x="5470711" y="3432785"/>
            <a:ext cx="28398" cy="28398"/>
          </a:xfrm>
          <a:prstGeom prst="ellipse">
            <a:avLst/>
          </a:prstGeom>
          <a:solidFill>
            <a:srgbClr val="B57442">
              <a:alpha val="30000"/>
            </a:srgbClr>
          </a:solidFill>
          <a:ln w="0">
            <a:noFill/>
            <a:prstDash val="solid"/>
          </a:ln>
        </p:spPr>
      </p:sp>
      <p:sp>
        <p:nvSpPr>
          <p:cNvPr id="865" name="02_predicted_pose_4164">
            <a:extLst>
              <a:ext uri="{FF2B5EF4-FFF2-40B4-BE49-F238E27FC236}">
                <a16:creationId xmlns:a16="http://schemas.microsoft.com/office/drawing/2014/main" id="{6F934D16-013C-423D-90CC-65C3E6AC6FB7}"/>
              </a:ext>
            </a:extLst>
          </p:cNvPr>
          <p:cNvSpPr>
            <a:spLocks noGrp="1"/>
          </p:cNvSpPr>
          <p:nvPr/>
        </p:nvSpPr>
        <p:spPr>
          <a:xfrm>
            <a:off x="5680531" y="3525866"/>
            <a:ext cx="28398" cy="28398"/>
          </a:xfrm>
          <a:prstGeom prst="ellipse">
            <a:avLst/>
          </a:prstGeom>
          <a:solidFill>
            <a:srgbClr val="B57442">
              <a:alpha val="30000"/>
            </a:srgbClr>
          </a:solidFill>
          <a:ln w="0">
            <a:noFill/>
            <a:prstDash val="solid"/>
          </a:ln>
        </p:spPr>
      </p:sp>
      <p:sp>
        <p:nvSpPr>
          <p:cNvPr id="866" name="02_predicted_pose_4165">
            <a:extLst>
              <a:ext uri="{FF2B5EF4-FFF2-40B4-BE49-F238E27FC236}">
                <a16:creationId xmlns:a16="http://schemas.microsoft.com/office/drawing/2014/main" id="{19CFCEE6-37F8-460D-9C46-D2B630704AB6}"/>
              </a:ext>
            </a:extLst>
          </p:cNvPr>
          <p:cNvSpPr>
            <a:spLocks noGrp="1"/>
          </p:cNvSpPr>
          <p:nvPr/>
        </p:nvSpPr>
        <p:spPr>
          <a:xfrm>
            <a:off x="5773554" y="3422860"/>
            <a:ext cx="28398" cy="28398"/>
          </a:xfrm>
          <a:prstGeom prst="ellipse">
            <a:avLst/>
          </a:prstGeom>
          <a:solidFill>
            <a:srgbClr val="B57442">
              <a:alpha val="30000"/>
            </a:srgbClr>
          </a:solidFill>
          <a:ln w="0">
            <a:noFill/>
            <a:prstDash val="solid"/>
          </a:ln>
        </p:spPr>
      </p:sp>
      <p:sp>
        <p:nvSpPr>
          <p:cNvPr id="867" name="02_predicted_pose_4166">
            <a:extLst>
              <a:ext uri="{FF2B5EF4-FFF2-40B4-BE49-F238E27FC236}">
                <a16:creationId xmlns:a16="http://schemas.microsoft.com/office/drawing/2014/main" id="{4F155325-4786-43EA-97D3-4559C48DBCB9}"/>
              </a:ext>
            </a:extLst>
          </p:cNvPr>
          <p:cNvSpPr>
            <a:spLocks noGrp="1"/>
          </p:cNvSpPr>
          <p:nvPr/>
        </p:nvSpPr>
        <p:spPr>
          <a:xfrm>
            <a:off x="5604389" y="3119256"/>
            <a:ext cx="28398" cy="28398"/>
          </a:xfrm>
          <a:prstGeom prst="ellipse">
            <a:avLst/>
          </a:prstGeom>
          <a:solidFill>
            <a:srgbClr val="B57442">
              <a:alpha val="30000"/>
            </a:srgbClr>
          </a:solidFill>
          <a:ln w="0">
            <a:noFill/>
            <a:prstDash val="solid"/>
          </a:ln>
        </p:spPr>
      </p:sp>
      <p:sp>
        <p:nvSpPr>
          <p:cNvPr id="868" name="02_predicted_pose_4167">
            <a:extLst>
              <a:ext uri="{FF2B5EF4-FFF2-40B4-BE49-F238E27FC236}">
                <a16:creationId xmlns:a16="http://schemas.microsoft.com/office/drawing/2014/main" id="{78C2903E-A38B-4B62-8F60-CE64F63B5D7B}"/>
              </a:ext>
            </a:extLst>
          </p:cNvPr>
          <p:cNvSpPr>
            <a:spLocks noGrp="1"/>
          </p:cNvSpPr>
          <p:nvPr/>
        </p:nvSpPr>
        <p:spPr>
          <a:xfrm>
            <a:off x="5618171" y="3272389"/>
            <a:ext cx="28398" cy="28398"/>
          </a:xfrm>
          <a:prstGeom prst="ellipse">
            <a:avLst/>
          </a:prstGeom>
          <a:solidFill>
            <a:srgbClr val="B57442">
              <a:alpha val="30000"/>
            </a:srgbClr>
          </a:solidFill>
          <a:ln w="0">
            <a:noFill/>
            <a:prstDash val="solid"/>
          </a:ln>
        </p:spPr>
      </p:sp>
      <p:sp>
        <p:nvSpPr>
          <p:cNvPr id="869" name="02_predicted_pose_4168">
            <a:extLst>
              <a:ext uri="{FF2B5EF4-FFF2-40B4-BE49-F238E27FC236}">
                <a16:creationId xmlns:a16="http://schemas.microsoft.com/office/drawing/2014/main" id="{9577CA11-437D-44B7-90A3-63C3036B7FCD}"/>
              </a:ext>
            </a:extLst>
          </p:cNvPr>
          <p:cNvSpPr>
            <a:spLocks noGrp="1"/>
          </p:cNvSpPr>
          <p:nvPr/>
        </p:nvSpPr>
        <p:spPr>
          <a:xfrm>
            <a:off x="5539962" y="3337853"/>
            <a:ext cx="28398" cy="28398"/>
          </a:xfrm>
          <a:prstGeom prst="ellipse">
            <a:avLst/>
          </a:prstGeom>
          <a:solidFill>
            <a:srgbClr val="B57442">
              <a:alpha val="30000"/>
            </a:srgbClr>
          </a:solidFill>
          <a:ln w="0">
            <a:noFill/>
            <a:prstDash val="solid"/>
          </a:ln>
        </p:spPr>
      </p:sp>
      <p:sp>
        <p:nvSpPr>
          <p:cNvPr id="870" name="02_predicted_pose_4169">
            <a:extLst>
              <a:ext uri="{FF2B5EF4-FFF2-40B4-BE49-F238E27FC236}">
                <a16:creationId xmlns:a16="http://schemas.microsoft.com/office/drawing/2014/main" id="{66D87297-632F-4E56-BAAA-92FCBA996EBE}"/>
              </a:ext>
            </a:extLst>
          </p:cNvPr>
          <p:cNvSpPr>
            <a:spLocks noGrp="1"/>
          </p:cNvSpPr>
          <p:nvPr/>
        </p:nvSpPr>
        <p:spPr>
          <a:xfrm>
            <a:off x="5553743" y="3373850"/>
            <a:ext cx="28398" cy="28398"/>
          </a:xfrm>
          <a:prstGeom prst="ellipse">
            <a:avLst/>
          </a:prstGeom>
          <a:solidFill>
            <a:srgbClr val="B57442">
              <a:alpha val="30000"/>
            </a:srgbClr>
          </a:solidFill>
          <a:ln w="0">
            <a:noFill/>
            <a:prstDash val="solid"/>
          </a:ln>
        </p:spPr>
      </p:sp>
      <p:sp>
        <p:nvSpPr>
          <p:cNvPr id="871" name="02_predicted_pose_4170">
            <a:extLst>
              <a:ext uri="{FF2B5EF4-FFF2-40B4-BE49-F238E27FC236}">
                <a16:creationId xmlns:a16="http://schemas.microsoft.com/office/drawing/2014/main" id="{3C922677-E771-4B26-A242-41E499CFB869}"/>
              </a:ext>
            </a:extLst>
          </p:cNvPr>
          <p:cNvSpPr>
            <a:spLocks noGrp="1"/>
          </p:cNvSpPr>
          <p:nvPr/>
        </p:nvSpPr>
        <p:spPr>
          <a:xfrm>
            <a:off x="5567524" y="3358722"/>
            <a:ext cx="28398" cy="28398"/>
          </a:xfrm>
          <a:prstGeom prst="ellipse">
            <a:avLst/>
          </a:prstGeom>
          <a:solidFill>
            <a:srgbClr val="B57442">
              <a:alpha val="30000"/>
            </a:srgbClr>
          </a:solidFill>
          <a:ln w="0">
            <a:noFill/>
            <a:prstDash val="solid"/>
          </a:ln>
        </p:spPr>
      </p:sp>
      <p:sp>
        <p:nvSpPr>
          <p:cNvPr id="872" name="02_predicted_pose_4171">
            <a:extLst>
              <a:ext uri="{FF2B5EF4-FFF2-40B4-BE49-F238E27FC236}">
                <a16:creationId xmlns:a16="http://schemas.microsoft.com/office/drawing/2014/main" id="{8DD1059D-8CD0-4C83-9050-B5F883290862}"/>
              </a:ext>
            </a:extLst>
          </p:cNvPr>
          <p:cNvSpPr>
            <a:spLocks noGrp="1"/>
          </p:cNvSpPr>
          <p:nvPr/>
        </p:nvSpPr>
        <p:spPr>
          <a:xfrm>
            <a:off x="5581306" y="3354618"/>
            <a:ext cx="28398" cy="28398"/>
          </a:xfrm>
          <a:prstGeom prst="ellipse">
            <a:avLst/>
          </a:prstGeom>
          <a:solidFill>
            <a:srgbClr val="B57442">
              <a:alpha val="30000"/>
            </a:srgbClr>
          </a:solidFill>
          <a:ln w="0">
            <a:noFill/>
            <a:prstDash val="solid"/>
          </a:ln>
        </p:spPr>
      </p:sp>
      <p:sp>
        <p:nvSpPr>
          <p:cNvPr id="873" name="02_predicted_pose_4172">
            <a:extLst>
              <a:ext uri="{FF2B5EF4-FFF2-40B4-BE49-F238E27FC236}">
                <a16:creationId xmlns:a16="http://schemas.microsoft.com/office/drawing/2014/main" id="{F60BB84E-5D8E-4A25-A9A8-27355AF730D0}"/>
              </a:ext>
            </a:extLst>
          </p:cNvPr>
          <p:cNvSpPr>
            <a:spLocks noGrp="1"/>
          </p:cNvSpPr>
          <p:nvPr/>
        </p:nvSpPr>
        <p:spPr>
          <a:xfrm>
            <a:off x="5595087" y="3323148"/>
            <a:ext cx="28398" cy="28398"/>
          </a:xfrm>
          <a:prstGeom prst="ellipse">
            <a:avLst/>
          </a:prstGeom>
          <a:solidFill>
            <a:srgbClr val="B57442">
              <a:alpha val="30000"/>
            </a:srgbClr>
          </a:solidFill>
          <a:ln w="0">
            <a:noFill/>
            <a:prstDash val="solid"/>
          </a:ln>
        </p:spPr>
      </p:sp>
      <p:sp>
        <p:nvSpPr>
          <p:cNvPr id="874" name="02_predicted_pose_4173">
            <a:extLst>
              <a:ext uri="{FF2B5EF4-FFF2-40B4-BE49-F238E27FC236}">
                <a16:creationId xmlns:a16="http://schemas.microsoft.com/office/drawing/2014/main" id="{88EB442B-E4BC-44D0-AF4C-CC3EDA61B5A7}"/>
              </a:ext>
            </a:extLst>
          </p:cNvPr>
          <p:cNvSpPr>
            <a:spLocks noGrp="1"/>
          </p:cNvSpPr>
          <p:nvPr/>
        </p:nvSpPr>
        <p:spPr>
          <a:xfrm>
            <a:off x="5608868" y="3414001"/>
            <a:ext cx="28398" cy="28398"/>
          </a:xfrm>
          <a:prstGeom prst="ellipse">
            <a:avLst/>
          </a:prstGeom>
          <a:solidFill>
            <a:srgbClr val="B57442">
              <a:alpha val="30000"/>
            </a:srgbClr>
          </a:solidFill>
          <a:ln w="0">
            <a:noFill/>
            <a:prstDash val="solid"/>
          </a:ln>
        </p:spPr>
      </p:sp>
      <p:sp>
        <p:nvSpPr>
          <p:cNvPr id="875" name="02_predicted_pose_4174">
            <a:extLst>
              <a:ext uri="{FF2B5EF4-FFF2-40B4-BE49-F238E27FC236}">
                <a16:creationId xmlns:a16="http://schemas.microsoft.com/office/drawing/2014/main" id="{084E8743-8D76-4B76-806B-E01FBE5F1D98}"/>
              </a:ext>
            </a:extLst>
          </p:cNvPr>
          <p:cNvSpPr>
            <a:spLocks noGrp="1"/>
          </p:cNvSpPr>
          <p:nvPr/>
        </p:nvSpPr>
        <p:spPr>
          <a:xfrm>
            <a:off x="5622649" y="3469381"/>
            <a:ext cx="28398" cy="28398"/>
          </a:xfrm>
          <a:prstGeom prst="ellipse">
            <a:avLst/>
          </a:prstGeom>
          <a:solidFill>
            <a:srgbClr val="B57442">
              <a:alpha val="30000"/>
            </a:srgbClr>
          </a:solidFill>
          <a:ln w="0">
            <a:noFill/>
            <a:prstDash val="solid"/>
          </a:ln>
        </p:spPr>
      </p:sp>
      <p:sp>
        <p:nvSpPr>
          <p:cNvPr id="876" name="02_predicted_pose_4175">
            <a:extLst>
              <a:ext uri="{FF2B5EF4-FFF2-40B4-BE49-F238E27FC236}">
                <a16:creationId xmlns:a16="http://schemas.microsoft.com/office/drawing/2014/main" id="{ACC04C1A-5FA0-47FF-82F9-8F739E453789}"/>
              </a:ext>
            </a:extLst>
          </p:cNvPr>
          <p:cNvSpPr>
            <a:spLocks noGrp="1"/>
          </p:cNvSpPr>
          <p:nvPr/>
        </p:nvSpPr>
        <p:spPr>
          <a:xfrm>
            <a:off x="5636431" y="3393155"/>
            <a:ext cx="28398" cy="28398"/>
          </a:xfrm>
          <a:prstGeom prst="ellipse">
            <a:avLst/>
          </a:prstGeom>
          <a:solidFill>
            <a:srgbClr val="B57442">
              <a:alpha val="30000"/>
            </a:srgbClr>
          </a:solidFill>
          <a:ln w="0">
            <a:noFill/>
            <a:prstDash val="solid"/>
          </a:ln>
        </p:spPr>
      </p:sp>
      <p:sp>
        <p:nvSpPr>
          <p:cNvPr id="877" name="02_predicted_pose_4176">
            <a:extLst>
              <a:ext uri="{FF2B5EF4-FFF2-40B4-BE49-F238E27FC236}">
                <a16:creationId xmlns:a16="http://schemas.microsoft.com/office/drawing/2014/main" id="{D4B60EC5-1E8F-4FE3-9E2E-36B2439B6FFA}"/>
              </a:ext>
            </a:extLst>
          </p:cNvPr>
          <p:cNvSpPr>
            <a:spLocks noGrp="1"/>
          </p:cNvSpPr>
          <p:nvPr/>
        </p:nvSpPr>
        <p:spPr>
          <a:xfrm>
            <a:off x="5650212" y="3447859"/>
            <a:ext cx="28398" cy="28398"/>
          </a:xfrm>
          <a:prstGeom prst="ellipse">
            <a:avLst/>
          </a:prstGeom>
          <a:solidFill>
            <a:srgbClr val="B57442">
              <a:alpha val="30000"/>
            </a:srgbClr>
          </a:solidFill>
          <a:ln w="0">
            <a:noFill/>
            <a:prstDash val="solid"/>
          </a:ln>
        </p:spPr>
      </p:sp>
      <p:sp>
        <p:nvSpPr>
          <p:cNvPr id="878" name="02_predicted_pose_4177">
            <a:extLst>
              <a:ext uri="{FF2B5EF4-FFF2-40B4-BE49-F238E27FC236}">
                <a16:creationId xmlns:a16="http://schemas.microsoft.com/office/drawing/2014/main" id="{A533494E-AEAA-4A7F-9259-79F4B76F4F66}"/>
              </a:ext>
            </a:extLst>
          </p:cNvPr>
          <p:cNvSpPr>
            <a:spLocks noGrp="1"/>
          </p:cNvSpPr>
          <p:nvPr/>
        </p:nvSpPr>
        <p:spPr>
          <a:xfrm>
            <a:off x="5663993" y="3379252"/>
            <a:ext cx="28398" cy="28398"/>
          </a:xfrm>
          <a:prstGeom prst="ellipse">
            <a:avLst/>
          </a:prstGeom>
          <a:solidFill>
            <a:srgbClr val="B57442">
              <a:alpha val="30000"/>
            </a:srgbClr>
          </a:solidFill>
          <a:ln w="0">
            <a:noFill/>
            <a:prstDash val="solid"/>
          </a:ln>
        </p:spPr>
      </p:sp>
      <p:sp>
        <p:nvSpPr>
          <p:cNvPr id="879" name="02_predicted_pose_4178">
            <a:extLst>
              <a:ext uri="{FF2B5EF4-FFF2-40B4-BE49-F238E27FC236}">
                <a16:creationId xmlns:a16="http://schemas.microsoft.com/office/drawing/2014/main" id="{359F08FF-841A-4EF9-AEE2-ABD81BBCBCFD}"/>
              </a:ext>
            </a:extLst>
          </p:cNvPr>
          <p:cNvSpPr>
            <a:spLocks noGrp="1"/>
          </p:cNvSpPr>
          <p:nvPr/>
        </p:nvSpPr>
        <p:spPr>
          <a:xfrm>
            <a:off x="5553399" y="3356433"/>
            <a:ext cx="28398" cy="28398"/>
          </a:xfrm>
          <a:prstGeom prst="ellipse">
            <a:avLst/>
          </a:prstGeom>
          <a:solidFill>
            <a:srgbClr val="B57442">
              <a:alpha val="30000"/>
            </a:srgbClr>
          </a:solidFill>
          <a:ln w="0">
            <a:noFill/>
            <a:prstDash val="solid"/>
          </a:ln>
        </p:spPr>
      </p:sp>
      <p:sp>
        <p:nvSpPr>
          <p:cNvPr id="880" name="02_predicted_pose_4179">
            <a:extLst>
              <a:ext uri="{FF2B5EF4-FFF2-40B4-BE49-F238E27FC236}">
                <a16:creationId xmlns:a16="http://schemas.microsoft.com/office/drawing/2014/main" id="{01615E0A-4145-4D61-B270-C6B0B89CD19C}"/>
              </a:ext>
            </a:extLst>
          </p:cNvPr>
          <p:cNvSpPr>
            <a:spLocks noGrp="1"/>
          </p:cNvSpPr>
          <p:nvPr/>
        </p:nvSpPr>
        <p:spPr>
          <a:xfrm>
            <a:off x="5744613" y="3594591"/>
            <a:ext cx="28398" cy="28398"/>
          </a:xfrm>
          <a:prstGeom prst="ellipse">
            <a:avLst/>
          </a:prstGeom>
          <a:solidFill>
            <a:srgbClr val="B57442">
              <a:alpha val="30000"/>
            </a:srgbClr>
          </a:solidFill>
          <a:ln w="0">
            <a:noFill/>
            <a:prstDash val="solid"/>
          </a:ln>
        </p:spPr>
      </p:sp>
      <p:sp>
        <p:nvSpPr>
          <p:cNvPr id="881" name="02_predicted_pose_4180">
            <a:extLst>
              <a:ext uri="{FF2B5EF4-FFF2-40B4-BE49-F238E27FC236}">
                <a16:creationId xmlns:a16="http://schemas.microsoft.com/office/drawing/2014/main" id="{189A12BF-65F5-4E84-9523-64B29DF0B3E1}"/>
              </a:ext>
            </a:extLst>
          </p:cNvPr>
          <p:cNvSpPr>
            <a:spLocks noGrp="1"/>
          </p:cNvSpPr>
          <p:nvPr/>
        </p:nvSpPr>
        <p:spPr>
          <a:xfrm>
            <a:off x="5615759" y="3591466"/>
            <a:ext cx="28398" cy="28398"/>
          </a:xfrm>
          <a:prstGeom prst="ellipse">
            <a:avLst/>
          </a:prstGeom>
          <a:solidFill>
            <a:srgbClr val="B57442">
              <a:alpha val="30000"/>
            </a:srgbClr>
          </a:solidFill>
          <a:ln w="0">
            <a:noFill/>
            <a:prstDash val="solid"/>
          </a:ln>
        </p:spPr>
      </p:sp>
      <p:sp>
        <p:nvSpPr>
          <p:cNvPr id="882" name="02_predicted_pose_4181">
            <a:extLst>
              <a:ext uri="{FF2B5EF4-FFF2-40B4-BE49-F238E27FC236}">
                <a16:creationId xmlns:a16="http://schemas.microsoft.com/office/drawing/2014/main" id="{7F5CEAA0-F957-4FA9-A616-586698956446}"/>
              </a:ext>
            </a:extLst>
          </p:cNvPr>
          <p:cNvSpPr>
            <a:spLocks noGrp="1"/>
          </p:cNvSpPr>
          <p:nvPr/>
        </p:nvSpPr>
        <p:spPr>
          <a:xfrm>
            <a:off x="5507921" y="3349628"/>
            <a:ext cx="28398" cy="28398"/>
          </a:xfrm>
          <a:prstGeom prst="ellipse">
            <a:avLst/>
          </a:prstGeom>
          <a:solidFill>
            <a:srgbClr val="B57442">
              <a:alpha val="30000"/>
            </a:srgbClr>
          </a:solidFill>
          <a:ln w="0">
            <a:noFill/>
            <a:prstDash val="solid"/>
          </a:ln>
        </p:spPr>
      </p:sp>
      <p:sp>
        <p:nvSpPr>
          <p:cNvPr id="883" name="02_predicted_pose_4182">
            <a:extLst>
              <a:ext uri="{FF2B5EF4-FFF2-40B4-BE49-F238E27FC236}">
                <a16:creationId xmlns:a16="http://schemas.microsoft.com/office/drawing/2014/main" id="{75289785-CB48-4CCD-B5D9-67C801CE022A}"/>
              </a:ext>
            </a:extLst>
          </p:cNvPr>
          <p:cNvSpPr>
            <a:spLocks noGrp="1"/>
          </p:cNvSpPr>
          <p:nvPr/>
        </p:nvSpPr>
        <p:spPr>
          <a:xfrm>
            <a:off x="5629540" y="3565990"/>
            <a:ext cx="28398" cy="28398"/>
          </a:xfrm>
          <a:prstGeom prst="ellipse">
            <a:avLst/>
          </a:prstGeom>
          <a:solidFill>
            <a:srgbClr val="B57442">
              <a:alpha val="30000"/>
            </a:srgbClr>
          </a:solidFill>
          <a:ln w="0">
            <a:noFill/>
            <a:prstDash val="solid"/>
          </a:ln>
        </p:spPr>
      </p:sp>
      <p:sp>
        <p:nvSpPr>
          <p:cNvPr id="884" name="02_predicted_pose_4183">
            <a:extLst>
              <a:ext uri="{FF2B5EF4-FFF2-40B4-BE49-F238E27FC236}">
                <a16:creationId xmlns:a16="http://schemas.microsoft.com/office/drawing/2014/main" id="{04ACC170-EDDA-461E-80B1-889C0318CBCB}"/>
              </a:ext>
            </a:extLst>
          </p:cNvPr>
          <p:cNvSpPr>
            <a:spLocks noGrp="1"/>
          </p:cNvSpPr>
          <p:nvPr/>
        </p:nvSpPr>
        <p:spPr>
          <a:xfrm>
            <a:off x="5736689" y="3243491"/>
            <a:ext cx="28398" cy="28398"/>
          </a:xfrm>
          <a:prstGeom prst="ellipse">
            <a:avLst/>
          </a:prstGeom>
          <a:solidFill>
            <a:srgbClr val="B57442">
              <a:alpha val="30000"/>
            </a:srgbClr>
          </a:solidFill>
          <a:ln w="0">
            <a:noFill/>
            <a:prstDash val="solid"/>
          </a:ln>
        </p:spPr>
      </p:sp>
      <p:sp>
        <p:nvSpPr>
          <p:cNvPr id="885" name="02_predicted_pose_4184">
            <a:extLst>
              <a:ext uri="{FF2B5EF4-FFF2-40B4-BE49-F238E27FC236}">
                <a16:creationId xmlns:a16="http://schemas.microsoft.com/office/drawing/2014/main" id="{AC6866D0-5FB9-4204-912B-DD0A559138D5}"/>
              </a:ext>
            </a:extLst>
          </p:cNvPr>
          <p:cNvSpPr>
            <a:spLocks noGrp="1"/>
          </p:cNvSpPr>
          <p:nvPr/>
        </p:nvSpPr>
        <p:spPr>
          <a:xfrm>
            <a:off x="5791814" y="3462681"/>
            <a:ext cx="28398" cy="28398"/>
          </a:xfrm>
          <a:prstGeom prst="ellipse">
            <a:avLst/>
          </a:prstGeom>
          <a:solidFill>
            <a:srgbClr val="B57442">
              <a:alpha val="30000"/>
            </a:srgbClr>
          </a:solidFill>
          <a:ln w="0">
            <a:noFill/>
            <a:prstDash val="solid"/>
          </a:ln>
        </p:spPr>
      </p:sp>
      <p:sp>
        <p:nvSpPr>
          <p:cNvPr id="886" name="02_predicted_pose_4185">
            <a:extLst>
              <a:ext uri="{FF2B5EF4-FFF2-40B4-BE49-F238E27FC236}">
                <a16:creationId xmlns:a16="http://schemas.microsoft.com/office/drawing/2014/main" id="{295F8103-37EB-4537-A94E-AFB408F58688}"/>
              </a:ext>
            </a:extLst>
          </p:cNvPr>
          <p:cNvSpPr>
            <a:spLocks noGrp="1"/>
          </p:cNvSpPr>
          <p:nvPr/>
        </p:nvSpPr>
        <p:spPr>
          <a:xfrm>
            <a:off x="5585096" y="3327418"/>
            <a:ext cx="28398" cy="28398"/>
          </a:xfrm>
          <a:prstGeom prst="ellipse">
            <a:avLst/>
          </a:prstGeom>
          <a:solidFill>
            <a:srgbClr val="B57442">
              <a:alpha val="30000"/>
            </a:srgbClr>
          </a:solidFill>
          <a:ln w="0">
            <a:noFill/>
            <a:prstDash val="solid"/>
          </a:ln>
        </p:spPr>
      </p:sp>
      <p:sp>
        <p:nvSpPr>
          <p:cNvPr id="887" name="02_predicted_pose_4186">
            <a:extLst>
              <a:ext uri="{FF2B5EF4-FFF2-40B4-BE49-F238E27FC236}">
                <a16:creationId xmlns:a16="http://schemas.microsoft.com/office/drawing/2014/main" id="{2CB54A80-114C-461B-9217-0A759DB187DB}"/>
              </a:ext>
            </a:extLst>
          </p:cNvPr>
          <p:cNvSpPr>
            <a:spLocks noGrp="1"/>
          </p:cNvSpPr>
          <p:nvPr/>
        </p:nvSpPr>
        <p:spPr>
          <a:xfrm>
            <a:off x="5612658" y="3390304"/>
            <a:ext cx="28398" cy="28398"/>
          </a:xfrm>
          <a:prstGeom prst="ellipse">
            <a:avLst/>
          </a:prstGeom>
          <a:solidFill>
            <a:srgbClr val="B57442">
              <a:alpha val="30000"/>
            </a:srgbClr>
          </a:solidFill>
          <a:ln w="0">
            <a:noFill/>
            <a:prstDash val="solid"/>
          </a:ln>
        </p:spPr>
      </p:sp>
      <p:sp>
        <p:nvSpPr>
          <p:cNvPr id="888" name="02_predicted_pose_4187">
            <a:extLst>
              <a:ext uri="{FF2B5EF4-FFF2-40B4-BE49-F238E27FC236}">
                <a16:creationId xmlns:a16="http://schemas.microsoft.com/office/drawing/2014/main" id="{98DCA682-4E08-47B8-ACAF-80221691AEC7}"/>
              </a:ext>
            </a:extLst>
          </p:cNvPr>
          <p:cNvSpPr>
            <a:spLocks noGrp="1"/>
          </p:cNvSpPr>
          <p:nvPr/>
        </p:nvSpPr>
        <p:spPr>
          <a:xfrm>
            <a:off x="5654002" y="3292521"/>
            <a:ext cx="28398" cy="28398"/>
          </a:xfrm>
          <a:prstGeom prst="ellipse">
            <a:avLst/>
          </a:prstGeom>
          <a:solidFill>
            <a:srgbClr val="B57442">
              <a:alpha val="30000"/>
            </a:srgbClr>
          </a:solidFill>
          <a:ln w="0">
            <a:noFill/>
            <a:prstDash val="solid"/>
          </a:ln>
        </p:spPr>
      </p:sp>
      <p:sp>
        <p:nvSpPr>
          <p:cNvPr id="889" name="02_predicted_pose_4188">
            <a:extLst>
              <a:ext uri="{FF2B5EF4-FFF2-40B4-BE49-F238E27FC236}">
                <a16:creationId xmlns:a16="http://schemas.microsoft.com/office/drawing/2014/main" id="{7432E320-B392-4234-9A2B-8B456725D0E1}"/>
              </a:ext>
            </a:extLst>
          </p:cNvPr>
          <p:cNvSpPr>
            <a:spLocks noGrp="1"/>
          </p:cNvSpPr>
          <p:nvPr/>
        </p:nvSpPr>
        <p:spPr>
          <a:xfrm>
            <a:off x="5681564" y="3324692"/>
            <a:ext cx="28398" cy="28398"/>
          </a:xfrm>
          <a:prstGeom prst="ellipse">
            <a:avLst/>
          </a:prstGeom>
          <a:solidFill>
            <a:srgbClr val="B57442">
              <a:alpha val="30000"/>
            </a:srgbClr>
          </a:solidFill>
          <a:ln w="0">
            <a:noFill/>
            <a:prstDash val="solid"/>
          </a:ln>
        </p:spPr>
      </p:sp>
      <p:sp>
        <p:nvSpPr>
          <p:cNvPr id="890" name="02_predicted_pose_4189">
            <a:extLst>
              <a:ext uri="{FF2B5EF4-FFF2-40B4-BE49-F238E27FC236}">
                <a16:creationId xmlns:a16="http://schemas.microsoft.com/office/drawing/2014/main" id="{7C220680-D448-42DA-8BC6-B0B80DF7C08F}"/>
              </a:ext>
            </a:extLst>
          </p:cNvPr>
          <p:cNvSpPr>
            <a:spLocks noGrp="1"/>
          </p:cNvSpPr>
          <p:nvPr/>
        </p:nvSpPr>
        <p:spPr>
          <a:xfrm>
            <a:off x="5695345" y="3367632"/>
            <a:ext cx="28398" cy="28398"/>
          </a:xfrm>
          <a:prstGeom prst="ellipse">
            <a:avLst/>
          </a:prstGeom>
          <a:solidFill>
            <a:srgbClr val="B57442">
              <a:alpha val="30000"/>
            </a:srgbClr>
          </a:solidFill>
          <a:ln w="0">
            <a:noFill/>
            <a:prstDash val="solid"/>
          </a:ln>
        </p:spPr>
      </p:sp>
      <p:sp>
        <p:nvSpPr>
          <p:cNvPr id="891" name="02_predicted_pose_4190">
            <a:extLst>
              <a:ext uri="{FF2B5EF4-FFF2-40B4-BE49-F238E27FC236}">
                <a16:creationId xmlns:a16="http://schemas.microsoft.com/office/drawing/2014/main" id="{CE83E11D-394B-4180-A8D0-8F9ADCE04927}"/>
              </a:ext>
            </a:extLst>
          </p:cNvPr>
          <p:cNvSpPr>
            <a:spLocks noGrp="1"/>
          </p:cNvSpPr>
          <p:nvPr/>
        </p:nvSpPr>
        <p:spPr>
          <a:xfrm>
            <a:off x="5598532" y="3331112"/>
            <a:ext cx="28398" cy="28398"/>
          </a:xfrm>
          <a:prstGeom prst="ellipse">
            <a:avLst/>
          </a:prstGeom>
          <a:solidFill>
            <a:srgbClr val="B57442">
              <a:alpha val="30000"/>
            </a:srgbClr>
          </a:solidFill>
          <a:ln w="0">
            <a:noFill/>
            <a:prstDash val="solid"/>
          </a:ln>
        </p:spPr>
      </p:sp>
      <p:sp>
        <p:nvSpPr>
          <p:cNvPr id="892" name="02_predicted_pose_4191">
            <a:extLst>
              <a:ext uri="{FF2B5EF4-FFF2-40B4-BE49-F238E27FC236}">
                <a16:creationId xmlns:a16="http://schemas.microsoft.com/office/drawing/2014/main" id="{76C89071-BD46-4086-BE8C-BC5F4621220F}"/>
              </a:ext>
            </a:extLst>
          </p:cNvPr>
          <p:cNvSpPr>
            <a:spLocks noGrp="1"/>
          </p:cNvSpPr>
          <p:nvPr/>
        </p:nvSpPr>
        <p:spPr>
          <a:xfrm>
            <a:off x="5701202" y="3523473"/>
            <a:ext cx="28398" cy="28398"/>
          </a:xfrm>
          <a:prstGeom prst="ellipse">
            <a:avLst/>
          </a:prstGeom>
          <a:solidFill>
            <a:srgbClr val="B57442">
              <a:alpha val="30000"/>
            </a:srgbClr>
          </a:solidFill>
          <a:ln w="0">
            <a:noFill/>
            <a:prstDash val="solid"/>
          </a:ln>
        </p:spPr>
      </p:sp>
      <p:sp>
        <p:nvSpPr>
          <p:cNvPr id="893" name="02_predicted_pose_4192">
            <a:extLst>
              <a:ext uri="{FF2B5EF4-FFF2-40B4-BE49-F238E27FC236}">
                <a16:creationId xmlns:a16="http://schemas.microsoft.com/office/drawing/2014/main" id="{6D8106D5-50BB-450A-86E9-0BD1DC37C280}"/>
              </a:ext>
            </a:extLst>
          </p:cNvPr>
          <p:cNvSpPr>
            <a:spLocks noGrp="1"/>
          </p:cNvSpPr>
          <p:nvPr/>
        </p:nvSpPr>
        <p:spPr>
          <a:xfrm>
            <a:off x="5728765" y="3576055"/>
            <a:ext cx="28398" cy="28398"/>
          </a:xfrm>
          <a:prstGeom prst="ellipse">
            <a:avLst/>
          </a:prstGeom>
          <a:solidFill>
            <a:srgbClr val="B57442">
              <a:alpha val="30000"/>
            </a:srgbClr>
          </a:solidFill>
          <a:ln w="0">
            <a:noFill/>
            <a:prstDash val="solid"/>
          </a:ln>
        </p:spPr>
      </p:sp>
      <p:sp>
        <p:nvSpPr>
          <p:cNvPr id="894" name="02_predicted_pose_4193">
            <a:extLst>
              <a:ext uri="{FF2B5EF4-FFF2-40B4-BE49-F238E27FC236}">
                <a16:creationId xmlns:a16="http://schemas.microsoft.com/office/drawing/2014/main" id="{0616DC7C-29C8-4647-AD69-FBF41C3FE20B}"/>
              </a:ext>
            </a:extLst>
          </p:cNvPr>
          <p:cNvSpPr>
            <a:spLocks noGrp="1"/>
          </p:cNvSpPr>
          <p:nvPr/>
        </p:nvSpPr>
        <p:spPr>
          <a:xfrm>
            <a:off x="5756327" y="3527635"/>
            <a:ext cx="28398" cy="28398"/>
          </a:xfrm>
          <a:prstGeom prst="ellipse">
            <a:avLst/>
          </a:prstGeom>
          <a:solidFill>
            <a:srgbClr val="B57442">
              <a:alpha val="30000"/>
            </a:srgbClr>
          </a:solidFill>
          <a:ln w="0">
            <a:noFill/>
            <a:prstDash val="solid"/>
          </a:ln>
        </p:spPr>
      </p:sp>
      <p:sp>
        <p:nvSpPr>
          <p:cNvPr id="895" name="02_predicted_pose_4194">
            <a:extLst>
              <a:ext uri="{FF2B5EF4-FFF2-40B4-BE49-F238E27FC236}">
                <a16:creationId xmlns:a16="http://schemas.microsoft.com/office/drawing/2014/main" id="{8C783612-8455-4467-96E0-B10C5D459D80}"/>
              </a:ext>
            </a:extLst>
          </p:cNvPr>
          <p:cNvSpPr>
            <a:spLocks noGrp="1"/>
          </p:cNvSpPr>
          <p:nvPr/>
        </p:nvSpPr>
        <p:spPr>
          <a:xfrm>
            <a:off x="5783890" y="3521759"/>
            <a:ext cx="28398" cy="28398"/>
          </a:xfrm>
          <a:prstGeom prst="ellipse">
            <a:avLst/>
          </a:prstGeom>
          <a:solidFill>
            <a:srgbClr val="B57442">
              <a:alpha val="30000"/>
            </a:srgbClr>
          </a:solidFill>
          <a:ln w="0">
            <a:noFill/>
            <a:prstDash val="solid"/>
          </a:ln>
        </p:spPr>
      </p:sp>
      <p:sp>
        <p:nvSpPr>
          <p:cNvPr id="896" name="02_predicted_pose_4195">
            <a:extLst>
              <a:ext uri="{FF2B5EF4-FFF2-40B4-BE49-F238E27FC236}">
                <a16:creationId xmlns:a16="http://schemas.microsoft.com/office/drawing/2014/main" id="{D7EC2D14-B1E4-4AD6-86DE-28805FF5BCDD}"/>
              </a:ext>
            </a:extLst>
          </p:cNvPr>
          <p:cNvSpPr>
            <a:spLocks noGrp="1"/>
          </p:cNvSpPr>
          <p:nvPr/>
        </p:nvSpPr>
        <p:spPr>
          <a:xfrm>
            <a:off x="5544441" y="3514304"/>
            <a:ext cx="28398" cy="28398"/>
          </a:xfrm>
          <a:prstGeom prst="ellipse">
            <a:avLst/>
          </a:prstGeom>
          <a:solidFill>
            <a:srgbClr val="B57442">
              <a:alpha val="30000"/>
            </a:srgbClr>
          </a:solidFill>
          <a:ln w="0">
            <a:noFill/>
            <a:prstDash val="solid"/>
          </a:ln>
        </p:spPr>
      </p:sp>
      <p:sp>
        <p:nvSpPr>
          <p:cNvPr id="897" name="02_predicted_pose_4196">
            <a:extLst>
              <a:ext uri="{FF2B5EF4-FFF2-40B4-BE49-F238E27FC236}">
                <a16:creationId xmlns:a16="http://schemas.microsoft.com/office/drawing/2014/main" id="{7E6192C2-1A8B-4636-A4A1-479678D955B1}"/>
              </a:ext>
            </a:extLst>
          </p:cNvPr>
          <p:cNvSpPr>
            <a:spLocks noGrp="1"/>
          </p:cNvSpPr>
          <p:nvPr/>
        </p:nvSpPr>
        <p:spPr>
          <a:xfrm>
            <a:off x="5553054" y="3525411"/>
            <a:ext cx="28398" cy="28398"/>
          </a:xfrm>
          <a:prstGeom prst="ellipse">
            <a:avLst/>
          </a:prstGeom>
          <a:solidFill>
            <a:srgbClr val="B57442">
              <a:alpha val="30000"/>
            </a:srgbClr>
          </a:solidFill>
          <a:ln w="0">
            <a:noFill/>
            <a:prstDash val="solid"/>
          </a:ln>
        </p:spPr>
      </p:sp>
      <p:sp>
        <p:nvSpPr>
          <p:cNvPr id="898" name="02_predicted_pose_4197">
            <a:extLst>
              <a:ext uri="{FF2B5EF4-FFF2-40B4-BE49-F238E27FC236}">
                <a16:creationId xmlns:a16="http://schemas.microsoft.com/office/drawing/2014/main" id="{AA89C2A0-F490-4B8D-B180-0ACD2ABE098D}"/>
              </a:ext>
            </a:extLst>
          </p:cNvPr>
          <p:cNvSpPr>
            <a:spLocks noGrp="1"/>
          </p:cNvSpPr>
          <p:nvPr/>
        </p:nvSpPr>
        <p:spPr>
          <a:xfrm>
            <a:off x="5566835" y="3573811"/>
            <a:ext cx="28398" cy="28398"/>
          </a:xfrm>
          <a:prstGeom prst="ellipse">
            <a:avLst/>
          </a:prstGeom>
          <a:solidFill>
            <a:srgbClr val="B57442">
              <a:alpha val="30000"/>
            </a:srgbClr>
          </a:solidFill>
          <a:ln w="0">
            <a:noFill/>
            <a:prstDash val="solid"/>
          </a:ln>
        </p:spPr>
      </p:sp>
      <p:sp>
        <p:nvSpPr>
          <p:cNvPr id="899" name="02_predicted_pose_4198">
            <a:extLst>
              <a:ext uri="{FF2B5EF4-FFF2-40B4-BE49-F238E27FC236}">
                <a16:creationId xmlns:a16="http://schemas.microsoft.com/office/drawing/2014/main" id="{9429FB70-9775-43EB-9391-53A366EF24B4}"/>
              </a:ext>
            </a:extLst>
          </p:cNvPr>
          <p:cNvSpPr>
            <a:spLocks noGrp="1"/>
          </p:cNvSpPr>
          <p:nvPr/>
        </p:nvSpPr>
        <p:spPr>
          <a:xfrm>
            <a:off x="5594398" y="3571731"/>
            <a:ext cx="28398" cy="28398"/>
          </a:xfrm>
          <a:prstGeom prst="ellipse">
            <a:avLst/>
          </a:prstGeom>
          <a:solidFill>
            <a:srgbClr val="B57442">
              <a:alpha val="30000"/>
            </a:srgbClr>
          </a:solidFill>
          <a:ln w="0">
            <a:noFill/>
            <a:prstDash val="solid"/>
          </a:ln>
        </p:spPr>
      </p:sp>
      <p:sp>
        <p:nvSpPr>
          <p:cNvPr id="900" name="02_predicted_pose_4199">
            <a:extLst>
              <a:ext uri="{FF2B5EF4-FFF2-40B4-BE49-F238E27FC236}">
                <a16:creationId xmlns:a16="http://schemas.microsoft.com/office/drawing/2014/main" id="{97754304-AA51-4773-8FA9-1E69D39D605A}"/>
              </a:ext>
            </a:extLst>
          </p:cNvPr>
          <p:cNvSpPr>
            <a:spLocks noGrp="1"/>
          </p:cNvSpPr>
          <p:nvPr/>
        </p:nvSpPr>
        <p:spPr>
          <a:xfrm>
            <a:off x="5621960" y="3477853"/>
            <a:ext cx="28398" cy="28398"/>
          </a:xfrm>
          <a:prstGeom prst="ellipse">
            <a:avLst/>
          </a:prstGeom>
          <a:solidFill>
            <a:srgbClr val="B57442">
              <a:alpha val="30000"/>
            </a:srgbClr>
          </a:solidFill>
          <a:ln w="0">
            <a:noFill/>
            <a:prstDash val="solid"/>
          </a:ln>
        </p:spPr>
      </p:sp>
      <p:sp>
        <p:nvSpPr>
          <p:cNvPr id="901" name="02_predicted_pose_4200">
            <a:extLst>
              <a:ext uri="{FF2B5EF4-FFF2-40B4-BE49-F238E27FC236}">
                <a16:creationId xmlns:a16="http://schemas.microsoft.com/office/drawing/2014/main" id="{65C8879A-D6D9-44B0-84EA-45AC2E9FDCF1}"/>
              </a:ext>
            </a:extLst>
          </p:cNvPr>
          <p:cNvSpPr>
            <a:spLocks noGrp="1"/>
          </p:cNvSpPr>
          <p:nvPr/>
        </p:nvSpPr>
        <p:spPr>
          <a:xfrm>
            <a:off x="5649523" y="3511954"/>
            <a:ext cx="28398" cy="28398"/>
          </a:xfrm>
          <a:prstGeom prst="ellipse">
            <a:avLst/>
          </a:prstGeom>
          <a:solidFill>
            <a:srgbClr val="B57442">
              <a:alpha val="30000"/>
            </a:srgbClr>
          </a:solidFill>
          <a:ln w="0">
            <a:noFill/>
            <a:prstDash val="solid"/>
          </a:ln>
        </p:spPr>
      </p:sp>
      <p:sp>
        <p:nvSpPr>
          <p:cNvPr id="902" name="02_predicted_pose_4201">
            <a:extLst>
              <a:ext uri="{FF2B5EF4-FFF2-40B4-BE49-F238E27FC236}">
                <a16:creationId xmlns:a16="http://schemas.microsoft.com/office/drawing/2014/main" id="{E2692476-8073-4E3D-B45C-A44CBC14DC20}"/>
              </a:ext>
            </a:extLst>
          </p:cNvPr>
          <p:cNvSpPr>
            <a:spLocks noGrp="1"/>
          </p:cNvSpPr>
          <p:nvPr/>
        </p:nvSpPr>
        <p:spPr>
          <a:xfrm>
            <a:off x="5674329" y="3023341"/>
            <a:ext cx="28398" cy="28398"/>
          </a:xfrm>
          <a:prstGeom prst="ellipse">
            <a:avLst/>
          </a:prstGeom>
          <a:solidFill>
            <a:srgbClr val="B57442">
              <a:alpha val="30000"/>
            </a:srgbClr>
          </a:solidFill>
          <a:ln w="0">
            <a:noFill/>
            <a:prstDash val="solid"/>
          </a:ln>
        </p:spPr>
      </p:sp>
      <p:sp>
        <p:nvSpPr>
          <p:cNvPr id="903" name="02_predicted_pose_4202">
            <a:extLst>
              <a:ext uri="{FF2B5EF4-FFF2-40B4-BE49-F238E27FC236}">
                <a16:creationId xmlns:a16="http://schemas.microsoft.com/office/drawing/2014/main" id="{F16DE11C-38D7-438A-A13F-C227758A5075}"/>
              </a:ext>
            </a:extLst>
          </p:cNvPr>
          <p:cNvSpPr>
            <a:spLocks noGrp="1"/>
          </p:cNvSpPr>
          <p:nvPr/>
        </p:nvSpPr>
        <p:spPr>
          <a:xfrm>
            <a:off x="5688110" y="3177016"/>
            <a:ext cx="28398" cy="28398"/>
          </a:xfrm>
          <a:prstGeom prst="ellipse">
            <a:avLst/>
          </a:prstGeom>
          <a:solidFill>
            <a:srgbClr val="B57442">
              <a:alpha val="30000"/>
            </a:srgbClr>
          </a:solidFill>
          <a:ln w="0">
            <a:noFill/>
            <a:prstDash val="solid"/>
          </a:ln>
        </p:spPr>
      </p:sp>
      <p:sp>
        <p:nvSpPr>
          <p:cNvPr id="904" name="02_predicted_pose_4203">
            <a:extLst>
              <a:ext uri="{FF2B5EF4-FFF2-40B4-BE49-F238E27FC236}">
                <a16:creationId xmlns:a16="http://schemas.microsoft.com/office/drawing/2014/main" id="{A27C8E52-7C00-40EE-BEC4-AB13C91E597B}"/>
              </a:ext>
            </a:extLst>
          </p:cNvPr>
          <p:cNvSpPr>
            <a:spLocks noGrp="1"/>
          </p:cNvSpPr>
          <p:nvPr/>
        </p:nvSpPr>
        <p:spPr>
          <a:xfrm>
            <a:off x="5619204" y="3299210"/>
            <a:ext cx="28398" cy="28398"/>
          </a:xfrm>
          <a:prstGeom prst="ellipse">
            <a:avLst/>
          </a:prstGeom>
          <a:solidFill>
            <a:srgbClr val="B57442">
              <a:alpha val="30000"/>
            </a:srgbClr>
          </a:solidFill>
          <a:ln w="0">
            <a:noFill/>
            <a:prstDash val="solid"/>
          </a:ln>
        </p:spPr>
      </p:sp>
      <p:sp>
        <p:nvSpPr>
          <p:cNvPr id="905" name="02_predicted_pose_4204">
            <a:extLst>
              <a:ext uri="{FF2B5EF4-FFF2-40B4-BE49-F238E27FC236}">
                <a16:creationId xmlns:a16="http://schemas.microsoft.com/office/drawing/2014/main" id="{CDCDCD46-1114-43CC-A39D-19A2D1B53750}"/>
              </a:ext>
            </a:extLst>
          </p:cNvPr>
          <p:cNvSpPr>
            <a:spLocks noGrp="1"/>
          </p:cNvSpPr>
          <p:nvPr/>
        </p:nvSpPr>
        <p:spPr>
          <a:xfrm>
            <a:off x="5566491" y="3546276"/>
            <a:ext cx="28398" cy="28398"/>
          </a:xfrm>
          <a:prstGeom prst="ellipse">
            <a:avLst/>
          </a:prstGeom>
          <a:solidFill>
            <a:srgbClr val="B57442">
              <a:alpha val="30000"/>
            </a:srgbClr>
          </a:solidFill>
          <a:ln w="0">
            <a:noFill/>
            <a:prstDash val="solid"/>
          </a:ln>
        </p:spPr>
      </p:sp>
      <p:sp>
        <p:nvSpPr>
          <p:cNvPr id="906" name="02_predicted_pose_4205">
            <a:extLst>
              <a:ext uri="{FF2B5EF4-FFF2-40B4-BE49-F238E27FC236}">
                <a16:creationId xmlns:a16="http://schemas.microsoft.com/office/drawing/2014/main" id="{28A93582-5439-484C-AC54-5A1FA98C58D4}"/>
              </a:ext>
            </a:extLst>
          </p:cNvPr>
          <p:cNvSpPr>
            <a:spLocks noGrp="1"/>
          </p:cNvSpPr>
          <p:nvPr/>
        </p:nvSpPr>
        <p:spPr>
          <a:xfrm>
            <a:off x="5483114" y="3506762"/>
            <a:ext cx="28398" cy="28398"/>
          </a:xfrm>
          <a:prstGeom prst="ellipse">
            <a:avLst/>
          </a:prstGeom>
          <a:solidFill>
            <a:srgbClr val="B57442">
              <a:alpha val="30000"/>
            </a:srgbClr>
          </a:solidFill>
          <a:ln w="0">
            <a:noFill/>
            <a:prstDash val="solid"/>
          </a:ln>
        </p:spPr>
      </p:sp>
      <p:sp>
        <p:nvSpPr>
          <p:cNvPr id="907" name="02_predicted_pose_4206">
            <a:extLst>
              <a:ext uri="{FF2B5EF4-FFF2-40B4-BE49-F238E27FC236}">
                <a16:creationId xmlns:a16="http://schemas.microsoft.com/office/drawing/2014/main" id="{33246756-76A7-4836-B22E-C71BBC92D686}"/>
              </a:ext>
            </a:extLst>
          </p:cNvPr>
          <p:cNvSpPr>
            <a:spLocks noGrp="1"/>
          </p:cNvSpPr>
          <p:nvPr/>
        </p:nvSpPr>
        <p:spPr>
          <a:xfrm>
            <a:off x="5727042" y="3141828"/>
            <a:ext cx="28398" cy="28398"/>
          </a:xfrm>
          <a:prstGeom prst="ellipse">
            <a:avLst/>
          </a:prstGeom>
          <a:solidFill>
            <a:srgbClr val="B57442">
              <a:alpha val="30000"/>
            </a:srgbClr>
          </a:solidFill>
          <a:ln w="0">
            <a:noFill/>
            <a:prstDash val="solid"/>
          </a:ln>
        </p:spPr>
      </p:sp>
      <p:sp>
        <p:nvSpPr>
          <p:cNvPr id="908" name="02_predicted_pose_4207">
            <a:extLst>
              <a:ext uri="{FF2B5EF4-FFF2-40B4-BE49-F238E27FC236}">
                <a16:creationId xmlns:a16="http://schemas.microsoft.com/office/drawing/2014/main" id="{2E540A46-7FB6-43BB-AD67-2B4F9A5D8131}"/>
              </a:ext>
            </a:extLst>
          </p:cNvPr>
          <p:cNvSpPr>
            <a:spLocks noGrp="1"/>
          </p:cNvSpPr>
          <p:nvPr/>
        </p:nvSpPr>
        <p:spPr>
          <a:xfrm>
            <a:off x="5683976" y="2764455"/>
            <a:ext cx="28398" cy="28398"/>
          </a:xfrm>
          <a:prstGeom prst="ellipse">
            <a:avLst/>
          </a:prstGeom>
          <a:solidFill>
            <a:srgbClr val="B57442">
              <a:alpha val="30000"/>
            </a:srgbClr>
          </a:solidFill>
          <a:ln w="0">
            <a:noFill/>
            <a:prstDash val="solid"/>
          </a:ln>
        </p:spPr>
      </p:sp>
      <p:sp>
        <p:nvSpPr>
          <p:cNvPr id="909" name="02_predicted_pose_4208">
            <a:extLst>
              <a:ext uri="{FF2B5EF4-FFF2-40B4-BE49-F238E27FC236}">
                <a16:creationId xmlns:a16="http://schemas.microsoft.com/office/drawing/2014/main" id="{D227BDCE-C679-4600-8750-8877EE8F1FCA}"/>
              </a:ext>
            </a:extLst>
          </p:cNvPr>
          <p:cNvSpPr>
            <a:spLocks noGrp="1"/>
          </p:cNvSpPr>
          <p:nvPr/>
        </p:nvSpPr>
        <p:spPr>
          <a:xfrm>
            <a:off x="5697757" y="2846175"/>
            <a:ext cx="28398" cy="28398"/>
          </a:xfrm>
          <a:prstGeom prst="ellipse">
            <a:avLst/>
          </a:prstGeom>
          <a:solidFill>
            <a:srgbClr val="B57442">
              <a:alpha val="30000"/>
            </a:srgbClr>
          </a:solidFill>
          <a:ln w="0">
            <a:noFill/>
            <a:prstDash val="solid"/>
          </a:ln>
        </p:spPr>
      </p:sp>
      <p:sp>
        <p:nvSpPr>
          <p:cNvPr id="910" name="02_predicted_pose_4209">
            <a:extLst>
              <a:ext uri="{FF2B5EF4-FFF2-40B4-BE49-F238E27FC236}">
                <a16:creationId xmlns:a16="http://schemas.microsoft.com/office/drawing/2014/main" id="{D88EF945-2072-4CAE-864C-0DB7DEC91739}"/>
              </a:ext>
            </a:extLst>
          </p:cNvPr>
          <p:cNvSpPr>
            <a:spLocks noGrp="1"/>
          </p:cNvSpPr>
          <p:nvPr/>
        </p:nvSpPr>
        <p:spPr>
          <a:xfrm>
            <a:off x="5503786" y="3480672"/>
            <a:ext cx="28398" cy="28398"/>
          </a:xfrm>
          <a:prstGeom prst="ellipse">
            <a:avLst/>
          </a:prstGeom>
          <a:solidFill>
            <a:srgbClr val="B57442">
              <a:alpha val="30000"/>
            </a:srgbClr>
          </a:solidFill>
          <a:ln w="0">
            <a:noFill/>
            <a:prstDash val="solid"/>
          </a:ln>
        </p:spPr>
      </p:sp>
      <p:sp>
        <p:nvSpPr>
          <p:cNvPr id="911" name="02_predicted_pose_4210">
            <a:extLst>
              <a:ext uri="{FF2B5EF4-FFF2-40B4-BE49-F238E27FC236}">
                <a16:creationId xmlns:a16="http://schemas.microsoft.com/office/drawing/2014/main" id="{6CF41DCC-19F2-4B74-BBE1-D686BA6B65FF}"/>
              </a:ext>
            </a:extLst>
          </p:cNvPr>
          <p:cNvSpPr>
            <a:spLocks noGrp="1"/>
          </p:cNvSpPr>
          <p:nvPr/>
        </p:nvSpPr>
        <p:spPr>
          <a:xfrm>
            <a:off x="5684320" y="3597449"/>
            <a:ext cx="28398" cy="28398"/>
          </a:xfrm>
          <a:prstGeom prst="ellipse">
            <a:avLst/>
          </a:prstGeom>
          <a:solidFill>
            <a:srgbClr val="B57442">
              <a:alpha val="30000"/>
            </a:srgbClr>
          </a:solidFill>
          <a:ln w="0">
            <a:noFill/>
            <a:prstDash val="solid"/>
          </a:ln>
        </p:spPr>
      </p:sp>
      <p:sp>
        <p:nvSpPr>
          <p:cNvPr id="912" name="02_predicted_pose_4211">
            <a:extLst>
              <a:ext uri="{FF2B5EF4-FFF2-40B4-BE49-F238E27FC236}">
                <a16:creationId xmlns:a16="http://schemas.microsoft.com/office/drawing/2014/main" id="{DD3D00C4-C6B0-4A4A-83AD-C63A25F08492}"/>
              </a:ext>
            </a:extLst>
          </p:cNvPr>
          <p:cNvSpPr>
            <a:spLocks noGrp="1"/>
          </p:cNvSpPr>
          <p:nvPr/>
        </p:nvSpPr>
        <p:spPr>
          <a:xfrm>
            <a:off x="5698102" y="3566260"/>
            <a:ext cx="28398" cy="28398"/>
          </a:xfrm>
          <a:prstGeom prst="ellipse">
            <a:avLst/>
          </a:prstGeom>
          <a:solidFill>
            <a:srgbClr val="B57442">
              <a:alpha val="30000"/>
            </a:srgbClr>
          </a:solidFill>
          <a:ln w="0">
            <a:noFill/>
            <a:prstDash val="solid"/>
          </a:ln>
        </p:spPr>
      </p:sp>
      <p:sp>
        <p:nvSpPr>
          <p:cNvPr id="913" name="02_predicted_pose_4212">
            <a:extLst>
              <a:ext uri="{FF2B5EF4-FFF2-40B4-BE49-F238E27FC236}">
                <a16:creationId xmlns:a16="http://schemas.microsoft.com/office/drawing/2014/main" id="{F2109813-A63A-4EF0-8278-92F49B255359}"/>
              </a:ext>
            </a:extLst>
          </p:cNvPr>
          <p:cNvSpPr>
            <a:spLocks noGrp="1"/>
          </p:cNvSpPr>
          <p:nvPr/>
        </p:nvSpPr>
        <p:spPr>
          <a:xfrm>
            <a:off x="5711883" y="3602554"/>
            <a:ext cx="28398" cy="28398"/>
          </a:xfrm>
          <a:prstGeom prst="ellipse">
            <a:avLst/>
          </a:prstGeom>
          <a:solidFill>
            <a:srgbClr val="B57442">
              <a:alpha val="30000"/>
            </a:srgbClr>
          </a:solidFill>
          <a:ln w="0">
            <a:noFill/>
            <a:prstDash val="solid"/>
          </a:ln>
        </p:spPr>
      </p:sp>
      <p:sp>
        <p:nvSpPr>
          <p:cNvPr id="914" name="02_predicted_pose_4213">
            <a:extLst>
              <a:ext uri="{FF2B5EF4-FFF2-40B4-BE49-F238E27FC236}">
                <a16:creationId xmlns:a16="http://schemas.microsoft.com/office/drawing/2014/main" id="{3B513D4E-4547-48E0-8450-C02434F40F25}"/>
              </a:ext>
            </a:extLst>
          </p:cNvPr>
          <p:cNvSpPr>
            <a:spLocks noGrp="1"/>
          </p:cNvSpPr>
          <p:nvPr/>
        </p:nvSpPr>
        <p:spPr>
          <a:xfrm>
            <a:off x="5725664" y="3237246"/>
            <a:ext cx="28398" cy="28398"/>
          </a:xfrm>
          <a:prstGeom prst="ellipse">
            <a:avLst/>
          </a:prstGeom>
          <a:solidFill>
            <a:srgbClr val="B57442">
              <a:alpha val="30000"/>
            </a:srgbClr>
          </a:solidFill>
          <a:ln w="0">
            <a:noFill/>
            <a:prstDash val="solid"/>
          </a:ln>
        </p:spPr>
      </p:sp>
      <p:sp>
        <p:nvSpPr>
          <p:cNvPr id="915" name="02_predicted_pose_4214">
            <a:extLst>
              <a:ext uri="{FF2B5EF4-FFF2-40B4-BE49-F238E27FC236}">
                <a16:creationId xmlns:a16="http://schemas.microsoft.com/office/drawing/2014/main" id="{740D5AA3-1B5E-4A73-A237-80B805B010E9}"/>
              </a:ext>
            </a:extLst>
          </p:cNvPr>
          <p:cNvSpPr>
            <a:spLocks noGrp="1"/>
          </p:cNvSpPr>
          <p:nvPr/>
        </p:nvSpPr>
        <p:spPr>
          <a:xfrm>
            <a:off x="5739445" y="3601288"/>
            <a:ext cx="28398" cy="28398"/>
          </a:xfrm>
          <a:prstGeom prst="ellipse">
            <a:avLst/>
          </a:prstGeom>
          <a:solidFill>
            <a:srgbClr val="B57442">
              <a:alpha val="30000"/>
            </a:srgbClr>
          </a:solidFill>
          <a:ln w="0">
            <a:noFill/>
            <a:prstDash val="solid"/>
          </a:ln>
        </p:spPr>
      </p:sp>
      <p:sp>
        <p:nvSpPr>
          <p:cNvPr id="916" name="02_predicted_pose_4215">
            <a:extLst>
              <a:ext uri="{FF2B5EF4-FFF2-40B4-BE49-F238E27FC236}">
                <a16:creationId xmlns:a16="http://schemas.microsoft.com/office/drawing/2014/main" id="{AF42D1CC-2B78-4032-86F6-894F493E4767}"/>
              </a:ext>
            </a:extLst>
          </p:cNvPr>
          <p:cNvSpPr>
            <a:spLocks noGrp="1"/>
          </p:cNvSpPr>
          <p:nvPr/>
        </p:nvSpPr>
        <p:spPr>
          <a:xfrm>
            <a:off x="5566146" y="2917201"/>
            <a:ext cx="28398" cy="28398"/>
          </a:xfrm>
          <a:prstGeom prst="ellipse">
            <a:avLst/>
          </a:prstGeom>
          <a:solidFill>
            <a:srgbClr val="B57442">
              <a:alpha val="30000"/>
            </a:srgbClr>
          </a:solidFill>
          <a:ln w="0">
            <a:noFill/>
            <a:prstDash val="solid"/>
          </a:ln>
        </p:spPr>
      </p:sp>
      <p:sp>
        <p:nvSpPr>
          <p:cNvPr id="917" name="02_predicted_pose_4216">
            <a:extLst>
              <a:ext uri="{FF2B5EF4-FFF2-40B4-BE49-F238E27FC236}">
                <a16:creationId xmlns:a16="http://schemas.microsoft.com/office/drawing/2014/main" id="{41FFE1AB-ED6B-478D-ABFF-B1C5B1ABCD69}"/>
              </a:ext>
            </a:extLst>
          </p:cNvPr>
          <p:cNvSpPr>
            <a:spLocks noGrp="1"/>
          </p:cNvSpPr>
          <p:nvPr/>
        </p:nvSpPr>
        <p:spPr>
          <a:xfrm>
            <a:off x="5649523" y="3318141"/>
            <a:ext cx="28398" cy="28398"/>
          </a:xfrm>
          <a:prstGeom prst="ellipse">
            <a:avLst/>
          </a:prstGeom>
          <a:solidFill>
            <a:srgbClr val="B57442">
              <a:alpha val="30000"/>
            </a:srgbClr>
          </a:solidFill>
          <a:ln w="0">
            <a:noFill/>
            <a:prstDash val="solid"/>
          </a:ln>
        </p:spPr>
      </p:sp>
      <p:sp>
        <p:nvSpPr>
          <p:cNvPr id="918" name="02_predicted_pose_4217">
            <a:extLst>
              <a:ext uri="{FF2B5EF4-FFF2-40B4-BE49-F238E27FC236}">
                <a16:creationId xmlns:a16="http://schemas.microsoft.com/office/drawing/2014/main" id="{7E6E4ED6-4894-4AF0-AA8A-2EAC4737415B}"/>
              </a:ext>
            </a:extLst>
          </p:cNvPr>
          <p:cNvSpPr>
            <a:spLocks noGrp="1"/>
          </p:cNvSpPr>
          <p:nvPr/>
        </p:nvSpPr>
        <p:spPr>
          <a:xfrm>
            <a:off x="5677085" y="3341230"/>
            <a:ext cx="28398" cy="28398"/>
          </a:xfrm>
          <a:prstGeom prst="ellipse">
            <a:avLst/>
          </a:prstGeom>
          <a:solidFill>
            <a:srgbClr val="B57442">
              <a:alpha val="30000"/>
            </a:srgbClr>
          </a:solidFill>
          <a:ln w="0">
            <a:noFill/>
            <a:prstDash val="solid"/>
          </a:ln>
        </p:spPr>
      </p:sp>
      <p:sp>
        <p:nvSpPr>
          <p:cNvPr id="919" name="02_predicted_pose_4218">
            <a:extLst>
              <a:ext uri="{FF2B5EF4-FFF2-40B4-BE49-F238E27FC236}">
                <a16:creationId xmlns:a16="http://schemas.microsoft.com/office/drawing/2014/main" id="{0697B754-BF20-4C03-8617-2B87A4BF09F1}"/>
              </a:ext>
            </a:extLst>
          </p:cNvPr>
          <p:cNvSpPr>
            <a:spLocks noGrp="1"/>
          </p:cNvSpPr>
          <p:nvPr/>
        </p:nvSpPr>
        <p:spPr>
          <a:xfrm>
            <a:off x="5704648" y="3340872"/>
            <a:ext cx="28398" cy="28398"/>
          </a:xfrm>
          <a:prstGeom prst="ellipse">
            <a:avLst/>
          </a:prstGeom>
          <a:solidFill>
            <a:srgbClr val="B57442">
              <a:alpha val="30000"/>
            </a:srgbClr>
          </a:solidFill>
          <a:ln w="0">
            <a:noFill/>
            <a:prstDash val="solid"/>
          </a:ln>
        </p:spPr>
      </p:sp>
      <p:sp>
        <p:nvSpPr>
          <p:cNvPr id="920" name="02_predicted_pose_4219">
            <a:extLst>
              <a:ext uri="{FF2B5EF4-FFF2-40B4-BE49-F238E27FC236}">
                <a16:creationId xmlns:a16="http://schemas.microsoft.com/office/drawing/2014/main" id="{E9FB8739-9E03-4AB8-93D3-6016A3D54F20}"/>
              </a:ext>
            </a:extLst>
          </p:cNvPr>
          <p:cNvSpPr>
            <a:spLocks noGrp="1"/>
          </p:cNvSpPr>
          <p:nvPr/>
        </p:nvSpPr>
        <p:spPr>
          <a:xfrm>
            <a:off x="5732210" y="3308556"/>
            <a:ext cx="28398" cy="28398"/>
          </a:xfrm>
          <a:prstGeom prst="ellipse">
            <a:avLst/>
          </a:prstGeom>
          <a:solidFill>
            <a:srgbClr val="B57442">
              <a:alpha val="30000"/>
            </a:srgbClr>
          </a:solidFill>
          <a:ln w="0">
            <a:noFill/>
            <a:prstDash val="solid"/>
          </a:ln>
        </p:spPr>
      </p:sp>
      <p:sp>
        <p:nvSpPr>
          <p:cNvPr id="921" name="02_predicted_pose_4220">
            <a:extLst>
              <a:ext uri="{FF2B5EF4-FFF2-40B4-BE49-F238E27FC236}">
                <a16:creationId xmlns:a16="http://schemas.microsoft.com/office/drawing/2014/main" id="{FF83ADDE-FD99-41EB-A87D-E9C054E19CD1}"/>
              </a:ext>
            </a:extLst>
          </p:cNvPr>
          <p:cNvSpPr>
            <a:spLocks noGrp="1"/>
          </p:cNvSpPr>
          <p:nvPr/>
        </p:nvSpPr>
        <p:spPr>
          <a:xfrm>
            <a:off x="5812141" y="3412627"/>
            <a:ext cx="28398" cy="28398"/>
          </a:xfrm>
          <a:prstGeom prst="ellipse">
            <a:avLst/>
          </a:prstGeom>
          <a:solidFill>
            <a:srgbClr val="B57442">
              <a:alpha val="30000"/>
            </a:srgbClr>
          </a:solidFill>
          <a:ln w="0">
            <a:noFill/>
            <a:prstDash val="solid"/>
          </a:ln>
        </p:spPr>
      </p:sp>
      <p:sp>
        <p:nvSpPr>
          <p:cNvPr id="922" name="02_predicted_pose_4221">
            <a:extLst>
              <a:ext uri="{FF2B5EF4-FFF2-40B4-BE49-F238E27FC236}">
                <a16:creationId xmlns:a16="http://schemas.microsoft.com/office/drawing/2014/main" id="{09B12DB6-5E51-4407-98E9-CE985D42CEB0}"/>
              </a:ext>
            </a:extLst>
          </p:cNvPr>
          <p:cNvSpPr>
            <a:spLocks noGrp="1"/>
          </p:cNvSpPr>
          <p:nvPr/>
        </p:nvSpPr>
        <p:spPr>
          <a:xfrm>
            <a:off x="5496207" y="3435072"/>
            <a:ext cx="28398" cy="28398"/>
          </a:xfrm>
          <a:prstGeom prst="ellipse">
            <a:avLst/>
          </a:prstGeom>
          <a:solidFill>
            <a:srgbClr val="B57442">
              <a:alpha val="30000"/>
            </a:srgbClr>
          </a:solidFill>
          <a:ln w="0">
            <a:noFill/>
            <a:prstDash val="solid"/>
          </a:ln>
        </p:spPr>
      </p:sp>
      <p:sp>
        <p:nvSpPr>
          <p:cNvPr id="923" name="02_predicted_pose_4222">
            <a:extLst>
              <a:ext uri="{FF2B5EF4-FFF2-40B4-BE49-F238E27FC236}">
                <a16:creationId xmlns:a16="http://schemas.microsoft.com/office/drawing/2014/main" id="{371A2B39-E3FA-4B2E-92E2-80EDB885C972}"/>
              </a:ext>
            </a:extLst>
          </p:cNvPr>
          <p:cNvSpPr>
            <a:spLocks noGrp="1"/>
          </p:cNvSpPr>
          <p:nvPr/>
        </p:nvSpPr>
        <p:spPr>
          <a:xfrm>
            <a:off x="5523769" y="3227387"/>
            <a:ext cx="28398" cy="28398"/>
          </a:xfrm>
          <a:prstGeom prst="ellipse">
            <a:avLst/>
          </a:prstGeom>
          <a:solidFill>
            <a:srgbClr val="B57442">
              <a:alpha val="30000"/>
            </a:srgbClr>
          </a:solidFill>
          <a:ln w="0">
            <a:noFill/>
            <a:prstDash val="solid"/>
          </a:ln>
        </p:spPr>
      </p:sp>
      <p:sp>
        <p:nvSpPr>
          <p:cNvPr id="924" name="02_predicted_pose_4223">
            <a:extLst>
              <a:ext uri="{FF2B5EF4-FFF2-40B4-BE49-F238E27FC236}">
                <a16:creationId xmlns:a16="http://schemas.microsoft.com/office/drawing/2014/main" id="{4868511E-95DE-44EF-95F6-130227EF8448}"/>
              </a:ext>
            </a:extLst>
          </p:cNvPr>
          <p:cNvSpPr>
            <a:spLocks noGrp="1"/>
          </p:cNvSpPr>
          <p:nvPr/>
        </p:nvSpPr>
        <p:spPr>
          <a:xfrm>
            <a:off x="5551332" y="3368698"/>
            <a:ext cx="28398" cy="28398"/>
          </a:xfrm>
          <a:prstGeom prst="ellipse">
            <a:avLst/>
          </a:prstGeom>
          <a:solidFill>
            <a:srgbClr val="B57442">
              <a:alpha val="30000"/>
            </a:srgbClr>
          </a:solidFill>
          <a:ln w="0">
            <a:noFill/>
            <a:prstDash val="solid"/>
          </a:ln>
        </p:spPr>
      </p:sp>
      <p:sp>
        <p:nvSpPr>
          <p:cNvPr id="925" name="02_predicted_pose_4224">
            <a:extLst>
              <a:ext uri="{FF2B5EF4-FFF2-40B4-BE49-F238E27FC236}">
                <a16:creationId xmlns:a16="http://schemas.microsoft.com/office/drawing/2014/main" id="{6DA96012-E729-4C3F-8565-800689383242}"/>
              </a:ext>
            </a:extLst>
          </p:cNvPr>
          <p:cNvSpPr>
            <a:spLocks noGrp="1"/>
          </p:cNvSpPr>
          <p:nvPr/>
        </p:nvSpPr>
        <p:spPr>
          <a:xfrm>
            <a:off x="5578894" y="3407660"/>
            <a:ext cx="28398" cy="28398"/>
          </a:xfrm>
          <a:prstGeom prst="ellipse">
            <a:avLst/>
          </a:prstGeom>
          <a:solidFill>
            <a:srgbClr val="B57442">
              <a:alpha val="30000"/>
            </a:srgbClr>
          </a:solidFill>
          <a:ln w="0">
            <a:noFill/>
            <a:prstDash val="solid"/>
          </a:ln>
        </p:spPr>
      </p:sp>
      <p:sp>
        <p:nvSpPr>
          <p:cNvPr id="926" name="02_predicted_pose_4225">
            <a:extLst>
              <a:ext uri="{FF2B5EF4-FFF2-40B4-BE49-F238E27FC236}">
                <a16:creationId xmlns:a16="http://schemas.microsoft.com/office/drawing/2014/main" id="{7CE3460E-A39C-42B8-B1C8-414C46AD61B8}"/>
              </a:ext>
            </a:extLst>
          </p:cNvPr>
          <p:cNvSpPr>
            <a:spLocks noGrp="1"/>
          </p:cNvSpPr>
          <p:nvPr/>
        </p:nvSpPr>
        <p:spPr>
          <a:xfrm>
            <a:off x="5482081" y="3372289"/>
            <a:ext cx="28398" cy="28398"/>
          </a:xfrm>
          <a:prstGeom prst="ellipse">
            <a:avLst/>
          </a:prstGeom>
          <a:solidFill>
            <a:srgbClr val="B57442">
              <a:alpha val="30000"/>
            </a:srgbClr>
          </a:solidFill>
          <a:ln w="0">
            <a:noFill/>
            <a:prstDash val="solid"/>
          </a:ln>
        </p:spPr>
      </p:sp>
      <p:sp>
        <p:nvSpPr>
          <p:cNvPr id="927" name="02_predicted_pose_4226">
            <a:extLst>
              <a:ext uri="{FF2B5EF4-FFF2-40B4-BE49-F238E27FC236}">
                <a16:creationId xmlns:a16="http://schemas.microsoft.com/office/drawing/2014/main" id="{66B80F56-8445-4311-B8A8-7F5BA5AFA932}"/>
              </a:ext>
            </a:extLst>
          </p:cNvPr>
          <p:cNvSpPr>
            <a:spLocks noGrp="1"/>
          </p:cNvSpPr>
          <p:nvPr/>
        </p:nvSpPr>
        <p:spPr>
          <a:xfrm>
            <a:off x="5531693" y="3687437"/>
            <a:ext cx="28398" cy="28398"/>
          </a:xfrm>
          <a:prstGeom prst="ellipse">
            <a:avLst/>
          </a:prstGeom>
          <a:solidFill>
            <a:srgbClr val="B57442">
              <a:alpha val="30000"/>
            </a:srgbClr>
          </a:solidFill>
          <a:ln w="0">
            <a:noFill/>
            <a:prstDash val="solid"/>
          </a:ln>
        </p:spPr>
      </p:sp>
      <p:sp>
        <p:nvSpPr>
          <p:cNvPr id="928" name="02_predicted_pose_4227">
            <a:extLst>
              <a:ext uri="{FF2B5EF4-FFF2-40B4-BE49-F238E27FC236}">
                <a16:creationId xmlns:a16="http://schemas.microsoft.com/office/drawing/2014/main" id="{3C950E44-6DF3-4487-8A16-BFF880107382}"/>
              </a:ext>
            </a:extLst>
          </p:cNvPr>
          <p:cNvSpPr>
            <a:spLocks noGrp="1"/>
          </p:cNvSpPr>
          <p:nvPr/>
        </p:nvSpPr>
        <p:spPr>
          <a:xfrm>
            <a:off x="5673640" y="3425614"/>
            <a:ext cx="28398" cy="28398"/>
          </a:xfrm>
          <a:prstGeom prst="ellipse">
            <a:avLst/>
          </a:prstGeom>
          <a:solidFill>
            <a:srgbClr val="B57442">
              <a:alpha val="30000"/>
            </a:srgbClr>
          </a:solidFill>
          <a:ln w="0">
            <a:noFill/>
            <a:prstDash val="solid"/>
          </a:ln>
        </p:spPr>
      </p:sp>
      <p:sp>
        <p:nvSpPr>
          <p:cNvPr id="929" name="02_predicted_pose_4228">
            <a:extLst>
              <a:ext uri="{FF2B5EF4-FFF2-40B4-BE49-F238E27FC236}">
                <a16:creationId xmlns:a16="http://schemas.microsoft.com/office/drawing/2014/main" id="{6DC0EE85-C6D6-43EC-8004-EE7009D2CC25}"/>
              </a:ext>
            </a:extLst>
          </p:cNvPr>
          <p:cNvSpPr>
            <a:spLocks noGrp="1"/>
          </p:cNvSpPr>
          <p:nvPr/>
        </p:nvSpPr>
        <p:spPr>
          <a:xfrm>
            <a:off x="5701202" y="3406555"/>
            <a:ext cx="28398" cy="28398"/>
          </a:xfrm>
          <a:prstGeom prst="ellipse">
            <a:avLst/>
          </a:prstGeom>
          <a:solidFill>
            <a:srgbClr val="B57442">
              <a:alpha val="30000"/>
            </a:srgbClr>
          </a:solidFill>
          <a:ln w="0">
            <a:noFill/>
            <a:prstDash val="solid"/>
          </a:ln>
        </p:spPr>
      </p:sp>
      <p:sp>
        <p:nvSpPr>
          <p:cNvPr id="930" name="02_predicted_pose_4229">
            <a:extLst>
              <a:ext uri="{FF2B5EF4-FFF2-40B4-BE49-F238E27FC236}">
                <a16:creationId xmlns:a16="http://schemas.microsoft.com/office/drawing/2014/main" id="{78C97FB8-25F2-4D83-8DDD-7214920BB35F}"/>
              </a:ext>
            </a:extLst>
          </p:cNvPr>
          <p:cNvSpPr>
            <a:spLocks noGrp="1"/>
          </p:cNvSpPr>
          <p:nvPr/>
        </p:nvSpPr>
        <p:spPr>
          <a:xfrm>
            <a:off x="5742546" y="3251383"/>
            <a:ext cx="28398" cy="28398"/>
          </a:xfrm>
          <a:prstGeom prst="ellipse">
            <a:avLst/>
          </a:prstGeom>
          <a:solidFill>
            <a:srgbClr val="B57442">
              <a:alpha val="30000"/>
            </a:srgbClr>
          </a:solidFill>
          <a:ln w="0">
            <a:noFill/>
            <a:prstDash val="solid"/>
          </a:ln>
        </p:spPr>
      </p:sp>
      <p:sp>
        <p:nvSpPr>
          <p:cNvPr id="931" name="02_predicted_pose_4230">
            <a:extLst>
              <a:ext uri="{FF2B5EF4-FFF2-40B4-BE49-F238E27FC236}">
                <a16:creationId xmlns:a16="http://schemas.microsoft.com/office/drawing/2014/main" id="{996BA413-3A6C-4EC7-8EB2-7F034C60D260}"/>
              </a:ext>
            </a:extLst>
          </p:cNvPr>
          <p:cNvSpPr>
            <a:spLocks noGrp="1"/>
          </p:cNvSpPr>
          <p:nvPr/>
        </p:nvSpPr>
        <p:spPr>
          <a:xfrm>
            <a:off x="5770109" y="3271930"/>
            <a:ext cx="28398" cy="28398"/>
          </a:xfrm>
          <a:prstGeom prst="ellipse">
            <a:avLst/>
          </a:prstGeom>
          <a:solidFill>
            <a:srgbClr val="B57442">
              <a:alpha val="30000"/>
            </a:srgbClr>
          </a:solidFill>
          <a:ln w="0">
            <a:noFill/>
            <a:prstDash val="solid"/>
          </a:ln>
        </p:spPr>
      </p:sp>
      <p:sp>
        <p:nvSpPr>
          <p:cNvPr id="932" name="02_predicted_pose_4231">
            <a:extLst>
              <a:ext uri="{FF2B5EF4-FFF2-40B4-BE49-F238E27FC236}">
                <a16:creationId xmlns:a16="http://schemas.microsoft.com/office/drawing/2014/main" id="{2C4B9CE7-00DC-4505-BC38-F7CECF42CCCD}"/>
              </a:ext>
            </a:extLst>
          </p:cNvPr>
          <p:cNvSpPr>
            <a:spLocks noGrp="1"/>
          </p:cNvSpPr>
          <p:nvPr/>
        </p:nvSpPr>
        <p:spPr>
          <a:xfrm>
            <a:off x="5797671" y="3358500"/>
            <a:ext cx="28398" cy="28398"/>
          </a:xfrm>
          <a:prstGeom prst="ellipse">
            <a:avLst/>
          </a:prstGeom>
          <a:solidFill>
            <a:srgbClr val="B57442">
              <a:alpha val="30000"/>
            </a:srgbClr>
          </a:solidFill>
          <a:ln w="0">
            <a:noFill/>
            <a:prstDash val="solid"/>
          </a:ln>
        </p:spPr>
      </p:sp>
      <p:sp>
        <p:nvSpPr>
          <p:cNvPr id="933" name="02_predicted_pose_4232">
            <a:extLst>
              <a:ext uri="{FF2B5EF4-FFF2-40B4-BE49-F238E27FC236}">
                <a16:creationId xmlns:a16="http://schemas.microsoft.com/office/drawing/2014/main" id="{BAEB4A64-C2A2-4198-9738-E44AA44951DA}"/>
              </a:ext>
            </a:extLst>
          </p:cNvPr>
          <p:cNvSpPr>
            <a:spLocks noGrp="1"/>
          </p:cNvSpPr>
          <p:nvPr/>
        </p:nvSpPr>
        <p:spPr>
          <a:xfrm>
            <a:off x="5780100" y="3481885"/>
            <a:ext cx="28398" cy="28398"/>
          </a:xfrm>
          <a:prstGeom prst="ellipse">
            <a:avLst/>
          </a:prstGeom>
          <a:solidFill>
            <a:srgbClr val="B57442">
              <a:alpha val="30000"/>
            </a:srgbClr>
          </a:solidFill>
          <a:ln w="0">
            <a:noFill/>
            <a:prstDash val="solid"/>
          </a:ln>
        </p:spPr>
      </p:sp>
      <p:sp>
        <p:nvSpPr>
          <p:cNvPr id="934" name="02_predicted_pose_4233">
            <a:extLst>
              <a:ext uri="{FF2B5EF4-FFF2-40B4-BE49-F238E27FC236}">
                <a16:creationId xmlns:a16="http://schemas.microsoft.com/office/drawing/2014/main" id="{1C519C4E-9F80-4C73-8493-799B06BF6762}"/>
              </a:ext>
            </a:extLst>
          </p:cNvPr>
          <p:cNvSpPr>
            <a:spLocks noGrp="1"/>
          </p:cNvSpPr>
          <p:nvPr/>
        </p:nvSpPr>
        <p:spPr>
          <a:xfrm>
            <a:off x="5529626" y="3250503"/>
            <a:ext cx="28398" cy="28398"/>
          </a:xfrm>
          <a:prstGeom prst="ellipse">
            <a:avLst/>
          </a:prstGeom>
          <a:solidFill>
            <a:srgbClr val="B57442">
              <a:alpha val="30000"/>
            </a:srgbClr>
          </a:solidFill>
          <a:ln w="0">
            <a:noFill/>
            <a:prstDash val="solid"/>
          </a:ln>
        </p:spPr>
      </p:sp>
      <p:sp>
        <p:nvSpPr>
          <p:cNvPr id="935" name="02_predicted_pose_4234">
            <a:extLst>
              <a:ext uri="{FF2B5EF4-FFF2-40B4-BE49-F238E27FC236}">
                <a16:creationId xmlns:a16="http://schemas.microsoft.com/office/drawing/2014/main" id="{0B05EE66-46B8-43B5-BBE9-413FDB69DBB0}"/>
              </a:ext>
            </a:extLst>
          </p:cNvPr>
          <p:cNvSpPr>
            <a:spLocks noGrp="1"/>
          </p:cNvSpPr>
          <p:nvPr/>
        </p:nvSpPr>
        <p:spPr>
          <a:xfrm>
            <a:off x="5808696" y="3488182"/>
            <a:ext cx="28398" cy="28398"/>
          </a:xfrm>
          <a:prstGeom prst="ellipse">
            <a:avLst/>
          </a:prstGeom>
          <a:solidFill>
            <a:srgbClr val="B57442">
              <a:alpha val="30000"/>
            </a:srgbClr>
          </a:solidFill>
          <a:ln w="0">
            <a:noFill/>
            <a:prstDash val="solid"/>
          </a:ln>
        </p:spPr>
      </p:sp>
      <p:sp>
        <p:nvSpPr>
          <p:cNvPr id="936" name="02_predicted_pose_4235">
            <a:extLst>
              <a:ext uri="{FF2B5EF4-FFF2-40B4-BE49-F238E27FC236}">
                <a16:creationId xmlns:a16="http://schemas.microsoft.com/office/drawing/2014/main" id="{A9B250CB-AD8C-4546-9591-6B200AD94D6C}"/>
              </a:ext>
            </a:extLst>
          </p:cNvPr>
          <p:cNvSpPr>
            <a:spLocks noGrp="1"/>
          </p:cNvSpPr>
          <p:nvPr/>
        </p:nvSpPr>
        <p:spPr>
          <a:xfrm>
            <a:off x="5651245" y="3379184"/>
            <a:ext cx="28398" cy="28398"/>
          </a:xfrm>
          <a:prstGeom prst="ellipse">
            <a:avLst/>
          </a:prstGeom>
          <a:solidFill>
            <a:srgbClr val="B57442">
              <a:alpha val="30000"/>
            </a:srgbClr>
          </a:solidFill>
          <a:ln w="0">
            <a:noFill/>
            <a:prstDash val="solid"/>
          </a:ln>
        </p:spPr>
      </p:sp>
      <p:sp>
        <p:nvSpPr>
          <p:cNvPr id="937" name="02_predicted_pose_4236">
            <a:extLst>
              <a:ext uri="{FF2B5EF4-FFF2-40B4-BE49-F238E27FC236}">
                <a16:creationId xmlns:a16="http://schemas.microsoft.com/office/drawing/2014/main" id="{6B225931-C89E-462C-B9DE-DC4ADE0C1049}"/>
              </a:ext>
            </a:extLst>
          </p:cNvPr>
          <p:cNvSpPr>
            <a:spLocks noGrp="1"/>
          </p:cNvSpPr>
          <p:nvPr/>
        </p:nvSpPr>
        <p:spPr>
          <a:xfrm>
            <a:off x="5744269" y="3343219"/>
            <a:ext cx="28398" cy="28398"/>
          </a:xfrm>
          <a:prstGeom prst="ellipse">
            <a:avLst/>
          </a:prstGeom>
          <a:solidFill>
            <a:srgbClr val="B57442">
              <a:alpha val="30000"/>
            </a:srgbClr>
          </a:solidFill>
          <a:ln w="0">
            <a:noFill/>
            <a:prstDash val="solid"/>
          </a:ln>
        </p:spPr>
      </p:sp>
      <p:sp>
        <p:nvSpPr>
          <p:cNvPr id="938" name="02_predicted_pose_4237">
            <a:extLst>
              <a:ext uri="{FF2B5EF4-FFF2-40B4-BE49-F238E27FC236}">
                <a16:creationId xmlns:a16="http://schemas.microsoft.com/office/drawing/2014/main" id="{3CAC6F26-3C08-496C-BE0F-E7686D4B41A1}"/>
              </a:ext>
            </a:extLst>
          </p:cNvPr>
          <p:cNvSpPr>
            <a:spLocks noGrp="1"/>
          </p:cNvSpPr>
          <p:nvPr/>
        </p:nvSpPr>
        <p:spPr>
          <a:xfrm>
            <a:off x="5489316" y="3431613"/>
            <a:ext cx="28398" cy="28398"/>
          </a:xfrm>
          <a:prstGeom prst="ellipse">
            <a:avLst/>
          </a:prstGeom>
          <a:solidFill>
            <a:srgbClr val="B57442">
              <a:alpha val="30000"/>
            </a:srgbClr>
          </a:solidFill>
          <a:ln w="0">
            <a:noFill/>
            <a:prstDash val="solid"/>
          </a:ln>
        </p:spPr>
      </p:sp>
      <p:sp>
        <p:nvSpPr>
          <p:cNvPr id="939" name="02_predicted_pose_4238">
            <a:extLst>
              <a:ext uri="{FF2B5EF4-FFF2-40B4-BE49-F238E27FC236}">
                <a16:creationId xmlns:a16="http://schemas.microsoft.com/office/drawing/2014/main" id="{7EF00E90-47C5-4478-9E76-0D67D6B63BFC}"/>
              </a:ext>
            </a:extLst>
          </p:cNvPr>
          <p:cNvSpPr>
            <a:spLocks noGrp="1"/>
          </p:cNvSpPr>
          <p:nvPr/>
        </p:nvSpPr>
        <p:spPr>
          <a:xfrm>
            <a:off x="5503097" y="3519829"/>
            <a:ext cx="28398" cy="28398"/>
          </a:xfrm>
          <a:prstGeom prst="ellipse">
            <a:avLst/>
          </a:prstGeom>
          <a:solidFill>
            <a:srgbClr val="B57442">
              <a:alpha val="30000"/>
            </a:srgbClr>
          </a:solidFill>
          <a:ln w="0">
            <a:noFill/>
            <a:prstDash val="solid"/>
          </a:ln>
        </p:spPr>
      </p:sp>
      <p:sp>
        <p:nvSpPr>
          <p:cNvPr id="940" name="02_predicted_pose_4239">
            <a:extLst>
              <a:ext uri="{FF2B5EF4-FFF2-40B4-BE49-F238E27FC236}">
                <a16:creationId xmlns:a16="http://schemas.microsoft.com/office/drawing/2014/main" id="{1C0BA1B3-3A24-491A-AF99-082012CA74BE}"/>
              </a:ext>
            </a:extLst>
          </p:cNvPr>
          <p:cNvSpPr>
            <a:spLocks noGrp="1"/>
          </p:cNvSpPr>
          <p:nvPr/>
        </p:nvSpPr>
        <p:spPr>
          <a:xfrm>
            <a:off x="5516878" y="3417447"/>
            <a:ext cx="28398" cy="28398"/>
          </a:xfrm>
          <a:prstGeom prst="ellipse">
            <a:avLst/>
          </a:prstGeom>
          <a:solidFill>
            <a:srgbClr val="B57442">
              <a:alpha val="30000"/>
            </a:srgbClr>
          </a:solidFill>
          <a:ln w="0">
            <a:noFill/>
            <a:prstDash val="solid"/>
          </a:ln>
        </p:spPr>
      </p:sp>
      <p:sp>
        <p:nvSpPr>
          <p:cNvPr id="941" name="02_predicted_pose_4240">
            <a:extLst>
              <a:ext uri="{FF2B5EF4-FFF2-40B4-BE49-F238E27FC236}">
                <a16:creationId xmlns:a16="http://schemas.microsoft.com/office/drawing/2014/main" id="{225B94FB-47A4-4C7F-A318-FDFAC89B1258}"/>
              </a:ext>
            </a:extLst>
          </p:cNvPr>
          <p:cNvSpPr>
            <a:spLocks noGrp="1"/>
          </p:cNvSpPr>
          <p:nvPr/>
        </p:nvSpPr>
        <p:spPr>
          <a:xfrm>
            <a:off x="5530660" y="3311357"/>
            <a:ext cx="28398" cy="28398"/>
          </a:xfrm>
          <a:prstGeom prst="ellipse">
            <a:avLst/>
          </a:prstGeom>
          <a:solidFill>
            <a:srgbClr val="B57442">
              <a:alpha val="30000"/>
            </a:srgbClr>
          </a:solidFill>
          <a:ln w="0">
            <a:noFill/>
            <a:prstDash val="solid"/>
          </a:ln>
        </p:spPr>
      </p:sp>
      <p:sp>
        <p:nvSpPr>
          <p:cNvPr id="942" name="02_predicted_pose_4241">
            <a:extLst>
              <a:ext uri="{FF2B5EF4-FFF2-40B4-BE49-F238E27FC236}">
                <a16:creationId xmlns:a16="http://schemas.microsoft.com/office/drawing/2014/main" id="{BEEE4C57-6513-4A88-8511-3FBECD901227}"/>
              </a:ext>
            </a:extLst>
          </p:cNvPr>
          <p:cNvSpPr>
            <a:spLocks noGrp="1"/>
          </p:cNvSpPr>
          <p:nvPr/>
        </p:nvSpPr>
        <p:spPr>
          <a:xfrm>
            <a:off x="5486215" y="3300478"/>
            <a:ext cx="28398" cy="28398"/>
          </a:xfrm>
          <a:prstGeom prst="ellipse">
            <a:avLst/>
          </a:prstGeom>
          <a:solidFill>
            <a:srgbClr val="B57442">
              <a:alpha val="30000"/>
            </a:srgbClr>
          </a:solidFill>
          <a:ln w="0">
            <a:noFill/>
            <a:prstDash val="solid"/>
          </a:ln>
        </p:spPr>
      </p:sp>
      <p:sp>
        <p:nvSpPr>
          <p:cNvPr id="943" name="02_predicted_pose_4242">
            <a:extLst>
              <a:ext uri="{FF2B5EF4-FFF2-40B4-BE49-F238E27FC236}">
                <a16:creationId xmlns:a16="http://schemas.microsoft.com/office/drawing/2014/main" id="{3540D73E-DE13-45BF-A953-81F39C5FCE6C}"/>
              </a:ext>
            </a:extLst>
          </p:cNvPr>
          <p:cNvSpPr>
            <a:spLocks noGrp="1"/>
          </p:cNvSpPr>
          <p:nvPr/>
        </p:nvSpPr>
        <p:spPr>
          <a:xfrm>
            <a:off x="5513778" y="3443083"/>
            <a:ext cx="28398" cy="28398"/>
          </a:xfrm>
          <a:prstGeom prst="ellipse">
            <a:avLst/>
          </a:prstGeom>
          <a:solidFill>
            <a:srgbClr val="B57442">
              <a:alpha val="30000"/>
            </a:srgbClr>
          </a:solidFill>
          <a:ln w="0">
            <a:noFill/>
            <a:prstDash val="solid"/>
          </a:ln>
        </p:spPr>
      </p:sp>
      <p:sp>
        <p:nvSpPr>
          <p:cNvPr id="944" name="02_predicted_pose_4243">
            <a:extLst>
              <a:ext uri="{FF2B5EF4-FFF2-40B4-BE49-F238E27FC236}">
                <a16:creationId xmlns:a16="http://schemas.microsoft.com/office/drawing/2014/main" id="{BAF7A624-73A0-473C-86C9-89B69D651076}"/>
              </a:ext>
            </a:extLst>
          </p:cNvPr>
          <p:cNvSpPr>
            <a:spLocks noGrp="1"/>
          </p:cNvSpPr>
          <p:nvPr/>
        </p:nvSpPr>
        <p:spPr>
          <a:xfrm>
            <a:off x="5598188" y="3281078"/>
            <a:ext cx="28398" cy="28398"/>
          </a:xfrm>
          <a:prstGeom prst="ellipse">
            <a:avLst/>
          </a:prstGeom>
          <a:solidFill>
            <a:srgbClr val="B57442">
              <a:alpha val="30000"/>
            </a:srgbClr>
          </a:solidFill>
          <a:ln w="0">
            <a:noFill/>
            <a:prstDash val="solid"/>
          </a:ln>
        </p:spPr>
      </p:sp>
      <p:sp>
        <p:nvSpPr>
          <p:cNvPr id="945" name="02_predicted_pose_4244">
            <a:extLst>
              <a:ext uri="{FF2B5EF4-FFF2-40B4-BE49-F238E27FC236}">
                <a16:creationId xmlns:a16="http://schemas.microsoft.com/office/drawing/2014/main" id="{DFFC34FE-EB25-4DD7-A568-0A9BFEAF8941}"/>
              </a:ext>
            </a:extLst>
          </p:cNvPr>
          <p:cNvSpPr>
            <a:spLocks noGrp="1"/>
          </p:cNvSpPr>
          <p:nvPr/>
        </p:nvSpPr>
        <p:spPr>
          <a:xfrm>
            <a:off x="5546164" y="3391596"/>
            <a:ext cx="28398" cy="28398"/>
          </a:xfrm>
          <a:prstGeom prst="ellipse">
            <a:avLst/>
          </a:prstGeom>
          <a:solidFill>
            <a:srgbClr val="B57442">
              <a:alpha val="30000"/>
            </a:srgbClr>
          </a:solidFill>
          <a:ln w="0">
            <a:noFill/>
            <a:prstDash val="solid"/>
          </a:ln>
        </p:spPr>
      </p:sp>
      <p:sp>
        <p:nvSpPr>
          <p:cNvPr id="946" name="02_predicted_pose_4245">
            <a:extLst>
              <a:ext uri="{FF2B5EF4-FFF2-40B4-BE49-F238E27FC236}">
                <a16:creationId xmlns:a16="http://schemas.microsoft.com/office/drawing/2014/main" id="{18B69B03-F5A3-49E5-96BD-E62EC147DC74}"/>
              </a:ext>
            </a:extLst>
          </p:cNvPr>
          <p:cNvSpPr>
            <a:spLocks noGrp="1"/>
          </p:cNvSpPr>
          <p:nvPr/>
        </p:nvSpPr>
        <p:spPr>
          <a:xfrm>
            <a:off x="5559945" y="3782575"/>
            <a:ext cx="28398" cy="28398"/>
          </a:xfrm>
          <a:prstGeom prst="ellipse">
            <a:avLst/>
          </a:prstGeom>
          <a:solidFill>
            <a:srgbClr val="B57442">
              <a:alpha val="30000"/>
            </a:srgbClr>
          </a:solidFill>
          <a:ln w="0">
            <a:noFill/>
            <a:prstDash val="solid"/>
          </a:ln>
        </p:spPr>
      </p:sp>
      <p:sp>
        <p:nvSpPr>
          <p:cNvPr id="947" name="02_predicted_pose_4246">
            <a:extLst>
              <a:ext uri="{FF2B5EF4-FFF2-40B4-BE49-F238E27FC236}">
                <a16:creationId xmlns:a16="http://schemas.microsoft.com/office/drawing/2014/main" id="{B002568F-E175-48F8-AE78-27A114B323D6}"/>
              </a:ext>
            </a:extLst>
          </p:cNvPr>
          <p:cNvSpPr>
            <a:spLocks noGrp="1"/>
          </p:cNvSpPr>
          <p:nvPr/>
        </p:nvSpPr>
        <p:spPr>
          <a:xfrm>
            <a:off x="5573726" y="3487045"/>
            <a:ext cx="28398" cy="28398"/>
          </a:xfrm>
          <a:prstGeom prst="ellipse">
            <a:avLst/>
          </a:prstGeom>
          <a:solidFill>
            <a:srgbClr val="B57442">
              <a:alpha val="30000"/>
            </a:srgbClr>
          </a:solidFill>
          <a:ln w="0">
            <a:noFill/>
            <a:prstDash val="solid"/>
          </a:ln>
        </p:spPr>
      </p:sp>
      <p:sp>
        <p:nvSpPr>
          <p:cNvPr id="948" name="02_predicted_pose_4247">
            <a:extLst>
              <a:ext uri="{FF2B5EF4-FFF2-40B4-BE49-F238E27FC236}">
                <a16:creationId xmlns:a16="http://schemas.microsoft.com/office/drawing/2014/main" id="{60165D03-DFA5-4976-98BE-B7107B346998}"/>
              </a:ext>
            </a:extLst>
          </p:cNvPr>
          <p:cNvSpPr>
            <a:spLocks noGrp="1"/>
          </p:cNvSpPr>
          <p:nvPr/>
        </p:nvSpPr>
        <p:spPr>
          <a:xfrm>
            <a:off x="5525147" y="3215640"/>
            <a:ext cx="28398" cy="28398"/>
          </a:xfrm>
          <a:prstGeom prst="ellipse">
            <a:avLst/>
          </a:prstGeom>
          <a:solidFill>
            <a:srgbClr val="B57442">
              <a:alpha val="30000"/>
            </a:srgbClr>
          </a:solidFill>
          <a:ln w="0">
            <a:noFill/>
            <a:prstDash val="solid"/>
          </a:ln>
        </p:spPr>
      </p:sp>
      <p:sp>
        <p:nvSpPr>
          <p:cNvPr id="949" name="02_predicted_pose_4248">
            <a:extLst>
              <a:ext uri="{FF2B5EF4-FFF2-40B4-BE49-F238E27FC236}">
                <a16:creationId xmlns:a16="http://schemas.microsoft.com/office/drawing/2014/main" id="{503E3887-9ADC-4679-88C2-5F2A5B21C65C}"/>
              </a:ext>
            </a:extLst>
          </p:cNvPr>
          <p:cNvSpPr>
            <a:spLocks noGrp="1"/>
          </p:cNvSpPr>
          <p:nvPr/>
        </p:nvSpPr>
        <p:spPr>
          <a:xfrm>
            <a:off x="5538928" y="3243934"/>
            <a:ext cx="28398" cy="28398"/>
          </a:xfrm>
          <a:prstGeom prst="ellipse">
            <a:avLst/>
          </a:prstGeom>
          <a:solidFill>
            <a:srgbClr val="B57442">
              <a:alpha val="30000"/>
            </a:srgbClr>
          </a:solidFill>
          <a:ln w="0">
            <a:noFill/>
            <a:prstDash val="solid"/>
          </a:ln>
        </p:spPr>
      </p:sp>
      <p:sp>
        <p:nvSpPr>
          <p:cNvPr id="950" name="02_predicted_pose_4249">
            <a:extLst>
              <a:ext uri="{FF2B5EF4-FFF2-40B4-BE49-F238E27FC236}">
                <a16:creationId xmlns:a16="http://schemas.microsoft.com/office/drawing/2014/main" id="{1214F129-D43A-4281-BC0F-242577AECB6E}"/>
              </a:ext>
            </a:extLst>
          </p:cNvPr>
          <p:cNvSpPr>
            <a:spLocks noGrp="1"/>
          </p:cNvSpPr>
          <p:nvPr/>
        </p:nvSpPr>
        <p:spPr>
          <a:xfrm>
            <a:off x="5552710" y="3198265"/>
            <a:ext cx="28398" cy="28398"/>
          </a:xfrm>
          <a:prstGeom prst="ellipse">
            <a:avLst/>
          </a:prstGeom>
          <a:solidFill>
            <a:srgbClr val="B57442">
              <a:alpha val="30000"/>
            </a:srgbClr>
          </a:solidFill>
          <a:ln w="0">
            <a:noFill/>
            <a:prstDash val="solid"/>
          </a:ln>
        </p:spPr>
      </p:sp>
      <p:sp>
        <p:nvSpPr>
          <p:cNvPr id="951" name="02_predicted_pose_4250">
            <a:extLst>
              <a:ext uri="{FF2B5EF4-FFF2-40B4-BE49-F238E27FC236}">
                <a16:creationId xmlns:a16="http://schemas.microsoft.com/office/drawing/2014/main" id="{F6C86215-EDCC-415E-A220-C883FAF7B593}"/>
              </a:ext>
            </a:extLst>
          </p:cNvPr>
          <p:cNvSpPr>
            <a:spLocks noGrp="1"/>
          </p:cNvSpPr>
          <p:nvPr/>
        </p:nvSpPr>
        <p:spPr>
          <a:xfrm>
            <a:off x="5572003" y="2929125"/>
            <a:ext cx="28398" cy="28398"/>
          </a:xfrm>
          <a:prstGeom prst="ellipse">
            <a:avLst/>
          </a:prstGeom>
          <a:solidFill>
            <a:srgbClr val="B57442">
              <a:alpha val="30000"/>
            </a:srgbClr>
          </a:solidFill>
          <a:ln w="0">
            <a:noFill/>
            <a:prstDash val="solid"/>
          </a:ln>
        </p:spPr>
      </p:sp>
      <p:sp>
        <p:nvSpPr>
          <p:cNvPr id="952" name="02_predicted_pose_4251">
            <a:extLst>
              <a:ext uri="{FF2B5EF4-FFF2-40B4-BE49-F238E27FC236}">
                <a16:creationId xmlns:a16="http://schemas.microsoft.com/office/drawing/2014/main" id="{CC196618-A468-4B91-8B8D-203DDA17DE94}"/>
              </a:ext>
            </a:extLst>
          </p:cNvPr>
          <p:cNvSpPr>
            <a:spLocks noGrp="1"/>
          </p:cNvSpPr>
          <p:nvPr/>
        </p:nvSpPr>
        <p:spPr>
          <a:xfrm>
            <a:off x="5613347" y="3247156"/>
            <a:ext cx="28398" cy="28398"/>
          </a:xfrm>
          <a:prstGeom prst="ellipse">
            <a:avLst/>
          </a:prstGeom>
          <a:solidFill>
            <a:srgbClr val="B57442">
              <a:alpha val="30000"/>
            </a:srgbClr>
          </a:solidFill>
          <a:ln w="0">
            <a:noFill/>
            <a:prstDash val="solid"/>
          </a:ln>
        </p:spPr>
      </p:sp>
      <p:sp>
        <p:nvSpPr>
          <p:cNvPr id="953" name="02_predicted_pose_4252">
            <a:extLst>
              <a:ext uri="{FF2B5EF4-FFF2-40B4-BE49-F238E27FC236}">
                <a16:creationId xmlns:a16="http://schemas.microsoft.com/office/drawing/2014/main" id="{3D41A514-3E18-4B61-B7CD-6463DCF370E9}"/>
              </a:ext>
            </a:extLst>
          </p:cNvPr>
          <p:cNvSpPr>
            <a:spLocks noGrp="1"/>
          </p:cNvSpPr>
          <p:nvPr/>
        </p:nvSpPr>
        <p:spPr>
          <a:xfrm>
            <a:off x="5585440" y="3130453"/>
            <a:ext cx="28398" cy="28398"/>
          </a:xfrm>
          <a:prstGeom prst="ellipse">
            <a:avLst/>
          </a:prstGeom>
          <a:solidFill>
            <a:srgbClr val="B57442">
              <a:alpha val="30000"/>
            </a:srgbClr>
          </a:solidFill>
          <a:ln w="0">
            <a:noFill/>
            <a:prstDash val="solid"/>
          </a:ln>
        </p:spPr>
      </p:sp>
      <p:sp>
        <p:nvSpPr>
          <p:cNvPr id="954" name="02_predicted_pose_4253">
            <a:extLst>
              <a:ext uri="{FF2B5EF4-FFF2-40B4-BE49-F238E27FC236}">
                <a16:creationId xmlns:a16="http://schemas.microsoft.com/office/drawing/2014/main" id="{C329584E-7959-4099-849A-986149891A40}"/>
              </a:ext>
            </a:extLst>
          </p:cNvPr>
          <p:cNvSpPr>
            <a:spLocks noGrp="1"/>
          </p:cNvSpPr>
          <p:nvPr/>
        </p:nvSpPr>
        <p:spPr>
          <a:xfrm>
            <a:off x="5678463" y="2962865"/>
            <a:ext cx="28398" cy="28398"/>
          </a:xfrm>
          <a:prstGeom prst="ellipse">
            <a:avLst/>
          </a:prstGeom>
          <a:solidFill>
            <a:srgbClr val="B57442">
              <a:alpha val="30000"/>
            </a:srgbClr>
          </a:solidFill>
          <a:ln w="0">
            <a:noFill/>
            <a:prstDash val="solid"/>
          </a:ln>
        </p:spPr>
      </p:sp>
      <p:sp>
        <p:nvSpPr>
          <p:cNvPr id="955" name="02_predicted_pose_4254">
            <a:extLst>
              <a:ext uri="{FF2B5EF4-FFF2-40B4-BE49-F238E27FC236}">
                <a16:creationId xmlns:a16="http://schemas.microsoft.com/office/drawing/2014/main" id="{51D64FDC-C16A-49F1-B627-FA40D3D3EA78}"/>
              </a:ext>
            </a:extLst>
          </p:cNvPr>
          <p:cNvSpPr>
            <a:spLocks noGrp="1"/>
          </p:cNvSpPr>
          <p:nvPr/>
        </p:nvSpPr>
        <p:spPr>
          <a:xfrm>
            <a:off x="5800083" y="3146555"/>
            <a:ext cx="28398" cy="28398"/>
          </a:xfrm>
          <a:prstGeom prst="ellipse">
            <a:avLst/>
          </a:prstGeom>
          <a:solidFill>
            <a:srgbClr val="B57442">
              <a:alpha val="30000"/>
            </a:srgbClr>
          </a:solidFill>
          <a:ln w="0">
            <a:noFill/>
            <a:prstDash val="solid"/>
          </a:ln>
        </p:spPr>
      </p:sp>
      <p:sp>
        <p:nvSpPr>
          <p:cNvPr id="956" name="02_predicted_pose_4255">
            <a:extLst>
              <a:ext uri="{FF2B5EF4-FFF2-40B4-BE49-F238E27FC236}">
                <a16:creationId xmlns:a16="http://schemas.microsoft.com/office/drawing/2014/main" id="{7759884C-4729-48A9-B871-D9B35A17F6BA}"/>
              </a:ext>
            </a:extLst>
          </p:cNvPr>
          <p:cNvSpPr>
            <a:spLocks noGrp="1"/>
          </p:cNvSpPr>
          <p:nvPr/>
        </p:nvSpPr>
        <p:spPr>
          <a:xfrm>
            <a:off x="5549609" y="2909185"/>
            <a:ext cx="28398" cy="28398"/>
          </a:xfrm>
          <a:prstGeom prst="ellipse">
            <a:avLst/>
          </a:prstGeom>
          <a:solidFill>
            <a:srgbClr val="B57442">
              <a:alpha val="30000"/>
            </a:srgbClr>
          </a:solidFill>
          <a:ln w="0">
            <a:noFill/>
            <a:prstDash val="solid"/>
          </a:ln>
        </p:spPr>
      </p:sp>
      <p:sp>
        <p:nvSpPr>
          <p:cNvPr id="957" name="02_predicted_pose_4256">
            <a:extLst>
              <a:ext uri="{FF2B5EF4-FFF2-40B4-BE49-F238E27FC236}">
                <a16:creationId xmlns:a16="http://schemas.microsoft.com/office/drawing/2014/main" id="{895E772C-EA3A-4EFA-9C18-B562F47791C0}"/>
              </a:ext>
            </a:extLst>
          </p:cNvPr>
          <p:cNvSpPr>
            <a:spLocks noGrp="1"/>
          </p:cNvSpPr>
          <p:nvPr/>
        </p:nvSpPr>
        <p:spPr>
          <a:xfrm>
            <a:off x="5696724" y="3375981"/>
            <a:ext cx="28398" cy="28398"/>
          </a:xfrm>
          <a:prstGeom prst="ellipse">
            <a:avLst/>
          </a:prstGeom>
          <a:solidFill>
            <a:srgbClr val="B57442">
              <a:alpha val="30000"/>
            </a:srgbClr>
          </a:solidFill>
          <a:ln w="0">
            <a:noFill/>
            <a:prstDash val="solid"/>
          </a:ln>
        </p:spPr>
      </p:sp>
      <p:sp>
        <p:nvSpPr>
          <p:cNvPr id="958" name="02_predicted_pose_4257">
            <a:extLst>
              <a:ext uri="{FF2B5EF4-FFF2-40B4-BE49-F238E27FC236}">
                <a16:creationId xmlns:a16="http://schemas.microsoft.com/office/drawing/2014/main" id="{9AF20289-02DF-4B38-A7A8-6006FAF54278}"/>
              </a:ext>
            </a:extLst>
          </p:cNvPr>
          <p:cNvSpPr>
            <a:spLocks noGrp="1"/>
          </p:cNvSpPr>
          <p:nvPr/>
        </p:nvSpPr>
        <p:spPr>
          <a:xfrm>
            <a:off x="5710505" y="3441326"/>
            <a:ext cx="28398" cy="28398"/>
          </a:xfrm>
          <a:prstGeom prst="ellipse">
            <a:avLst/>
          </a:prstGeom>
          <a:solidFill>
            <a:srgbClr val="B57442">
              <a:alpha val="30000"/>
            </a:srgbClr>
          </a:solidFill>
          <a:ln w="0">
            <a:noFill/>
            <a:prstDash val="solid"/>
          </a:ln>
        </p:spPr>
      </p:sp>
      <p:sp>
        <p:nvSpPr>
          <p:cNvPr id="959" name="02_predicted_pose_4258">
            <a:extLst>
              <a:ext uri="{FF2B5EF4-FFF2-40B4-BE49-F238E27FC236}">
                <a16:creationId xmlns:a16="http://schemas.microsoft.com/office/drawing/2014/main" id="{AF5BE3A9-9F8F-4642-80A3-541F8BB69A32}"/>
              </a:ext>
            </a:extLst>
          </p:cNvPr>
          <p:cNvSpPr>
            <a:spLocks noGrp="1"/>
          </p:cNvSpPr>
          <p:nvPr/>
        </p:nvSpPr>
        <p:spPr>
          <a:xfrm>
            <a:off x="5670884" y="3115548"/>
            <a:ext cx="28398" cy="28398"/>
          </a:xfrm>
          <a:prstGeom prst="ellipse">
            <a:avLst/>
          </a:prstGeom>
          <a:solidFill>
            <a:srgbClr val="B57442">
              <a:alpha val="30000"/>
            </a:srgbClr>
          </a:solidFill>
          <a:ln w="0">
            <a:noFill/>
            <a:prstDash val="solid"/>
          </a:ln>
        </p:spPr>
      </p:sp>
      <p:sp>
        <p:nvSpPr>
          <p:cNvPr id="960" name="02_predicted_pose_4259">
            <a:extLst>
              <a:ext uri="{FF2B5EF4-FFF2-40B4-BE49-F238E27FC236}">
                <a16:creationId xmlns:a16="http://schemas.microsoft.com/office/drawing/2014/main" id="{C9BD2374-BD56-4403-AB09-44DF15162F41}"/>
              </a:ext>
            </a:extLst>
          </p:cNvPr>
          <p:cNvSpPr>
            <a:spLocks noGrp="1"/>
          </p:cNvSpPr>
          <p:nvPr/>
        </p:nvSpPr>
        <p:spPr>
          <a:xfrm>
            <a:off x="5684665" y="3273337"/>
            <a:ext cx="28398" cy="28398"/>
          </a:xfrm>
          <a:prstGeom prst="ellipse">
            <a:avLst/>
          </a:prstGeom>
          <a:solidFill>
            <a:srgbClr val="B57442">
              <a:alpha val="30000"/>
            </a:srgbClr>
          </a:solidFill>
          <a:ln w="0">
            <a:noFill/>
            <a:prstDash val="solid"/>
          </a:ln>
        </p:spPr>
      </p:sp>
      <p:sp>
        <p:nvSpPr>
          <p:cNvPr id="961" name="02_predicted_pose_4260">
            <a:extLst>
              <a:ext uri="{FF2B5EF4-FFF2-40B4-BE49-F238E27FC236}">
                <a16:creationId xmlns:a16="http://schemas.microsoft.com/office/drawing/2014/main" id="{2ECC2499-06DE-4020-9E7A-23D084117F54}"/>
              </a:ext>
            </a:extLst>
          </p:cNvPr>
          <p:cNvSpPr>
            <a:spLocks noGrp="1"/>
          </p:cNvSpPr>
          <p:nvPr/>
        </p:nvSpPr>
        <p:spPr>
          <a:xfrm>
            <a:off x="5698446" y="3265274"/>
            <a:ext cx="28398" cy="28398"/>
          </a:xfrm>
          <a:prstGeom prst="ellipse">
            <a:avLst/>
          </a:prstGeom>
          <a:solidFill>
            <a:srgbClr val="B57442">
              <a:alpha val="30000"/>
            </a:srgbClr>
          </a:solidFill>
          <a:ln w="0">
            <a:noFill/>
            <a:prstDash val="solid"/>
          </a:ln>
        </p:spPr>
      </p:sp>
      <p:sp>
        <p:nvSpPr>
          <p:cNvPr id="962" name="02_predicted_pose_4261">
            <a:extLst>
              <a:ext uri="{FF2B5EF4-FFF2-40B4-BE49-F238E27FC236}">
                <a16:creationId xmlns:a16="http://schemas.microsoft.com/office/drawing/2014/main" id="{EAD9AEA5-1A21-4F85-B811-4F4F396FB634}"/>
              </a:ext>
            </a:extLst>
          </p:cNvPr>
          <p:cNvSpPr>
            <a:spLocks noGrp="1"/>
          </p:cNvSpPr>
          <p:nvPr/>
        </p:nvSpPr>
        <p:spPr>
          <a:xfrm>
            <a:off x="5726009" y="3318853"/>
            <a:ext cx="28398" cy="28398"/>
          </a:xfrm>
          <a:prstGeom prst="ellipse">
            <a:avLst/>
          </a:prstGeom>
          <a:solidFill>
            <a:srgbClr val="B57442">
              <a:alpha val="30000"/>
            </a:srgbClr>
          </a:solidFill>
          <a:ln w="0">
            <a:noFill/>
            <a:prstDash val="solid"/>
          </a:ln>
        </p:spPr>
      </p:sp>
      <p:sp>
        <p:nvSpPr>
          <p:cNvPr id="963" name="02_predicted_pose_4262">
            <a:extLst>
              <a:ext uri="{FF2B5EF4-FFF2-40B4-BE49-F238E27FC236}">
                <a16:creationId xmlns:a16="http://schemas.microsoft.com/office/drawing/2014/main" id="{3BED2A15-5F70-41B7-959E-CBBFA56F052A}"/>
              </a:ext>
            </a:extLst>
          </p:cNvPr>
          <p:cNvSpPr>
            <a:spLocks noGrp="1"/>
          </p:cNvSpPr>
          <p:nvPr/>
        </p:nvSpPr>
        <p:spPr>
          <a:xfrm>
            <a:off x="5739790" y="3341003"/>
            <a:ext cx="28398" cy="28398"/>
          </a:xfrm>
          <a:prstGeom prst="ellipse">
            <a:avLst/>
          </a:prstGeom>
          <a:solidFill>
            <a:srgbClr val="B57442">
              <a:alpha val="30000"/>
            </a:srgbClr>
          </a:solidFill>
          <a:ln w="0">
            <a:noFill/>
            <a:prstDash val="solid"/>
          </a:ln>
        </p:spPr>
      </p:sp>
      <p:sp>
        <p:nvSpPr>
          <p:cNvPr id="964" name="02_predicted_pose_4263">
            <a:extLst>
              <a:ext uri="{FF2B5EF4-FFF2-40B4-BE49-F238E27FC236}">
                <a16:creationId xmlns:a16="http://schemas.microsoft.com/office/drawing/2014/main" id="{D88EB959-C774-4AF4-AB39-FD84A55C95BF}"/>
              </a:ext>
            </a:extLst>
          </p:cNvPr>
          <p:cNvSpPr>
            <a:spLocks noGrp="1"/>
          </p:cNvSpPr>
          <p:nvPr/>
        </p:nvSpPr>
        <p:spPr>
          <a:xfrm>
            <a:off x="5553399" y="3371785"/>
            <a:ext cx="28398" cy="28398"/>
          </a:xfrm>
          <a:prstGeom prst="ellipse">
            <a:avLst/>
          </a:prstGeom>
          <a:solidFill>
            <a:srgbClr val="B57442">
              <a:alpha val="30000"/>
            </a:srgbClr>
          </a:solidFill>
          <a:ln w="0">
            <a:noFill/>
            <a:prstDash val="solid"/>
          </a:ln>
        </p:spPr>
      </p:sp>
      <p:sp>
        <p:nvSpPr>
          <p:cNvPr id="965" name="02_predicted_pose_4264">
            <a:extLst>
              <a:ext uri="{FF2B5EF4-FFF2-40B4-BE49-F238E27FC236}">
                <a16:creationId xmlns:a16="http://schemas.microsoft.com/office/drawing/2014/main" id="{DAC1D065-5C0C-4BCF-8296-E95F805EC77D}"/>
              </a:ext>
            </a:extLst>
          </p:cNvPr>
          <p:cNvSpPr>
            <a:spLocks noGrp="1"/>
          </p:cNvSpPr>
          <p:nvPr/>
        </p:nvSpPr>
        <p:spPr>
          <a:xfrm>
            <a:off x="5656069" y="3309041"/>
            <a:ext cx="28398" cy="28398"/>
          </a:xfrm>
          <a:prstGeom prst="ellipse">
            <a:avLst/>
          </a:prstGeom>
          <a:solidFill>
            <a:srgbClr val="B57442">
              <a:alpha val="30000"/>
            </a:srgbClr>
          </a:solidFill>
          <a:ln w="0">
            <a:noFill/>
            <a:prstDash val="solid"/>
          </a:ln>
        </p:spPr>
      </p:sp>
      <p:sp>
        <p:nvSpPr>
          <p:cNvPr id="966" name="02_predicted_pose_4265">
            <a:extLst>
              <a:ext uri="{FF2B5EF4-FFF2-40B4-BE49-F238E27FC236}">
                <a16:creationId xmlns:a16="http://schemas.microsoft.com/office/drawing/2014/main" id="{883E9838-F801-4E52-93A5-139B8FA639F9}"/>
              </a:ext>
            </a:extLst>
          </p:cNvPr>
          <p:cNvSpPr>
            <a:spLocks noGrp="1"/>
          </p:cNvSpPr>
          <p:nvPr/>
        </p:nvSpPr>
        <p:spPr>
          <a:xfrm>
            <a:off x="5697413" y="3139301"/>
            <a:ext cx="28398" cy="28398"/>
          </a:xfrm>
          <a:prstGeom prst="ellipse">
            <a:avLst/>
          </a:prstGeom>
          <a:solidFill>
            <a:srgbClr val="B57442">
              <a:alpha val="30000"/>
            </a:srgbClr>
          </a:solidFill>
          <a:ln w="0">
            <a:noFill/>
            <a:prstDash val="solid"/>
          </a:ln>
        </p:spPr>
      </p:sp>
      <p:sp>
        <p:nvSpPr>
          <p:cNvPr id="967" name="02_predicted_pose_4266">
            <a:extLst>
              <a:ext uri="{FF2B5EF4-FFF2-40B4-BE49-F238E27FC236}">
                <a16:creationId xmlns:a16="http://schemas.microsoft.com/office/drawing/2014/main" id="{49DBE4DC-D063-44FD-8A13-AC520C89BD0D}"/>
              </a:ext>
            </a:extLst>
          </p:cNvPr>
          <p:cNvSpPr>
            <a:spLocks noGrp="1"/>
          </p:cNvSpPr>
          <p:nvPr/>
        </p:nvSpPr>
        <p:spPr>
          <a:xfrm>
            <a:off x="5711194" y="3274270"/>
            <a:ext cx="28398" cy="28398"/>
          </a:xfrm>
          <a:prstGeom prst="ellipse">
            <a:avLst/>
          </a:prstGeom>
          <a:solidFill>
            <a:srgbClr val="B57442">
              <a:alpha val="30000"/>
            </a:srgbClr>
          </a:solidFill>
          <a:ln w="0">
            <a:noFill/>
            <a:prstDash val="solid"/>
          </a:ln>
        </p:spPr>
      </p:sp>
      <p:sp>
        <p:nvSpPr>
          <p:cNvPr id="968" name="02_predicted_pose_4267">
            <a:extLst>
              <a:ext uri="{FF2B5EF4-FFF2-40B4-BE49-F238E27FC236}">
                <a16:creationId xmlns:a16="http://schemas.microsoft.com/office/drawing/2014/main" id="{2207DE17-1B6D-42E0-BEF6-C1D8B1508D18}"/>
              </a:ext>
            </a:extLst>
          </p:cNvPr>
          <p:cNvSpPr>
            <a:spLocks noGrp="1"/>
          </p:cNvSpPr>
          <p:nvPr/>
        </p:nvSpPr>
        <p:spPr>
          <a:xfrm>
            <a:off x="5738756" y="3121177"/>
            <a:ext cx="28398" cy="28398"/>
          </a:xfrm>
          <a:prstGeom prst="ellipse">
            <a:avLst/>
          </a:prstGeom>
          <a:solidFill>
            <a:srgbClr val="B57442">
              <a:alpha val="30000"/>
            </a:srgbClr>
          </a:solidFill>
          <a:ln w="0">
            <a:noFill/>
            <a:prstDash val="solid"/>
          </a:ln>
        </p:spPr>
      </p:sp>
      <p:sp>
        <p:nvSpPr>
          <p:cNvPr id="969" name="02_predicted_pose_4268">
            <a:extLst>
              <a:ext uri="{FF2B5EF4-FFF2-40B4-BE49-F238E27FC236}">
                <a16:creationId xmlns:a16="http://schemas.microsoft.com/office/drawing/2014/main" id="{814AE8B1-E4B3-4D1D-9BC4-3BE3134DE285}"/>
              </a:ext>
            </a:extLst>
          </p:cNvPr>
          <p:cNvSpPr>
            <a:spLocks noGrp="1"/>
          </p:cNvSpPr>
          <p:nvPr/>
        </p:nvSpPr>
        <p:spPr>
          <a:xfrm>
            <a:off x="5629540" y="3469761"/>
            <a:ext cx="28398" cy="28398"/>
          </a:xfrm>
          <a:prstGeom prst="ellipse">
            <a:avLst/>
          </a:prstGeom>
          <a:solidFill>
            <a:srgbClr val="B57442">
              <a:alpha val="30000"/>
            </a:srgbClr>
          </a:solidFill>
          <a:ln w="0">
            <a:noFill/>
            <a:prstDash val="solid"/>
          </a:ln>
        </p:spPr>
      </p:sp>
      <p:sp>
        <p:nvSpPr>
          <p:cNvPr id="970" name="02_predicted_pose_4269">
            <a:extLst>
              <a:ext uri="{FF2B5EF4-FFF2-40B4-BE49-F238E27FC236}">
                <a16:creationId xmlns:a16="http://schemas.microsoft.com/office/drawing/2014/main" id="{9EE2F7DD-A111-4DE2-8AAB-E46C34F6B471}"/>
              </a:ext>
            </a:extLst>
          </p:cNvPr>
          <p:cNvSpPr>
            <a:spLocks noGrp="1"/>
          </p:cNvSpPr>
          <p:nvPr/>
        </p:nvSpPr>
        <p:spPr>
          <a:xfrm>
            <a:off x="5657102" y="3460850"/>
            <a:ext cx="28398" cy="28398"/>
          </a:xfrm>
          <a:prstGeom prst="ellipse">
            <a:avLst/>
          </a:prstGeom>
          <a:solidFill>
            <a:srgbClr val="B57442">
              <a:alpha val="30000"/>
            </a:srgbClr>
          </a:solidFill>
          <a:ln w="0">
            <a:noFill/>
            <a:prstDash val="solid"/>
          </a:ln>
        </p:spPr>
      </p:sp>
      <p:sp>
        <p:nvSpPr>
          <p:cNvPr id="971" name="02_predicted_pose_4270">
            <a:extLst>
              <a:ext uri="{FF2B5EF4-FFF2-40B4-BE49-F238E27FC236}">
                <a16:creationId xmlns:a16="http://schemas.microsoft.com/office/drawing/2014/main" id="{AD920B10-D5ED-4F15-A951-2E2721D07224}"/>
              </a:ext>
            </a:extLst>
          </p:cNvPr>
          <p:cNvSpPr>
            <a:spLocks noGrp="1"/>
          </p:cNvSpPr>
          <p:nvPr/>
        </p:nvSpPr>
        <p:spPr>
          <a:xfrm>
            <a:off x="5684665" y="3453626"/>
            <a:ext cx="28398" cy="28398"/>
          </a:xfrm>
          <a:prstGeom prst="ellipse">
            <a:avLst/>
          </a:prstGeom>
          <a:solidFill>
            <a:srgbClr val="B57442">
              <a:alpha val="30000"/>
            </a:srgbClr>
          </a:solidFill>
          <a:ln w="0">
            <a:noFill/>
            <a:prstDash val="solid"/>
          </a:ln>
        </p:spPr>
      </p:sp>
      <p:sp>
        <p:nvSpPr>
          <p:cNvPr id="972" name="02_predicted_pose_4271">
            <a:extLst>
              <a:ext uri="{FF2B5EF4-FFF2-40B4-BE49-F238E27FC236}">
                <a16:creationId xmlns:a16="http://schemas.microsoft.com/office/drawing/2014/main" id="{FBC0CE0F-659C-4E48-B93D-351EF49C9B15}"/>
              </a:ext>
            </a:extLst>
          </p:cNvPr>
          <p:cNvSpPr>
            <a:spLocks noGrp="1"/>
          </p:cNvSpPr>
          <p:nvPr/>
        </p:nvSpPr>
        <p:spPr>
          <a:xfrm>
            <a:off x="5712227" y="3570857"/>
            <a:ext cx="28398" cy="28398"/>
          </a:xfrm>
          <a:prstGeom prst="ellipse">
            <a:avLst/>
          </a:prstGeom>
          <a:solidFill>
            <a:srgbClr val="B57442">
              <a:alpha val="30000"/>
            </a:srgbClr>
          </a:solidFill>
          <a:ln w="0">
            <a:noFill/>
            <a:prstDash val="solid"/>
          </a:ln>
        </p:spPr>
      </p:sp>
      <p:sp>
        <p:nvSpPr>
          <p:cNvPr id="973" name="02_predicted_pose_4272">
            <a:extLst>
              <a:ext uri="{FF2B5EF4-FFF2-40B4-BE49-F238E27FC236}">
                <a16:creationId xmlns:a16="http://schemas.microsoft.com/office/drawing/2014/main" id="{5ADDE6D3-5D12-40C0-A4A5-538B92DEE72E}"/>
              </a:ext>
            </a:extLst>
          </p:cNvPr>
          <p:cNvSpPr>
            <a:spLocks noGrp="1"/>
          </p:cNvSpPr>
          <p:nvPr/>
        </p:nvSpPr>
        <p:spPr>
          <a:xfrm>
            <a:off x="5739790" y="3549592"/>
            <a:ext cx="28398" cy="28398"/>
          </a:xfrm>
          <a:prstGeom prst="ellipse">
            <a:avLst/>
          </a:prstGeom>
          <a:solidFill>
            <a:srgbClr val="B57442">
              <a:alpha val="30000"/>
            </a:srgbClr>
          </a:solidFill>
          <a:ln w="0">
            <a:noFill/>
            <a:prstDash val="solid"/>
          </a:ln>
        </p:spPr>
      </p:sp>
      <p:sp>
        <p:nvSpPr>
          <p:cNvPr id="974" name="02_predicted_pose_4273">
            <a:extLst>
              <a:ext uri="{FF2B5EF4-FFF2-40B4-BE49-F238E27FC236}">
                <a16:creationId xmlns:a16="http://schemas.microsoft.com/office/drawing/2014/main" id="{57736348-88AC-4357-9B5C-AB408830BE0A}"/>
              </a:ext>
            </a:extLst>
          </p:cNvPr>
          <p:cNvSpPr>
            <a:spLocks noGrp="1"/>
          </p:cNvSpPr>
          <p:nvPr/>
        </p:nvSpPr>
        <p:spPr>
          <a:xfrm>
            <a:off x="5642977" y="3524747"/>
            <a:ext cx="28398" cy="28398"/>
          </a:xfrm>
          <a:prstGeom prst="ellipse">
            <a:avLst/>
          </a:prstGeom>
          <a:solidFill>
            <a:srgbClr val="B57442">
              <a:alpha val="30000"/>
            </a:srgbClr>
          </a:solidFill>
          <a:ln w="0">
            <a:noFill/>
            <a:prstDash val="solid"/>
          </a:ln>
        </p:spPr>
      </p:sp>
      <p:sp>
        <p:nvSpPr>
          <p:cNvPr id="975" name="02_predicted_pose_4274">
            <a:extLst>
              <a:ext uri="{FF2B5EF4-FFF2-40B4-BE49-F238E27FC236}">
                <a16:creationId xmlns:a16="http://schemas.microsoft.com/office/drawing/2014/main" id="{20BC0060-4667-44AD-8464-B2B653AE875B}"/>
              </a:ext>
            </a:extLst>
          </p:cNvPr>
          <p:cNvSpPr>
            <a:spLocks noGrp="1"/>
          </p:cNvSpPr>
          <p:nvPr/>
        </p:nvSpPr>
        <p:spPr>
          <a:xfrm>
            <a:off x="5760117" y="3153257"/>
            <a:ext cx="28398" cy="28398"/>
          </a:xfrm>
          <a:prstGeom prst="ellipse">
            <a:avLst/>
          </a:prstGeom>
          <a:solidFill>
            <a:srgbClr val="B57442">
              <a:alpha val="30000"/>
            </a:srgbClr>
          </a:solidFill>
          <a:ln w="0">
            <a:noFill/>
            <a:prstDash val="solid"/>
          </a:ln>
        </p:spPr>
      </p:sp>
      <p:sp>
        <p:nvSpPr>
          <p:cNvPr id="976" name="02_predicted_pose_4275">
            <a:extLst>
              <a:ext uri="{FF2B5EF4-FFF2-40B4-BE49-F238E27FC236}">
                <a16:creationId xmlns:a16="http://schemas.microsoft.com/office/drawing/2014/main" id="{8BDDE4C8-2858-48F1-9646-80F920312EFA}"/>
              </a:ext>
            </a:extLst>
          </p:cNvPr>
          <p:cNvSpPr>
            <a:spLocks noGrp="1"/>
          </p:cNvSpPr>
          <p:nvPr/>
        </p:nvSpPr>
        <p:spPr>
          <a:xfrm>
            <a:off x="5773898" y="3131926"/>
            <a:ext cx="28398" cy="28398"/>
          </a:xfrm>
          <a:prstGeom prst="ellipse">
            <a:avLst/>
          </a:prstGeom>
          <a:solidFill>
            <a:srgbClr val="B57442">
              <a:alpha val="30000"/>
            </a:srgbClr>
          </a:solidFill>
          <a:ln w="0">
            <a:noFill/>
            <a:prstDash val="solid"/>
          </a:ln>
        </p:spPr>
      </p:sp>
      <p:sp>
        <p:nvSpPr>
          <p:cNvPr id="977" name="02_predicted_pose_4276">
            <a:extLst>
              <a:ext uri="{FF2B5EF4-FFF2-40B4-BE49-F238E27FC236}">
                <a16:creationId xmlns:a16="http://schemas.microsoft.com/office/drawing/2014/main" id="{E1041038-1044-4C48-9930-1E411A994C42}"/>
              </a:ext>
            </a:extLst>
          </p:cNvPr>
          <p:cNvSpPr>
            <a:spLocks noGrp="1"/>
          </p:cNvSpPr>
          <p:nvPr/>
        </p:nvSpPr>
        <p:spPr>
          <a:xfrm>
            <a:off x="5556844" y="3388196"/>
            <a:ext cx="28398" cy="28398"/>
          </a:xfrm>
          <a:prstGeom prst="ellipse">
            <a:avLst/>
          </a:prstGeom>
          <a:solidFill>
            <a:srgbClr val="B57442">
              <a:alpha val="30000"/>
            </a:srgbClr>
          </a:solidFill>
          <a:ln w="0">
            <a:noFill/>
            <a:prstDash val="solid"/>
          </a:ln>
        </p:spPr>
      </p:sp>
      <p:sp>
        <p:nvSpPr>
          <p:cNvPr id="978" name="02_predicted_pose_4277">
            <a:extLst>
              <a:ext uri="{FF2B5EF4-FFF2-40B4-BE49-F238E27FC236}">
                <a16:creationId xmlns:a16="http://schemas.microsoft.com/office/drawing/2014/main" id="{E3C3E95D-D9B9-44F0-884D-F16C3D1F6F01}"/>
              </a:ext>
            </a:extLst>
          </p:cNvPr>
          <p:cNvSpPr>
            <a:spLocks noGrp="1"/>
          </p:cNvSpPr>
          <p:nvPr/>
        </p:nvSpPr>
        <p:spPr>
          <a:xfrm>
            <a:off x="5569247" y="3453515"/>
            <a:ext cx="28398" cy="28398"/>
          </a:xfrm>
          <a:prstGeom prst="ellipse">
            <a:avLst/>
          </a:prstGeom>
          <a:solidFill>
            <a:srgbClr val="B57442">
              <a:alpha val="30000"/>
            </a:srgbClr>
          </a:solidFill>
          <a:ln w="0">
            <a:noFill/>
            <a:prstDash val="solid"/>
          </a:ln>
        </p:spPr>
      </p:sp>
      <p:sp>
        <p:nvSpPr>
          <p:cNvPr id="979" name="02_predicted_pose_4278">
            <a:extLst>
              <a:ext uri="{FF2B5EF4-FFF2-40B4-BE49-F238E27FC236}">
                <a16:creationId xmlns:a16="http://schemas.microsoft.com/office/drawing/2014/main" id="{409A25A4-DF38-47F9-B3A8-15651035714A}"/>
              </a:ext>
            </a:extLst>
          </p:cNvPr>
          <p:cNvSpPr>
            <a:spLocks noGrp="1"/>
          </p:cNvSpPr>
          <p:nvPr/>
        </p:nvSpPr>
        <p:spPr>
          <a:xfrm>
            <a:off x="5610935" y="3503396"/>
            <a:ext cx="28398" cy="28398"/>
          </a:xfrm>
          <a:prstGeom prst="ellipse">
            <a:avLst/>
          </a:prstGeom>
          <a:solidFill>
            <a:srgbClr val="B57442">
              <a:alpha val="30000"/>
            </a:srgbClr>
          </a:solidFill>
          <a:ln w="0">
            <a:noFill/>
            <a:prstDash val="solid"/>
          </a:ln>
        </p:spPr>
      </p:sp>
      <p:sp>
        <p:nvSpPr>
          <p:cNvPr id="980" name="02_predicted_pose_4279">
            <a:extLst>
              <a:ext uri="{FF2B5EF4-FFF2-40B4-BE49-F238E27FC236}">
                <a16:creationId xmlns:a16="http://schemas.microsoft.com/office/drawing/2014/main" id="{B4B0A6F4-AF08-4321-B506-0E31CD8A795C}"/>
              </a:ext>
            </a:extLst>
          </p:cNvPr>
          <p:cNvSpPr>
            <a:spLocks noGrp="1"/>
          </p:cNvSpPr>
          <p:nvPr/>
        </p:nvSpPr>
        <p:spPr>
          <a:xfrm>
            <a:off x="5574415" y="3435821"/>
            <a:ext cx="28398" cy="28398"/>
          </a:xfrm>
          <a:prstGeom prst="ellipse">
            <a:avLst/>
          </a:prstGeom>
          <a:solidFill>
            <a:srgbClr val="B57442">
              <a:alpha val="30000"/>
            </a:srgbClr>
          </a:solidFill>
          <a:ln w="0">
            <a:noFill/>
            <a:prstDash val="solid"/>
          </a:ln>
        </p:spPr>
      </p:sp>
      <p:sp>
        <p:nvSpPr>
          <p:cNvPr id="981" name="02_predicted_pose_4280">
            <a:extLst>
              <a:ext uri="{FF2B5EF4-FFF2-40B4-BE49-F238E27FC236}">
                <a16:creationId xmlns:a16="http://schemas.microsoft.com/office/drawing/2014/main" id="{F7CF39B9-5846-449D-AEC1-E1469194E9AE}"/>
              </a:ext>
            </a:extLst>
          </p:cNvPr>
          <p:cNvSpPr>
            <a:spLocks noGrp="1"/>
          </p:cNvSpPr>
          <p:nvPr/>
        </p:nvSpPr>
        <p:spPr>
          <a:xfrm>
            <a:off x="5522391" y="3262213"/>
            <a:ext cx="28398" cy="28398"/>
          </a:xfrm>
          <a:prstGeom prst="ellipse">
            <a:avLst/>
          </a:prstGeom>
          <a:solidFill>
            <a:srgbClr val="B57442">
              <a:alpha val="30000"/>
            </a:srgbClr>
          </a:solidFill>
          <a:ln w="0">
            <a:noFill/>
            <a:prstDash val="solid"/>
          </a:ln>
        </p:spPr>
      </p:sp>
      <p:sp>
        <p:nvSpPr>
          <p:cNvPr id="982" name="02_predicted_pose_4281">
            <a:extLst>
              <a:ext uri="{FF2B5EF4-FFF2-40B4-BE49-F238E27FC236}">
                <a16:creationId xmlns:a16="http://schemas.microsoft.com/office/drawing/2014/main" id="{7FA8C98A-2945-45D5-B895-76C0F2C9CDDE}"/>
              </a:ext>
            </a:extLst>
          </p:cNvPr>
          <p:cNvSpPr>
            <a:spLocks noGrp="1"/>
          </p:cNvSpPr>
          <p:nvPr/>
        </p:nvSpPr>
        <p:spPr>
          <a:xfrm>
            <a:off x="5654691" y="3592346"/>
            <a:ext cx="28398" cy="28398"/>
          </a:xfrm>
          <a:prstGeom prst="ellipse">
            <a:avLst/>
          </a:prstGeom>
          <a:solidFill>
            <a:srgbClr val="B57442">
              <a:alpha val="30000"/>
            </a:srgbClr>
          </a:solidFill>
          <a:ln w="0">
            <a:noFill/>
            <a:prstDash val="solid"/>
          </a:ln>
        </p:spPr>
      </p:sp>
      <p:sp>
        <p:nvSpPr>
          <p:cNvPr id="983" name="02_predicted_pose_4282">
            <a:extLst>
              <a:ext uri="{FF2B5EF4-FFF2-40B4-BE49-F238E27FC236}">
                <a16:creationId xmlns:a16="http://schemas.microsoft.com/office/drawing/2014/main" id="{06C0D5F7-0BFA-4671-A288-BE16765474EF}"/>
              </a:ext>
            </a:extLst>
          </p:cNvPr>
          <p:cNvSpPr>
            <a:spLocks noGrp="1"/>
          </p:cNvSpPr>
          <p:nvPr/>
        </p:nvSpPr>
        <p:spPr>
          <a:xfrm>
            <a:off x="5668472" y="3640849"/>
            <a:ext cx="28398" cy="28398"/>
          </a:xfrm>
          <a:prstGeom prst="ellipse">
            <a:avLst/>
          </a:prstGeom>
          <a:solidFill>
            <a:srgbClr val="B57442">
              <a:alpha val="30000"/>
            </a:srgbClr>
          </a:solidFill>
          <a:ln w="0">
            <a:noFill/>
            <a:prstDash val="solid"/>
          </a:ln>
        </p:spPr>
      </p:sp>
      <p:sp>
        <p:nvSpPr>
          <p:cNvPr id="984" name="02_predicted_pose_4283">
            <a:extLst>
              <a:ext uri="{FF2B5EF4-FFF2-40B4-BE49-F238E27FC236}">
                <a16:creationId xmlns:a16="http://schemas.microsoft.com/office/drawing/2014/main" id="{ECA8D5CB-D504-4C88-B65C-67B675C344BA}"/>
              </a:ext>
            </a:extLst>
          </p:cNvPr>
          <p:cNvSpPr>
            <a:spLocks noGrp="1"/>
          </p:cNvSpPr>
          <p:nvPr/>
        </p:nvSpPr>
        <p:spPr>
          <a:xfrm>
            <a:off x="5682253" y="3577728"/>
            <a:ext cx="28398" cy="28398"/>
          </a:xfrm>
          <a:prstGeom prst="ellipse">
            <a:avLst/>
          </a:prstGeom>
          <a:solidFill>
            <a:srgbClr val="B57442">
              <a:alpha val="30000"/>
            </a:srgbClr>
          </a:solidFill>
          <a:ln w="0">
            <a:noFill/>
            <a:prstDash val="solid"/>
          </a:ln>
        </p:spPr>
      </p:sp>
      <p:sp>
        <p:nvSpPr>
          <p:cNvPr id="985" name="02_predicted_pose_4284">
            <a:extLst>
              <a:ext uri="{FF2B5EF4-FFF2-40B4-BE49-F238E27FC236}">
                <a16:creationId xmlns:a16="http://schemas.microsoft.com/office/drawing/2014/main" id="{C42D775F-0662-4858-859B-04CA62E1F73C}"/>
              </a:ext>
            </a:extLst>
          </p:cNvPr>
          <p:cNvSpPr>
            <a:spLocks noGrp="1"/>
          </p:cNvSpPr>
          <p:nvPr/>
        </p:nvSpPr>
        <p:spPr>
          <a:xfrm>
            <a:off x="5696034" y="3592064"/>
            <a:ext cx="28398" cy="28398"/>
          </a:xfrm>
          <a:prstGeom prst="ellipse">
            <a:avLst/>
          </a:prstGeom>
          <a:solidFill>
            <a:srgbClr val="B57442">
              <a:alpha val="30000"/>
            </a:srgbClr>
          </a:solidFill>
          <a:ln w="0">
            <a:noFill/>
            <a:prstDash val="solid"/>
          </a:ln>
        </p:spPr>
      </p:sp>
      <p:sp>
        <p:nvSpPr>
          <p:cNvPr id="986" name="02_predicted_pose_4285">
            <a:extLst>
              <a:ext uri="{FF2B5EF4-FFF2-40B4-BE49-F238E27FC236}">
                <a16:creationId xmlns:a16="http://schemas.microsoft.com/office/drawing/2014/main" id="{38129238-B742-4B20-BDC9-C0246E0F7D65}"/>
              </a:ext>
            </a:extLst>
          </p:cNvPr>
          <p:cNvSpPr>
            <a:spLocks noGrp="1"/>
          </p:cNvSpPr>
          <p:nvPr/>
        </p:nvSpPr>
        <p:spPr>
          <a:xfrm>
            <a:off x="5491039" y="3556822"/>
            <a:ext cx="28398" cy="28398"/>
          </a:xfrm>
          <a:prstGeom prst="ellipse">
            <a:avLst/>
          </a:prstGeom>
          <a:solidFill>
            <a:srgbClr val="B57442">
              <a:alpha val="30000"/>
            </a:srgbClr>
          </a:solidFill>
          <a:ln w="0">
            <a:noFill/>
            <a:prstDash val="solid"/>
          </a:ln>
        </p:spPr>
      </p:sp>
      <p:sp>
        <p:nvSpPr>
          <p:cNvPr id="987" name="02_predicted_pose_4286">
            <a:extLst>
              <a:ext uri="{FF2B5EF4-FFF2-40B4-BE49-F238E27FC236}">
                <a16:creationId xmlns:a16="http://schemas.microsoft.com/office/drawing/2014/main" id="{4B687ACC-6EBC-408C-A50B-9E945353710F}"/>
              </a:ext>
            </a:extLst>
          </p:cNvPr>
          <p:cNvSpPr>
            <a:spLocks noGrp="1"/>
          </p:cNvSpPr>
          <p:nvPr/>
        </p:nvSpPr>
        <p:spPr>
          <a:xfrm>
            <a:off x="5518601" y="3568331"/>
            <a:ext cx="28398" cy="28398"/>
          </a:xfrm>
          <a:prstGeom prst="ellipse">
            <a:avLst/>
          </a:prstGeom>
          <a:solidFill>
            <a:srgbClr val="B57442">
              <a:alpha val="30000"/>
            </a:srgbClr>
          </a:solidFill>
          <a:ln w="0">
            <a:noFill/>
            <a:prstDash val="solid"/>
          </a:ln>
        </p:spPr>
      </p:sp>
      <p:sp>
        <p:nvSpPr>
          <p:cNvPr id="988" name="02_predicted_pose_4287">
            <a:extLst>
              <a:ext uri="{FF2B5EF4-FFF2-40B4-BE49-F238E27FC236}">
                <a16:creationId xmlns:a16="http://schemas.microsoft.com/office/drawing/2014/main" id="{1E8CCAE1-EFD9-49D1-84BC-9A65492AE1E8}"/>
              </a:ext>
            </a:extLst>
          </p:cNvPr>
          <p:cNvSpPr>
            <a:spLocks noGrp="1"/>
          </p:cNvSpPr>
          <p:nvPr/>
        </p:nvSpPr>
        <p:spPr>
          <a:xfrm>
            <a:off x="5730143" y="3292828"/>
            <a:ext cx="28398" cy="28398"/>
          </a:xfrm>
          <a:prstGeom prst="ellipse">
            <a:avLst/>
          </a:prstGeom>
          <a:solidFill>
            <a:srgbClr val="B57442">
              <a:alpha val="30000"/>
            </a:srgbClr>
          </a:solidFill>
          <a:ln w="0">
            <a:noFill/>
            <a:prstDash val="solid"/>
          </a:ln>
        </p:spPr>
      </p:sp>
      <p:sp>
        <p:nvSpPr>
          <p:cNvPr id="989" name="02_predicted_pose_4288">
            <a:extLst>
              <a:ext uri="{FF2B5EF4-FFF2-40B4-BE49-F238E27FC236}">
                <a16:creationId xmlns:a16="http://schemas.microsoft.com/office/drawing/2014/main" id="{218E2F82-FD68-4080-8806-2456A03718A1}"/>
              </a:ext>
            </a:extLst>
          </p:cNvPr>
          <p:cNvSpPr>
            <a:spLocks noGrp="1"/>
          </p:cNvSpPr>
          <p:nvPr/>
        </p:nvSpPr>
        <p:spPr>
          <a:xfrm>
            <a:off x="5764941" y="3207112"/>
            <a:ext cx="28398" cy="28398"/>
          </a:xfrm>
          <a:prstGeom prst="ellipse">
            <a:avLst/>
          </a:prstGeom>
          <a:solidFill>
            <a:srgbClr val="B57442">
              <a:alpha val="30000"/>
            </a:srgbClr>
          </a:solidFill>
          <a:ln w="0">
            <a:noFill/>
            <a:prstDash val="solid"/>
          </a:ln>
        </p:spPr>
      </p:sp>
      <p:sp>
        <p:nvSpPr>
          <p:cNvPr id="990" name="02_predicted_pose_4289">
            <a:extLst>
              <a:ext uri="{FF2B5EF4-FFF2-40B4-BE49-F238E27FC236}">
                <a16:creationId xmlns:a16="http://schemas.microsoft.com/office/drawing/2014/main" id="{013D64FB-AE3E-401D-A396-5644776F1AD8}"/>
              </a:ext>
            </a:extLst>
          </p:cNvPr>
          <p:cNvSpPr>
            <a:spLocks noGrp="1"/>
          </p:cNvSpPr>
          <p:nvPr/>
        </p:nvSpPr>
        <p:spPr>
          <a:xfrm>
            <a:off x="3883531" y="249300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991" name="02_predicted_pose_4290">
            <a:extLst>
              <a:ext uri="{FF2B5EF4-FFF2-40B4-BE49-F238E27FC236}">
                <a16:creationId xmlns:a16="http://schemas.microsoft.com/office/drawing/2014/main" id="{EF7BE3A2-BAB9-4BFA-B0D5-1E9BE9B5E2A7}"/>
              </a:ext>
            </a:extLst>
          </p:cNvPr>
          <p:cNvSpPr>
            <a:spLocks noGrp="1"/>
          </p:cNvSpPr>
          <p:nvPr/>
        </p:nvSpPr>
        <p:spPr>
          <a:xfrm>
            <a:off x="3883531" y="403812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992" name="02_predicted_pose_4291">
            <a:extLst>
              <a:ext uri="{FF2B5EF4-FFF2-40B4-BE49-F238E27FC236}">
                <a16:creationId xmlns:a16="http://schemas.microsoft.com/office/drawing/2014/main" id="{5B3F8DAF-8B79-4BFD-864F-84A0BB743D5F}"/>
              </a:ext>
            </a:extLst>
          </p:cNvPr>
          <p:cNvSpPr>
            <a:spLocks noGrp="1"/>
          </p:cNvSpPr>
          <p:nvPr/>
        </p:nvSpPr>
        <p:spPr>
          <a:xfrm>
            <a:off x="4369664" y="3574073"/>
            <a:ext cx="285961" cy="147376"/>
          </a:xfrm>
          <a:custGeom>
            <a:avLst/>
            <a:gdLst/>
            <a:ahLst/>
            <a:cxnLst/>
            <a:rect l="0" t="0" r="0" b="0"/>
            <a:pathLst>
              <a:path w="285961" h="147376">
                <a:moveTo>
                  <a:pt x="0" y="147376"/>
                </a:moveTo>
                <a:lnTo>
                  <a:pt x="285961" y="147376"/>
                </a:lnTo>
                <a:lnTo>
                  <a:pt x="285961" y="0"/>
                </a:lnTo>
                <a:lnTo>
                  <a:pt x="0" y="0"/>
                </a:lnTo>
                <a:lnTo>
                  <a:pt x="0" y="147376"/>
                </a:lnTo>
                <a:lnTo>
                  <a:pt x="0" y="147376"/>
                </a:lnTo>
                <a:close/>
              </a:path>
            </a:pathLst>
          </a:custGeom>
          <a:solidFill>
            <a:srgbClr val="FFFFFF"/>
          </a:solidFill>
          <a:ln w="12700">
            <a:solidFill>
              <a:srgbClr val="2D887E"/>
            </a:solidFill>
            <a:prstDash val="solid"/>
          </a:ln>
        </p:spPr>
      </p:sp>
      <p:sp>
        <p:nvSpPr>
          <p:cNvPr id="993" name="02_predicted_pose_4292">
            <a:extLst>
              <a:ext uri="{FF2B5EF4-FFF2-40B4-BE49-F238E27FC236}">
                <a16:creationId xmlns:a16="http://schemas.microsoft.com/office/drawing/2014/main" id="{4B139D52-E266-43C8-82B6-08A3A074EA07}"/>
              </a:ext>
            </a:extLst>
          </p:cNvPr>
          <p:cNvSpPr>
            <a:spLocks noGrp="1"/>
          </p:cNvSpPr>
          <p:nvPr/>
        </p:nvSpPr>
        <p:spPr>
          <a:xfrm>
            <a:off x="4512644" y="3721449"/>
            <a:ext cx="191" cy="118083"/>
          </a:xfrm>
          <a:custGeom>
            <a:avLst/>
            <a:gdLst/>
            <a:ahLst/>
            <a:cxnLst/>
            <a:rect l="0" t="0" r="0" b="0"/>
            <a:pathLst>
              <a:path w="191" h="118083">
                <a:moveTo>
                  <a:pt x="0" y="0"/>
                </a:moveTo>
                <a:lnTo>
                  <a:pt x="0" y="118083"/>
                </a:lnTo>
              </a:path>
            </a:pathLst>
          </a:custGeom>
          <a:noFill/>
          <a:ln w="8890">
            <a:solidFill>
              <a:srgbClr val="2D887E"/>
            </a:solidFill>
            <a:prstDash val="solid"/>
          </a:ln>
        </p:spPr>
      </p:sp>
      <p:sp>
        <p:nvSpPr>
          <p:cNvPr id="994" name="02_predicted_pose_4293">
            <a:extLst>
              <a:ext uri="{FF2B5EF4-FFF2-40B4-BE49-F238E27FC236}">
                <a16:creationId xmlns:a16="http://schemas.microsoft.com/office/drawing/2014/main" id="{4D3AEE81-29E9-4BE3-BC4E-C328859E6584}"/>
              </a:ext>
            </a:extLst>
          </p:cNvPr>
          <p:cNvSpPr>
            <a:spLocks noGrp="1"/>
          </p:cNvSpPr>
          <p:nvPr/>
        </p:nvSpPr>
        <p:spPr>
          <a:xfrm>
            <a:off x="4512644" y="3123748"/>
            <a:ext cx="191" cy="450325"/>
          </a:xfrm>
          <a:custGeom>
            <a:avLst/>
            <a:gdLst/>
            <a:ahLst/>
            <a:cxnLst/>
            <a:rect l="0" t="0" r="0" b="0"/>
            <a:pathLst>
              <a:path w="191" h="450325">
                <a:moveTo>
                  <a:pt x="0" y="450325"/>
                </a:moveTo>
                <a:lnTo>
                  <a:pt x="0" y="0"/>
                </a:lnTo>
              </a:path>
            </a:pathLst>
          </a:custGeom>
          <a:noFill/>
          <a:ln w="8890">
            <a:solidFill>
              <a:srgbClr val="2D887E"/>
            </a:solidFill>
            <a:prstDash val="solid"/>
          </a:ln>
        </p:spPr>
      </p:sp>
      <p:sp>
        <p:nvSpPr>
          <p:cNvPr id="995" name="02_predicted_pose_4294">
            <a:extLst>
              <a:ext uri="{FF2B5EF4-FFF2-40B4-BE49-F238E27FC236}">
                <a16:creationId xmlns:a16="http://schemas.microsoft.com/office/drawing/2014/main" id="{356407CE-55D7-42AC-8F99-3BF8315FF203}"/>
              </a:ext>
            </a:extLst>
          </p:cNvPr>
          <p:cNvSpPr>
            <a:spLocks noGrp="1"/>
          </p:cNvSpPr>
          <p:nvPr/>
        </p:nvSpPr>
        <p:spPr>
          <a:xfrm>
            <a:off x="4441154" y="3839532"/>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996" name="02_predicted_pose_4295">
            <a:extLst>
              <a:ext uri="{FF2B5EF4-FFF2-40B4-BE49-F238E27FC236}">
                <a16:creationId xmlns:a16="http://schemas.microsoft.com/office/drawing/2014/main" id="{87BF5973-0E4B-4377-AE85-6159E607EC80}"/>
              </a:ext>
            </a:extLst>
          </p:cNvPr>
          <p:cNvSpPr>
            <a:spLocks noGrp="1"/>
          </p:cNvSpPr>
          <p:nvPr/>
        </p:nvSpPr>
        <p:spPr>
          <a:xfrm>
            <a:off x="4441154" y="3123748"/>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997" name="02_predicted_pose_4296">
            <a:extLst>
              <a:ext uri="{FF2B5EF4-FFF2-40B4-BE49-F238E27FC236}">
                <a16:creationId xmlns:a16="http://schemas.microsoft.com/office/drawing/2014/main" id="{225CB562-7516-4525-B1BE-FF7FA0A22C86}"/>
              </a:ext>
            </a:extLst>
          </p:cNvPr>
          <p:cNvSpPr>
            <a:spLocks noGrp="1"/>
          </p:cNvSpPr>
          <p:nvPr/>
        </p:nvSpPr>
        <p:spPr>
          <a:xfrm>
            <a:off x="5513506" y="3347063"/>
            <a:ext cx="285961" cy="147747"/>
          </a:xfrm>
          <a:custGeom>
            <a:avLst/>
            <a:gdLst/>
            <a:ahLst/>
            <a:cxnLst/>
            <a:rect l="0" t="0" r="0" b="0"/>
            <a:pathLst>
              <a:path w="285961" h="147747">
                <a:moveTo>
                  <a:pt x="0" y="147747"/>
                </a:moveTo>
                <a:lnTo>
                  <a:pt x="285961" y="147747"/>
                </a:lnTo>
                <a:lnTo>
                  <a:pt x="285961" y="0"/>
                </a:lnTo>
                <a:lnTo>
                  <a:pt x="0" y="0"/>
                </a:lnTo>
                <a:lnTo>
                  <a:pt x="0" y="147747"/>
                </a:lnTo>
                <a:lnTo>
                  <a:pt x="0" y="147747"/>
                </a:lnTo>
                <a:close/>
              </a:path>
            </a:pathLst>
          </a:custGeom>
          <a:solidFill>
            <a:srgbClr val="FFFFFF"/>
          </a:solidFill>
          <a:ln w="12700">
            <a:solidFill>
              <a:srgbClr val="B57442"/>
            </a:solidFill>
            <a:prstDash val="solid"/>
          </a:ln>
        </p:spPr>
      </p:sp>
      <p:sp>
        <p:nvSpPr>
          <p:cNvPr id="998" name="02_predicted_pose_4297">
            <a:extLst>
              <a:ext uri="{FF2B5EF4-FFF2-40B4-BE49-F238E27FC236}">
                <a16:creationId xmlns:a16="http://schemas.microsoft.com/office/drawing/2014/main" id="{18F5E0D7-1520-443F-A63B-8463CEB6269D}"/>
              </a:ext>
            </a:extLst>
          </p:cNvPr>
          <p:cNvSpPr>
            <a:spLocks noGrp="1"/>
          </p:cNvSpPr>
          <p:nvPr/>
        </p:nvSpPr>
        <p:spPr>
          <a:xfrm>
            <a:off x="5656487" y="3494809"/>
            <a:ext cx="191" cy="103773"/>
          </a:xfrm>
          <a:custGeom>
            <a:avLst/>
            <a:gdLst/>
            <a:ahLst/>
            <a:cxnLst/>
            <a:rect l="0" t="0" r="0" b="0"/>
            <a:pathLst>
              <a:path w="191" h="103773">
                <a:moveTo>
                  <a:pt x="0" y="0"/>
                </a:moveTo>
                <a:lnTo>
                  <a:pt x="0" y="103773"/>
                </a:lnTo>
              </a:path>
            </a:pathLst>
          </a:custGeom>
          <a:noFill/>
          <a:ln w="8890">
            <a:solidFill>
              <a:srgbClr val="B57442"/>
            </a:solidFill>
            <a:prstDash val="solid"/>
          </a:ln>
        </p:spPr>
      </p:sp>
      <p:sp>
        <p:nvSpPr>
          <p:cNvPr id="999" name="02_predicted_pose_4298">
            <a:extLst>
              <a:ext uri="{FF2B5EF4-FFF2-40B4-BE49-F238E27FC236}">
                <a16:creationId xmlns:a16="http://schemas.microsoft.com/office/drawing/2014/main" id="{21F3A757-81C0-4505-859D-8A4896E22D94}"/>
              </a:ext>
            </a:extLst>
          </p:cNvPr>
          <p:cNvSpPr>
            <a:spLocks noGrp="1"/>
          </p:cNvSpPr>
          <p:nvPr/>
        </p:nvSpPr>
        <p:spPr>
          <a:xfrm>
            <a:off x="5656487" y="3145387"/>
            <a:ext cx="191" cy="201675"/>
          </a:xfrm>
          <a:custGeom>
            <a:avLst/>
            <a:gdLst/>
            <a:ahLst/>
            <a:cxnLst/>
            <a:rect l="0" t="0" r="0" b="0"/>
            <a:pathLst>
              <a:path w="191" h="201675">
                <a:moveTo>
                  <a:pt x="0" y="201675"/>
                </a:moveTo>
                <a:lnTo>
                  <a:pt x="0" y="0"/>
                </a:lnTo>
              </a:path>
            </a:pathLst>
          </a:custGeom>
          <a:noFill/>
          <a:ln w="8890">
            <a:solidFill>
              <a:srgbClr val="B57442"/>
            </a:solidFill>
            <a:prstDash val="solid"/>
          </a:ln>
        </p:spPr>
      </p:sp>
      <p:sp>
        <p:nvSpPr>
          <p:cNvPr id="1000" name="02_predicted_pose_4299">
            <a:extLst>
              <a:ext uri="{FF2B5EF4-FFF2-40B4-BE49-F238E27FC236}">
                <a16:creationId xmlns:a16="http://schemas.microsoft.com/office/drawing/2014/main" id="{6DEDC636-D0DA-446A-9E83-6AFADD90D33B}"/>
              </a:ext>
            </a:extLst>
          </p:cNvPr>
          <p:cNvSpPr>
            <a:spLocks noGrp="1"/>
          </p:cNvSpPr>
          <p:nvPr/>
        </p:nvSpPr>
        <p:spPr>
          <a:xfrm>
            <a:off x="5584997" y="3598582"/>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001" name="02_predicted_pose_4300">
            <a:extLst>
              <a:ext uri="{FF2B5EF4-FFF2-40B4-BE49-F238E27FC236}">
                <a16:creationId xmlns:a16="http://schemas.microsoft.com/office/drawing/2014/main" id="{FC4ED2F1-36BC-4BEF-8F73-8870FDA4D910}"/>
              </a:ext>
            </a:extLst>
          </p:cNvPr>
          <p:cNvSpPr>
            <a:spLocks noGrp="1"/>
          </p:cNvSpPr>
          <p:nvPr/>
        </p:nvSpPr>
        <p:spPr>
          <a:xfrm>
            <a:off x="5584997" y="3145387"/>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002" name="text_4301">
            <a:extLst>
              <a:ext uri="{FF2B5EF4-FFF2-40B4-BE49-F238E27FC236}">
                <a16:creationId xmlns:a16="http://schemas.microsoft.com/office/drawing/2014/main" id="{58E7F807-53FF-4EAE-92F0-0BD13638B227}"/>
              </a:ext>
            </a:extLst>
          </p:cNvPr>
          <p:cNvSpPr>
            <a:spLocks noGrp="1"/>
          </p:cNvSpPr>
          <p:nvPr/>
        </p:nvSpPr>
        <p:spPr>
          <a:xfrm>
            <a:off x="3451159" y="232906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1003" name="text_4302">
            <a:extLst>
              <a:ext uri="{FF2B5EF4-FFF2-40B4-BE49-F238E27FC236}">
                <a16:creationId xmlns:a16="http://schemas.microsoft.com/office/drawing/2014/main" id="{22ACB5BD-9C8F-4EAE-9AF9-EDAD61DD261C}"/>
              </a:ext>
            </a:extLst>
          </p:cNvPr>
          <p:cNvSpPr>
            <a:spLocks noGrp="1"/>
          </p:cNvSpPr>
          <p:nvPr/>
        </p:nvSpPr>
        <p:spPr>
          <a:xfrm>
            <a:off x="3883531" y="2280719"/>
            <a:ext cx="70857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GT, Best of 50</a:t>
            </a:r>
          </a:p>
        </p:txBody>
      </p:sp>
      <p:sp>
        <p:nvSpPr>
          <p:cNvPr id="1004" name="02_predicted_pose_4303">
            <a:extLst>
              <a:ext uri="{FF2B5EF4-FFF2-40B4-BE49-F238E27FC236}">
                <a16:creationId xmlns:a16="http://schemas.microsoft.com/office/drawing/2014/main" id="{85D44C3F-03A1-4EB7-A5A7-27463D2B0503}"/>
              </a:ext>
            </a:extLst>
          </p:cNvPr>
          <p:cNvSpPr>
            <a:spLocks noGrp="1"/>
          </p:cNvSpPr>
          <p:nvPr/>
        </p:nvSpPr>
        <p:spPr>
          <a:xfrm>
            <a:off x="4369664" y="3668923"/>
            <a:ext cx="285961" cy="191"/>
          </a:xfrm>
          <a:custGeom>
            <a:avLst/>
            <a:gdLst/>
            <a:ahLst/>
            <a:cxnLst/>
            <a:rect l="0" t="0" r="0" b="0"/>
            <a:pathLst>
              <a:path w="285961" h="191">
                <a:moveTo>
                  <a:pt x="0" y="0"/>
                </a:moveTo>
                <a:lnTo>
                  <a:pt x="285961" y="0"/>
                </a:lnTo>
              </a:path>
            </a:pathLst>
          </a:custGeom>
          <a:noFill/>
          <a:ln w="19050">
            <a:solidFill>
              <a:srgbClr val="2D887E"/>
            </a:solidFill>
            <a:prstDash val="solid"/>
          </a:ln>
        </p:spPr>
      </p:sp>
      <p:sp>
        <p:nvSpPr>
          <p:cNvPr id="1005" name="02_predicted_pose_4304">
            <a:extLst>
              <a:ext uri="{FF2B5EF4-FFF2-40B4-BE49-F238E27FC236}">
                <a16:creationId xmlns:a16="http://schemas.microsoft.com/office/drawing/2014/main" id="{35E7B4EA-13C5-43A8-8BBC-F782C138A89F}"/>
              </a:ext>
            </a:extLst>
          </p:cNvPr>
          <p:cNvSpPr>
            <a:spLocks noGrp="1"/>
          </p:cNvSpPr>
          <p:nvPr/>
        </p:nvSpPr>
        <p:spPr>
          <a:xfrm>
            <a:off x="5513506" y="3434188"/>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006" name="02_predicted_pose_4305">
            <a:extLst>
              <a:ext uri="{FF2B5EF4-FFF2-40B4-BE49-F238E27FC236}">
                <a16:creationId xmlns:a16="http://schemas.microsoft.com/office/drawing/2014/main" id="{E4F2EDAB-F37C-4098-B11A-570D67CA796E}"/>
              </a:ext>
            </a:extLst>
          </p:cNvPr>
          <p:cNvSpPr>
            <a:spLocks noGrp="1"/>
          </p:cNvSpPr>
          <p:nvPr/>
        </p:nvSpPr>
        <p:spPr>
          <a:xfrm>
            <a:off x="712800" y="481068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1007" name="02_predicted_pose_4306">
            <a:extLst>
              <a:ext uri="{FF2B5EF4-FFF2-40B4-BE49-F238E27FC236}">
                <a16:creationId xmlns:a16="http://schemas.microsoft.com/office/drawing/2014/main" id="{E9BBF15F-47CC-4C35-B691-AB99C256AFD1}"/>
              </a:ext>
            </a:extLst>
          </p:cNvPr>
          <p:cNvSpPr>
            <a:spLocks noGrp="1"/>
          </p:cNvSpPr>
          <p:nvPr/>
        </p:nvSpPr>
        <p:spPr>
          <a:xfrm>
            <a:off x="712800" y="561894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008" name="02_predicted_pose_4307">
            <a:extLst>
              <a:ext uri="{FF2B5EF4-FFF2-40B4-BE49-F238E27FC236}">
                <a16:creationId xmlns:a16="http://schemas.microsoft.com/office/drawing/2014/main" id="{219477B0-2F6B-44A4-AFA3-FFC1DD4EDA96}"/>
              </a:ext>
            </a:extLst>
          </p:cNvPr>
          <p:cNvSpPr>
            <a:spLocks noGrp="1"/>
          </p:cNvSpPr>
          <p:nvPr/>
        </p:nvSpPr>
        <p:spPr>
          <a:xfrm>
            <a:off x="712800" y="548919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009" name="02_predicted_pose_4308">
            <a:extLst>
              <a:ext uri="{FF2B5EF4-FFF2-40B4-BE49-F238E27FC236}">
                <a16:creationId xmlns:a16="http://schemas.microsoft.com/office/drawing/2014/main" id="{A61B98D4-6695-40C0-88D5-BA555E88C657}"/>
              </a:ext>
            </a:extLst>
          </p:cNvPr>
          <p:cNvSpPr>
            <a:spLocks noGrp="1"/>
          </p:cNvSpPr>
          <p:nvPr/>
        </p:nvSpPr>
        <p:spPr>
          <a:xfrm>
            <a:off x="1341913"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010" name="text_4309">
            <a:extLst>
              <a:ext uri="{FF2B5EF4-FFF2-40B4-BE49-F238E27FC236}">
                <a16:creationId xmlns:a16="http://schemas.microsoft.com/office/drawing/2014/main" id="{5D0320C7-AA45-4D9E-9833-5F444238DA8A}"/>
              </a:ext>
            </a:extLst>
          </p:cNvPr>
          <p:cNvSpPr>
            <a:spLocks noGrp="1"/>
          </p:cNvSpPr>
          <p:nvPr/>
        </p:nvSpPr>
        <p:spPr>
          <a:xfrm>
            <a:off x="978757" y="642540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1011" name="02_predicted_pose_4310">
            <a:extLst>
              <a:ext uri="{FF2B5EF4-FFF2-40B4-BE49-F238E27FC236}">
                <a16:creationId xmlns:a16="http://schemas.microsoft.com/office/drawing/2014/main" id="{DE05B401-0FA7-491A-B5DA-77D6B2F83EAB}"/>
              </a:ext>
            </a:extLst>
          </p:cNvPr>
          <p:cNvSpPr>
            <a:spLocks noGrp="1"/>
          </p:cNvSpPr>
          <p:nvPr/>
        </p:nvSpPr>
        <p:spPr>
          <a:xfrm>
            <a:off x="2485756"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012" name="text_4311">
            <a:extLst>
              <a:ext uri="{FF2B5EF4-FFF2-40B4-BE49-F238E27FC236}">
                <a16:creationId xmlns:a16="http://schemas.microsoft.com/office/drawing/2014/main" id="{7A73F797-A2FF-42EE-A7F0-231FF0BCC643}"/>
              </a:ext>
            </a:extLst>
          </p:cNvPr>
          <p:cNvSpPr>
            <a:spLocks noGrp="1"/>
          </p:cNvSpPr>
          <p:nvPr/>
        </p:nvSpPr>
        <p:spPr>
          <a:xfrm>
            <a:off x="2186874" y="642566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1013" name="02_predicted_pose_4312">
            <a:extLst>
              <a:ext uri="{FF2B5EF4-FFF2-40B4-BE49-F238E27FC236}">
                <a16:creationId xmlns:a16="http://schemas.microsoft.com/office/drawing/2014/main" id="{17E555CC-DA5A-4694-93C9-85C9190C0300}"/>
              </a:ext>
            </a:extLst>
          </p:cNvPr>
          <p:cNvSpPr>
            <a:spLocks noGrp="1"/>
          </p:cNvSpPr>
          <p:nvPr/>
        </p:nvSpPr>
        <p:spPr>
          <a:xfrm>
            <a:off x="674700" y="635580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4" name="text_4313">
            <a:extLst>
              <a:ext uri="{FF2B5EF4-FFF2-40B4-BE49-F238E27FC236}">
                <a16:creationId xmlns:a16="http://schemas.microsoft.com/office/drawing/2014/main" id="{18814B31-693D-4C36-BE09-5AA1962EE665}"/>
              </a:ext>
            </a:extLst>
          </p:cNvPr>
          <p:cNvSpPr>
            <a:spLocks noGrp="1"/>
          </p:cNvSpPr>
          <p:nvPr/>
        </p:nvSpPr>
        <p:spPr>
          <a:xfrm>
            <a:off x="513029" y="631738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015" name="02_predicted_pose_4314">
            <a:extLst>
              <a:ext uri="{FF2B5EF4-FFF2-40B4-BE49-F238E27FC236}">
                <a16:creationId xmlns:a16="http://schemas.microsoft.com/office/drawing/2014/main" id="{9CD13B2B-FE21-4391-B390-911B3219DB0E}"/>
              </a:ext>
            </a:extLst>
          </p:cNvPr>
          <p:cNvSpPr>
            <a:spLocks noGrp="1"/>
          </p:cNvSpPr>
          <p:nvPr/>
        </p:nvSpPr>
        <p:spPr>
          <a:xfrm>
            <a:off x="674700" y="606257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6" name="text_4315">
            <a:extLst>
              <a:ext uri="{FF2B5EF4-FFF2-40B4-BE49-F238E27FC236}">
                <a16:creationId xmlns:a16="http://schemas.microsoft.com/office/drawing/2014/main" id="{4CBD9523-4115-4C2A-BEA2-3D0BF439AFD5}"/>
              </a:ext>
            </a:extLst>
          </p:cNvPr>
          <p:cNvSpPr>
            <a:spLocks noGrp="1"/>
          </p:cNvSpPr>
          <p:nvPr/>
        </p:nvSpPr>
        <p:spPr>
          <a:xfrm>
            <a:off x="513029" y="602416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017" name="02_predicted_pose_4316">
            <a:extLst>
              <a:ext uri="{FF2B5EF4-FFF2-40B4-BE49-F238E27FC236}">
                <a16:creationId xmlns:a16="http://schemas.microsoft.com/office/drawing/2014/main" id="{DE7C6C3D-EE9D-4E9B-99EA-8BB817D42D2F}"/>
              </a:ext>
            </a:extLst>
          </p:cNvPr>
          <p:cNvSpPr>
            <a:spLocks noGrp="1"/>
          </p:cNvSpPr>
          <p:nvPr/>
        </p:nvSpPr>
        <p:spPr>
          <a:xfrm>
            <a:off x="674700" y="584076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8" name="text_4317">
            <a:extLst>
              <a:ext uri="{FF2B5EF4-FFF2-40B4-BE49-F238E27FC236}">
                <a16:creationId xmlns:a16="http://schemas.microsoft.com/office/drawing/2014/main" id="{13B60655-C93D-47F5-A367-2BC333BBD574}"/>
              </a:ext>
            </a:extLst>
          </p:cNvPr>
          <p:cNvSpPr>
            <a:spLocks noGrp="1"/>
          </p:cNvSpPr>
          <p:nvPr/>
        </p:nvSpPr>
        <p:spPr>
          <a:xfrm>
            <a:off x="587172" y="580234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019" name="02_predicted_pose_4318">
            <a:extLst>
              <a:ext uri="{FF2B5EF4-FFF2-40B4-BE49-F238E27FC236}">
                <a16:creationId xmlns:a16="http://schemas.microsoft.com/office/drawing/2014/main" id="{81BADABD-5076-4223-A04D-EA6EAE38E1E0}"/>
              </a:ext>
            </a:extLst>
          </p:cNvPr>
          <p:cNvSpPr>
            <a:spLocks noGrp="1"/>
          </p:cNvSpPr>
          <p:nvPr/>
        </p:nvSpPr>
        <p:spPr>
          <a:xfrm>
            <a:off x="674700" y="561894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0" name="text_4319">
            <a:extLst>
              <a:ext uri="{FF2B5EF4-FFF2-40B4-BE49-F238E27FC236}">
                <a16:creationId xmlns:a16="http://schemas.microsoft.com/office/drawing/2014/main" id="{628BC34B-92BA-4ECF-B9D2-D9ADD86FCA52}"/>
              </a:ext>
            </a:extLst>
          </p:cNvPr>
          <p:cNvSpPr>
            <a:spLocks noGrp="1"/>
          </p:cNvSpPr>
          <p:nvPr/>
        </p:nvSpPr>
        <p:spPr>
          <a:xfrm>
            <a:off x="587172" y="558053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021" name="02_predicted_pose_4320">
            <a:extLst>
              <a:ext uri="{FF2B5EF4-FFF2-40B4-BE49-F238E27FC236}">
                <a16:creationId xmlns:a16="http://schemas.microsoft.com/office/drawing/2014/main" id="{AF2177A5-A932-4434-A49B-EEF1D632FB50}"/>
              </a:ext>
            </a:extLst>
          </p:cNvPr>
          <p:cNvSpPr>
            <a:spLocks noGrp="1"/>
          </p:cNvSpPr>
          <p:nvPr/>
        </p:nvSpPr>
        <p:spPr>
          <a:xfrm>
            <a:off x="674700" y="548919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2" name="text_4321">
            <a:extLst>
              <a:ext uri="{FF2B5EF4-FFF2-40B4-BE49-F238E27FC236}">
                <a16:creationId xmlns:a16="http://schemas.microsoft.com/office/drawing/2014/main" id="{871CCB8F-8AD6-40E8-8193-2C7AB6989B4E}"/>
              </a:ext>
            </a:extLst>
          </p:cNvPr>
          <p:cNvSpPr>
            <a:spLocks noGrp="1"/>
          </p:cNvSpPr>
          <p:nvPr/>
        </p:nvSpPr>
        <p:spPr>
          <a:xfrm>
            <a:off x="587172" y="545077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023" name="02_predicted_pose_4322">
            <a:extLst>
              <a:ext uri="{FF2B5EF4-FFF2-40B4-BE49-F238E27FC236}">
                <a16:creationId xmlns:a16="http://schemas.microsoft.com/office/drawing/2014/main" id="{11668B6C-A94C-4587-81C0-4B0E3E2A206B}"/>
              </a:ext>
            </a:extLst>
          </p:cNvPr>
          <p:cNvSpPr>
            <a:spLocks noGrp="1"/>
          </p:cNvSpPr>
          <p:nvPr/>
        </p:nvSpPr>
        <p:spPr>
          <a:xfrm>
            <a:off x="674700" y="53257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4" name="text_4323">
            <a:extLst>
              <a:ext uri="{FF2B5EF4-FFF2-40B4-BE49-F238E27FC236}">
                <a16:creationId xmlns:a16="http://schemas.microsoft.com/office/drawing/2014/main" id="{0D863A48-B21B-46FF-93E4-B653B5A63725}"/>
              </a:ext>
            </a:extLst>
          </p:cNvPr>
          <p:cNvSpPr>
            <a:spLocks noGrp="1"/>
          </p:cNvSpPr>
          <p:nvPr/>
        </p:nvSpPr>
        <p:spPr>
          <a:xfrm>
            <a:off x="587172" y="528730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1025" name="02_predicted_pose_4324">
            <a:extLst>
              <a:ext uri="{FF2B5EF4-FFF2-40B4-BE49-F238E27FC236}">
                <a16:creationId xmlns:a16="http://schemas.microsoft.com/office/drawing/2014/main" id="{23AB3C29-D179-436A-ACC0-FF2CD0448C5A}"/>
              </a:ext>
            </a:extLst>
          </p:cNvPr>
          <p:cNvSpPr>
            <a:spLocks noGrp="1"/>
          </p:cNvSpPr>
          <p:nvPr/>
        </p:nvSpPr>
        <p:spPr>
          <a:xfrm>
            <a:off x="674700" y="510390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6" name="text_4325">
            <a:extLst>
              <a:ext uri="{FF2B5EF4-FFF2-40B4-BE49-F238E27FC236}">
                <a16:creationId xmlns:a16="http://schemas.microsoft.com/office/drawing/2014/main" id="{6A6BD090-0ABC-4477-BE23-1EEB9AD189ED}"/>
              </a:ext>
            </a:extLst>
          </p:cNvPr>
          <p:cNvSpPr>
            <a:spLocks noGrp="1"/>
          </p:cNvSpPr>
          <p:nvPr/>
        </p:nvSpPr>
        <p:spPr>
          <a:xfrm>
            <a:off x="537743" y="506549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1027" name="02_predicted_pose_4326">
            <a:extLst>
              <a:ext uri="{FF2B5EF4-FFF2-40B4-BE49-F238E27FC236}">
                <a16:creationId xmlns:a16="http://schemas.microsoft.com/office/drawing/2014/main" id="{9D04FBD0-0C64-410F-B50D-DAA5DE19A023}"/>
              </a:ext>
            </a:extLst>
          </p:cNvPr>
          <p:cNvSpPr>
            <a:spLocks noGrp="1"/>
          </p:cNvSpPr>
          <p:nvPr/>
        </p:nvSpPr>
        <p:spPr>
          <a:xfrm>
            <a:off x="674700" y="488208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8" name="text_4327">
            <a:extLst>
              <a:ext uri="{FF2B5EF4-FFF2-40B4-BE49-F238E27FC236}">
                <a16:creationId xmlns:a16="http://schemas.microsoft.com/office/drawing/2014/main" id="{7DD4371D-10D3-4659-B5AB-3CBADB944C24}"/>
              </a:ext>
            </a:extLst>
          </p:cNvPr>
          <p:cNvSpPr>
            <a:spLocks noGrp="1"/>
          </p:cNvSpPr>
          <p:nvPr/>
        </p:nvSpPr>
        <p:spPr>
          <a:xfrm>
            <a:off x="537743" y="484367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1029" name="text_4328">
            <a:extLst>
              <a:ext uri="{FF2B5EF4-FFF2-40B4-BE49-F238E27FC236}">
                <a16:creationId xmlns:a16="http://schemas.microsoft.com/office/drawing/2014/main" id="{FB436558-2B69-4F17-9B6E-EAD38585A6C9}"/>
              </a:ext>
            </a:extLst>
          </p:cNvPr>
          <p:cNvSpPr>
            <a:spLocks noGrp="1"/>
          </p:cNvSpPr>
          <p:nvPr/>
        </p:nvSpPr>
        <p:spPr>
          <a:xfrm rot="-5400000">
            <a:off x="192687" y="551974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1030" name="02_predicted_pose_4329">
            <a:extLst>
              <a:ext uri="{FF2B5EF4-FFF2-40B4-BE49-F238E27FC236}">
                <a16:creationId xmlns:a16="http://schemas.microsoft.com/office/drawing/2014/main" id="{7FA75350-F2B8-45FE-97E8-A2FD5D44515E}"/>
              </a:ext>
            </a:extLst>
          </p:cNvPr>
          <p:cNvSpPr>
            <a:spLocks noGrp="1"/>
          </p:cNvSpPr>
          <p:nvPr/>
        </p:nvSpPr>
        <p:spPr>
          <a:xfrm>
            <a:off x="1268110" y="5895584"/>
            <a:ext cx="28398" cy="28398"/>
          </a:xfrm>
          <a:prstGeom prst="ellipse">
            <a:avLst/>
          </a:prstGeom>
          <a:solidFill>
            <a:srgbClr val="5879BD">
              <a:alpha val="30000"/>
            </a:srgbClr>
          </a:solidFill>
          <a:ln w="0">
            <a:noFill/>
            <a:prstDash val="solid"/>
          </a:ln>
        </p:spPr>
      </p:sp>
      <p:sp>
        <p:nvSpPr>
          <p:cNvPr id="1031" name="02_predicted_pose_4330">
            <a:extLst>
              <a:ext uri="{FF2B5EF4-FFF2-40B4-BE49-F238E27FC236}">
                <a16:creationId xmlns:a16="http://schemas.microsoft.com/office/drawing/2014/main" id="{288BB7DC-F11B-4BEC-A2BF-67D21632FFC7}"/>
              </a:ext>
            </a:extLst>
          </p:cNvPr>
          <p:cNvSpPr>
            <a:spLocks noGrp="1"/>
          </p:cNvSpPr>
          <p:nvPr/>
        </p:nvSpPr>
        <p:spPr>
          <a:xfrm>
            <a:off x="1281892" y="5689878"/>
            <a:ext cx="28398" cy="28398"/>
          </a:xfrm>
          <a:prstGeom prst="ellipse">
            <a:avLst/>
          </a:prstGeom>
          <a:solidFill>
            <a:srgbClr val="5879BD">
              <a:alpha val="30000"/>
            </a:srgbClr>
          </a:solidFill>
          <a:ln w="0">
            <a:noFill/>
            <a:prstDash val="solid"/>
          </a:ln>
        </p:spPr>
      </p:sp>
      <p:sp>
        <p:nvSpPr>
          <p:cNvPr id="1032" name="02_predicted_pose_4331">
            <a:extLst>
              <a:ext uri="{FF2B5EF4-FFF2-40B4-BE49-F238E27FC236}">
                <a16:creationId xmlns:a16="http://schemas.microsoft.com/office/drawing/2014/main" id="{AFDBCA2A-E357-435E-9443-74DE6E820DB0}"/>
              </a:ext>
            </a:extLst>
          </p:cNvPr>
          <p:cNvSpPr>
            <a:spLocks noGrp="1"/>
          </p:cNvSpPr>
          <p:nvPr/>
        </p:nvSpPr>
        <p:spPr>
          <a:xfrm>
            <a:off x="1295673" y="5828682"/>
            <a:ext cx="28398" cy="28398"/>
          </a:xfrm>
          <a:prstGeom prst="ellipse">
            <a:avLst/>
          </a:prstGeom>
          <a:solidFill>
            <a:srgbClr val="5879BD">
              <a:alpha val="30000"/>
            </a:srgbClr>
          </a:solidFill>
          <a:ln w="0">
            <a:noFill/>
            <a:prstDash val="solid"/>
          </a:ln>
        </p:spPr>
      </p:sp>
      <p:sp>
        <p:nvSpPr>
          <p:cNvPr id="1033" name="02_predicted_pose_4332">
            <a:extLst>
              <a:ext uri="{FF2B5EF4-FFF2-40B4-BE49-F238E27FC236}">
                <a16:creationId xmlns:a16="http://schemas.microsoft.com/office/drawing/2014/main" id="{43875E7F-5352-429B-AF2C-B5584D194792}"/>
              </a:ext>
            </a:extLst>
          </p:cNvPr>
          <p:cNvSpPr>
            <a:spLocks noGrp="1"/>
          </p:cNvSpPr>
          <p:nvPr/>
        </p:nvSpPr>
        <p:spPr>
          <a:xfrm>
            <a:off x="1309454" y="5860686"/>
            <a:ext cx="28398" cy="28398"/>
          </a:xfrm>
          <a:prstGeom prst="ellipse">
            <a:avLst/>
          </a:prstGeom>
          <a:solidFill>
            <a:srgbClr val="5879BD">
              <a:alpha val="30000"/>
            </a:srgbClr>
          </a:solidFill>
          <a:ln w="0">
            <a:noFill/>
            <a:prstDash val="solid"/>
          </a:ln>
        </p:spPr>
      </p:sp>
      <p:sp>
        <p:nvSpPr>
          <p:cNvPr id="1034" name="02_predicted_pose_4333">
            <a:extLst>
              <a:ext uri="{FF2B5EF4-FFF2-40B4-BE49-F238E27FC236}">
                <a16:creationId xmlns:a16="http://schemas.microsoft.com/office/drawing/2014/main" id="{9DC7BF10-3A58-4614-950E-34330509D1F0}"/>
              </a:ext>
            </a:extLst>
          </p:cNvPr>
          <p:cNvSpPr>
            <a:spLocks noGrp="1"/>
          </p:cNvSpPr>
          <p:nvPr/>
        </p:nvSpPr>
        <p:spPr>
          <a:xfrm>
            <a:off x="1323235" y="5901112"/>
            <a:ext cx="28398" cy="28398"/>
          </a:xfrm>
          <a:prstGeom prst="ellipse">
            <a:avLst/>
          </a:prstGeom>
          <a:solidFill>
            <a:srgbClr val="5879BD">
              <a:alpha val="30000"/>
            </a:srgbClr>
          </a:solidFill>
          <a:ln w="0">
            <a:noFill/>
            <a:prstDash val="solid"/>
          </a:ln>
        </p:spPr>
      </p:sp>
      <p:sp>
        <p:nvSpPr>
          <p:cNvPr id="1035" name="02_predicted_pose_4334">
            <a:extLst>
              <a:ext uri="{FF2B5EF4-FFF2-40B4-BE49-F238E27FC236}">
                <a16:creationId xmlns:a16="http://schemas.microsoft.com/office/drawing/2014/main" id="{43A940CF-CFDB-439E-BCE2-74B09362CBB9}"/>
              </a:ext>
            </a:extLst>
          </p:cNvPr>
          <p:cNvSpPr>
            <a:spLocks noGrp="1"/>
          </p:cNvSpPr>
          <p:nvPr/>
        </p:nvSpPr>
        <p:spPr>
          <a:xfrm>
            <a:off x="1337017" y="5669191"/>
            <a:ext cx="28398" cy="28398"/>
          </a:xfrm>
          <a:prstGeom prst="ellipse">
            <a:avLst/>
          </a:prstGeom>
          <a:solidFill>
            <a:srgbClr val="5879BD">
              <a:alpha val="30000"/>
            </a:srgbClr>
          </a:solidFill>
          <a:ln w="0">
            <a:noFill/>
            <a:prstDash val="solid"/>
          </a:ln>
        </p:spPr>
      </p:sp>
      <p:sp>
        <p:nvSpPr>
          <p:cNvPr id="1036" name="02_predicted_pose_4335">
            <a:extLst>
              <a:ext uri="{FF2B5EF4-FFF2-40B4-BE49-F238E27FC236}">
                <a16:creationId xmlns:a16="http://schemas.microsoft.com/office/drawing/2014/main" id="{C5D6B0F4-7A59-45C4-8436-181F005B0458}"/>
              </a:ext>
            </a:extLst>
          </p:cNvPr>
          <p:cNvSpPr>
            <a:spLocks noGrp="1"/>
          </p:cNvSpPr>
          <p:nvPr/>
        </p:nvSpPr>
        <p:spPr>
          <a:xfrm>
            <a:off x="1350798" y="5867592"/>
            <a:ext cx="28398" cy="28398"/>
          </a:xfrm>
          <a:prstGeom prst="ellipse">
            <a:avLst/>
          </a:prstGeom>
          <a:solidFill>
            <a:srgbClr val="5879BD">
              <a:alpha val="30000"/>
            </a:srgbClr>
          </a:solidFill>
          <a:ln w="0">
            <a:noFill/>
            <a:prstDash val="solid"/>
          </a:ln>
        </p:spPr>
      </p:sp>
      <p:sp>
        <p:nvSpPr>
          <p:cNvPr id="1037" name="02_predicted_pose_4336">
            <a:extLst>
              <a:ext uri="{FF2B5EF4-FFF2-40B4-BE49-F238E27FC236}">
                <a16:creationId xmlns:a16="http://schemas.microsoft.com/office/drawing/2014/main" id="{9D8B1A12-C4B4-4E11-8C11-579F15E65B9F}"/>
              </a:ext>
            </a:extLst>
          </p:cNvPr>
          <p:cNvSpPr>
            <a:spLocks noGrp="1"/>
          </p:cNvSpPr>
          <p:nvPr/>
        </p:nvSpPr>
        <p:spPr>
          <a:xfrm>
            <a:off x="1364579" y="5699679"/>
            <a:ext cx="28398" cy="28398"/>
          </a:xfrm>
          <a:prstGeom prst="ellipse">
            <a:avLst/>
          </a:prstGeom>
          <a:solidFill>
            <a:srgbClr val="5879BD">
              <a:alpha val="30000"/>
            </a:srgbClr>
          </a:solidFill>
          <a:ln w="0">
            <a:noFill/>
            <a:prstDash val="solid"/>
          </a:ln>
        </p:spPr>
      </p:sp>
      <p:sp>
        <p:nvSpPr>
          <p:cNvPr id="1038" name="02_predicted_pose_4337">
            <a:extLst>
              <a:ext uri="{FF2B5EF4-FFF2-40B4-BE49-F238E27FC236}">
                <a16:creationId xmlns:a16="http://schemas.microsoft.com/office/drawing/2014/main" id="{537E1B97-EB39-4A2D-8886-B07EBAAA2B09}"/>
              </a:ext>
            </a:extLst>
          </p:cNvPr>
          <p:cNvSpPr>
            <a:spLocks noGrp="1"/>
          </p:cNvSpPr>
          <p:nvPr/>
        </p:nvSpPr>
        <p:spPr>
          <a:xfrm>
            <a:off x="1378360" y="5758553"/>
            <a:ext cx="28398" cy="28398"/>
          </a:xfrm>
          <a:prstGeom prst="ellipse">
            <a:avLst/>
          </a:prstGeom>
          <a:solidFill>
            <a:srgbClr val="5879BD">
              <a:alpha val="30000"/>
            </a:srgbClr>
          </a:solidFill>
          <a:ln w="0">
            <a:noFill/>
            <a:prstDash val="solid"/>
          </a:ln>
        </p:spPr>
      </p:sp>
      <p:sp>
        <p:nvSpPr>
          <p:cNvPr id="1039" name="02_predicted_pose_4338">
            <a:extLst>
              <a:ext uri="{FF2B5EF4-FFF2-40B4-BE49-F238E27FC236}">
                <a16:creationId xmlns:a16="http://schemas.microsoft.com/office/drawing/2014/main" id="{DCD8E705-C277-4F7C-9720-57CE0A811AFB}"/>
              </a:ext>
            </a:extLst>
          </p:cNvPr>
          <p:cNvSpPr>
            <a:spLocks noGrp="1"/>
          </p:cNvSpPr>
          <p:nvPr/>
        </p:nvSpPr>
        <p:spPr>
          <a:xfrm>
            <a:off x="1392142" y="5821833"/>
            <a:ext cx="28398" cy="28398"/>
          </a:xfrm>
          <a:prstGeom prst="ellipse">
            <a:avLst/>
          </a:prstGeom>
          <a:solidFill>
            <a:srgbClr val="5879BD">
              <a:alpha val="30000"/>
            </a:srgbClr>
          </a:solidFill>
          <a:ln w="0">
            <a:noFill/>
            <a:prstDash val="solid"/>
          </a:ln>
        </p:spPr>
      </p:sp>
      <p:sp>
        <p:nvSpPr>
          <p:cNvPr id="1040" name="02_predicted_pose_4339">
            <a:extLst>
              <a:ext uri="{FF2B5EF4-FFF2-40B4-BE49-F238E27FC236}">
                <a16:creationId xmlns:a16="http://schemas.microsoft.com/office/drawing/2014/main" id="{722FB887-161C-41A2-936C-A3BCF3673963}"/>
              </a:ext>
            </a:extLst>
          </p:cNvPr>
          <p:cNvSpPr>
            <a:spLocks noGrp="1"/>
          </p:cNvSpPr>
          <p:nvPr/>
        </p:nvSpPr>
        <p:spPr>
          <a:xfrm>
            <a:off x="1281547" y="5833835"/>
            <a:ext cx="28398" cy="28398"/>
          </a:xfrm>
          <a:prstGeom prst="ellipse">
            <a:avLst/>
          </a:prstGeom>
          <a:solidFill>
            <a:srgbClr val="5879BD">
              <a:alpha val="30000"/>
            </a:srgbClr>
          </a:solidFill>
          <a:ln w="0">
            <a:noFill/>
            <a:prstDash val="solid"/>
          </a:ln>
        </p:spPr>
      </p:sp>
      <p:sp>
        <p:nvSpPr>
          <p:cNvPr id="1041" name="02_predicted_pose_4340">
            <a:extLst>
              <a:ext uri="{FF2B5EF4-FFF2-40B4-BE49-F238E27FC236}">
                <a16:creationId xmlns:a16="http://schemas.microsoft.com/office/drawing/2014/main" id="{49592AA6-571D-4065-AD1C-75FC8BE0EB70}"/>
              </a:ext>
            </a:extLst>
          </p:cNvPr>
          <p:cNvSpPr>
            <a:spLocks noGrp="1"/>
          </p:cNvSpPr>
          <p:nvPr/>
        </p:nvSpPr>
        <p:spPr>
          <a:xfrm>
            <a:off x="1374570" y="5925143"/>
            <a:ext cx="28398" cy="28398"/>
          </a:xfrm>
          <a:prstGeom prst="ellipse">
            <a:avLst/>
          </a:prstGeom>
          <a:solidFill>
            <a:srgbClr val="5879BD">
              <a:alpha val="30000"/>
            </a:srgbClr>
          </a:solidFill>
          <a:ln w="0">
            <a:noFill/>
            <a:prstDash val="solid"/>
          </a:ln>
        </p:spPr>
      </p:sp>
      <p:sp>
        <p:nvSpPr>
          <p:cNvPr id="1042" name="02_predicted_pose_4341">
            <a:extLst>
              <a:ext uri="{FF2B5EF4-FFF2-40B4-BE49-F238E27FC236}">
                <a16:creationId xmlns:a16="http://schemas.microsoft.com/office/drawing/2014/main" id="{20C7D279-B548-4B63-A3CB-E891E7CA2AC5}"/>
              </a:ext>
            </a:extLst>
          </p:cNvPr>
          <p:cNvSpPr>
            <a:spLocks noGrp="1"/>
          </p:cNvSpPr>
          <p:nvPr/>
        </p:nvSpPr>
        <p:spPr>
          <a:xfrm>
            <a:off x="1467594" y="5828174"/>
            <a:ext cx="28398" cy="28398"/>
          </a:xfrm>
          <a:prstGeom prst="ellipse">
            <a:avLst/>
          </a:prstGeom>
          <a:solidFill>
            <a:srgbClr val="5879BD">
              <a:alpha val="30000"/>
            </a:srgbClr>
          </a:solidFill>
          <a:ln w="0">
            <a:noFill/>
            <a:prstDash val="solid"/>
          </a:ln>
        </p:spPr>
      </p:sp>
      <p:sp>
        <p:nvSpPr>
          <p:cNvPr id="1043" name="02_predicted_pose_4342">
            <a:extLst>
              <a:ext uri="{FF2B5EF4-FFF2-40B4-BE49-F238E27FC236}">
                <a16:creationId xmlns:a16="http://schemas.microsoft.com/office/drawing/2014/main" id="{355566CA-05B0-44A2-8586-88797CB9C685}"/>
              </a:ext>
            </a:extLst>
          </p:cNvPr>
          <p:cNvSpPr>
            <a:spLocks noGrp="1"/>
          </p:cNvSpPr>
          <p:nvPr/>
        </p:nvSpPr>
        <p:spPr>
          <a:xfrm>
            <a:off x="1217120" y="5837158"/>
            <a:ext cx="28398" cy="28398"/>
          </a:xfrm>
          <a:prstGeom prst="ellipse">
            <a:avLst/>
          </a:prstGeom>
          <a:solidFill>
            <a:srgbClr val="5879BD">
              <a:alpha val="30000"/>
            </a:srgbClr>
          </a:solidFill>
          <a:ln w="0">
            <a:noFill/>
            <a:prstDash val="solid"/>
          </a:ln>
        </p:spPr>
      </p:sp>
      <p:sp>
        <p:nvSpPr>
          <p:cNvPr id="1044" name="02_predicted_pose_4343">
            <a:extLst>
              <a:ext uri="{FF2B5EF4-FFF2-40B4-BE49-F238E27FC236}">
                <a16:creationId xmlns:a16="http://schemas.microsoft.com/office/drawing/2014/main" id="{1AD66A3D-1FEF-4522-B223-4169C4C54641}"/>
              </a:ext>
            </a:extLst>
          </p:cNvPr>
          <p:cNvSpPr>
            <a:spLocks noGrp="1"/>
          </p:cNvSpPr>
          <p:nvPr/>
        </p:nvSpPr>
        <p:spPr>
          <a:xfrm>
            <a:off x="1310143" y="5141864"/>
            <a:ext cx="28398" cy="28398"/>
          </a:xfrm>
          <a:prstGeom prst="ellipse">
            <a:avLst/>
          </a:prstGeom>
          <a:solidFill>
            <a:srgbClr val="5879BD">
              <a:alpha val="30000"/>
            </a:srgbClr>
          </a:solidFill>
          <a:ln w="0">
            <a:noFill/>
            <a:prstDash val="solid"/>
          </a:ln>
        </p:spPr>
      </p:sp>
      <p:sp>
        <p:nvSpPr>
          <p:cNvPr id="1045" name="02_predicted_pose_4344">
            <a:extLst>
              <a:ext uri="{FF2B5EF4-FFF2-40B4-BE49-F238E27FC236}">
                <a16:creationId xmlns:a16="http://schemas.microsoft.com/office/drawing/2014/main" id="{026DA7DA-4144-47A2-B37A-CABC3363C700}"/>
              </a:ext>
            </a:extLst>
          </p:cNvPr>
          <p:cNvSpPr>
            <a:spLocks noGrp="1"/>
          </p:cNvSpPr>
          <p:nvPr/>
        </p:nvSpPr>
        <p:spPr>
          <a:xfrm>
            <a:off x="1403167" y="5829899"/>
            <a:ext cx="28398" cy="28398"/>
          </a:xfrm>
          <a:prstGeom prst="ellipse">
            <a:avLst/>
          </a:prstGeom>
          <a:solidFill>
            <a:srgbClr val="5879BD">
              <a:alpha val="30000"/>
            </a:srgbClr>
          </a:solidFill>
          <a:ln w="0">
            <a:noFill/>
            <a:prstDash val="solid"/>
          </a:ln>
        </p:spPr>
      </p:sp>
      <p:sp>
        <p:nvSpPr>
          <p:cNvPr id="1046" name="02_predicted_pose_4345">
            <a:extLst>
              <a:ext uri="{FF2B5EF4-FFF2-40B4-BE49-F238E27FC236}">
                <a16:creationId xmlns:a16="http://schemas.microsoft.com/office/drawing/2014/main" id="{16CC652F-2444-4E0C-BE62-B53B88ABDE8B}"/>
              </a:ext>
            </a:extLst>
          </p:cNvPr>
          <p:cNvSpPr>
            <a:spLocks noGrp="1"/>
          </p:cNvSpPr>
          <p:nvPr/>
        </p:nvSpPr>
        <p:spPr>
          <a:xfrm>
            <a:off x="1496190" y="5705533"/>
            <a:ext cx="28398" cy="28398"/>
          </a:xfrm>
          <a:prstGeom prst="ellipse">
            <a:avLst/>
          </a:prstGeom>
          <a:solidFill>
            <a:srgbClr val="5879BD">
              <a:alpha val="30000"/>
            </a:srgbClr>
          </a:solidFill>
          <a:ln w="0">
            <a:noFill/>
            <a:prstDash val="solid"/>
          </a:ln>
        </p:spPr>
      </p:sp>
      <p:sp>
        <p:nvSpPr>
          <p:cNvPr id="1047" name="02_predicted_pose_4346">
            <a:extLst>
              <a:ext uri="{FF2B5EF4-FFF2-40B4-BE49-F238E27FC236}">
                <a16:creationId xmlns:a16="http://schemas.microsoft.com/office/drawing/2014/main" id="{B76E28B4-466C-4E2E-8186-6B5EECE40A25}"/>
              </a:ext>
            </a:extLst>
          </p:cNvPr>
          <p:cNvSpPr>
            <a:spLocks noGrp="1"/>
          </p:cNvSpPr>
          <p:nvPr/>
        </p:nvSpPr>
        <p:spPr>
          <a:xfrm>
            <a:off x="1245716" y="5837095"/>
            <a:ext cx="28398" cy="28398"/>
          </a:xfrm>
          <a:prstGeom prst="ellipse">
            <a:avLst/>
          </a:prstGeom>
          <a:solidFill>
            <a:srgbClr val="5879BD">
              <a:alpha val="30000"/>
            </a:srgbClr>
          </a:solidFill>
          <a:ln w="0">
            <a:noFill/>
            <a:prstDash val="solid"/>
          </a:ln>
        </p:spPr>
      </p:sp>
      <p:sp>
        <p:nvSpPr>
          <p:cNvPr id="1048" name="02_predicted_pose_4347">
            <a:extLst>
              <a:ext uri="{FF2B5EF4-FFF2-40B4-BE49-F238E27FC236}">
                <a16:creationId xmlns:a16="http://schemas.microsoft.com/office/drawing/2014/main" id="{F6175A72-B92A-435F-9F21-B8D65EBD77CA}"/>
              </a:ext>
            </a:extLst>
          </p:cNvPr>
          <p:cNvSpPr>
            <a:spLocks noGrp="1"/>
          </p:cNvSpPr>
          <p:nvPr/>
        </p:nvSpPr>
        <p:spPr>
          <a:xfrm>
            <a:off x="1338739" y="5874851"/>
            <a:ext cx="28398" cy="28398"/>
          </a:xfrm>
          <a:prstGeom prst="ellipse">
            <a:avLst/>
          </a:prstGeom>
          <a:solidFill>
            <a:srgbClr val="5879BD">
              <a:alpha val="30000"/>
            </a:srgbClr>
          </a:solidFill>
          <a:ln w="0">
            <a:noFill/>
            <a:prstDash val="solid"/>
          </a:ln>
        </p:spPr>
      </p:sp>
      <p:sp>
        <p:nvSpPr>
          <p:cNvPr id="1049" name="02_predicted_pose_4348">
            <a:extLst>
              <a:ext uri="{FF2B5EF4-FFF2-40B4-BE49-F238E27FC236}">
                <a16:creationId xmlns:a16="http://schemas.microsoft.com/office/drawing/2014/main" id="{8A4A4331-3824-4787-B86E-326F8DEAC8E0}"/>
              </a:ext>
            </a:extLst>
          </p:cNvPr>
          <p:cNvSpPr>
            <a:spLocks noGrp="1"/>
          </p:cNvSpPr>
          <p:nvPr/>
        </p:nvSpPr>
        <p:spPr>
          <a:xfrm>
            <a:off x="1431763" y="5797745"/>
            <a:ext cx="28398" cy="28398"/>
          </a:xfrm>
          <a:prstGeom prst="ellipse">
            <a:avLst/>
          </a:prstGeom>
          <a:solidFill>
            <a:srgbClr val="5879BD">
              <a:alpha val="30000"/>
            </a:srgbClr>
          </a:solidFill>
          <a:ln w="0">
            <a:noFill/>
            <a:prstDash val="solid"/>
          </a:ln>
        </p:spPr>
      </p:sp>
      <p:sp>
        <p:nvSpPr>
          <p:cNvPr id="1050" name="02_predicted_pose_4349">
            <a:extLst>
              <a:ext uri="{FF2B5EF4-FFF2-40B4-BE49-F238E27FC236}">
                <a16:creationId xmlns:a16="http://schemas.microsoft.com/office/drawing/2014/main" id="{749B7722-C443-4BC0-A2D9-9200A85F7FCB}"/>
              </a:ext>
            </a:extLst>
          </p:cNvPr>
          <p:cNvSpPr>
            <a:spLocks noGrp="1"/>
          </p:cNvSpPr>
          <p:nvPr/>
        </p:nvSpPr>
        <p:spPr>
          <a:xfrm>
            <a:off x="1295328" y="5810050"/>
            <a:ext cx="28398" cy="28398"/>
          </a:xfrm>
          <a:prstGeom prst="ellipse">
            <a:avLst/>
          </a:prstGeom>
          <a:solidFill>
            <a:srgbClr val="5879BD">
              <a:alpha val="30000"/>
            </a:srgbClr>
          </a:solidFill>
          <a:ln w="0">
            <a:noFill/>
            <a:prstDash val="solid"/>
          </a:ln>
        </p:spPr>
      </p:sp>
      <p:sp>
        <p:nvSpPr>
          <p:cNvPr id="1051" name="02_predicted_pose_4350">
            <a:extLst>
              <a:ext uri="{FF2B5EF4-FFF2-40B4-BE49-F238E27FC236}">
                <a16:creationId xmlns:a16="http://schemas.microsoft.com/office/drawing/2014/main" id="{77336DC9-BE49-480C-B99C-E6DBDF5BDBAB}"/>
              </a:ext>
            </a:extLst>
          </p:cNvPr>
          <p:cNvSpPr>
            <a:spLocks noGrp="1"/>
          </p:cNvSpPr>
          <p:nvPr/>
        </p:nvSpPr>
        <p:spPr>
          <a:xfrm>
            <a:off x="1388352" y="5866834"/>
            <a:ext cx="28398" cy="28398"/>
          </a:xfrm>
          <a:prstGeom prst="ellipse">
            <a:avLst/>
          </a:prstGeom>
          <a:solidFill>
            <a:srgbClr val="5879BD">
              <a:alpha val="30000"/>
            </a:srgbClr>
          </a:solidFill>
          <a:ln w="0">
            <a:noFill/>
            <a:prstDash val="solid"/>
          </a:ln>
        </p:spPr>
      </p:sp>
      <p:sp>
        <p:nvSpPr>
          <p:cNvPr id="1052" name="02_predicted_pose_4351">
            <a:extLst>
              <a:ext uri="{FF2B5EF4-FFF2-40B4-BE49-F238E27FC236}">
                <a16:creationId xmlns:a16="http://schemas.microsoft.com/office/drawing/2014/main" id="{F0AD83E0-50A9-48F3-B4E9-0675F7137CD1}"/>
              </a:ext>
            </a:extLst>
          </p:cNvPr>
          <p:cNvSpPr>
            <a:spLocks noGrp="1"/>
          </p:cNvSpPr>
          <p:nvPr/>
        </p:nvSpPr>
        <p:spPr>
          <a:xfrm>
            <a:off x="1481375" y="5889421"/>
            <a:ext cx="28398" cy="28398"/>
          </a:xfrm>
          <a:prstGeom prst="ellipse">
            <a:avLst/>
          </a:prstGeom>
          <a:solidFill>
            <a:srgbClr val="5879BD">
              <a:alpha val="30000"/>
            </a:srgbClr>
          </a:solidFill>
          <a:ln w="0">
            <a:noFill/>
            <a:prstDash val="solid"/>
          </a:ln>
        </p:spPr>
      </p:sp>
      <p:sp>
        <p:nvSpPr>
          <p:cNvPr id="1053" name="02_predicted_pose_4352">
            <a:extLst>
              <a:ext uri="{FF2B5EF4-FFF2-40B4-BE49-F238E27FC236}">
                <a16:creationId xmlns:a16="http://schemas.microsoft.com/office/drawing/2014/main" id="{52DBAA6E-71AB-4AEF-AA73-D81BEA195447}"/>
              </a:ext>
            </a:extLst>
          </p:cNvPr>
          <p:cNvSpPr>
            <a:spLocks noGrp="1"/>
          </p:cNvSpPr>
          <p:nvPr/>
        </p:nvSpPr>
        <p:spPr>
          <a:xfrm>
            <a:off x="1230901" y="5690919"/>
            <a:ext cx="28398" cy="28398"/>
          </a:xfrm>
          <a:prstGeom prst="ellipse">
            <a:avLst/>
          </a:prstGeom>
          <a:solidFill>
            <a:srgbClr val="5879BD">
              <a:alpha val="30000"/>
            </a:srgbClr>
          </a:solidFill>
          <a:ln w="0">
            <a:noFill/>
            <a:prstDash val="solid"/>
          </a:ln>
        </p:spPr>
      </p:sp>
      <p:sp>
        <p:nvSpPr>
          <p:cNvPr id="1054" name="02_predicted_pose_4353">
            <a:extLst>
              <a:ext uri="{FF2B5EF4-FFF2-40B4-BE49-F238E27FC236}">
                <a16:creationId xmlns:a16="http://schemas.microsoft.com/office/drawing/2014/main" id="{D7FAAE00-BF9E-45B3-8FEB-668F63F9ECB6}"/>
              </a:ext>
            </a:extLst>
          </p:cNvPr>
          <p:cNvSpPr>
            <a:spLocks noGrp="1"/>
          </p:cNvSpPr>
          <p:nvPr/>
        </p:nvSpPr>
        <p:spPr>
          <a:xfrm>
            <a:off x="1323924" y="5832348"/>
            <a:ext cx="28398" cy="28398"/>
          </a:xfrm>
          <a:prstGeom prst="ellipse">
            <a:avLst/>
          </a:prstGeom>
          <a:solidFill>
            <a:srgbClr val="5879BD">
              <a:alpha val="30000"/>
            </a:srgbClr>
          </a:solidFill>
          <a:ln w="0">
            <a:noFill/>
            <a:prstDash val="solid"/>
          </a:ln>
        </p:spPr>
      </p:sp>
      <p:sp>
        <p:nvSpPr>
          <p:cNvPr id="1055" name="02_predicted_pose_4354">
            <a:extLst>
              <a:ext uri="{FF2B5EF4-FFF2-40B4-BE49-F238E27FC236}">
                <a16:creationId xmlns:a16="http://schemas.microsoft.com/office/drawing/2014/main" id="{207E75ED-6B38-47EB-B2ED-75280DADFEA8}"/>
              </a:ext>
            </a:extLst>
          </p:cNvPr>
          <p:cNvSpPr>
            <a:spLocks noGrp="1"/>
          </p:cNvSpPr>
          <p:nvPr/>
        </p:nvSpPr>
        <p:spPr>
          <a:xfrm>
            <a:off x="1416948" y="5814453"/>
            <a:ext cx="28398" cy="28398"/>
          </a:xfrm>
          <a:prstGeom prst="ellipse">
            <a:avLst/>
          </a:prstGeom>
          <a:solidFill>
            <a:srgbClr val="5879BD">
              <a:alpha val="30000"/>
            </a:srgbClr>
          </a:solidFill>
          <a:ln w="0">
            <a:noFill/>
            <a:prstDash val="solid"/>
          </a:ln>
        </p:spPr>
      </p:sp>
      <p:sp>
        <p:nvSpPr>
          <p:cNvPr id="1056" name="02_predicted_pose_4355">
            <a:extLst>
              <a:ext uri="{FF2B5EF4-FFF2-40B4-BE49-F238E27FC236}">
                <a16:creationId xmlns:a16="http://schemas.microsoft.com/office/drawing/2014/main" id="{FAB148A5-3790-4F89-8F6E-78FD4F256574}"/>
              </a:ext>
            </a:extLst>
          </p:cNvPr>
          <p:cNvSpPr>
            <a:spLocks noGrp="1"/>
          </p:cNvSpPr>
          <p:nvPr/>
        </p:nvSpPr>
        <p:spPr>
          <a:xfrm>
            <a:off x="1166474" y="5911756"/>
            <a:ext cx="28398" cy="28398"/>
          </a:xfrm>
          <a:prstGeom prst="ellipse">
            <a:avLst/>
          </a:prstGeom>
          <a:solidFill>
            <a:srgbClr val="5879BD">
              <a:alpha val="30000"/>
            </a:srgbClr>
          </a:solidFill>
          <a:ln w="0">
            <a:noFill/>
            <a:prstDash val="solid"/>
          </a:ln>
        </p:spPr>
      </p:sp>
      <p:sp>
        <p:nvSpPr>
          <p:cNvPr id="1057" name="02_predicted_pose_4356">
            <a:extLst>
              <a:ext uri="{FF2B5EF4-FFF2-40B4-BE49-F238E27FC236}">
                <a16:creationId xmlns:a16="http://schemas.microsoft.com/office/drawing/2014/main" id="{63FC798F-540E-4234-B110-C407D6BF25AF}"/>
              </a:ext>
            </a:extLst>
          </p:cNvPr>
          <p:cNvSpPr>
            <a:spLocks noGrp="1"/>
          </p:cNvSpPr>
          <p:nvPr/>
        </p:nvSpPr>
        <p:spPr>
          <a:xfrm>
            <a:off x="1259497" y="5709340"/>
            <a:ext cx="28398" cy="28398"/>
          </a:xfrm>
          <a:prstGeom prst="ellipse">
            <a:avLst/>
          </a:prstGeom>
          <a:solidFill>
            <a:srgbClr val="5879BD">
              <a:alpha val="30000"/>
            </a:srgbClr>
          </a:solidFill>
          <a:ln w="0">
            <a:noFill/>
            <a:prstDash val="solid"/>
          </a:ln>
        </p:spPr>
      </p:sp>
      <p:sp>
        <p:nvSpPr>
          <p:cNvPr id="1058" name="02_predicted_pose_4357">
            <a:extLst>
              <a:ext uri="{FF2B5EF4-FFF2-40B4-BE49-F238E27FC236}">
                <a16:creationId xmlns:a16="http://schemas.microsoft.com/office/drawing/2014/main" id="{5AE3457F-D3DD-49E4-85BA-DA7E6C1C8DDD}"/>
              </a:ext>
            </a:extLst>
          </p:cNvPr>
          <p:cNvSpPr>
            <a:spLocks noGrp="1"/>
          </p:cNvSpPr>
          <p:nvPr/>
        </p:nvSpPr>
        <p:spPr>
          <a:xfrm>
            <a:off x="1352520" y="5818352"/>
            <a:ext cx="28398" cy="28398"/>
          </a:xfrm>
          <a:prstGeom prst="ellipse">
            <a:avLst/>
          </a:prstGeom>
          <a:solidFill>
            <a:srgbClr val="5879BD">
              <a:alpha val="30000"/>
            </a:srgbClr>
          </a:solidFill>
          <a:ln w="0">
            <a:noFill/>
            <a:prstDash val="solid"/>
          </a:ln>
        </p:spPr>
      </p:sp>
      <p:sp>
        <p:nvSpPr>
          <p:cNvPr id="1059" name="02_predicted_pose_4358">
            <a:extLst>
              <a:ext uri="{FF2B5EF4-FFF2-40B4-BE49-F238E27FC236}">
                <a16:creationId xmlns:a16="http://schemas.microsoft.com/office/drawing/2014/main" id="{808C8BBB-3CB9-492F-8F94-8AF5801DEEA7}"/>
              </a:ext>
            </a:extLst>
          </p:cNvPr>
          <p:cNvSpPr>
            <a:spLocks noGrp="1"/>
          </p:cNvSpPr>
          <p:nvPr/>
        </p:nvSpPr>
        <p:spPr>
          <a:xfrm>
            <a:off x="1445544" y="5731210"/>
            <a:ext cx="28398" cy="28398"/>
          </a:xfrm>
          <a:prstGeom prst="ellipse">
            <a:avLst/>
          </a:prstGeom>
          <a:solidFill>
            <a:srgbClr val="5879BD">
              <a:alpha val="30000"/>
            </a:srgbClr>
          </a:solidFill>
          <a:ln w="0">
            <a:noFill/>
            <a:prstDash val="solid"/>
          </a:ln>
        </p:spPr>
      </p:sp>
      <p:sp>
        <p:nvSpPr>
          <p:cNvPr id="1060" name="02_predicted_pose_4359">
            <a:extLst>
              <a:ext uri="{FF2B5EF4-FFF2-40B4-BE49-F238E27FC236}">
                <a16:creationId xmlns:a16="http://schemas.microsoft.com/office/drawing/2014/main" id="{D73C6855-D26D-4C6F-8CA8-8CBD9D7D1F21}"/>
              </a:ext>
            </a:extLst>
          </p:cNvPr>
          <p:cNvSpPr>
            <a:spLocks noGrp="1"/>
          </p:cNvSpPr>
          <p:nvPr/>
        </p:nvSpPr>
        <p:spPr>
          <a:xfrm>
            <a:off x="1309110" y="5694411"/>
            <a:ext cx="28398" cy="28398"/>
          </a:xfrm>
          <a:prstGeom prst="ellipse">
            <a:avLst/>
          </a:prstGeom>
          <a:solidFill>
            <a:srgbClr val="5879BD">
              <a:alpha val="30000"/>
            </a:srgbClr>
          </a:solidFill>
          <a:ln w="0">
            <a:noFill/>
            <a:prstDash val="solid"/>
          </a:ln>
        </p:spPr>
      </p:sp>
      <p:sp>
        <p:nvSpPr>
          <p:cNvPr id="1061" name="02_predicted_pose_4360">
            <a:extLst>
              <a:ext uri="{FF2B5EF4-FFF2-40B4-BE49-F238E27FC236}">
                <a16:creationId xmlns:a16="http://schemas.microsoft.com/office/drawing/2014/main" id="{8CCEAB96-74D1-4BDA-9207-D306C091DDC3}"/>
              </a:ext>
            </a:extLst>
          </p:cNvPr>
          <p:cNvSpPr>
            <a:spLocks noGrp="1"/>
          </p:cNvSpPr>
          <p:nvPr/>
        </p:nvSpPr>
        <p:spPr>
          <a:xfrm>
            <a:off x="1402133" y="5166491"/>
            <a:ext cx="28398" cy="28398"/>
          </a:xfrm>
          <a:prstGeom prst="ellipse">
            <a:avLst/>
          </a:prstGeom>
          <a:solidFill>
            <a:srgbClr val="5879BD">
              <a:alpha val="30000"/>
            </a:srgbClr>
          </a:solidFill>
          <a:ln w="0">
            <a:noFill/>
            <a:prstDash val="solid"/>
          </a:ln>
        </p:spPr>
      </p:sp>
      <p:sp>
        <p:nvSpPr>
          <p:cNvPr id="1062" name="02_predicted_pose_4361">
            <a:extLst>
              <a:ext uri="{FF2B5EF4-FFF2-40B4-BE49-F238E27FC236}">
                <a16:creationId xmlns:a16="http://schemas.microsoft.com/office/drawing/2014/main" id="{C7BAA86B-D9FD-481D-8372-C44A7466D4A8}"/>
              </a:ext>
            </a:extLst>
          </p:cNvPr>
          <p:cNvSpPr>
            <a:spLocks noGrp="1"/>
          </p:cNvSpPr>
          <p:nvPr/>
        </p:nvSpPr>
        <p:spPr>
          <a:xfrm>
            <a:off x="1495156" y="5867465"/>
            <a:ext cx="28398" cy="28398"/>
          </a:xfrm>
          <a:prstGeom prst="ellipse">
            <a:avLst/>
          </a:prstGeom>
          <a:solidFill>
            <a:srgbClr val="5879BD">
              <a:alpha val="30000"/>
            </a:srgbClr>
          </a:solidFill>
          <a:ln w="0">
            <a:noFill/>
            <a:prstDash val="solid"/>
          </a:ln>
        </p:spPr>
      </p:sp>
      <p:sp>
        <p:nvSpPr>
          <p:cNvPr id="1063" name="02_predicted_pose_4362">
            <a:extLst>
              <a:ext uri="{FF2B5EF4-FFF2-40B4-BE49-F238E27FC236}">
                <a16:creationId xmlns:a16="http://schemas.microsoft.com/office/drawing/2014/main" id="{6A17D345-C5C1-492B-98A0-CD04877C7124}"/>
              </a:ext>
            </a:extLst>
          </p:cNvPr>
          <p:cNvSpPr>
            <a:spLocks noGrp="1"/>
          </p:cNvSpPr>
          <p:nvPr/>
        </p:nvSpPr>
        <p:spPr>
          <a:xfrm>
            <a:off x="1244682" y="5880773"/>
            <a:ext cx="28398" cy="28398"/>
          </a:xfrm>
          <a:prstGeom prst="ellipse">
            <a:avLst/>
          </a:prstGeom>
          <a:solidFill>
            <a:srgbClr val="5879BD">
              <a:alpha val="30000"/>
            </a:srgbClr>
          </a:solidFill>
          <a:ln w="0">
            <a:noFill/>
            <a:prstDash val="solid"/>
          </a:ln>
        </p:spPr>
      </p:sp>
      <p:sp>
        <p:nvSpPr>
          <p:cNvPr id="1064" name="02_predicted_pose_4363">
            <a:extLst>
              <a:ext uri="{FF2B5EF4-FFF2-40B4-BE49-F238E27FC236}">
                <a16:creationId xmlns:a16="http://schemas.microsoft.com/office/drawing/2014/main" id="{B534FEBC-8AD0-4B2D-BF5E-305116182939}"/>
              </a:ext>
            </a:extLst>
          </p:cNvPr>
          <p:cNvSpPr>
            <a:spLocks noGrp="1"/>
          </p:cNvSpPr>
          <p:nvPr/>
        </p:nvSpPr>
        <p:spPr>
          <a:xfrm>
            <a:off x="1337706" y="5770644"/>
            <a:ext cx="28398" cy="28398"/>
          </a:xfrm>
          <a:prstGeom prst="ellipse">
            <a:avLst/>
          </a:prstGeom>
          <a:solidFill>
            <a:srgbClr val="5879BD">
              <a:alpha val="30000"/>
            </a:srgbClr>
          </a:solidFill>
          <a:ln w="0">
            <a:noFill/>
            <a:prstDash val="solid"/>
          </a:ln>
        </p:spPr>
      </p:sp>
      <p:sp>
        <p:nvSpPr>
          <p:cNvPr id="1065" name="02_predicted_pose_4364">
            <a:extLst>
              <a:ext uri="{FF2B5EF4-FFF2-40B4-BE49-F238E27FC236}">
                <a16:creationId xmlns:a16="http://schemas.microsoft.com/office/drawing/2014/main" id="{6C614BAB-A626-46B2-A984-95BD01302E44}"/>
              </a:ext>
            </a:extLst>
          </p:cNvPr>
          <p:cNvSpPr>
            <a:spLocks noGrp="1"/>
          </p:cNvSpPr>
          <p:nvPr/>
        </p:nvSpPr>
        <p:spPr>
          <a:xfrm>
            <a:off x="1430729" y="5722136"/>
            <a:ext cx="28398" cy="28398"/>
          </a:xfrm>
          <a:prstGeom prst="ellipse">
            <a:avLst/>
          </a:prstGeom>
          <a:solidFill>
            <a:srgbClr val="5879BD">
              <a:alpha val="30000"/>
            </a:srgbClr>
          </a:solidFill>
          <a:ln w="0">
            <a:noFill/>
            <a:prstDash val="solid"/>
          </a:ln>
        </p:spPr>
      </p:sp>
      <p:sp>
        <p:nvSpPr>
          <p:cNvPr id="1066" name="02_predicted_pose_4365">
            <a:extLst>
              <a:ext uri="{FF2B5EF4-FFF2-40B4-BE49-F238E27FC236}">
                <a16:creationId xmlns:a16="http://schemas.microsoft.com/office/drawing/2014/main" id="{A2BEBE55-E83F-4C4C-A108-6A40112C1326}"/>
              </a:ext>
            </a:extLst>
          </p:cNvPr>
          <p:cNvSpPr>
            <a:spLocks noGrp="1"/>
          </p:cNvSpPr>
          <p:nvPr/>
        </p:nvSpPr>
        <p:spPr>
          <a:xfrm>
            <a:off x="1180255" y="5825366"/>
            <a:ext cx="28398" cy="28398"/>
          </a:xfrm>
          <a:prstGeom prst="ellipse">
            <a:avLst/>
          </a:prstGeom>
          <a:solidFill>
            <a:srgbClr val="5879BD">
              <a:alpha val="30000"/>
            </a:srgbClr>
          </a:solidFill>
          <a:ln w="0">
            <a:noFill/>
            <a:prstDash val="solid"/>
          </a:ln>
        </p:spPr>
      </p:sp>
      <p:sp>
        <p:nvSpPr>
          <p:cNvPr id="1067" name="02_predicted_pose_4366">
            <a:extLst>
              <a:ext uri="{FF2B5EF4-FFF2-40B4-BE49-F238E27FC236}">
                <a16:creationId xmlns:a16="http://schemas.microsoft.com/office/drawing/2014/main" id="{49066784-F7AA-42FE-9011-31DE179D4122}"/>
              </a:ext>
            </a:extLst>
          </p:cNvPr>
          <p:cNvSpPr>
            <a:spLocks noGrp="1"/>
          </p:cNvSpPr>
          <p:nvPr/>
        </p:nvSpPr>
        <p:spPr>
          <a:xfrm>
            <a:off x="1273278" y="5679160"/>
            <a:ext cx="28398" cy="28398"/>
          </a:xfrm>
          <a:prstGeom prst="ellipse">
            <a:avLst/>
          </a:prstGeom>
          <a:solidFill>
            <a:srgbClr val="5879BD">
              <a:alpha val="30000"/>
            </a:srgbClr>
          </a:solidFill>
          <a:ln w="0">
            <a:noFill/>
            <a:prstDash val="solid"/>
          </a:ln>
        </p:spPr>
      </p:sp>
      <p:sp>
        <p:nvSpPr>
          <p:cNvPr id="1068" name="02_predicted_pose_4367">
            <a:extLst>
              <a:ext uri="{FF2B5EF4-FFF2-40B4-BE49-F238E27FC236}">
                <a16:creationId xmlns:a16="http://schemas.microsoft.com/office/drawing/2014/main" id="{16D03BED-E80E-4F9E-A2CA-270347E99F1A}"/>
              </a:ext>
            </a:extLst>
          </p:cNvPr>
          <p:cNvSpPr>
            <a:spLocks noGrp="1"/>
          </p:cNvSpPr>
          <p:nvPr/>
        </p:nvSpPr>
        <p:spPr>
          <a:xfrm>
            <a:off x="1366302" y="5867962"/>
            <a:ext cx="28398" cy="28398"/>
          </a:xfrm>
          <a:prstGeom prst="ellipse">
            <a:avLst/>
          </a:prstGeom>
          <a:solidFill>
            <a:srgbClr val="5879BD">
              <a:alpha val="30000"/>
            </a:srgbClr>
          </a:solidFill>
          <a:ln w="0">
            <a:noFill/>
            <a:prstDash val="solid"/>
          </a:ln>
        </p:spPr>
      </p:sp>
      <p:sp>
        <p:nvSpPr>
          <p:cNvPr id="1069" name="02_predicted_pose_4368">
            <a:extLst>
              <a:ext uri="{FF2B5EF4-FFF2-40B4-BE49-F238E27FC236}">
                <a16:creationId xmlns:a16="http://schemas.microsoft.com/office/drawing/2014/main" id="{9903F93E-5CB5-443E-8859-5BE6BBE1558E}"/>
              </a:ext>
            </a:extLst>
          </p:cNvPr>
          <p:cNvSpPr>
            <a:spLocks noGrp="1"/>
          </p:cNvSpPr>
          <p:nvPr/>
        </p:nvSpPr>
        <p:spPr>
          <a:xfrm>
            <a:off x="1459325" y="5822931"/>
            <a:ext cx="28398" cy="28398"/>
          </a:xfrm>
          <a:prstGeom prst="ellipse">
            <a:avLst/>
          </a:prstGeom>
          <a:solidFill>
            <a:srgbClr val="5879BD">
              <a:alpha val="30000"/>
            </a:srgbClr>
          </a:solidFill>
          <a:ln w="0">
            <a:noFill/>
            <a:prstDash val="solid"/>
          </a:ln>
        </p:spPr>
      </p:sp>
      <p:sp>
        <p:nvSpPr>
          <p:cNvPr id="1070" name="02_predicted_pose_4369">
            <a:extLst>
              <a:ext uri="{FF2B5EF4-FFF2-40B4-BE49-F238E27FC236}">
                <a16:creationId xmlns:a16="http://schemas.microsoft.com/office/drawing/2014/main" id="{1B632895-A24C-4DD4-9B69-5F7D74C46854}"/>
              </a:ext>
            </a:extLst>
          </p:cNvPr>
          <p:cNvSpPr>
            <a:spLocks noGrp="1"/>
          </p:cNvSpPr>
          <p:nvPr/>
        </p:nvSpPr>
        <p:spPr>
          <a:xfrm>
            <a:off x="1322891" y="5818638"/>
            <a:ext cx="28398" cy="28398"/>
          </a:xfrm>
          <a:prstGeom prst="ellipse">
            <a:avLst/>
          </a:prstGeom>
          <a:solidFill>
            <a:srgbClr val="5879BD">
              <a:alpha val="30000"/>
            </a:srgbClr>
          </a:solidFill>
          <a:ln w="0">
            <a:noFill/>
            <a:prstDash val="solid"/>
          </a:ln>
        </p:spPr>
      </p:sp>
      <p:sp>
        <p:nvSpPr>
          <p:cNvPr id="1071" name="02_predicted_pose_4370">
            <a:extLst>
              <a:ext uri="{FF2B5EF4-FFF2-40B4-BE49-F238E27FC236}">
                <a16:creationId xmlns:a16="http://schemas.microsoft.com/office/drawing/2014/main" id="{2710C53F-7D62-46C5-8867-DA7B3D203E11}"/>
              </a:ext>
            </a:extLst>
          </p:cNvPr>
          <p:cNvSpPr>
            <a:spLocks noGrp="1"/>
          </p:cNvSpPr>
          <p:nvPr/>
        </p:nvSpPr>
        <p:spPr>
          <a:xfrm>
            <a:off x="1415914" y="5894024"/>
            <a:ext cx="28398" cy="28398"/>
          </a:xfrm>
          <a:prstGeom prst="ellipse">
            <a:avLst/>
          </a:prstGeom>
          <a:solidFill>
            <a:srgbClr val="5879BD">
              <a:alpha val="30000"/>
            </a:srgbClr>
          </a:solidFill>
          <a:ln w="0">
            <a:noFill/>
            <a:prstDash val="solid"/>
          </a:ln>
        </p:spPr>
      </p:sp>
      <p:sp>
        <p:nvSpPr>
          <p:cNvPr id="1072" name="02_predicted_pose_4371">
            <a:extLst>
              <a:ext uri="{FF2B5EF4-FFF2-40B4-BE49-F238E27FC236}">
                <a16:creationId xmlns:a16="http://schemas.microsoft.com/office/drawing/2014/main" id="{4A1E6DE4-11B9-470B-826A-0B8D334AFBD8}"/>
              </a:ext>
            </a:extLst>
          </p:cNvPr>
          <p:cNvSpPr>
            <a:spLocks noGrp="1"/>
          </p:cNvSpPr>
          <p:nvPr/>
        </p:nvSpPr>
        <p:spPr>
          <a:xfrm>
            <a:off x="1165440" y="5716520"/>
            <a:ext cx="28398" cy="28398"/>
          </a:xfrm>
          <a:prstGeom prst="ellipse">
            <a:avLst/>
          </a:prstGeom>
          <a:solidFill>
            <a:srgbClr val="5879BD">
              <a:alpha val="30000"/>
            </a:srgbClr>
          </a:solidFill>
          <a:ln w="0">
            <a:noFill/>
            <a:prstDash val="solid"/>
          </a:ln>
        </p:spPr>
      </p:sp>
      <p:sp>
        <p:nvSpPr>
          <p:cNvPr id="1073" name="02_predicted_pose_4372">
            <a:extLst>
              <a:ext uri="{FF2B5EF4-FFF2-40B4-BE49-F238E27FC236}">
                <a16:creationId xmlns:a16="http://schemas.microsoft.com/office/drawing/2014/main" id="{9324BC88-8064-44F7-8455-9ED06F88A54E}"/>
              </a:ext>
            </a:extLst>
          </p:cNvPr>
          <p:cNvSpPr>
            <a:spLocks noGrp="1"/>
          </p:cNvSpPr>
          <p:nvPr/>
        </p:nvSpPr>
        <p:spPr>
          <a:xfrm>
            <a:off x="1258464" y="5917802"/>
            <a:ext cx="28398" cy="28398"/>
          </a:xfrm>
          <a:prstGeom prst="ellipse">
            <a:avLst/>
          </a:prstGeom>
          <a:solidFill>
            <a:srgbClr val="5879BD">
              <a:alpha val="30000"/>
            </a:srgbClr>
          </a:solidFill>
          <a:ln w="0">
            <a:noFill/>
            <a:prstDash val="solid"/>
          </a:ln>
        </p:spPr>
      </p:sp>
      <p:sp>
        <p:nvSpPr>
          <p:cNvPr id="1074" name="02_predicted_pose_4373">
            <a:extLst>
              <a:ext uri="{FF2B5EF4-FFF2-40B4-BE49-F238E27FC236}">
                <a16:creationId xmlns:a16="http://schemas.microsoft.com/office/drawing/2014/main" id="{C86E433C-E636-47EE-996F-1334282ADCDB}"/>
              </a:ext>
            </a:extLst>
          </p:cNvPr>
          <p:cNvSpPr>
            <a:spLocks noGrp="1"/>
          </p:cNvSpPr>
          <p:nvPr/>
        </p:nvSpPr>
        <p:spPr>
          <a:xfrm>
            <a:off x="1351487" y="5796608"/>
            <a:ext cx="28398" cy="28398"/>
          </a:xfrm>
          <a:prstGeom prst="ellipse">
            <a:avLst/>
          </a:prstGeom>
          <a:solidFill>
            <a:srgbClr val="5879BD">
              <a:alpha val="30000"/>
            </a:srgbClr>
          </a:solidFill>
          <a:ln w="0">
            <a:noFill/>
            <a:prstDash val="solid"/>
          </a:ln>
        </p:spPr>
      </p:sp>
      <p:sp>
        <p:nvSpPr>
          <p:cNvPr id="1075" name="02_predicted_pose_4374">
            <a:extLst>
              <a:ext uri="{FF2B5EF4-FFF2-40B4-BE49-F238E27FC236}">
                <a16:creationId xmlns:a16="http://schemas.microsoft.com/office/drawing/2014/main" id="{188A23D9-21E9-4149-A61A-AA5BC596A129}"/>
              </a:ext>
            </a:extLst>
          </p:cNvPr>
          <p:cNvSpPr>
            <a:spLocks noGrp="1"/>
          </p:cNvSpPr>
          <p:nvPr/>
        </p:nvSpPr>
        <p:spPr>
          <a:xfrm>
            <a:off x="1444510" y="5662498"/>
            <a:ext cx="28398" cy="28398"/>
          </a:xfrm>
          <a:prstGeom prst="ellipse">
            <a:avLst/>
          </a:prstGeom>
          <a:solidFill>
            <a:srgbClr val="5879BD">
              <a:alpha val="30000"/>
            </a:srgbClr>
          </a:solidFill>
          <a:ln w="0">
            <a:noFill/>
            <a:prstDash val="solid"/>
          </a:ln>
        </p:spPr>
      </p:sp>
      <p:sp>
        <p:nvSpPr>
          <p:cNvPr id="1076" name="02_predicted_pose_4375">
            <a:extLst>
              <a:ext uri="{FF2B5EF4-FFF2-40B4-BE49-F238E27FC236}">
                <a16:creationId xmlns:a16="http://schemas.microsoft.com/office/drawing/2014/main" id="{00EA1530-6F5A-4763-B3AA-197A5BC842C7}"/>
              </a:ext>
            </a:extLst>
          </p:cNvPr>
          <p:cNvSpPr>
            <a:spLocks noGrp="1"/>
          </p:cNvSpPr>
          <p:nvPr/>
        </p:nvSpPr>
        <p:spPr>
          <a:xfrm>
            <a:off x="1194036" y="5799667"/>
            <a:ext cx="28398" cy="28398"/>
          </a:xfrm>
          <a:prstGeom prst="ellipse">
            <a:avLst/>
          </a:prstGeom>
          <a:solidFill>
            <a:srgbClr val="5879BD">
              <a:alpha val="30000"/>
            </a:srgbClr>
          </a:solidFill>
          <a:ln w="0">
            <a:noFill/>
            <a:prstDash val="solid"/>
          </a:ln>
        </p:spPr>
      </p:sp>
      <p:sp>
        <p:nvSpPr>
          <p:cNvPr id="1077" name="02_predicted_pose_4376">
            <a:extLst>
              <a:ext uri="{FF2B5EF4-FFF2-40B4-BE49-F238E27FC236}">
                <a16:creationId xmlns:a16="http://schemas.microsoft.com/office/drawing/2014/main" id="{4AF0BEF0-AD51-4453-BB9A-599FE02DDEEB}"/>
              </a:ext>
            </a:extLst>
          </p:cNvPr>
          <p:cNvSpPr>
            <a:spLocks noGrp="1"/>
          </p:cNvSpPr>
          <p:nvPr/>
        </p:nvSpPr>
        <p:spPr>
          <a:xfrm>
            <a:off x="1287060" y="5902302"/>
            <a:ext cx="28398" cy="28398"/>
          </a:xfrm>
          <a:prstGeom prst="ellipse">
            <a:avLst/>
          </a:prstGeom>
          <a:solidFill>
            <a:srgbClr val="5879BD">
              <a:alpha val="30000"/>
            </a:srgbClr>
          </a:solidFill>
          <a:ln w="0">
            <a:noFill/>
            <a:prstDash val="solid"/>
          </a:ln>
        </p:spPr>
      </p:sp>
      <p:sp>
        <p:nvSpPr>
          <p:cNvPr id="1078" name="02_predicted_pose_4377">
            <a:extLst>
              <a:ext uri="{FF2B5EF4-FFF2-40B4-BE49-F238E27FC236}">
                <a16:creationId xmlns:a16="http://schemas.microsoft.com/office/drawing/2014/main" id="{C83A4E88-80A3-4EB9-BC60-3733ABB44137}"/>
              </a:ext>
            </a:extLst>
          </p:cNvPr>
          <p:cNvSpPr>
            <a:spLocks noGrp="1"/>
          </p:cNvSpPr>
          <p:nvPr/>
        </p:nvSpPr>
        <p:spPr>
          <a:xfrm>
            <a:off x="1380083" y="5670411"/>
            <a:ext cx="28398" cy="28398"/>
          </a:xfrm>
          <a:prstGeom prst="ellipse">
            <a:avLst/>
          </a:prstGeom>
          <a:solidFill>
            <a:srgbClr val="5879BD">
              <a:alpha val="30000"/>
            </a:srgbClr>
          </a:solidFill>
          <a:ln w="0">
            <a:noFill/>
            <a:prstDash val="solid"/>
          </a:ln>
        </p:spPr>
      </p:sp>
      <p:sp>
        <p:nvSpPr>
          <p:cNvPr id="1079" name="02_predicted_pose_4378">
            <a:extLst>
              <a:ext uri="{FF2B5EF4-FFF2-40B4-BE49-F238E27FC236}">
                <a16:creationId xmlns:a16="http://schemas.microsoft.com/office/drawing/2014/main" id="{CAE3AD77-AE49-4374-BD03-AB7AFCF1CFCB}"/>
              </a:ext>
            </a:extLst>
          </p:cNvPr>
          <p:cNvSpPr>
            <a:spLocks noGrp="1"/>
          </p:cNvSpPr>
          <p:nvPr/>
        </p:nvSpPr>
        <p:spPr>
          <a:xfrm>
            <a:off x="1473106" y="5907459"/>
            <a:ext cx="28398" cy="28398"/>
          </a:xfrm>
          <a:prstGeom prst="ellipse">
            <a:avLst/>
          </a:prstGeom>
          <a:solidFill>
            <a:srgbClr val="5879BD">
              <a:alpha val="30000"/>
            </a:srgbClr>
          </a:solidFill>
          <a:ln w="0">
            <a:noFill/>
            <a:prstDash val="solid"/>
          </a:ln>
        </p:spPr>
      </p:sp>
      <p:sp>
        <p:nvSpPr>
          <p:cNvPr id="1080" name="02_predicted_pose_4379">
            <a:extLst>
              <a:ext uri="{FF2B5EF4-FFF2-40B4-BE49-F238E27FC236}">
                <a16:creationId xmlns:a16="http://schemas.microsoft.com/office/drawing/2014/main" id="{FEEA7F47-75CD-47A8-8999-D4D08ABED240}"/>
              </a:ext>
            </a:extLst>
          </p:cNvPr>
          <p:cNvSpPr>
            <a:spLocks noGrp="1"/>
          </p:cNvSpPr>
          <p:nvPr/>
        </p:nvSpPr>
        <p:spPr>
          <a:xfrm>
            <a:off x="1336672" y="5889265"/>
            <a:ext cx="28398" cy="28398"/>
          </a:xfrm>
          <a:prstGeom prst="ellipse">
            <a:avLst/>
          </a:prstGeom>
          <a:solidFill>
            <a:srgbClr val="5879BD">
              <a:alpha val="30000"/>
            </a:srgbClr>
          </a:solidFill>
          <a:ln w="0">
            <a:noFill/>
            <a:prstDash val="solid"/>
          </a:ln>
        </p:spPr>
      </p:sp>
      <p:sp>
        <p:nvSpPr>
          <p:cNvPr id="1081" name="02_predicted_pose_4380">
            <a:extLst>
              <a:ext uri="{FF2B5EF4-FFF2-40B4-BE49-F238E27FC236}">
                <a16:creationId xmlns:a16="http://schemas.microsoft.com/office/drawing/2014/main" id="{502B4EAF-1F4F-4169-B3AA-8F5213D5FF88}"/>
              </a:ext>
            </a:extLst>
          </p:cNvPr>
          <p:cNvSpPr>
            <a:spLocks noGrp="1"/>
          </p:cNvSpPr>
          <p:nvPr/>
        </p:nvSpPr>
        <p:spPr>
          <a:xfrm>
            <a:off x="1429695" y="5809484"/>
            <a:ext cx="28398" cy="28398"/>
          </a:xfrm>
          <a:prstGeom prst="ellipse">
            <a:avLst/>
          </a:prstGeom>
          <a:solidFill>
            <a:srgbClr val="5879BD">
              <a:alpha val="30000"/>
            </a:srgbClr>
          </a:solidFill>
          <a:ln w="0">
            <a:noFill/>
            <a:prstDash val="solid"/>
          </a:ln>
        </p:spPr>
      </p:sp>
      <p:sp>
        <p:nvSpPr>
          <p:cNvPr id="1082" name="02_predicted_pose_4381">
            <a:extLst>
              <a:ext uri="{FF2B5EF4-FFF2-40B4-BE49-F238E27FC236}">
                <a16:creationId xmlns:a16="http://schemas.microsoft.com/office/drawing/2014/main" id="{77CEF246-ABE0-4103-B447-CF30F6E5A6D4}"/>
              </a:ext>
            </a:extLst>
          </p:cNvPr>
          <p:cNvSpPr>
            <a:spLocks noGrp="1"/>
          </p:cNvSpPr>
          <p:nvPr/>
        </p:nvSpPr>
        <p:spPr>
          <a:xfrm>
            <a:off x="1179221" y="5888317"/>
            <a:ext cx="28398" cy="28398"/>
          </a:xfrm>
          <a:prstGeom prst="ellipse">
            <a:avLst/>
          </a:prstGeom>
          <a:solidFill>
            <a:srgbClr val="5879BD">
              <a:alpha val="30000"/>
            </a:srgbClr>
          </a:solidFill>
          <a:ln w="0">
            <a:noFill/>
            <a:prstDash val="solid"/>
          </a:ln>
        </p:spPr>
      </p:sp>
      <p:sp>
        <p:nvSpPr>
          <p:cNvPr id="1083" name="02_predicted_pose_4382">
            <a:extLst>
              <a:ext uri="{FF2B5EF4-FFF2-40B4-BE49-F238E27FC236}">
                <a16:creationId xmlns:a16="http://schemas.microsoft.com/office/drawing/2014/main" id="{11238E33-0B46-4713-B185-CF61B877EA27}"/>
              </a:ext>
            </a:extLst>
          </p:cNvPr>
          <p:cNvSpPr>
            <a:spLocks noGrp="1"/>
          </p:cNvSpPr>
          <p:nvPr/>
        </p:nvSpPr>
        <p:spPr>
          <a:xfrm>
            <a:off x="1272245" y="5804195"/>
            <a:ext cx="28398" cy="28398"/>
          </a:xfrm>
          <a:prstGeom prst="ellipse">
            <a:avLst/>
          </a:prstGeom>
          <a:solidFill>
            <a:srgbClr val="5879BD">
              <a:alpha val="30000"/>
            </a:srgbClr>
          </a:solidFill>
          <a:ln w="0">
            <a:noFill/>
            <a:prstDash val="solid"/>
          </a:ln>
        </p:spPr>
      </p:sp>
      <p:sp>
        <p:nvSpPr>
          <p:cNvPr id="1084" name="02_predicted_pose_4383">
            <a:extLst>
              <a:ext uri="{FF2B5EF4-FFF2-40B4-BE49-F238E27FC236}">
                <a16:creationId xmlns:a16="http://schemas.microsoft.com/office/drawing/2014/main" id="{4F973DE3-C6D1-4681-ADD0-62B239D657FF}"/>
              </a:ext>
            </a:extLst>
          </p:cNvPr>
          <p:cNvSpPr>
            <a:spLocks noGrp="1"/>
          </p:cNvSpPr>
          <p:nvPr/>
        </p:nvSpPr>
        <p:spPr>
          <a:xfrm>
            <a:off x="1365268" y="5871104"/>
            <a:ext cx="28398" cy="28398"/>
          </a:xfrm>
          <a:prstGeom prst="ellipse">
            <a:avLst/>
          </a:prstGeom>
          <a:solidFill>
            <a:srgbClr val="5879BD">
              <a:alpha val="30000"/>
            </a:srgbClr>
          </a:solidFill>
          <a:ln w="0">
            <a:noFill/>
            <a:prstDash val="solid"/>
          </a:ln>
        </p:spPr>
      </p:sp>
      <p:sp>
        <p:nvSpPr>
          <p:cNvPr id="1085" name="02_predicted_pose_4384">
            <a:extLst>
              <a:ext uri="{FF2B5EF4-FFF2-40B4-BE49-F238E27FC236}">
                <a16:creationId xmlns:a16="http://schemas.microsoft.com/office/drawing/2014/main" id="{3545E21A-5C53-46BC-96D7-B3945B0EB119}"/>
              </a:ext>
            </a:extLst>
          </p:cNvPr>
          <p:cNvSpPr>
            <a:spLocks noGrp="1"/>
          </p:cNvSpPr>
          <p:nvPr/>
        </p:nvSpPr>
        <p:spPr>
          <a:xfrm>
            <a:off x="1458291" y="5855083"/>
            <a:ext cx="28398" cy="28398"/>
          </a:xfrm>
          <a:prstGeom prst="ellipse">
            <a:avLst/>
          </a:prstGeom>
          <a:solidFill>
            <a:srgbClr val="5879BD">
              <a:alpha val="30000"/>
            </a:srgbClr>
          </a:solidFill>
          <a:ln w="0">
            <a:noFill/>
            <a:prstDash val="solid"/>
          </a:ln>
        </p:spPr>
      </p:sp>
      <p:sp>
        <p:nvSpPr>
          <p:cNvPr id="1086" name="02_predicted_pose_4385">
            <a:extLst>
              <a:ext uri="{FF2B5EF4-FFF2-40B4-BE49-F238E27FC236}">
                <a16:creationId xmlns:a16="http://schemas.microsoft.com/office/drawing/2014/main" id="{90496A8B-83AE-4316-B907-06D6FF1E2DB8}"/>
              </a:ext>
            </a:extLst>
          </p:cNvPr>
          <p:cNvSpPr>
            <a:spLocks noGrp="1"/>
          </p:cNvSpPr>
          <p:nvPr/>
        </p:nvSpPr>
        <p:spPr>
          <a:xfrm>
            <a:off x="1207818" y="5833792"/>
            <a:ext cx="28398" cy="28398"/>
          </a:xfrm>
          <a:prstGeom prst="ellipse">
            <a:avLst/>
          </a:prstGeom>
          <a:solidFill>
            <a:srgbClr val="5879BD">
              <a:alpha val="30000"/>
            </a:srgbClr>
          </a:solidFill>
          <a:ln w="0">
            <a:noFill/>
            <a:prstDash val="solid"/>
          </a:ln>
        </p:spPr>
      </p:sp>
      <p:sp>
        <p:nvSpPr>
          <p:cNvPr id="1087" name="02_predicted_pose_4386">
            <a:extLst>
              <a:ext uri="{FF2B5EF4-FFF2-40B4-BE49-F238E27FC236}">
                <a16:creationId xmlns:a16="http://schemas.microsoft.com/office/drawing/2014/main" id="{1A474FD0-93ED-4689-A063-0484A53D8467}"/>
              </a:ext>
            </a:extLst>
          </p:cNvPr>
          <p:cNvSpPr>
            <a:spLocks noGrp="1"/>
          </p:cNvSpPr>
          <p:nvPr/>
        </p:nvSpPr>
        <p:spPr>
          <a:xfrm>
            <a:off x="1300841" y="5853904"/>
            <a:ext cx="28398" cy="28398"/>
          </a:xfrm>
          <a:prstGeom prst="ellipse">
            <a:avLst/>
          </a:prstGeom>
          <a:solidFill>
            <a:srgbClr val="5879BD">
              <a:alpha val="30000"/>
            </a:srgbClr>
          </a:solidFill>
          <a:ln w="0">
            <a:noFill/>
            <a:prstDash val="solid"/>
          </a:ln>
        </p:spPr>
      </p:sp>
      <p:sp>
        <p:nvSpPr>
          <p:cNvPr id="1088" name="02_predicted_pose_4387">
            <a:extLst>
              <a:ext uri="{FF2B5EF4-FFF2-40B4-BE49-F238E27FC236}">
                <a16:creationId xmlns:a16="http://schemas.microsoft.com/office/drawing/2014/main" id="{4EA56A8A-6A0A-45EA-93A9-08A737C41385}"/>
              </a:ext>
            </a:extLst>
          </p:cNvPr>
          <p:cNvSpPr>
            <a:spLocks noGrp="1"/>
          </p:cNvSpPr>
          <p:nvPr/>
        </p:nvSpPr>
        <p:spPr>
          <a:xfrm>
            <a:off x="1393864" y="5686703"/>
            <a:ext cx="28398" cy="28398"/>
          </a:xfrm>
          <a:prstGeom prst="ellipse">
            <a:avLst/>
          </a:prstGeom>
          <a:solidFill>
            <a:srgbClr val="5879BD">
              <a:alpha val="30000"/>
            </a:srgbClr>
          </a:solidFill>
          <a:ln w="0">
            <a:noFill/>
            <a:prstDash val="solid"/>
          </a:ln>
        </p:spPr>
      </p:sp>
      <p:sp>
        <p:nvSpPr>
          <p:cNvPr id="1089" name="02_predicted_pose_4388">
            <a:extLst>
              <a:ext uri="{FF2B5EF4-FFF2-40B4-BE49-F238E27FC236}">
                <a16:creationId xmlns:a16="http://schemas.microsoft.com/office/drawing/2014/main" id="{4806FABC-EB4F-40C6-8C39-779CC0BA5503}"/>
              </a:ext>
            </a:extLst>
          </p:cNvPr>
          <p:cNvSpPr>
            <a:spLocks noGrp="1"/>
          </p:cNvSpPr>
          <p:nvPr/>
        </p:nvSpPr>
        <p:spPr>
          <a:xfrm>
            <a:off x="1486888" y="5948767"/>
            <a:ext cx="28398" cy="28398"/>
          </a:xfrm>
          <a:prstGeom prst="ellipse">
            <a:avLst/>
          </a:prstGeom>
          <a:solidFill>
            <a:srgbClr val="5879BD">
              <a:alpha val="30000"/>
            </a:srgbClr>
          </a:solidFill>
          <a:ln w="0">
            <a:noFill/>
            <a:prstDash val="solid"/>
          </a:ln>
        </p:spPr>
      </p:sp>
      <p:sp>
        <p:nvSpPr>
          <p:cNvPr id="1090" name="02_predicted_pose_4389">
            <a:extLst>
              <a:ext uri="{FF2B5EF4-FFF2-40B4-BE49-F238E27FC236}">
                <a16:creationId xmlns:a16="http://schemas.microsoft.com/office/drawing/2014/main" id="{DC50C21C-1054-47FE-ABDF-ED8B52481843}"/>
              </a:ext>
            </a:extLst>
          </p:cNvPr>
          <p:cNvSpPr>
            <a:spLocks noGrp="1"/>
          </p:cNvSpPr>
          <p:nvPr/>
        </p:nvSpPr>
        <p:spPr>
          <a:xfrm>
            <a:off x="1443477" y="5959015"/>
            <a:ext cx="28398" cy="28398"/>
          </a:xfrm>
          <a:prstGeom prst="ellipse">
            <a:avLst/>
          </a:prstGeom>
          <a:solidFill>
            <a:srgbClr val="5879BD">
              <a:alpha val="30000"/>
            </a:srgbClr>
          </a:solidFill>
          <a:ln w="0">
            <a:noFill/>
            <a:prstDash val="solid"/>
          </a:ln>
        </p:spPr>
      </p:sp>
      <p:sp>
        <p:nvSpPr>
          <p:cNvPr id="1091" name="02_predicted_pose_4390">
            <a:extLst>
              <a:ext uri="{FF2B5EF4-FFF2-40B4-BE49-F238E27FC236}">
                <a16:creationId xmlns:a16="http://schemas.microsoft.com/office/drawing/2014/main" id="{A0B6FD4C-E832-4F4A-B5B6-C86F268BD0D5}"/>
              </a:ext>
            </a:extLst>
          </p:cNvPr>
          <p:cNvSpPr>
            <a:spLocks noGrp="1"/>
          </p:cNvSpPr>
          <p:nvPr/>
        </p:nvSpPr>
        <p:spPr>
          <a:xfrm>
            <a:off x="1193003" y="5816023"/>
            <a:ext cx="28398" cy="28398"/>
          </a:xfrm>
          <a:prstGeom prst="ellipse">
            <a:avLst/>
          </a:prstGeom>
          <a:solidFill>
            <a:srgbClr val="5879BD">
              <a:alpha val="30000"/>
            </a:srgbClr>
          </a:solidFill>
          <a:ln w="0">
            <a:noFill/>
            <a:prstDash val="solid"/>
          </a:ln>
        </p:spPr>
      </p:sp>
      <p:sp>
        <p:nvSpPr>
          <p:cNvPr id="1092" name="02_predicted_pose_4391">
            <a:extLst>
              <a:ext uri="{FF2B5EF4-FFF2-40B4-BE49-F238E27FC236}">
                <a16:creationId xmlns:a16="http://schemas.microsoft.com/office/drawing/2014/main" id="{6BC63C80-55AD-448F-90A0-C5C5CE04E5FD}"/>
              </a:ext>
            </a:extLst>
          </p:cNvPr>
          <p:cNvSpPr>
            <a:spLocks noGrp="1"/>
          </p:cNvSpPr>
          <p:nvPr/>
        </p:nvSpPr>
        <p:spPr>
          <a:xfrm>
            <a:off x="1286026" y="5963404"/>
            <a:ext cx="28398" cy="28398"/>
          </a:xfrm>
          <a:prstGeom prst="ellipse">
            <a:avLst/>
          </a:prstGeom>
          <a:solidFill>
            <a:srgbClr val="5879BD">
              <a:alpha val="30000"/>
            </a:srgbClr>
          </a:solidFill>
          <a:ln w="0">
            <a:noFill/>
            <a:prstDash val="solid"/>
          </a:ln>
        </p:spPr>
      </p:sp>
      <p:sp>
        <p:nvSpPr>
          <p:cNvPr id="1093" name="02_predicted_pose_4392">
            <a:extLst>
              <a:ext uri="{FF2B5EF4-FFF2-40B4-BE49-F238E27FC236}">
                <a16:creationId xmlns:a16="http://schemas.microsoft.com/office/drawing/2014/main" id="{6378C073-847F-4063-9BEA-7F94FB5FD7A7}"/>
              </a:ext>
            </a:extLst>
          </p:cNvPr>
          <p:cNvSpPr>
            <a:spLocks noGrp="1"/>
          </p:cNvSpPr>
          <p:nvPr/>
        </p:nvSpPr>
        <p:spPr>
          <a:xfrm>
            <a:off x="1379049" y="5758658"/>
            <a:ext cx="28398" cy="28398"/>
          </a:xfrm>
          <a:prstGeom prst="ellipse">
            <a:avLst/>
          </a:prstGeom>
          <a:solidFill>
            <a:srgbClr val="5879BD">
              <a:alpha val="30000"/>
            </a:srgbClr>
          </a:solidFill>
          <a:ln w="0">
            <a:noFill/>
            <a:prstDash val="solid"/>
          </a:ln>
        </p:spPr>
      </p:sp>
      <p:sp>
        <p:nvSpPr>
          <p:cNvPr id="1094" name="02_predicted_pose_4393">
            <a:extLst>
              <a:ext uri="{FF2B5EF4-FFF2-40B4-BE49-F238E27FC236}">
                <a16:creationId xmlns:a16="http://schemas.microsoft.com/office/drawing/2014/main" id="{A57B3587-4EA0-452B-9BBE-A3DD98B249A5}"/>
              </a:ext>
            </a:extLst>
          </p:cNvPr>
          <p:cNvSpPr>
            <a:spLocks noGrp="1"/>
          </p:cNvSpPr>
          <p:nvPr/>
        </p:nvSpPr>
        <p:spPr>
          <a:xfrm>
            <a:off x="1472073" y="5898081"/>
            <a:ext cx="28398" cy="28398"/>
          </a:xfrm>
          <a:prstGeom prst="ellipse">
            <a:avLst/>
          </a:prstGeom>
          <a:solidFill>
            <a:srgbClr val="5879BD">
              <a:alpha val="30000"/>
            </a:srgbClr>
          </a:solidFill>
          <a:ln w="0">
            <a:noFill/>
            <a:prstDash val="solid"/>
          </a:ln>
        </p:spPr>
      </p:sp>
      <p:sp>
        <p:nvSpPr>
          <p:cNvPr id="1095" name="02_predicted_pose_4394">
            <a:extLst>
              <a:ext uri="{FF2B5EF4-FFF2-40B4-BE49-F238E27FC236}">
                <a16:creationId xmlns:a16="http://schemas.microsoft.com/office/drawing/2014/main" id="{E738018F-6892-4A2D-A1E7-B2CFC3BA9403}"/>
              </a:ext>
            </a:extLst>
          </p:cNvPr>
          <p:cNvSpPr>
            <a:spLocks noGrp="1"/>
          </p:cNvSpPr>
          <p:nvPr/>
        </p:nvSpPr>
        <p:spPr>
          <a:xfrm>
            <a:off x="1221599" y="5648252"/>
            <a:ext cx="28398" cy="28398"/>
          </a:xfrm>
          <a:prstGeom prst="ellipse">
            <a:avLst/>
          </a:prstGeom>
          <a:solidFill>
            <a:srgbClr val="5879BD">
              <a:alpha val="30000"/>
            </a:srgbClr>
          </a:solidFill>
          <a:ln w="0">
            <a:noFill/>
            <a:prstDash val="solid"/>
          </a:ln>
        </p:spPr>
      </p:sp>
      <p:sp>
        <p:nvSpPr>
          <p:cNvPr id="1096" name="02_predicted_pose_4395">
            <a:extLst>
              <a:ext uri="{FF2B5EF4-FFF2-40B4-BE49-F238E27FC236}">
                <a16:creationId xmlns:a16="http://schemas.microsoft.com/office/drawing/2014/main" id="{678CB509-B1B1-4939-8F40-257D2B9D46B6}"/>
              </a:ext>
            </a:extLst>
          </p:cNvPr>
          <p:cNvSpPr>
            <a:spLocks noGrp="1"/>
          </p:cNvSpPr>
          <p:nvPr/>
        </p:nvSpPr>
        <p:spPr>
          <a:xfrm>
            <a:off x="1314622" y="5850668"/>
            <a:ext cx="28398" cy="28398"/>
          </a:xfrm>
          <a:prstGeom prst="ellipse">
            <a:avLst/>
          </a:prstGeom>
          <a:solidFill>
            <a:srgbClr val="5879BD">
              <a:alpha val="30000"/>
            </a:srgbClr>
          </a:solidFill>
          <a:ln w="0">
            <a:noFill/>
            <a:prstDash val="solid"/>
          </a:ln>
        </p:spPr>
      </p:sp>
      <p:sp>
        <p:nvSpPr>
          <p:cNvPr id="1097" name="02_predicted_pose_4396">
            <a:extLst>
              <a:ext uri="{FF2B5EF4-FFF2-40B4-BE49-F238E27FC236}">
                <a16:creationId xmlns:a16="http://schemas.microsoft.com/office/drawing/2014/main" id="{F686D77B-2C0F-4F63-9074-AEA517D17AFA}"/>
              </a:ext>
            </a:extLst>
          </p:cNvPr>
          <p:cNvSpPr>
            <a:spLocks noGrp="1"/>
          </p:cNvSpPr>
          <p:nvPr/>
        </p:nvSpPr>
        <p:spPr>
          <a:xfrm>
            <a:off x="1407645" y="5903748"/>
            <a:ext cx="28398" cy="28398"/>
          </a:xfrm>
          <a:prstGeom prst="ellipse">
            <a:avLst/>
          </a:prstGeom>
          <a:solidFill>
            <a:srgbClr val="5879BD">
              <a:alpha val="30000"/>
            </a:srgbClr>
          </a:solidFill>
          <a:ln w="0">
            <a:noFill/>
            <a:prstDash val="solid"/>
          </a:ln>
        </p:spPr>
      </p:sp>
      <p:sp>
        <p:nvSpPr>
          <p:cNvPr id="1098" name="02_predicted_pose_4397">
            <a:extLst>
              <a:ext uri="{FF2B5EF4-FFF2-40B4-BE49-F238E27FC236}">
                <a16:creationId xmlns:a16="http://schemas.microsoft.com/office/drawing/2014/main" id="{7A64ACCD-9C5F-4BD3-AB76-E564695D1EA9}"/>
              </a:ext>
            </a:extLst>
          </p:cNvPr>
          <p:cNvSpPr>
            <a:spLocks noGrp="1"/>
          </p:cNvSpPr>
          <p:nvPr/>
        </p:nvSpPr>
        <p:spPr>
          <a:xfrm>
            <a:off x="1157172" y="5764514"/>
            <a:ext cx="28398" cy="28398"/>
          </a:xfrm>
          <a:prstGeom prst="ellipse">
            <a:avLst/>
          </a:prstGeom>
          <a:solidFill>
            <a:srgbClr val="5879BD">
              <a:alpha val="30000"/>
            </a:srgbClr>
          </a:solidFill>
          <a:ln w="0">
            <a:noFill/>
            <a:prstDash val="solid"/>
          </a:ln>
        </p:spPr>
      </p:sp>
      <p:sp>
        <p:nvSpPr>
          <p:cNvPr id="1099" name="02_predicted_pose_4398">
            <a:extLst>
              <a:ext uri="{FF2B5EF4-FFF2-40B4-BE49-F238E27FC236}">
                <a16:creationId xmlns:a16="http://schemas.microsoft.com/office/drawing/2014/main" id="{BA3E09D4-7664-4711-A5C2-827DF4A3FE86}"/>
              </a:ext>
            </a:extLst>
          </p:cNvPr>
          <p:cNvSpPr>
            <a:spLocks noGrp="1"/>
          </p:cNvSpPr>
          <p:nvPr/>
        </p:nvSpPr>
        <p:spPr>
          <a:xfrm>
            <a:off x="1364235" y="5698575"/>
            <a:ext cx="28398" cy="28398"/>
          </a:xfrm>
          <a:prstGeom prst="ellipse">
            <a:avLst/>
          </a:prstGeom>
          <a:solidFill>
            <a:srgbClr val="5879BD">
              <a:alpha val="30000"/>
            </a:srgbClr>
          </a:solidFill>
          <a:ln w="0">
            <a:noFill/>
            <a:prstDash val="solid"/>
          </a:ln>
        </p:spPr>
      </p:sp>
      <p:sp>
        <p:nvSpPr>
          <p:cNvPr id="1100" name="02_predicted_pose_4399">
            <a:extLst>
              <a:ext uri="{FF2B5EF4-FFF2-40B4-BE49-F238E27FC236}">
                <a16:creationId xmlns:a16="http://schemas.microsoft.com/office/drawing/2014/main" id="{15EEB57F-C73F-47A4-9280-CCE5720F5614}"/>
              </a:ext>
            </a:extLst>
          </p:cNvPr>
          <p:cNvSpPr>
            <a:spLocks noGrp="1"/>
          </p:cNvSpPr>
          <p:nvPr/>
        </p:nvSpPr>
        <p:spPr>
          <a:xfrm>
            <a:off x="1457258" y="5684077"/>
            <a:ext cx="28398" cy="28398"/>
          </a:xfrm>
          <a:prstGeom prst="ellipse">
            <a:avLst/>
          </a:prstGeom>
          <a:solidFill>
            <a:srgbClr val="5879BD">
              <a:alpha val="30000"/>
            </a:srgbClr>
          </a:solidFill>
          <a:ln w="0">
            <a:noFill/>
            <a:prstDash val="solid"/>
          </a:ln>
        </p:spPr>
      </p:sp>
      <p:sp>
        <p:nvSpPr>
          <p:cNvPr id="1101" name="02_predicted_pose_4400">
            <a:extLst>
              <a:ext uri="{FF2B5EF4-FFF2-40B4-BE49-F238E27FC236}">
                <a16:creationId xmlns:a16="http://schemas.microsoft.com/office/drawing/2014/main" id="{27E5429C-7BC4-41A1-A8D8-78DA812B6986}"/>
              </a:ext>
            </a:extLst>
          </p:cNvPr>
          <p:cNvSpPr>
            <a:spLocks noGrp="1"/>
          </p:cNvSpPr>
          <p:nvPr/>
        </p:nvSpPr>
        <p:spPr>
          <a:xfrm>
            <a:off x="1206784" y="5898344"/>
            <a:ext cx="28398" cy="28398"/>
          </a:xfrm>
          <a:prstGeom prst="ellipse">
            <a:avLst/>
          </a:prstGeom>
          <a:solidFill>
            <a:srgbClr val="5879BD">
              <a:alpha val="30000"/>
            </a:srgbClr>
          </a:solidFill>
          <a:ln w="0">
            <a:noFill/>
            <a:prstDash val="solid"/>
          </a:ln>
        </p:spPr>
      </p:sp>
      <p:sp>
        <p:nvSpPr>
          <p:cNvPr id="1102" name="02_predicted_pose_4401">
            <a:extLst>
              <a:ext uri="{FF2B5EF4-FFF2-40B4-BE49-F238E27FC236}">
                <a16:creationId xmlns:a16="http://schemas.microsoft.com/office/drawing/2014/main" id="{2F92BC6D-7525-4930-AFF9-88032F2F684C}"/>
              </a:ext>
            </a:extLst>
          </p:cNvPr>
          <p:cNvSpPr>
            <a:spLocks noGrp="1"/>
          </p:cNvSpPr>
          <p:nvPr/>
        </p:nvSpPr>
        <p:spPr>
          <a:xfrm>
            <a:off x="1299807" y="5909051"/>
            <a:ext cx="28398" cy="28398"/>
          </a:xfrm>
          <a:prstGeom prst="ellipse">
            <a:avLst/>
          </a:prstGeom>
          <a:solidFill>
            <a:srgbClr val="5879BD">
              <a:alpha val="30000"/>
            </a:srgbClr>
          </a:solidFill>
          <a:ln w="0">
            <a:noFill/>
            <a:prstDash val="solid"/>
          </a:ln>
        </p:spPr>
      </p:sp>
      <p:sp>
        <p:nvSpPr>
          <p:cNvPr id="1103" name="02_predicted_pose_4402">
            <a:extLst>
              <a:ext uri="{FF2B5EF4-FFF2-40B4-BE49-F238E27FC236}">
                <a16:creationId xmlns:a16="http://schemas.microsoft.com/office/drawing/2014/main" id="{16E84ADD-939C-4DF2-A57F-AF4644B5C210}"/>
              </a:ext>
            </a:extLst>
          </p:cNvPr>
          <p:cNvSpPr>
            <a:spLocks noGrp="1"/>
          </p:cNvSpPr>
          <p:nvPr/>
        </p:nvSpPr>
        <p:spPr>
          <a:xfrm>
            <a:off x="1392831" y="5865744"/>
            <a:ext cx="28398" cy="28398"/>
          </a:xfrm>
          <a:prstGeom prst="ellipse">
            <a:avLst/>
          </a:prstGeom>
          <a:solidFill>
            <a:srgbClr val="5879BD">
              <a:alpha val="30000"/>
            </a:srgbClr>
          </a:solidFill>
          <a:ln w="0">
            <a:noFill/>
            <a:prstDash val="solid"/>
          </a:ln>
        </p:spPr>
      </p:sp>
      <p:sp>
        <p:nvSpPr>
          <p:cNvPr id="1104" name="02_predicted_pose_4403">
            <a:extLst>
              <a:ext uri="{FF2B5EF4-FFF2-40B4-BE49-F238E27FC236}">
                <a16:creationId xmlns:a16="http://schemas.microsoft.com/office/drawing/2014/main" id="{3894E3AB-A17E-4692-9961-B993ADDF534C}"/>
              </a:ext>
            </a:extLst>
          </p:cNvPr>
          <p:cNvSpPr>
            <a:spLocks noGrp="1"/>
          </p:cNvSpPr>
          <p:nvPr/>
        </p:nvSpPr>
        <p:spPr>
          <a:xfrm>
            <a:off x="1485854" y="5822244"/>
            <a:ext cx="28398" cy="28398"/>
          </a:xfrm>
          <a:prstGeom prst="ellipse">
            <a:avLst/>
          </a:prstGeom>
          <a:solidFill>
            <a:srgbClr val="5879BD">
              <a:alpha val="30000"/>
            </a:srgbClr>
          </a:solidFill>
          <a:ln w="0">
            <a:noFill/>
            <a:prstDash val="solid"/>
          </a:ln>
        </p:spPr>
      </p:sp>
      <p:sp>
        <p:nvSpPr>
          <p:cNvPr id="1105" name="02_predicted_pose_4404">
            <a:extLst>
              <a:ext uri="{FF2B5EF4-FFF2-40B4-BE49-F238E27FC236}">
                <a16:creationId xmlns:a16="http://schemas.microsoft.com/office/drawing/2014/main" id="{0B442263-9E0D-434B-85EC-9F831B669CA7}"/>
              </a:ext>
            </a:extLst>
          </p:cNvPr>
          <p:cNvSpPr>
            <a:spLocks noGrp="1"/>
          </p:cNvSpPr>
          <p:nvPr/>
        </p:nvSpPr>
        <p:spPr>
          <a:xfrm>
            <a:off x="1235380" y="5658107"/>
            <a:ext cx="28398" cy="28398"/>
          </a:xfrm>
          <a:prstGeom prst="ellipse">
            <a:avLst/>
          </a:prstGeom>
          <a:solidFill>
            <a:srgbClr val="5879BD">
              <a:alpha val="30000"/>
            </a:srgbClr>
          </a:solidFill>
          <a:ln w="0">
            <a:noFill/>
            <a:prstDash val="solid"/>
          </a:ln>
        </p:spPr>
      </p:sp>
      <p:sp>
        <p:nvSpPr>
          <p:cNvPr id="1106" name="02_predicted_pose_4405">
            <a:extLst>
              <a:ext uri="{FF2B5EF4-FFF2-40B4-BE49-F238E27FC236}">
                <a16:creationId xmlns:a16="http://schemas.microsoft.com/office/drawing/2014/main" id="{78339FA7-FC2B-46A0-835F-30A0C97E0100}"/>
              </a:ext>
            </a:extLst>
          </p:cNvPr>
          <p:cNvSpPr>
            <a:spLocks noGrp="1"/>
          </p:cNvSpPr>
          <p:nvPr/>
        </p:nvSpPr>
        <p:spPr>
          <a:xfrm>
            <a:off x="1328403" y="5855905"/>
            <a:ext cx="28398" cy="28398"/>
          </a:xfrm>
          <a:prstGeom prst="ellipse">
            <a:avLst/>
          </a:prstGeom>
          <a:solidFill>
            <a:srgbClr val="5879BD">
              <a:alpha val="30000"/>
            </a:srgbClr>
          </a:solidFill>
          <a:ln w="0">
            <a:noFill/>
            <a:prstDash val="solid"/>
          </a:ln>
        </p:spPr>
      </p:sp>
      <p:sp>
        <p:nvSpPr>
          <p:cNvPr id="1107" name="02_predicted_pose_4406">
            <a:extLst>
              <a:ext uri="{FF2B5EF4-FFF2-40B4-BE49-F238E27FC236}">
                <a16:creationId xmlns:a16="http://schemas.microsoft.com/office/drawing/2014/main" id="{FB494F34-263D-4DBC-AE9D-01E257491C08}"/>
              </a:ext>
            </a:extLst>
          </p:cNvPr>
          <p:cNvSpPr>
            <a:spLocks noGrp="1"/>
          </p:cNvSpPr>
          <p:nvPr/>
        </p:nvSpPr>
        <p:spPr>
          <a:xfrm>
            <a:off x="1292572" y="5916219"/>
            <a:ext cx="28398" cy="28398"/>
          </a:xfrm>
          <a:prstGeom prst="ellipse">
            <a:avLst/>
          </a:prstGeom>
          <a:solidFill>
            <a:srgbClr val="5879BD">
              <a:alpha val="30000"/>
            </a:srgbClr>
          </a:solidFill>
          <a:ln w="0">
            <a:noFill/>
            <a:prstDash val="solid"/>
          </a:ln>
        </p:spPr>
      </p:sp>
      <p:sp>
        <p:nvSpPr>
          <p:cNvPr id="1108" name="02_predicted_pose_4407">
            <a:extLst>
              <a:ext uri="{FF2B5EF4-FFF2-40B4-BE49-F238E27FC236}">
                <a16:creationId xmlns:a16="http://schemas.microsoft.com/office/drawing/2014/main" id="{3D719B06-605E-408E-B6F7-08FDE22332B3}"/>
              </a:ext>
            </a:extLst>
          </p:cNvPr>
          <p:cNvSpPr>
            <a:spLocks noGrp="1"/>
          </p:cNvSpPr>
          <p:nvPr/>
        </p:nvSpPr>
        <p:spPr>
          <a:xfrm>
            <a:off x="1306353" y="5840046"/>
            <a:ext cx="28398" cy="28398"/>
          </a:xfrm>
          <a:prstGeom prst="ellipse">
            <a:avLst/>
          </a:prstGeom>
          <a:solidFill>
            <a:srgbClr val="5879BD">
              <a:alpha val="30000"/>
            </a:srgbClr>
          </a:solidFill>
          <a:ln w="0">
            <a:noFill/>
            <a:prstDash val="solid"/>
          </a:ln>
        </p:spPr>
      </p:sp>
      <p:sp>
        <p:nvSpPr>
          <p:cNvPr id="1109" name="02_predicted_pose_4408">
            <a:extLst>
              <a:ext uri="{FF2B5EF4-FFF2-40B4-BE49-F238E27FC236}">
                <a16:creationId xmlns:a16="http://schemas.microsoft.com/office/drawing/2014/main" id="{1BB8FC17-6DA9-41E7-98A0-BF48573AC328}"/>
              </a:ext>
            </a:extLst>
          </p:cNvPr>
          <p:cNvSpPr>
            <a:spLocks noGrp="1"/>
          </p:cNvSpPr>
          <p:nvPr/>
        </p:nvSpPr>
        <p:spPr>
          <a:xfrm>
            <a:off x="1284303" y="5804590"/>
            <a:ext cx="28398" cy="28398"/>
          </a:xfrm>
          <a:prstGeom prst="ellipse">
            <a:avLst/>
          </a:prstGeom>
          <a:solidFill>
            <a:srgbClr val="5879BD">
              <a:alpha val="30000"/>
            </a:srgbClr>
          </a:solidFill>
          <a:ln w="0">
            <a:noFill/>
            <a:prstDash val="solid"/>
          </a:ln>
        </p:spPr>
      </p:sp>
      <p:sp>
        <p:nvSpPr>
          <p:cNvPr id="1110" name="02_predicted_pose_4409">
            <a:extLst>
              <a:ext uri="{FF2B5EF4-FFF2-40B4-BE49-F238E27FC236}">
                <a16:creationId xmlns:a16="http://schemas.microsoft.com/office/drawing/2014/main" id="{29DF3C4C-BC84-4038-8350-BC94BF76D4A9}"/>
              </a:ext>
            </a:extLst>
          </p:cNvPr>
          <p:cNvSpPr>
            <a:spLocks noGrp="1"/>
          </p:cNvSpPr>
          <p:nvPr/>
        </p:nvSpPr>
        <p:spPr>
          <a:xfrm>
            <a:off x="1311866" y="5896441"/>
            <a:ext cx="28398" cy="28398"/>
          </a:xfrm>
          <a:prstGeom prst="ellipse">
            <a:avLst/>
          </a:prstGeom>
          <a:solidFill>
            <a:srgbClr val="5879BD">
              <a:alpha val="30000"/>
            </a:srgbClr>
          </a:solidFill>
          <a:ln w="0">
            <a:noFill/>
            <a:prstDash val="solid"/>
          </a:ln>
        </p:spPr>
      </p:sp>
      <p:sp>
        <p:nvSpPr>
          <p:cNvPr id="1111" name="02_predicted_pose_4410">
            <a:extLst>
              <a:ext uri="{FF2B5EF4-FFF2-40B4-BE49-F238E27FC236}">
                <a16:creationId xmlns:a16="http://schemas.microsoft.com/office/drawing/2014/main" id="{7C169135-2AD9-49CA-8F2C-388C04252A2B}"/>
              </a:ext>
            </a:extLst>
          </p:cNvPr>
          <p:cNvSpPr>
            <a:spLocks noGrp="1"/>
          </p:cNvSpPr>
          <p:nvPr/>
        </p:nvSpPr>
        <p:spPr>
          <a:xfrm>
            <a:off x="1339428" y="5898958"/>
            <a:ext cx="28398" cy="28398"/>
          </a:xfrm>
          <a:prstGeom prst="ellipse">
            <a:avLst/>
          </a:prstGeom>
          <a:solidFill>
            <a:srgbClr val="5879BD">
              <a:alpha val="30000"/>
            </a:srgbClr>
          </a:solidFill>
          <a:ln w="0">
            <a:noFill/>
            <a:prstDash val="solid"/>
          </a:ln>
        </p:spPr>
      </p:sp>
      <p:sp>
        <p:nvSpPr>
          <p:cNvPr id="1112" name="02_predicted_pose_4411">
            <a:extLst>
              <a:ext uri="{FF2B5EF4-FFF2-40B4-BE49-F238E27FC236}">
                <a16:creationId xmlns:a16="http://schemas.microsoft.com/office/drawing/2014/main" id="{FC44E605-908D-4801-AE7F-1D1271598A43}"/>
              </a:ext>
            </a:extLst>
          </p:cNvPr>
          <p:cNvSpPr>
            <a:spLocks noGrp="1"/>
          </p:cNvSpPr>
          <p:nvPr/>
        </p:nvSpPr>
        <p:spPr>
          <a:xfrm>
            <a:off x="1321857" y="5815359"/>
            <a:ext cx="28398" cy="28398"/>
          </a:xfrm>
          <a:prstGeom prst="ellipse">
            <a:avLst/>
          </a:prstGeom>
          <a:solidFill>
            <a:srgbClr val="5879BD">
              <a:alpha val="30000"/>
            </a:srgbClr>
          </a:solidFill>
          <a:ln w="0">
            <a:noFill/>
            <a:prstDash val="solid"/>
          </a:ln>
        </p:spPr>
      </p:sp>
      <p:sp>
        <p:nvSpPr>
          <p:cNvPr id="1113" name="02_predicted_pose_4412">
            <a:extLst>
              <a:ext uri="{FF2B5EF4-FFF2-40B4-BE49-F238E27FC236}">
                <a16:creationId xmlns:a16="http://schemas.microsoft.com/office/drawing/2014/main" id="{66E6B1EE-1340-4EAC-A454-8E6D96EC9601}"/>
              </a:ext>
            </a:extLst>
          </p:cNvPr>
          <p:cNvSpPr>
            <a:spLocks noGrp="1"/>
          </p:cNvSpPr>
          <p:nvPr/>
        </p:nvSpPr>
        <p:spPr>
          <a:xfrm>
            <a:off x="1164407" y="5897492"/>
            <a:ext cx="28398" cy="28398"/>
          </a:xfrm>
          <a:prstGeom prst="ellipse">
            <a:avLst/>
          </a:prstGeom>
          <a:solidFill>
            <a:srgbClr val="5879BD">
              <a:alpha val="30000"/>
            </a:srgbClr>
          </a:solidFill>
          <a:ln w="0">
            <a:noFill/>
            <a:prstDash val="solid"/>
          </a:ln>
        </p:spPr>
      </p:sp>
      <p:sp>
        <p:nvSpPr>
          <p:cNvPr id="1114" name="02_predicted_pose_4413">
            <a:extLst>
              <a:ext uri="{FF2B5EF4-FFF2-40B4-BE49-F238E27FC236}">
                <a16:creationId xmlns:a16="http://schemas.microsoft.com/office/drawing/2014/main" id="{26F1B7C1-70D2-4FB9-835C-8490D6E0CCEB}"/>
              </a:ext>
            </a:extLst>
          </p:cNvPr>
          <p:cNvSpPr>
            <a:spLocks noGrp="1"/>
          </p:cNvSpPr>
          <p:nvPr/>
        </p:nvSpPr>
        <p:spPr>
          <a:xfrm>
            <a:off x="1350453" y="5830597"/>
            <a:ext cx="28398" cy="28398"/>
          </a:xfrm>
          <a:prstGeom prst="ellipse">
            <a:avLst/>
          </a:prstGeom>
          <a:solidFill>
            <a:srgbClr val="5879BD">
              <a:alpha val="30000"/>
            </a:srgbClr>
          </a:solidFill>
          <a:ln w="0">
            <a:noFill/>
            <a:prstDash val="solid"/>
          </a:ln>
        </p:spPr>
      </p:sp>
      <p:sp>
        <p:nvSpPr>
          <p:cNvPr id="1115" name="02_predicted_pose_4414">
            <a:extLst>
              <a:ext uri="{FF2B5EF4-FFF2-40B4-BE49-F238E27FC236}">
                <a16:creationId xmlns:a16="http://schemas.microsoft.com/office/drawing/2014/main" id="{E071199F-71C1-4EEB-8FA1-EF70EB5575F7}"/>
              </a:ext>
            </a:extLst>
          </p:cNvPr>
          <p:cNvSpPr>
            <a:spLocks noGrp="1"/>
          </p:cNvSpPr>
          <p:nvPr/>
        </p:nvSpPr>
        <p:spPr>
          <a:xfrm>
            <a:off x="1193003" y="5841533"/>
            <a:ext cx="28398" cy="28398"/>
          </a:xfrm>
          <a:prstGeom prst="ellipse">
            <a:avLst/>
          </a:prstGeom>
          <a:solidFill>
            <a:srgbClr val="5879BD">
              <a:alpha val="30000"/>
            </a:srgbClr>
          </a:solidFill>
          <a:ln w="0">
            <a:noFill/>
            <a:prstDash val="solid"/>
          </a:ln>
        </p:spPr>
      </p:sp>
      <p:sp>
        <p:nvSpPr>
          <p:cNvPr id="1116" name="02_predicted_pose_4415">
            <a:extLst>
              <a:ext uri="{FF2B5EF4-FFF2-40B4-BE49-F238E27FC236}">
                <a16:creationId xmlns:a16="http://schemas.microsoft.com/office/drawing/2014/main" id="{B39A017A-5024-49F5-9E3F-3F8E64B68DE6}"/>
              </a:ext>
            </a:extLst>
          </p:cNvPr>
          <p:cNvSpPr>
            <a:spLocks noGrp="1"/>
          </p:cNvSpPr>
          <p:nvPr/>
        </p:nvSpPr>
        <p:spPr>
          <a:xfrm>
            <a:off x="1330815" y="5982950"/>
            <a:ext cx="28398" cy="28398"/>
          </a:xfrm>
          <a:prstGeom prst="ellipse">
            <a:avLst/>
          </a:prstGeom>
          <a:solidFill>
            <a:srgbClr val="5879BD">
              <a:alpha val="30000"/>
            </a:srgbClr>
          </a:solidFill>
          <a:ln w="0">
            <a:noFill/>
            <a:prstDash val="solid"/>
          </a:ln>
        </p:spPr>
      </p:sp>
      <p:sp>
        <p:nvSpPr>
          <p:cNvPr id="1117" name="02_predicted_pose_4416">
            <a:extLst>
              <a:ext uri="{FF2B5EF4-FFF2-40B4-BE49-F238E27FC236}">
                <a16:creationId xmlns:a16="http://schemas.microsoft.com/office/drawing/2014/main" id="{2954F8B2-715E-40BD-8408-E5FFBE729218}"/>
              </a:ext>
            </a:extLst>
          </p:cNvPr>
          <p:cNvSpPr>
            <a:spLocks noGrp="1"/>
          </p:cNvSpPr>
          <p:nvPr/>
        </p:nvSpPr>
        <p:spPr>
          <a:xfrm>
            <a:off x="1344596" y="6004823"/>
            <a:ext cx="28398" cy="28398"/>
          </a:xfrm>
          <a:prstGeom prst="ellipse">
            <a:avLst/>
          </a:prstGeom>
          <a:solidFill>
            <a:srgbClr val="5879BD">
              <a:alpha val="30000"/>
            </a:srgbClr>
          </a:solidFill>
          <a:ln w="0">
            <a:noFill/>
            <a:prstDash val="solid"/>
          </a:ln>
        </p:spPr>
      </p:sp>
      <p:sp>
        <p:nvSpPr>
          <p:cNvPr id="1118" name="02_predicted_pose_4417">
            <a:extLst>
              <a:ext uri="{FF2B5EF4-FFF2-40B4-BE49-F238E27FC236}">
                <a16:creationId xmlns:a16="http://schemas.microsoft.com/office/drawing/2014/main" id="{A0FFF1FA-7D8A-4EDB-BD0E-5A5A67D7E391}"/>
              </a:ext>
            </a:extLst>
          </p:cNvPr>
          <p:cNvSpPr>
            <a:spLocks noGrp="1"/>
          </p:cNvSpPr>
          <p:nvPr/>
        </p:nvSpPr>
        <p:spPr>
          <a:xfrm>
            <a:off x="1385940" y="5896158"/>
            <a:ext cx="28398" cy="28398"/>
          </a:xfrm>
          <a:prstGeom prst="ellipse">
            <a:avLst/>
          </a:prstGeom>
          <a:solidFill>
            <a:srgbClr val="5879BD">
              <a:alpha val="30000"/>
            </a:srgbClr>
          </a:solidFill>
          <a:ln w="0">
            <a:noFill/>
            <a:prstDash val="solid"/>
          </a:ln>
        </p:spPr>
      </p:sp>
      <p:sp>
        <p:nvSpPr>
          <p:cNvPr id="1119" name="02_predicted_pose_4418">
            <a:extLst>
              <a:ext uri="{FF2B5EF4-FFF2-40B4-BE49-F238E27FC236}">
                <a16:creationId xmlns:a16="http://schemas.microsoft.com/office/drawing/2014/main" id="{35650A0A-3D63-4617-94DB-4744808D69C8}"/>
              </a:ext>
            </a:extLst>
          </p:cNvPr>
          <p:cNvSpPr>
            <a:spLocks noGrp="1"/>
          </p:cNvSpPr>
          <p:nvPr/>
        </p:nvSpPr>
        <p:spPr>
          <a:xfrm>
            <a:off x="1399721" y="6010528"/>
            <a:ext cx="28398" cy="28398"/>
          </a:xfrm>
          <a:prstGeom prst="ellipse">
            <a:avLst/>
          </a:prstGeom>
          <a:solidFill>
            <a:srgbClr val="5879BD">
              <a:alpha val="30000"/>
            </a:srgbClr>
          </a:solidFill>
          <a:ln w="0">
            <a:noFill/>
            <a:prstDash val="solid"/>
          </a:ln>
        </p:spPr>
      </p:sp>
      <p:sp>
        <p:nvSpPr>
          <p:cNvPr id="1120" name="02_predicted_pose_4419">
            <a:extLst>
              <a:ext uri="{FF2B5EF4-FFF2-40B4-BE49-F238E27FC236}">
                <a16:creationId xmlns:a16="http://schemas.microsoft.com/office/drawing/2014/main" id="{D303F597-D5B8-45D7-A142-2080441F41CB}"/>
              </a:ext>
            </a:extLst>
          </p:cNvPr>
          <p:cNvSpPr>
            <a:spLocks noGrp="1"/>
          </p:cNvSpPr>
          <p:nvPr/>
        </p:nvSpPr>
        <p:spPr>
          <a:xfrm>
            <a:off x="1441065" y="6017000"/>
            <a:ext cx="28398" cy="28398"/>
          </a:xfrm>
          <a:prstGeom prst="ellipse">
            <a:avLst/>
          </a:prstGeom>
          <a:solidFill>
            <a:srgbClr val="5879BD">
              <a:alpha val="30000"/>
            </a:srgbClr>
          </a:solidFill>
          <a:ln w="0">
            <a:noFill/>
            <a:prstDash val="solid"/>
          </a:ln>
        </p:spPr>
      </p:sp>
      <p:sp>
        <p:nvSpPr>
          <p:cNvPr id="1121" name="02_predicted_pose_4420">
            <a:extLst>
              <a:ext uri="{FF2B5EF4-FFF2-40B4-BE49-F238E27FC236}">
                <a16:creationId xmlns:a16="http://schemas.microsoft.com/office/drawing/2014/main" id="{31A5B853-BE9F-4F5F-BF67-3AB398DCD4C0}"/>
              </a:ext>
            </a:extLst>
          </p:cNvPr>
          <p:cNvSpPr>
            <a:spLocks noGrp="1"/>
          </p:cNvSpPr>
          <p:nvPr/>
        </p:nvSpPr>
        <p:spPr>
          <a:xfrm>
            <a:off x="1454846" y="6015987"/>
            <a:ext cx="28398" cy="28398"/>
          </a:xfrm>
          <a:prstGeom prst="ellipse">
            <a:avLst/>
          </a:prstGeom>
          <a:solidFill>
            <a:srgbClr val="5879BD">
              <a:alpha val="30000"/>
            </a:srgbClr>
          </a:solidFill>
          <a:ln w="0">
            <a:noFill/>
            <a:prstDash val="solid"/>
          </a:ln>
        </p:spPr>
      </p:sp>
      <p:sp>
        <p:nvSpPr>
          <p:cNvPr id="1122" name="02_predicted_pose_4421">
            <a:extLst>
              <a:ext uri="{FF2B5EF4-FFF2-40B4-BE49-F238E27FC236}">
                <a16:creationId xmlns:a16="http://schemas.microsoft.com/office/drawing/2014/main" id="{29EE08BB-6A4A-4EE9-81E0-2B47BF70923E}"/>
              </a:ext>
            </a:extLst>
          </p:cNvPr>
          <p:cNvSpPr>
            <a:spLocks noGrp="1"/>
          </p:cNvSpPr>
          <p:nvPr/>
        </p:nvSpPr>
        <p:spPr>
          <a:xfrm>
            <a:off x="1186801" y="6046166"/>
            <a:ext cx="28398" cy="28398"/>
          </a:xfrm>
          <a:prstGeom prst="ellipse">
            <a:avLst/>
          </a:prstGeom>
          <a:solidFill>
            <a:srgbClr val="5879BD">
              <a:alpha val="30000"/>
            </a:srgbClr>
          </a:solidFill>
          <a:ln w="0">
            <a:noFill/>
            <a:prstDash val="solid"/>
          </a:ln>
        </p:spPr>
      </p:sp>
      <p:sp>
        <p:nvSpPr>
          <p:cNvPr id="1123" name="02_predicted_pose_4422">
            <a:extLst>
              <a:ext uri="{FF2B5EF4-FFF2-40B4-BE49-F238E27FC236}">
                <a16:creationId xmlns:a16="http://schemas.microsoft.com/office/drawing/2014/main" id="{093F633A-8B36-4CB8-ADBD-3316B141093C}"/>
              </a:ext>
            </a:extLst>
          </p:cNvPr>
          <p:cNvSpPr>
            <a:spLocks noGrp="1"/>
          </p:cNvSpPr>
          <p:nvPr/>
        </p:nvSpPr>
        <p:spPr>
          <a:xfrm>
            <a:off x="1279824" y="5964146"/>
            <a:ext cx="28398" cy="28398"/>
          </a:xfrm>
          <a:prstGeom prst="ellipse">
            <a:avLst/>
          </a:prstGeom>
          <a:solidFill>
            <a:srgbClr val="5879BD">
              <a:alpha val="30000"/>
            </a:srgbClr>
          </a:solidFill>
          <a:ln w="0">
            <a:noFill/>
            <a:prstDash val="solid"/>
          </a:ln>
        </p:spPr>
      </p:sp>
      <p:sp>
        <p:nvSpPr>
          <p:cNvPr id="1124" name="02_predicted_pose_4423">
            <a:extLst>
              <a:ext uri="{FF2B5EF4-FFF2-40B4-BE49-F238E27FC236}">
                <a16:creationId xmlns:a16="http://schemas.microsoft.com/office/drawing/2014/main" id="{B2918AF0-3861-4199-9C03-6D25A3A90AFA}"/>
              </a:ext>
            </a:extLst>
          </p:cNvPr>
          <p:cNvSpPr>
            <a:spLocks noGrp="1"/>
          </p:cNvSpPr>
          <p:nvPr/>
        </p:nvSpPr>
        <p:spPr>
          <a:xfrm>
            <a:off x="1215397" y="5808497"/>
            <a:ext cx="28398" cy="28398"/>
          </a:xfrm>
          <a:prstGeom prst="ellipse">
            <a:avLst/>
          </a:prstGeom>
          <a:solidFill>
            <a:srgbClr val="5879BD">
              <a:alpha val="30000"/>
            </a:srgbClr>
          </a:solidFill>
          <a:ln w="0">
            <a:noFill/>
            <a:prstDash val="solid"/>
          </a:ln>
        </p:spPr>
      </p:sp>
      <p:sp>
        <p:nvSpPr>
          <p:cNvPr id="1125" name="02_predicted_pose_4424">
            <a:extLst>
              <a:ext uri="{FF2B5EF4-FFF2-40B4-BE49-F238E27FC236}">
                <a16:creationId xmlns:a16="http://schemas.microsoft.com/office/drawing/2014/main" id="{C54253C3-C5DF-44C7-B874-4CDBF9C3A4F6}"/>
              </a:ext>
            </a:extLst>
          </p:cNvPr>
          <p:cNvSpPr>
            <a:spLocks noGrp="1"/>
          </p:cNvSpPr>
          <p:nvPr/>
        </p:nvSpPr>
        <p:spPr>
          <a:xfrm>
            <a:off x="1308421" y="5791411"/>
            <a:ext cx="28398" cy="28398"/>
          </a:xfrm>
          <a:prstGeom prst="ellipse">
            <a:avLst/>
          </a:prstGeom>
          <a:solidFill>
            <a:srgbClr val="5879BD">
              <a:alpha val="30000"/>
            </a:srgbClr>
          </a:solidFill>
          <a:ln w="0">
            <a:noFill/>
            <a:prstDash val="solid"/>
          </a:ln>
        </p:spPr>
      </p:sp>
      <p:sp>
        <p:nvSpPr>
          <p:cNvPr id="1126" name="02_predicted_pose_4425">
            <a:extLst>
              <a:ext uri="{FF2B5EF4-FFF2-40B4-BE49-F238E27FC236}">
                <a16:creationId xmlns:a16="http://schemas.microsoft.com/office/drawing/2014/main" id="{55D6B90D-C706-47C7-8B18-FA45749BDF90}"/>
              </a:ext>
            </a:extLst>
          </p:cNvPr>
          <p:cNvSpPr>
            <a:spLocks noGrp="1"/>
          </p:cNvSpPr>
          <p:nvPr/>
        </p:nvSpPr>
        <p:spPr>
          <a:xfrm>
            <a:off x="1357688" y="5759692"/>
            <a:ext cx="28398" cy="28398"/>
          </a:xfrm>
          <a:prstGeom prst="ellipse">
            <a:avLst/>
          </a:prstGeom>
          <a:solidFill>
            <a:srgbClr val="5879BD">
              <a:alpha val="30000"/>
            </a:srgbClr>
          </a:solidFill>
          <a:ln w="0">
            <a:noFill/>
            <a:prstDash val="solid"/>
          </a:ln>
        </p:spPr>
      </p:sp>
      <p:sp>
        <p:nvSpPr>
          <p:cNvPr id="1127" name="02_predicted_pose_4426">
            <a:extLst>
              <a:ext uri="{FF2B5EF4-FFF2-40B4-BE49-F238E27FC236}">
                <a16:creationId xmlns:a16="http://schemas.microsoft.com/office/drawing/2014/main" id="{645BB5DE-49C3-48A8-A875-FEEF15904C4D}"/>
              </a:ext>
            </a:extLst>
          </p:cNvPr>
          <p:cNvSpPr>
            <a:spLocks noGrp="1"/>
          </p:cNvSpPr>
          <p:nvPr/>
        </p:nvSpPr>
        <p:spPr>
          <a:xfrm>
            <a:off x="1195070" y="5903737"/>
            <a:ext cx="28398" cy="28398"/>
          </a:xfrm>
          <a:prstGeom prst="ellipse">
            <a:avLst/>
          </a:prstGeom>
          <a:solidFill>
            <a:srgbClr val="5879BD">
              <a:alpha val="30000"/>
            </a:srgbClr>
          </a:solidFill>
          <a:ln w="0">
            <a:noFill/>
            <a:prstDash val="solid"/>
          </a:ln>
        </p:spPr>
      </p:sp>
      <p:sp>
        <p:nvSpPr>
          <p:cNvPr id="1128" name="02_predicted_pose_4427">
            <a:extLst>
              <a:ext uri="{FF2B5EF4-FFF2-40B4-BE49-F238E27FC236}">
                <a16:creationId xmlns:a16="http://schemas.microsoft.com/office/drawing/2014/main" id="{E2018B94-D9D9-4F9C-82A2-24D6D3FD1882}"/>
              </a:ext>
            </a:extLst>
          </p:cNvPr>
          <p:cNvSpPr>
            <a:spLocks noGrp="1"/>
          </p:cNvSpPr>
          <p:nvPr/>
        </p:nvSpPr>
        <p:spPr>
          <a:xfrm>
            <a:off x="1448645" y="5040635"/>
            <a:ext cx="28398" cy="28398"/>
          </a:xfrm>
          <a:prstGeom prst="ellipse">
            <a:avLst/>
          </a:prstGeom>
          <a:solidFill>
            <a:srgbClr val="5879BD">
              <a:alpha val="30000"/>
            </a:srgbClr>
          </a:solidFill>
          <a:ln w="0">
            <a:noFill/>
            <a:prstDash val="solid"/>
          </a:ln>
        </p:spPr>
      </p:sp>
      <p:sp>
        <p:nvSpPr>
          <p:cNvPr id="1129" name="02_predicted_pose_4428">
            <a:extLst>
              <a:ext uri="{FF2B5EF4-FFF2-40B4-BE49-F238E27FC236}">
                <a16:creationId xmlns:a16="http://schemas.microsoft.com/office/drawing/2014/main" id="{C9889F41-88A5-4C82-983A-E0FCBCE3CBA7}"/>
              </a:ext>
            </a:extLst>
          </p:cNvPr>
          <p:cNvSpPr>
            <a:spLocks noGrp="1"/>
          </p:cNvSpPr>
          <p:nvPr/>
        </p:nvSpPr>
        <p:spPr>
          <a:xfrm>
            <a:off x="1322891" y="5868015"/>
            <a:ext cx="28398" cy="28398"/>
          </a:xfrm>
          <a:prstGeom prst="ellipse">
            <a:avLst/>
          </a:prstGeom>
          <a:solidFill>
            <a:srgbClr val="5879BD">
              <a:alpha val="30000"/>
            </a:srgbClr>
          </a:solidFill>
          <a:ln w="0">
            <a:noFill/>
            <a:prstDash val="solid"/>
          </a:ln>
        </p:spPr>
      </p:sp>
      <p:sp>
        <p:nvSpPr>
          <p:cNvPr id="1130" name="02_predicted_pose_4429">
            <a:extLst>
              <a:ext uri="{FF2B5EF4-FFF2-40B4-BE49-F238E27FC236}">
                <a16:creationId xmlns:a16="http://schemas.microsoft.com/office/drawing/2014/main" id="{ECD3103E-BF82-46B5-9C3F-8D9CF849509B}"/>
              </a:ext>
            </a:extLst>
          </p:cNvPr>
          <p:cNvSpPr>
            <a:spLocks noGrp="1"/>
          </p:cNvSpPr>
          <p:nvPr/>
        </p:nvSpPr>
        <p:spPr>
          <a:xfrm>
            <a:off x="1201271" y="5835921"/>
            <a:ext cx="28398" cy="28398"/>
          </a:xfrm>
          <a:prstGeom prst="ellipse">
            <a:avLst/>
          </a:prstGeom>
          <a:solidFill>
            <a:srgbClr val="5879BD">
              <a:alpha val="30000"/>
            </a:srgbClr>
          </a:solidFill>
          <a:ln w="0">
            <a:noFill/>
            <a:prstDash val="solid"/>
          </a:ln>
        </p:spPr>
      </p:sp>
      <p:sp>
        <p:nvSpPr>
          <p:cNvPr id="1131" name="02_predicted_pose_4430">
            <a:extLst>
              <a:ext uri="{FF2B5EF4-FFF2-40B4-BE49-F238E27FC236}">
                <a16:creationId xmlns:a16="http://schemas.microsoft.com/office/drawing/2014/main" id="{81139130-A8C2-4261-A84F-97AB496F0874}"/>
              </a:ext>
            </a:extLst>
          </p:cNvPr>
          <p:cNvSpPr>
            <a:spLocks noGrp="1"/>
          </p:cNvSpPr>
          <p:nvPr/>
        </p:nvSpPr>
        <p:spPr>
          <a:xfrm>
            <a:off x="1242615" y="5798787"/>
            <a:ext cx="28398" cy="28398"/>
          </a:xfrm>
          <a:prstGeom prst="ellipse">
            <a:avLst/>
          </a:prstGeom>
          <a:solidFill>
            <a:srgbClr val="5879BD">
              <a:alpha val="30000"/>
            </a:srgbClr>
          </a:solidFill>
          <a:ln w="0">
            <a:noFill/>
            <a:prstDash val="solid"/>
          </a:ln>
        </p:spPr>
      </p:sp>
      <p:sp>
        <p:nvSpPr>
          <p:cNvPr id="1132" name="02_predicted_pose_4431">
            <a:extLst>
              <a:ext uri="{FF2B5EF4-FFF2-40B4-BE49-F238E27FC236}">
                <a16:creationId xmlns:a16="http://schemas.microsoft.com/office/drawing/2014/main" id="{F0F7F47E-B39E-4DD2-9894-38BDC047C2F9}"/>
              </a:ext>
            </a:extLst>
          </p:cNvPr>
          <p:cNvSpPr>
            <a:spLocks noGrp="1"/>
          </p:cNvSpPr>
          <p:nvPr/>
        </p:nvSpPr>
        <p:spPr>
          <a:xfrm>
            <a:off x="1283959" y="5744628"/>
            <a:ext cx="28398" cy="28398"/>
          </a:xfrm>
          <a:prstGeom prst="ellipse">
            <a:avLst/>
          </a:prstGeom>
          <a:solidFill>
            <a:srgbClr val="5879BD">
              <a:alpha val="30000"/>
            </a:srgbClr>
          </a:solidFill>
          <a:ln w="0">
            <a:noFill/>
            <a:prstDash val="solid"/>
          </a:ln>
        </p:spPr>
      </p:sp>
      <p:sp>
        <p:nvSpPr>
          <p:cNvPr id="1133" name="02_predicted_pose_4432">
            <a:extLst>
              <a:ext uri="{FF2B5EF4-FFF2-40B4-BE49-F238E27FC236}">
                <a16:creationId xmlns:a16="http://schemas.microsoft.com/office/drawing/2014/main" id="{C9A7843A-C48E-4A14-AC31-F453C592770B}"/>
              </a:ext>
            </a:extLst>
          </p:cNvPr>
          <p:cNvSpPr>
            <a:spLocks noGrp="1"/>
          </p:cNvSpPr>
          <p:nvPr/>
        </p:nvSpPr>
        <p:spPr>
          <a:xfrm>
            <a:off x="1458291" y="5679614"/>
            <a:ext cx="28398" cy="28398"/>
          </a:xfrm>
          <a:prstGeom prst="ellipse">
            <a:avLst/>
          </a:prstGeom>
          <a:solidFill>
            <a:srgbClr val="5879BD">
              <a:alpha val="30000"/>
            </a:srgbClr>
          </a:solidFill>
          <a:ln w="0">
            <a:noFill/>
            <a:prstDash val="solid"/>
          </a:ln>
        </p:spPr>
      </p:sp>
      <p:sp>
        <p:nvSpPr>
          <p:cNvPr id="1134" name="02_predicted_pose_4433">
            <a:extLst>
              <a:ext uri="{FF2B5EF4-FFF2-40B4-BE49-F238E27FC236}">
                <a16:creationId xmlns:a16="http://schemas.microsoft.com/office/drawing/2014/main" id="{B81E0A4E-CEDC-4D44-AC1E-2A5079A7CEFC}"/>
              </a:ext>
            </a:extLst>
          </p:cNvPr>
          <p:cNvSpPr>
            <a:spLocks noGrp="1"/>
          </p:cNvSpPr>
          <p:nvPr/>
        </p:nvSpPr>
        <p:spPr>
          <a:xfrm>
            <a:off x="1156138" y="5617995"/>
            <a:ext cx="28398" cy="28398"/>
          </a:xfrm>
          <a:prstGeom prst="ellipse">
            <a:avLst/>
          </a:prstGeom>
          <a:solidFill>
            <a:srgbClr val="5879BD">
              <a:alpha val="30000"/>
            </a:srgbClr>
          </a:solidFill>
          <a:ln w="0">
            <a:noFill/>
            <a:prstDash val="solid"/>
          </a:ln>
        </p:spPr>
      </p:sp>
      <p:sp>
        <p:nvSpPr>
          <p:cNvPr id="1135" name="02_predicted_pose_4434">
            <a:extLst>
              <a:ext uri="{FF2B5EF4-FFF2-40B4-BE49-F238E27FC236}">
                <a16:creationId xmlns:a16="http://schemas.microsoft.com/office/drawing/2014/main" id="{6845E3C4-7A5E-4CA0-B3E3-67C2A7D6F9FE}"/>
              </a:ext>
            </a:extLst>
          </p:cNvPr>
          <p:cNvSpPr>
            <a:spLocks noGrp="1"/>
          </p:cNvSpPr>
          <p:nvPr/>
        </p:nvSpPr>
        <p:spPr>
          <a:xfrm>
            <a:off x="1365957" y="5547763"/>
            <a:ext cx="28398" cy="28398"/>
          </a:xfrm>
          <a:prstGeom prst="ellipse">
            <a:avLst/>
          </a:prstGeom>
          <a:solidFill>
            <a:srgbClr val="5879BD">
              <a:alpha val="30000"/>
            </a:srgbClr>
          </a:solidFill>
          <a:ln w="0">
            <a:noFill/>
            <a:prstDash val="solid"/>
          </a:ln>
        </p:spPr>
      </p:sp>
      <p:sp>
        <p:nvSpPr>
          <p:cNvPr id="1136" name="02_predicted_pose_4435">
            <a:extLst>
              <a:ext uri="{FF2B5EF4-FFF2-40B4-BE49-F238E27FC236}">
                <a16:creationId xmlns:a16="http://schemas.microsoft.com/office/drawing/2014/main" id="{030874FD-7B00-4F08-B9FD-DCA85FA08D43}"/>
              </a:ext>
            </a:extLst>
          </p:cNvPr>
          <p:cNvSpPr>
            <a:spLocks noGrp="1"/>
          </p:cNvSpPr>
          <p:nvPr/>
        </p:nvSpPr>
        <p:spPr>
          <a:xfrm>
            <a:off x="1458981" y="5334165"/>
            <a:ext cx="28398" cy="28398"/>
          </a:xfrm>
          <a:prstGeom prst="ellipse">
            <a:avLst/>
          </a:prstGeom>
          <a:solidFill>
            <a:srgbClr val="5879BD">
              <a:alpha val="30000"/>
            </a:srgbClr>
          </a:solidFill>
          <a:ln w="0">
            <a:noFill/>
            <a:prstDash val="solid"/>
          </a:ln>
        </p:spPr>
      </p:sp>
      <p:sp>
        <p:nvSpPr>
          <p:cNvPr id="1137" name="02_predicted_pose_4436">
            <a:extLst>
              <a:ext uri="{FF2B5EF4-FFF2-40B4-BE49-F238E27FC236}">
                <a16:creationId xmlns:a16="http://schemas.microsoft.com/office/drawing/2014/main" id="{622C96C7-823E-44BA-8447-9D4EA9EB16C9}"/>
              </a:ext>
            </a:extLst>
          </p:cNvPr>
          <p:cNvSpPr>
            <a:spLocks noGrp="1"/>
          </p:cNvSpPr>
          <p:nvPr/>
        </p:nvSpPr>
        <p:spPr>
          <a:xfrm>
            <a:off x="1289816" y="5273821"/>
            <a:ext cx="28398" cy="28398"/>
          </a:xfrm>
          <a:prstGeom prst="ellipse">
            <a:avLst/>
          </a:prstGeom>
          <a:solidFill>
            <a:srgbClr val="5879BD">
              <a:alpha val="30000"/>
            </a:srgbClr>
          </a:solidFill>
          <a:ln w="0">
            <a:noFill/>
            <a:prstDash val="solid"/>
          </a:ln>
        </p:spPr>
      </p:sp>
      <p:sp>
        <p:nvSpPr>
          <p:cNvPr id="1138" name="02_predicted_pose_4437">
            <a:extLst>
              <a:ext uri="{FF2B5EF4-FFF2-40B4-BE49-F238E27FC236}">
                <a16:creationId xmlns:a16="http://schemas.microsoft.com/office/drawing/2014/main" id="{BDB67721-8C63-4023-ABCE-5A336A70B9BA}"/>
              </a:ext>
            </a:extLst>
          </p:cNvPr>
          <p:cNvSpPr>
            <a:spLocks noGrp="1"/>
          </p:cNvSpPr>
          <p:nvPr/>
        </p:nvSpPr>
        <p:spPr>
          <a:xfrm>
            <a:off x="1303597" y="5555162"/>
            <a:ext cx="28398" cy="28398"/>
          </a:xfrm>
          <a:prstGeom prst="ellipse">
            <a:avLst/>
          </a:prstGeom>
          <a:solidFill>
            <a:srgbClr val="5879BD">
              <a:alpha val="30000"/>
            </a:srgbClr>
          </a:solidFill>
          <a:ln w="0">
            <a:noFill/>
            <a:prstDash val="solid"/>
          </a:ln>
        </p:spPr>
      </p:sp>
      <p:sp>
        <p:nvSpPr>
          <p:cNvPr id="1139" name="02_predicted_pose_4438">
            <a:extLst>
              <a:ext uri="{FF2B5EF4-FFF2-40B4-BE49-F238E27FC236}">
                <a16:creationId xmlns:a16="http://schemas.microsoft.com/office/drawing/2014/main" id="{620AF767-A3F4-44A3-8C95-3AFF8BB2C5F6}"/>
              </a:ext>
            </a:extLst>
          </p:cNvPr>
          <p:cNvSpPr>
            <a:spLocks noGrp="1"/>
          </p:cNvSpPr>
          <p:nvPr/>
        </p:nvSpPr>
        <p:spPr>
          <a:xfrm>
            <a:off x="1225389" y="5622514"/>
            <a:ext cx="28398" cy="28398"/>
          </a:xfrm>
          <a:prstGeom prst="ellipse">
            <a:avLst/>
          </a:prstGeom>
          <a:solidFill>
            <a:srgbClr val="5879BD">
              <a:alpha val="30000"/>
            </a:srgbClr>
          </a:solidFill>
          <a:ln w="0">
            <a:noFill/>
            <a:prstDash val="solid"/>
          </a:ln>
        </p:spPr>
      </p:sp>
      <p:sp>
        <p:nvSpPr>
          <p:cNvPr id="1140" name="02_predicted_pose_4439">
            <a:extLst>
              <a:ext uri="{FF2B5EF4-FFF2-40B4-BE49-F238E27FC236}">
                <a16:creationId xmlns:a16="http://schemas.microsoft.com/office/drawing/2014/main" id="{F027C108-CA3F-4523-AEDB-CB2034353B13}"/>
              </a:ext>
            </a:extLst>
          </p:cNvPr>
          <p:cNvSpPr>
            <a:spLocks noGrp="1"/>
          </p:cNvSpPr>
          <p:nvPr/>
        </p:nvSpPr>
        <p:spPr>
          <a:xfrm>
            <a:off x="1239170" y="5583544"/>
            <a:ext cx="28398" cy="28398"/>
          </a:xfrm>
          <a:prstGeom prst="ellipse">
            <a:avLst/>
          </a:prstGeom>
          <a:solidFill>
            <a:srgbClr val="5879BD">
              <a:alpha val="30000"/>
            </a:srgbClr>
          </a:solidFill>
          <a:ln w="0">
            <a:noFill/>
            <a:prstDash val="solid"/>
          </a:ln>
        </p:spPr>
      </p:sp>
      <p:sp>
        <p:nvSpPr>
          <p:cNvPr id="1141" name="02_predicted_pose_4440">
            <a:extLst>
              <a:ext uri="{FF2B5EF4-FFF2-40B4-BE49-F238E27FC236}">
                <a16:creationId xmlns:a16="http://schemas.microsoft.com/office/drawing/2014/main" id="{092DD004-D3AD-4908-96C3-07EF4BCBAA2B}"/>
              </a:ext>
            </a:extLst>
          </p:cNvPr>
          <p:cNvSpPr>
            <a:spLocks noGrp="1"/>
          </p:cNvSpPr>
          <p:nvPr/>
        </p:nvSpPr>
        <p:spPr>
          <a:xfrm>
            <a:off x="1252951" y="5619805"/>
            <a:ext cx="28398" cy="28398"/>
          </a:xfrm>
          <a:prstGeom prst="ellipse">
            <a:avLst/>
          </a:prstGeom>
          <a:solidFill>
            <a:srgbClr val="5879BD">
              <a:alpha val="30000"/>
            </a:srgbClr>
          </a:solidFill>
          <a:ln w="0">
            <a:noFill/>
            <a:prstDash val="solid"/>
          </a:ln>
        </p:spPr>
      </p:sp>
      <p:sp>
        <p:nvSpPr>
          <p:cNvPr id="1142" name="02_predicted_pose_4441">
            <a:extLst>
              <a:ext uri="{FF2B5EF4-FFF2-40B4-BE49-F238E27FC236}">
                <a16:creationId xmlns:a16="http://schemas.microsoft.com/office/drawing/2014/main" id="{C2DB5938-0AD1-4456-9A89-85E55885E36E}"/>
              </a:ext>
            </a:extLst>
          </p:cNvPr>
          <p:cNvSpPr>
            <a:spLocks noGrp="1"/>
          </p:cNvSpPr>
          <p:nvPr/>
        </p:nvSpPr>
        <p:spPr>
          <a:xfrm>
            <a:off x="1266732" y="5564577"/>
            <a:ext cx="28398" cy="28398"/>
          </a:xfrm>
          <a:prstGeom prst="ellipse">
            <a:avLst/>
          </a:prstGeom>
          <a:solidFill>
            <a:srgbClr val="5879BD">
              <a:alpha val="30000"/>
            </a:srgbClr>
          </a:solidFill>
          <a:ln w="0">
            <a:noFill/>
            <a:prstDash val="solid"/>
          </a:ln>
        </p:spPr>
      </p:sp>
      <p:sp>
        <p:nvSpPr>
          <p:cNvPr id="1143" name="02_predicted_pose_4442">
            <a:extLst>
              <a:ext uri="{FF2B5EF4-FFF2-40B4-BE49-F238E27FC236}">
                <a16:creationId xmlns:a16="http://schemas.microsoft.com/office/drawing/2014/main" id="{05AC0872-272C-45A9-B37D-843D24B2D96D}"/>
              </a:ext>
            </a:extLst>
          </p:cNvPr>
          <p:cNvSpPr>
            <a:spLocks noGrp="1"/>
          </p:cNvSpPr>
          <p:nvPr/>
        </p:nvSpPr>
        <p:spPr>
          <a:xfrm>
            <a:off x="1280514" y="5621900"/>
            <a:ext cx="28398" cy="28398"/>
          </a:xfrm>
          <a:prstGeom prst="ellipse">
            <a:avLst/>
          </a:prstGeom>
          <a:solidFill>
            <a:srgbClr val="5879BD">
              <a:alpha val="30000"/>
            </a:srgbClr>
          </a:solidFill>
          <a:ln w="0">
            <a:noFill/>
            <a:prstDash val="solid"/>
          </a:ln>
        </p:spPr>
      </p:sp>
      <p:sp>
        <p:nvSpPr>
          <p:cNvPr id="1144" name="02_predicted_pose_4443">
            <a:extLst>
              <a:ext uri="{FF2B5EF4-FFF2-40B4-BE49-F238E27FC236}">
                <a16:creationId xmlns:a16="http://schemas.microsoft.com/office/drawing/2014/main" id="{FE795651-C6A4-4F37-AD36-8E2FF6E6BE31}"/>
              </a:ext>
            </a:extLst>
          </p:cNvPr>
          <p:cNvSpPr>
            <a:spLocks noGrp="1"/>
          </p:cNvSpPr>
          <p:nvPr/>
        </p:nvSpPr>
        <p:spPr>
          <a:xfrm>
            <a:off x="1294295" y="5599038"/>
            <a:ext cx="28398" cy="28398"/>
          </a:xfrm>
          <a:prstGeom prst="ellipse">
            <a:avLst/>
          </a:prstGeom>
          <a:solidFill>
            <a:srgbClr val="5879BD">
              <a:alpha val="30000"/>
            </a:srgbClr>
          </a:solidFill>
          <a:ln w="0">
            <a:noFill/>
            <a:prstDash val="solid"/>
          </a:ln>
        </p:spPr>
      </p:sp>
      <p:sp>
        <p:nvSpPr>
          <p:cNvPr id="1145" name="02_predicted_pose_4444">
            <a:extLst>
              <a:ext uri="{FF2B5EF4-FFF2-40B4-BE49-F238E27FC236}">
                <a16:creationId xmlns:a16="http://schemas.microsoft.com/office/drawing/2014/main" id="{5B85E340-DD70-4931-B582-7BDB5D56F506}"/>
              </a:ext>
            </a:extLst>
          </p:cNvPr>
          <p:cNvSpPr>
            <a:spLocks noGrp="1"/>
          </p:cNvSpPr>
          <p:nvPr/>
        </p:nvSpPr>
        <p:spPr>
          <a:xfrm>
            <a:off x="1308076" y="5624110"/>
            <a:ext cx="28398" cy="28398"/>
          </a:xfrm>
          <a:prstGeom prst="ellipse">
            <a:avLst/>
          </a:prstGeom>
          <a:solidFill>
            <a:srgbClr val="5879BD">
              <a:alpha val="30000"/>
            </a:srgbClr>
          </a:solidFill>
          <a:ln w="0">
            <a:noFill/>
            <a:prstDash val="solid"/>
          </a:ln>
        </p:spPr>
      </p:sp>
      <p:sp>
        <p:nvSpPr>
          <p:cNvPr id="1146" name="02_predicted_pose_4445">
            <a:extLst>
              <a:ext uri="{FF2B5EF4-FFF2-40B4-BE49-F238E27FC236}">
                <a16:creationId xmlns:a16="http://schemas.microsoft.com/office/drawing/2014/main" id="{761DE5D5-BA28-4D1D-B3BB-9D036C1EB5A8}"/>
              </a:ext>
            </a:extLst>
          </p:cNvPr>
          <p:cNvSpPr>
            <a:spLocks noGrp="1"/>
          </p:cNvSpPr>
          <p:nvPr/>
        </p:nvSpPr>
        <p:spPr>
          <a:xfrm>
            <a:off x="1321857" y="5618964"/>
            <a:ext cx="28398" cy="28398"/>
          </a:xfrm>
          <a:prstGeom prst="ellipse">
            <a:avLst/>
          </a:prstGeom>
          <a:solidFill>
            <a:srgbClr val="5879BD">
              <a:alpha val="30000"/>
            </a:srgbClr>
          </a:solidFill>
          <a:ln w="0">
            <a:noFill/>
            <a:prstDash val="solid"/>
          </a:ln>
        </p:spPr>
      </p:sp>
      <p:sp>
        <p:nvSpPr>
          <p:cNvPr id="1147" name="02_predicted_pose_4446">
            <a:extLst>
              <a:ext uri="{FF2B5EF4-FFF2-40B4-BE49-F238E27FC236}">
                <a16:creationId xmlns:a16="http://schemas.microsoft.com/office/drawing/2014/main" id="{A5885854-E9F6-452F-ADAE-86A055EF6731}"/>
              </a:ext>
            </a:extLst>
          </p:cNvPr>
          <p:cNvSpPr>
            <a:spLocks noGrp="1"/>
          </p:cNvSpPr>
          <p:nvPr/>
        </p:nvSpPr>
        <p:spPr>
          <a:xfrm>
            <a:off x="1335638" y="5614243"/>
            <a:ext cx="28398" cy="28398"/>
          </a:xfrm>
          <a:prstGeom prst="ellipse">
            <a:avLst/>
          </a:prstGeom>
          <a:solidFill>
            <a:srgbClr val="5879BD">
              <a:alpha val="30000"/>
            </a:srgbClr>
          </a:solidFill>
          <a:ln w="0">
            <a:noFill/>
            <a:prstDash val="solid"/>
          </a:ln>
        </p:spPr>
      </p:sp>
      <p:sp>
        <p:nvSpPr>
          <p:cNvPr id="1148" name="02_predicted_pose_4447">
            <a:extLst>
              <a:ext uri="{FF2B5EF4-FFF2-40B4-BE49-F238E27FC236}">
                <a16:creationId xmlns:a16="http://schemas.microsoft.com/office/drawing/2014/main" id="{B16F4F27-C924-4BE6-A4F0-7E583176B89B}"/>
              </a:ext>
            </a:extLst>
          </p:cNvPr>
          <p:cNvSpPr>
            <a:spLocks noGrp="1"/>
          </p:cNvSpPr>
          <p:nvPr/>
        </p:nvSpPr>
        <p:spPr>
          <a:xfrm>
            <a:off x="1349420" y="5631233"/>
            <a:ext cx="28398" cy="28398"/>
          </a:xfrm>
          <a:prstGeom prst="ellipse">
            <a:avLst/>
          </a:prstGeom>
          <a:solidFill>
            <a:srgbClr val="5879BD">
              <a:alpha val="30000"/>
            </a:srgbClr>
          </a:solidFill>
          <a:ln w="0">
            <a:noFill/>
            <a:prstDash val="solid"/>
          </a:ln>
        </p:spPr>
      </p:sp>
      <p:sp>
        <p:nvSpPr>
          <p:cNvPr id="1149" name="02_predicted_pose_4448">
            <a:extLst>
              <a:ext uri="{FF2B5EF4-FFF2-40B4-BE49-F238E27FC236}">
                <a16:creationId xmlns:a16="http://schemas.microsoft.com/office/drawing/2014/main" id="{02E96080-27B8-49E8-84CE-19BF205D0539}"/>
              </a:ext>
            </a:extLst>
          </p:cNvPr>
          <p:cNvSpPr>
            <a:spLocks noGrp="1"/>
          </p:cNvSpPr>
          <p:nvPr/>
        </p:nvSpPr>
        <p:spPr>
          <a:xfrm>
            <a:off x="1238825" y="5617647"/>
            <a:ext cx="28398" cy="28398"/>
          </a:xfrm>
          <a:prstGeom prst="ellipse">
            <a:avLst/>
          </a:prstGeom>
          <a:solidFill>
            <a:srgbClr val="5879BD">
              <a:alpha val="30000"/>
            </a:srgbClr>
          </a:solidFill>
          <a:ln w="0">
            <a:noFill/>
            <a:prstDash val="solid"/>
          </a:ln>
        </p:spPr>
      </p:sp>
      <p:sp>
        <p:nvSpPr>
          <p:cNvPr id="1150" name="02_predicted_pose_4449">
            <a:extLst>
              <a:ext uri="{FF2B5EF4-FFF2-40B4-BE49-F238E27FC236}">
                <a16:creationId xmlns:a16="http://schemas.microsoft.com/office/drawing/2014/main" id="{6C827527-4EC5-44D8-B077-2586C1C2BFFF}"/>
              </a:ext>
            </a:extLst>
          </p:cNvPr>
          <p:cNvSpPr>
            <a:spLocks noGrp="1"/>
          </p:cNvSpPr>
          <p:nvPr/>
        </p:nvSpPr>
        <p:spPr>
          <a:xfrm>
            <a:off x="1430040" y="6046189"/>
            <a:ext cx="28398" cy="28398"/>
          </a:xfrm>
          <a:prstGeom prst="ellipse">
            <a:avLst/>
          </a:prstGeom>
          <a:solidFill>
            <a:srgbClr val="5879BD">
              <a:alpha val="30000"/>
            </a:srgbClr>
          </a:solidFill>
          <a:ln w="0">
            <a:noFill/>
            <a:prstDash val="solid"/>
          </a:ln>
        </p:spPr>
      </p:sp>
      <p:sp>
        <p:nvSpPr>
          <p:cNvPr id="1151" name="02_predicted_pose_4450">
            <a:extLst>
              <a:ext uri="{FF2B5EF4-FFF2-40B4-BE49-F238E27FC236}">
                <a16:creationId xmlns:a16="http://schemas.microsoft.com/office/drawing/2014/main" id="{2E4A511F-ECDC-4273-BB8C-6DB6552CFBBB}"/>
              </a:ext>
            </a:extLst>
          </p:cNvPr>
          <p:cNvSpPr>
            <a:spLocks noGrp="1"/>
          </p:cNvSpPr>
          <p:nvPr/>
        </p:nvSpPr>
        <p:spPr>
          <a:xfrm>
            <a:off x="1301185" y="6013241"/>
            <a:ext cx="28398" cy="28398"/>
          </a:xfrm>
          <a:prstGeom prst="ellipse">
            <a:avLst/>
          </a:prstGeom>
          <a:solidFill>
            <a:srgbClr val="5879BD">
              <a:alpha val="30000"/>
            </a:srgbClr>
          </a:solidFill>
          <a:ln w="0">
            <a:noFill/>
            <a:prstDash val="solid"/>
          </a:ln>
        </p:spPr>
      </p:sp>
      <p:sp>
        <p:nvSpPr>
          <p:cNvPr id="1152" name="02_predicted_pose_4451">
            <a:extLst>
              <a:ext uri="{FF2B5EF4-FFF2-40B4-BE49-F238E27FC236}">
                <a16:creationId xmlns:a16="http://schemas.microsoft.com/office/drawing/2014/main" id="{7B2F60E6-C14A-46EE-9669-254E11E674E5}"/>
              </a:ext>
            </a:extLst>
          </p:cNvPr>
          <p:cNvSpPr>
            <a:spLocks noGrp="1"/>
          </p:cNvSpPr>
          <p:nvPr/>
        </p:nvSpPr>
        <p:spPr>
          <a:xfrm>
            <a:off x="1193347" y="5990005"/>
            <a:ext cx="28398" cy="28398"/>
          </a:xfrm>
          <a:prstGeom prst="ellipse">
            <a:avLst/>
          </a:prstGeom>
          <a:solidFill>
            <a:srgbClr val="5879BD">
              <a:alpha val="30000"/>
            </a:srgbClr>
          </a:solidFill>
          <a:ln w="0">
            <a:noFill/>
            <a:prstDash val="solid"/>
          </a:ln>
        </p:spPr>
      </p:sp>
      <p:sp>
        <p:nvSpPr>
          <p:cNvPr id="1153" name="02_predicted_pose_4452">
            <a:extLst>
              <a:ext uri="{FF2B5EF4-FFF2-40B4-BE49-F238E27FC236}">
                <a16:creationId xmlns:a16="http://schemas.microsoft.com/office/drawing/2014/main" id="{39ABABC6-F27E-4AF9-8895-1360A62DE6B1}"/>
              </a:ext>
            </a:extLst>
          </p:cNvPr>
          <p:cNvSpPr>
            <a:spLocks noGrp="1"/>
          </p:cNvSpPr>
          <p:nvPr/>
        </p:nvSpPr>
        <p:spPr>
          <a:xfrm>
            <a:off x="1314967" y="6058282"/>
            <a:ext cx="28398" cy="28398"/>
          </a:xfrm>
          <a:prstGeom prst="ellipse">
            <a:avLst/>
          </a:prstGeom>
          <a:solidFill>
            <a:srgbClr val="5879BD">
              <a:alpha val="30000"/>
            </a:srgbClr>
          </a:solidFill>
          <a:ln w="0">
            <a:noFill/>
            <a:prstDash val="solid"/>
          </a:ln>
        </p:spPr>
      </p:sp>
      <p:sp>
        <p:nvSpPr>
          <p:cNvPr id="1154" name="02_predicted_pose_4453">
            <a:extLst>
              <a:ext uri="{FF2B5EF4-FFF2-40B4-BE49-F238E27FC236}">
                <a16:creationId xmlns:a16="http://schemas.microsoft.com/office/drawing/2014/main" id="{7F0485EF-CD58-4F50-9E99-CABF812D7846}"/>
              </a:ext>
            </a:extLst>
          </p:cNvPr>
          <p:cNvSpPr>
            <a:spLocks noGrp="1"/>
          </p:cNvSpPr>
          <p:nvPr/>
        </p:nvSpPr>
        <p:spPr>
          <a:xfrm>
            <a:off x="1422116" y="5801881"/>
            <a:ext cx="28398" cy="28398"/>
          </a:xfrm>
          <a:prstGeom prst="ellipse">
            <a:avLst/>
          </a:prstGeom>
          <a:solidFill>
            <a:srgbClr val="5879BD">
              <a:alpha val="30000"/>
            </a:srgbClr>
          </a:solidFill>
          <a:ln w="0">
            <a:noFill/>
            <a:prstDash val="solid"/>
          </a:ln>
        </p:spPr>
      </p:sp>
      <p:sp>
        <p:nvSpPr>
          <p:cNvPr id="1155" name="02_predicted_pose_4454">
            <a:extLst>
              <a:ext uri="{FF2B5EF4-FFF2-40B4-BE49-F238E27FC236}">
                <a16:creationId xmlns:a16="http://schemas.microsoft.com/office/drawing/2014/main" id="{232B4D21-C97F-472B-B1B7-1D584D85C200}"/>
              </a:ext>
            </a:extLst>
          </p:cNvPr>
          <p:cNvSpPr>
            <a:spLocks noGrp="1"/>
          </p:cNvSpPr>
          <p:nvPr/>
        </p:nvSpPr>
        <p:spPr>
          <a:xfrm>
            <a:off x="1477241" y="5864491"/>
            <a:ext cx="28398" cy="28398"/>
          </a:xfrm>
          <a:prstGeom prst="ellipse">
            <a:avLst/>
          </a:prstGeom>
          <a:solidFill>
            <a:srgbClr val="5879BD">
              <a:alpha val="30000"/>
            </a:srgbClr>
          </a:solidFill>
          <a:ln w="0">
            <a:noFill/>
            <a:prstDash val="solid"/>
          </a:ln>
        </p:spPr>
      </p:sp>
      <p:sp>
        <p:nvSpPr>
          <p:cNvPr id="1156" name="02_predicted_pose_4455">
            <a:extLst>
              <a:ext uri="{FF2B5EF4-FFF2-40B4-BE49-F238E27FC236}">
                <a16:creationId xmlns:a16="http://schemas.microsoft.com/office/drawing/2014/main" id="{EA8738D1-EB39-4D8D-80D2-65B20896545C}"/>
              </a:ext>
            </a:extLst>
          </p:cNvPr>
          <p:cNvSpPr>
            <a:spLocks noGrp="1"/>
          </p:cNvSpPr>
          <p:nvPr/>
        </p:nvSpPr>
        <p:spPr>
          <a:xfrm>
            <a:off x="1270522" y="5661315"/>
            <a:ext cx="28398" cy="28398"/>
          </a:xfrm>
          <a:prstGeom prst="ellipse">
            <a:avLst/>
          </a:prstGeom>
          <a:solidFill>
            <a:srgbClr val="5879BD">
              <a:alpha val="30000"/>
            </a:srgbClr>
          </a:solidFill>
          <a:ln w="0">
            <a:noFill/>
            <a:prstDash val="solid"/>
          </a:ln>
        </p:spPr>
      </p:sp>
      <p:sp>
        <p:nvSpPr>
          <p:cNvPr id="1157" name="02_predicted_pose_4456">
            <a:extLst>
              <a:ext uri="{FF2B5EF4-FFF2-40B4-BE49-F238E27FC236}">
                <a16:creationId xmlns:a16="http://schemas.microsoft.com/office/drawing/2014/main" id="{57C84FF2-AA66-40E9-A4FA-35C2112E9C94}"/>
              </a:ext>
            </a:extLst>
          </p:cNvPr>
          <p:cNvSpPr>
            <a:spLocks noGrp="1"/>
          </p:cNvSpPr>
          <p:nvPr/>
        </p:nvSpPr>
        <p:spPr>
          <a:xfrm>
            <a:off x="1298085" y="5636012"/>
            <a:ext cx="28398" cy="28398"/>
          </a:xfrm>
          <a:prstGeom prst="ellipse">
            <a:avLst/>
          </a:prstGeom>
          <a:solidFill>
            <a:srgbClr val="5879BD">
              <a:alpha val="30000"/>
            </a:srgbClr>
          </a:solidFill>
          <a:ln w="0">
            <a:noFill/>
            <a:prstDash val="solid"/>
          </a:ln>
        </p:spPr>
      </p:sp>
      <p:sp>
        <p:nvSpPr>
          <p:cNvPr id="1158" name="02_predicted_pose_4457">
            <a:extLst>
              <a:ext uri="{FF2B5EF4-FFF2-40B4-BE49-F238E27FC236}">
                <a16:creationId xmlns:a16="http://schemas.microsoft.com/office/drawing/2014/main" id="{236ACA74-DD34-49E3-9B3F-0DD486F86B97}"/>
              </a:ext>
            </a:extLst>
          </p:cNvPr>
          <p:cNvSpPr>
            <a:spLocks noGrp="1"/>
          </p:cNvSpPr>
          <p:nvPr/>
        </p:nvSpPr>
        <p:spPr>
          <a:xfrm>
            <a:off x="1339428" y="5666385"/>
            <a:ext cx="28398" cy="28398"/>
          </a:xfrm>
          <a:prstGeom prst="ellipse">
            <a:avLst/>
          </a:prstGeom>
          <a:solidFill>
            <a:srgbClr val="5879BD">
              <a:alpha val="30000"/>
            </a:srgbClr>
          </a:solidFill>
          <a:ln w="0">
            <a:noFill/>
            <a:prstDash val="solid"/>
          </a:ln>
        </p:spPr>
      </p:sp>
      <p:sp>
        <p:nvSpPr>
          <p:cNvPr id="1159" name="02_predicted_pose_4458">
            <a:extLst>
              <a:ext uri="{FF2B5EF4-FFF2-40B4-BE49-F238E27FC236}">
                <a16:creationId xmlns:a16="http://schemas.microsoft.com/office/drawing/2014/main" id="{315AEEAD-CF34-4274-84B2-9C1AD24B2563}"/>
              </a:ext>
            </a:extLst>
          </p:cNvPr>
          <p:cNvSpPr>
            <a:spLocks noGrp="1"/>
          </p:cNvSpPr>
          <p:nvPr/>
        </p:nvSpPr>
        <p:spPr>
          <a:xfrm>
            <a:off x="1366991" y="5629591"/>
            <a:ext cx="28398" cy="28398"/>
          </a:xfrm>
          <a:prstGeom prst="ellipse">
            <a:avLst/>
          </a:prstGeom>
          <a:solidFill>
            <a:srgbClr val="5879BD">
              <a:alpha val="30000"/>
            </a:srgbClr>
          </a:solidFill>
          <a:ln w="0">
            <a:noFill/>
            <a:prstDash val="solid"/>
          </a:ln>
        </p:spPr>
      </p:sp>
      <p:sp>
        <p:nvSpPr>
          <p:cNvPr id="1160" name="02_predicted_pose_4459">
            <a:extLst>
              <a:ext uri="{FF2B5EF4-FFF2-40B4-BE49-F238E27FC236}">
                <a16:creationId xmlns:a16="http://schemas.microsoft.com/office/drawing/2014/main" id="{DE39EF98-DC38-417F-A5A0-17F4FFD95574}"/>
              </a:ext>
            </a:extLst>
          </p:cNvPr>
          <p:cNvSpPr>
            <a:spLocks noGrp="1"/>
          </p:cNvSpPr>
          <p:nvPr/>
        </p:nvSpPr>
        <p:spPr>
          <a:xfrm>
            <a:off x="1380772" y="5650694"/>
            <a:ext cx="28398" cy="28398"/>
          </a:xfrm>
          <a:prstGeom prst="ellipse">
            <a:avLst/>
          </a:prstGeom>
          <a:solidFill>
            <a:srgbClr val="5879BD">
              <a:alpha val="30000"/>
            </a:srgbClr>
          </a:solidFill>
          <a:ln w="0">
            <a:noFill/>
            <a:prstDash val="solid"/>
          </a:ln>
        </p:spPr>
      </p:sp>
      <p:sp>
        <p:nvSpPr>
          <p:cNvPr id="1161" name="02_predicted_pose_4460">
            <a:extLst>
              <a:ext uri="{FF2B5EF4-FFF2-40B4-BE49-F238E27FC236}">
                <a16:creationId xmlns:a16="http://schemas.microsoft.com/office/drawing/2014/main" id="{E5D9EC89-2A2E-4E3F-8D03-F305F1A11B8F}"/>
              </a:ext>
            </a:extLst>
          </p:cNvPr>
          <p:cNvSpPr>
            <a:spLocks noGrp="1"/>
          </p:cNvSpPr>
          <p:nvPr/>
        </p:nvSpPr>
        <p:spPr>
          <a:xfrm>
            <a:off x="1283959" y="5647500"/>
            <a:ext cx="28398" cy="28398"/>
          </a:xfrm>
          <a:prstGeom prst="ellipse">
            <a:avLst/>
          </a:prstGeom>
          <a:solidFill>
            <a:srgbClr val="5879BD">
              <a:alpha val="30000"/>
            </a:srgbClr>
          </a:solidFill>
          <a:ln w="0">
            <a:noFill/>
            <a:prstDash val="solid"/>
          </a:ln>
        </p:spPr>
      </p:sp>
      <p:sp>
        <p:nvSpPr>
          <p:cNvPr id="1162" name="02_predicted_pose_4461">
            <a:extLst>
              <a:ext uri="{FF2B5EF4-FFF2-40B4-BE49-F238E27FC236}">
                <a16:creationId xmlns:a16="http://schemas.microsoft.com/office/drawing/2014/main" id="{AF2944CF-F4DA-4E16-B345-7CAA2F04662F}"/>
              </a:ext>
            </a:extLst>
          </p:cNvPr>
          <p:cNvSpPr>
            <a:spLocks noGrp="1"/>
          </p:cNvSpPr>
          <p:nvPr/>
        </p:nvSpPr>
        <p:spPr>
          <a:xfrm>
            <a:off x="1386629" y="5110491"/>
            <a:ext cx="28398" cy="28398"/>
          </a:xfrm>
          <a:prstGeom prst="ellipse">
            <a:avLst/>
          </a:prstGeom>
          <a:solidFill>
            <a:srgbClr val="5879BD">
              <a:alpha val="30000"/>
            </a:srgbClr>
          </a:solidFill>
          <a:ln w="0">
            <a:noFill/>
            <a:prstDash val="solid"/>
          </a:ln>
        </p:spPr>
      </p:sp>
      <p:sp>
        <p:nvSpPr>
          <p:cNvPr id="1163" name="02_predicted_pose_4462">
            <a:extLst>
              <a:ext uri="{FF2B5EF4-FFF2-40B4-BE49-F238E27FC236}">
                <a16:creationId xmlns:a16="http://schemas.microsoft.com/office/drawing/2014/main" id="{9CCCF688-7649-438F-848C-0474E53B5F1B}"/>
              </a:ext>
            </a:extLst>
          </p:cNvPr>
          <p:cNvSpPr>
            <a:spLocks noGrp="1"/>
          </p:cNvSpPr>
          <p:nvPr/>
        </p:nvSpPr>
        <p:spPr>
          <a:xfrm>
            <a:off x="1414192" y="5866203"/>
            <a:ext cx="28398" cy="28398"/>
          </a:xfrm>
          <a:prstGeom prst="ellipse">
            <a:avLst/>
          </a:prstGeom>
          <a:solidFill>
            <a:srgbClr val="5879BD">
              <a:alpha val="30000"/>
            </a:srgbClr>
          </a:solidFill>
          <a:ln w="0">
            <a:noFill/>
            <a:prstDash val="solid"/>
          </a:ln>
        </p:spPr>
      </p:sp>
      <p:sp>
        <p:nvSpPr>
          <p:cNvPr id="1164" name="02_predicted_pose_4463">
            <a:extLst>
              <a:ext uri="{FF2B5EF4-FFF2-40B4-BE49-F238E27FC236}">
                <a16:creationId xmlns:a16="http://schemas.microsoft.com/office/drawing/2014/main" id="{E082274C-3869-473D-B8AB-4C24EF4BF4E7}"/>
              </a:ext>
            </a:extLst>
          </p:cNvPr>
          <p:cNvSpPr>
            <a:spLocks noGrp="1"/>
          </p:cNvSpPr>
          <p:nvPr/>
        </p:nvSpPr>
        <p:spPr>
          <a:xfrm>
            <a:off x="1441754" y="5106239"/>
            <a:ext cx="28398" cy="28398"/>
          </a:xfrm>
          <a:prstGeom prst="ellipse">
            <a:avLst/>
          </a:prstGeom>
          <a:solidFill>
            <a:srgbClr val="5879BD">
              <a:alpha val="30000"/>
            </a:srgbClr>
          </a:solidFill>
          <a:ln w="0">
            <a:noFill/>
            <a:prstDash val="solid"/>
          </a:ln>
        </p:spPr>
      </p:sp>
      <p:sp>
        <p:nvSpPr>
          <p:cNvPr id="1165" name="02_predicted_pose_4464">
            <a:extLst>
              <a:ext uri="{FF2B5EF4-FFF2-40B4-BE49-F238E27FC236}">
                <a16:creationId xmlns:a16="http://schemas.microsoft.com/office/drawing/2014/main" id="{8B7BBCAC-C05A-4E42-8834-B6D73BE7832A}"/>
              </a:ext>
            </a:extLst>
          </p:cNvPr>
          <p:cNvSpPr>
            <a:spLocks noGrp="1"/>
          </p:cNvSpPr>
          <p:nvPr/>
        </p:nvSpPr>
        <p:spPr>
          <a:xfrm>
            <a:off x="1469316" y="5120595"/>
            <a:ext cx="28398" cy="28398"/>
          </a:xfrm>
          <a:prstGeom prst="ellipse">
            <a:avLst/>
          </a:prstGeom>
          <a:solidFill>
            <a:srgbClr val="5879BD">
              <a:alpha val="30000"/>
            </a:srgbClr>
          </a:solidFill>
          <a:ln w="0">
            <a:noFill/>
            <a:prstDash val="solid"/>
          </a:ln>
        </p:spPr>
      </p:sp>
      <p:sp>
        <p:nvSpPr>
          <p:cNvPr id="1166" name="02_predicted_pose_4465">
            <a:extLst>
              <a:ext uri="{FF2B5EF4-FFF2-40B4-BE49-F238E27FC236}">
                <a16:creationId xmlns:a16="http://schemas.microsoft.com/office/drawing/2014/main" id="{4325BD77-769C-47B1-B021-962E51DD06C1}"/>
              </a:ext>
            </a:extLst>
          </p:cNvPr>
          <p:cNvSpPr>
            <a:spLocks noGrp="1"/>
          </p:cNvSpPr>
          <p:nvPr/>
        </p:nvSpPr>
        <p:spPr>
          <a:xfrm>
            <a:off x="1238481" y="5866886"/>
            <a:ext cx="28398" cy="28398"/>
          </a:xfrm>
          <a:prstGeom prst="ellipse">
            <a:avLst/>
          </a:prstGeom>
          <a:solidFill>
            <a:srgbClr val="5879BD">
              <a:alpha val="30000"/>
            </a:srgbClr>
          </a:solidFill>
          <a:ln w="0">
            <a:noFill/>
            <a:prstDash val="solid"/>
          </a:ln>
        </p:spPr>
      </p:sp>
      <p:sp>
        <p:nvSpPr>
          <p:cNvPr id="1167" name="02_predicted_pose_4466">
            <a:extLst>
              <a:ext uri="{FF2B5EF4-FFF2-40B4-BE49-F238E27FC236}">
                <a16:creationId xmlns:a16="http://schemas.microsoft.com/office/drawing/2014/main" id="{77102D13-AB20-4F9D-A15F-A9E8DF15D9BA}"/>
              </a:ext>
            </a:extLst>
          </p:cNvPr>
          <p:cNvSpPr>
            <a:spLocks noGrp="1"/>
          </p:cNvSpPr>
          <p:nvPr/>
        </p:nvSpPr>
        <p:spPr>
          <a:xfrm>
            <a:off x="1252262" y="5960168"/>
            <a:ext cx="28398" cy="28398"/>
          </a:xfrm>
          <a:prstGeom prst="ellipse">
            <a:avLst/>
          </a:prstGeom>
          <a:solidFill>
            <a:srgbClr val="5879BD">
              <a:alpha val="30000"/>
            </a:srgbClr>
          </a:solidFill>
          <a:ln w="0">
            <a:noFill/>
            <a:prstDash val="solid"/>
          </a:ln>
        </p:spPr>
      </p:sp>
      <p:sp>
        <p:nvSpPr>
          <p:cNvPr id="1168" name="02_predicted_pose_4467">
            <a:extLst>
              <a:ext uri="{FF2B5EF4-FFF2-40B4-BE49-F238E27FC236}">
                <a16:creationId xmlns:a16="http://schemas.microsoft.com/office/drawing/2014/main" id="{C5B44C8D-1620-42E9-8687-0FE2EA2E8E22}"/>
              </a:ext>
            </a:extLst>
          </p:cNvPr>
          <p:cNvSpPr>
            <a:spLocks noGrp="1"/>
          </p:cNvSpPr>
          <p:nvPr/>
        </p:nvSpPr>
        <p:spPr>
          <a:xfrm>
            <a:off x="1279824" y="6000657"/>
            <a:ext cx="28398" cy="28398"/>
          </a:xfrm>
          <a:prstGeom prst="ellipse">
            <a:avLst/>
          </a:prstGeom>
          <a:solidFill>
            <a:srgbClr val="5879BD">
              <a:alpha val="30000"/>
            </a:srgbClr>
          </a:solidFill>
          <a:ln w="0">
            <a:noFill/>
            <a:prstDash val="solid"/>
          </a:ln>
        </p:spPr>
      </p:sp>
      <p:sp>
        <p:nvSpPr>
          <p:cNvPr id="1169" name="02_predicted_pose_4468">
            <a:extLst>
              <a:ext uri="{FF2B5EF4-FFF2-40B4-BE49-F238E27FC236}">
                <a16:creationId xmlns:a16="http://schemas.microsoft.com/office/drawing/2014/main" id="{3E1CE7E5-58EC-40CB-9B65-BFE744B03E2F}"/>
              </a:ext>
            </a:extLst>
          </p:cNvPr>
          <p:cNvSpPr>
            <a:spLocks noGrp="1"/>
          </p:cNvSpPr>
          <p:nvPr/>
        </p:nvSpPr>
        <p:spPr>
          <a:xfrm>
            <a:off x="1307387" y="5959784"/>
            <a:ext cx="28398" cy="28398"/>
          </a:xfrm>
          <a:prstGeom prst="ellipse">
            <a:avLst/>
          </a:prstGeom>
          <a:solidFill>
            <a:srgbClr val="5879BD">
              <a:alpha val="30000"/>
            </a:srgbClr>
          </a:solidFill>
          <a:ln w="0">
            <a:noFill/>
            <a:prstDash val="solid"/>
          </a:ln>
        </p:spPr>
      </p:sp>
      <p:sp>
        <p:nvSpPr>
          <p:cNvPr id="1170" name="02_predicted_pose_4469">
            <a:extLst>
              <a:ext uri="{FF2B5EF4-FFF2-40B4-BE49-F238E27FC236}">
                <a16:creationId xmlns:a16="http://schemas.microsoft.com/office/drawing/2014/main" id="{80BBCF81-488F-4C37-A776-0A77ED37A1B7}"/>
              </a:ext>
            </a:extLst>
          </p:cNvPr>
          <p:cNvSpPr>
            <a:spLocks noGrp="1"/>
          </p:cNvSpPr>
          <p:nvPr/>
        </p:nvSpPr>
        <p:spPr>
          <a:xfrm>
            <a:off x="1334949" y="5917346"/>
            <a:ext cx="28398" cy="28398"/>
          </a:xfrm>
          <a:prstGeom prst="ellipse">
            <a:avLst/>
          </a:prstGeom>
          <a:solidFill>
            <a:srgbClr val="5879BD">
              <a:alpha val="30000"/>
            </a:srgbClr>
          </a:solidFill>
          <a:ln w="0">
            <a:noFill/>
            <a:prstDash val="solid"/>
          </a:ln>
        </p:spPr>
      </p:sp>
      <p:sp>
        <p:nvSpPr>
          <p:cNvPr id="1171" name="02_predicted_pose_4470">
            <a:extLst>
              <a:ext uri="{FF2B5EF4-FFF2-40B4-BE49-F238E27FC236}">
                <a16:creationId xmlns:a16="http://schemas.microsoft.com/office/drawing/2014/main" id="{3F2C550E-6D44-4299-8EED-F7DCA627995A}"/>
              </a:ext>
            </a:extLst>
          </p:cNvPr>
          <p:cNvSpPr>
            <a:spLocks noGrp="1"/>
          </p:cNvSpPr>
          <p:nvPr/>
        </p:nvSpPr>
        <p:spPr>
          <a:xfrm>
            <a:off x="1359756" y="4939759"/>
            <a:ext cx="28398" cy="28398"/>
          </a:xfrm>
          <a:prstGeom prst="ellipse">
            <a:avLst/>
          </a:prstGeom>
          <a:solidFill>
            <a:srgbClr val="5879BD">
              <a:alpha val="30000"/>
            </a:srgbClr>
          </a:solidFill>
          <a:ln w="0">
            <a:noFill/>
            <a:prstDash val="solid"/>
          </a:ln>
        </p:spPr>
      </p:sp>
      <p:sp>
        <p:nvSpPr>
          <p:cNvPr id="1172" name="02_predicted_pose_4471">
            <a:extLst>
              <a:ext uri="{FF2B5EF4-FFF2-40B4-BE49-F238E27FC236}">
                <a16:creationId xmlns:a16="http://schemas.microsoft.com/office/drawing/2014/main" id="{EE3D2539-CE5E-477A-ACBB-049BE78D083E}"/>
              </a:ext>
            </a:extLst>
          </p:cNvPr>
          <p:cNvSpPr>
            <a:spLocks noGrp="1"/>
          </p:cNvSpPr>
          <p:nvPr/>
        </p:nvSpPr>
        <p:spPr>
          <a:xfrm>
            <a:off x="1373537" y="4997660"/>
            <a:ext cx="28398" cy="28398"/>
          </a:xfrm>
          <a:prstGeom prst="ellipse">
            <a:avLst/>
          </a:prstGeom>
          <a:solidFill>
            <a:srgbClr val="5879BD">
              <a:alpha val="30000"/>
            </a:srgbClr>
          </a:solidFill>
          <a:ln w="0">
            <a:noFill/>
            <a:prstDash val="solid"/>
          </a:ln>
        </p:spPr>
      </p:sp>
      <p:sp>
        <p:nvSpPr>
          <p:cNvPr id="1173" name="02_predicted_pose_4472">
            <a:extLst>
              <a:ext uri="{FF2B5EF4-FFF2-40B4-BE49-F238E27FC236}">
                <a16:creationId xmlns:a16="http://schemas.microsoft.com/office/drawing/2014/main" id="{2D2E59FE-C534-408E-B320-51695F8C55FB}"/>
              </a:ext>
            </a:extLst>
          </p:cNvPr>
          <p:cNvSpPr>
            <a:spLocks noGrp="1"/>
          </p:cNvSpPr>
          <p:nvPr/>
        </p:nvSpPr>
        <p:spPr>
          <a:xfrm>
            <a:off x="1304631" y="5925296"/>
            <a:ext cx="28398" cy="28398"/>
          </a:xfrm>
          <a:prstGeom prst="ellipse">
            <a:avLst/>
          </a:prstGeom>
          <a:solidFill>
            <a:srgbClr val="5879BD">
              <a:alpha val="30000"/>
            </a:srgbClr>
          </a:solidFill>
          <a:ln w="0">
            <a:noFill/>
            <a:prstDash val="solid"/>
          </a:ln>
        </p:spPr>
      </p:sp>
      <p:sp>
        <p:nvSpPr>
          <p:cNvPr id="1174" name="02_predicted_pose_4473">
            <a:extLst>
              <a:ext uri="{FF2B5EF4-FFF2-40B4-BE49-F238E27FC236}">
                <a16:creationId xmlns:a16="http://schemas.microsoft.com/office/drawing/2014/main" id="{8BEB871B-17CE-425B-809C-0623DDB17007}"/>
              </a:ext>
            </a:extLst>
          </p:cNvPr>
          <p:cNvSpPr>
            <a:spLocks noGrp="1"/>
          </p:cNvSpPr>
          <p:nvPr/>
        </p:nvSpPr>
        <p:spPr>
          <a:xfrm>
            <a:off x="1251917" y="5787959"/>
            <a:ext cx="28398" cy="28398"/>
          </a:xfrm>
          <a:prstGeom prst="ellipse">
            <a:avLst/>
          </a:prstGeom>
          <a:solidFill>
            <a:srgbClr val="5879BD">
              <a:alpha val="30000"/>
            </a:srgbClr>
          </a:solidFill>
          <a:ln w="0">
            <a:noFill/>
            <a:prstDash val="solid"/>
          </a:ln>
        </p:spPr>
      </p:sp>
      <p:sp>
        <p:nvSpPr>
          <p:cNvPr id="1175" name="02_predicted_pose_4474">
            <a:extLst>
              <a:ext uri="{FF2B5EF4-FFF2-40B4-BE49-F238E27FC236}">
                <a16:creationId xmlns:a16="http://schemas.microsoft.com/office/drawing/2014/main" id="{C446C085-A7E4-48F5-8F74-39CD067318FA}"/>
              </a:ext>
            </a:extLst>
          </p:cNvPr>
          <p:cNvSpPr>
            <a:spLocks noGrp="1"/>
          </p:cNvSpPr>
          <p:nvPr/>
        </p:nvSpPr>
        <p:spPr>
          <a:xfrm>
            <a:off x="1168541" y="5972734"/>
            <a:ext cx="28398" cy="28398"/>
          </a:xfrm>
          <a:prstGeom prst="ellipse">
            <a:avLst/>
          </a:prstGeom>
          <a:solidFill>
            <a:srgbClr val="5879BD">
              <a:alpha val="30000"/>
            </a:srgbClr>
          </a:solidFill>
          <a:ln w="0">
            <a:noFill/>
            <a:prstDash val="solid"/>
          </a:ln>
        </p:spPr>
      </p:sp>
      <p:sp>
        <p:nvSpPr>
          <p:cNvPr id="1176" name="02_predicted_pose_4475">
            <a:extLst>
              <a:ext uri="{FF2B5EF4-FFF2-40B4-BE49-F238E27FC236}">
                <a16:creationId xmlns:a16="http://schemas.microsoft.com/office/drawing/2014/main" id="{F0A25695-75B8-48EF-A3B2-39197F29FC5D}"/>
              </a:ext>
            </a:extLst>
          </p:cNvPr>
          <p:cNvSpPr>
            <a:spLocks noGrp="1"/>
          </p:cNvSpPr>
          <p:nvPr/>
        </p:nvSpPr>
        <p:spPr>
          <a:xfrm>
            <a:off x="1412469" y="5053191"/>
            <a:ext cx="28398" cy="28398"/>
          </a:xfrm>
          <a:prstGeom prst="ellipse">
            <a:avLst/>
          </a:prstGeom>
          <a:solidFill>
            <a:srgbClr val="5879BD">
              <a:alpha val="30000"/>
            </a:srgbClr>
          </a:solidFill>
          <a:ln w="0">
            <a:noFill/>
            <a:prstDash val="solid"/>
          </a:ln>
        </p:spPr>
      </p:sp>
      <p:sp>
        <p:nvSpPr>
          <p:cNvPr id="1177" name="02_predicted_pose_4476">
            <a:extLst>
              <a:ext uri="{FF2B5EF4-FFF2-40B4-BE49-F238E27FC236}">
                <a16:creationId xmlns:a16="http://schemas.microsoft.com/office/drawing/2014/main" id="{78D4EC98-4A12-495A-BEC6-40D9E82AE54B}"/>
              </a:ext>
            </a:extLst>
          </p:cNvPr>
          <p:cNvSpPr>
            <a:spLocks noGrp="1"/>
          </p:cNvSpPr>
          <p:nvPr/>
        </p:nvSpPr>
        <p:spPr>
          <a:xfrm>
            <a:off x="1369402" y="5040476"/>
            <a:ext cx="28398" cy="28398"/>
          </a:xfrm>
          <a:prstGeom prst="ellipse">
            <a:avLst/>
          </a:prstGeom>
          <a:solidFill>
            <a:srgbClr val="5879BD">
              <a:alpha val="30000"/>
            </a:srgbClr>
          </a:solidFill>
          <a:ln w="0">
            <a:noFill/>
            <a:prstDash val="solid"/>
          </a:ln>
        </p:spPr>
      </p:sp>
      <p:sp>
        <p:nvSpPr>
          <p:cNvPr id="1178" name="02_predicted_pose_4477">
            <a:extLst>
              <a:ext uri="{FF2B5EF4-FFF2-40B4-BE49-F238E27FC236}">
                <a16:creationId xmlns:a16="http://schemas.microsoft.com/office/drawing/2014/main" id="{DDFAC964-79B1-4EC8-8A54-C1715EEFCA40}"/>
              </a:ext>
            </a:extLst>
          </p:cNvPr>
          <p:cNvSpPr>
            <a:spLocks noGrp="1"/>
          </p:cNvSpPr>
          <p:nvPr/>
        </p:nvSpPr>
        <p:spPr>
          <a:xfrm>
            <a:off x="1383184" y="4944145"/>
            <a:ext cx="28398" cy="28398"/>
          </a:xfrm>
          <a:prstGeom prst="ellipse">
            <a:avLst/>
          </a:prstGeom>
          <a:solidFill>
            <a:srgbClr val="5879BD">
              <a:alpha val="30000"/>
            </a:srgbClr>
          </a:solidFill>
          <a:ln w="0">
            <a:noFill/>
            <a:prstDash val="solid"/>
          </a:ln>
        </p:spPr>
      </p:sp>
      <p:sp>
        <p:nvSpPr>
          <p:cNvPr id="1179" name="02_predicted_pose_4478">
            <a:extLst>
              <a:ext uri="{FF2B5EF4-FFF2-40B4-BE49-F238E27FC236}">
                <a16:creationId xmlns:a16="http://schemas.microsoft.com/office/drawing/2014/main" id="{5D0BA2D2-59BC-4864-A9D3-F4F6E52B646F}"/>
              </a:ext>
            </a:extLst>
          </p:cNvPr>
          <p:cNvSpPr>
            <a:spLocks noGrp="1"/>
          </p:cNvSpPr>
          <p:nvPr/>
        </p:nvSpPr>
        <p:spPr>
          <a:xfrm>
            <a:off x="1189213" y="5368060"/>
            <a:ext cx="28398" cy="28398"/>
          </a:xfrm>
          <a:prstGeom prst="ellipse">
            <a:avLst/>
          </a:prstGeom>
          <a:solidFill>
            <a:srgbClr val="5879BD">
              <a:alpha val="30000"/>
            </a:srgbClr>
          </a:solidFill>
          <a:ln w="0">
            <a:noFill/>
            <a:prstDash val="solid"/>
          </a:ln>
        </p:spPr>
      </p:sp>
      <p:sp>
        <p:nvSpPr>
          <p:cNvPr id="1180" name="02_predicted_pose_4479">
            <a:extLst>
              <a:ext uri="{FF2B5EF4-FFF2-40B4-BE49-F238E27FC236}">
                <a16:creationId xmlns:a16="http://schemas.microsoft.com/office/drawing/2014/main" id="{2616DFB6-AD5B-4623-A0A9-523605F51F12}"/>
              </a:ext>
            </a:extLst>
          </p:cNvPr>
          <p:cNvSpPr>
            <a:spLocks noGrp="1"/>
          </p:cNvSpPr>
          <p:nvPr/>
        </p:nvSpPr>
        <p:spPr>
          <a:xfrm>
            <a:off x="1369747" y="5368565"/>
            <a:ext cx="28398" cy="28398"/>
          </a:xfrm>
          <a:prstGeom prst="ellipse">
            <a:avLst/>
          </a:prstGeom>
          <a:solidFill>
            <a:srgbClr val="5879BD">
              <a:alpha val="30000"/>
            </a:srgbClr>
          </a:solidFill>
          <a:ln w="0">
            <a:noFill/>
            <a:prstDash val="solid"/>
          </a:ln>
        </p:spPr>
      </p:sp>
      <p:sp>
        <p:nvSpPr>
          <p:cNvPr id="1181" name="02_predicted_pose_4480">
            <a:extLst>
              <a:ext uri="{FF2B5EF4-FFF2-40B4-BE49-F238E27FC236}">
                <a16:creationId xmlns:a16="http://schemas.microsoft.com/office/drawing/2014/main" id="{8073E9D9-F234-44BE-B52D-4DE037EBBECF}"/>
              </a:ext>
            </a:extLst>
          </p:cNvPr>
          <p:cNvSpPr>
            <a:spLocks noGrp="1"/>
          </p:cNvSpPr>
          <p:nvPr/>
        </p:nvSpPr>
        <p:spPr>
          <a:xfrm>
            <a:off x="1383528" y="5277871"/>
            <a:ext cx="28398" cy="28398"/>
          </a:xfrm>
          <a:prstGeom prst="ellipse">
            <a:avLst/>
          </a:prstGeom>
          <a:solidFill>
            <a:srgbClr val="5879BD">
              <a:alpha val="30000"/>
            </a:srgbClr>
          </a:solidFill>
          <a:ln w="0">
            <a:noFill/>
            <a:prstDash val="solid"/>
          </a:ln>
        </p:spPr>
      </p:sp>
      <p:sp>
        <p:nvSpPr>
          <p:cNvPr id="1182" name="02_predicted_pose_4481">
            <a:extLst>
              <a:ext uri="{FF2B5EF4-FFF2-40B4-BE49-F238E27FC236}">
                <a16:creationId xmlns:a16="http://schemas.microsoft.com/office/drawing/2014/main" id="{DC632D3B-D71E-424E-A709-D258888318E7}"/>
              </a:ext>
            </a:extLst>
          </p:cNvPr>
          <p:cNvSpPr>
            <a:spLocks noGrp="1"/>
          </p:cNvSpPr>
          <p:nvPr/>
        </p:nvSpPr>
        <p:spPr>
          <a:xfrm>
            <a:off x="1397309" y="5786392"/>
            <a:ext cx="28398" cy="28398"/>
          </a:xfrm>
          <a:prstGeom prst="ellipse">
            <a:avLst/>
          </a:prstGeom>
          <a:solidFill>
            <a:srgbClr val="5879BD">
              <a:alpha val="30000"/>
            </a:srgbClr>
          </a:solidFill>
          <a:ln w="0">
            <a:noFill/>
            <a:prstDash val="solid"/>
          </a:ln>
        </p:spPr>
      </p:sp>
      <p:sp>
        <p:nvSpPr>
          <p:cNvPr id="1183" name="02_predicted_pose_4482">
            <a:extLst>
              <a:ext uri="{FF2B5EF4-FFF2-40B4-BE49-F238E27FC236}">
                <a16:creationId xmlns:a16="http://schemas.microsoft.com/office/drawing/2014/main" id="{94D87176-8818-49C5-AA38-41FA1965E146}"/>
              </a:ext>
            </a:extLst>
          </p:cNvPr>
          <p:cNvSpPr>
            <a:spLocks noGrp="1"/>
          </p:cNvSpPr>
          <p:nvPr/>
        </p:nvSpPr>
        <p:spPr>
          <a:xfrm>
            <a:off x="1411091" y="5380239"/>
            <a:ext cx="28398" cy="28398"/>
          </a:xfrm>
          <a:prstGeom prst="ellipse">
            <a:avLst/>
          </a:prstGeom>
          <a:solidFill>
            <a:srgbClr val="5879BD">
              <a:alpha val="30000"/>
            </a:srgbClr>
          </a:solidFill>
          <a:ln w="0">
            <a:noFill/>
            <a:prstDash val="solid"/>
          </a:ln>
        </p:spPr>
      </p:sp>
      <p:sp>
        <p:nvSpPr>
          <p:cNvPr id="1184" name="02_predicted_pose_4483">
            <a:extLst>
              <a:ext uri="{FF2B5EF4-FFF2-40B4-BE49-F238E27FC236}">
                <a16:creationId xmlns:a16="http://schemas.microsoft.com/office/drawing/2014/main" id="{523BB54C-FD44-4C00-941E-C767133338C9}"/>
              </a:ext>
            </a:extLst>
          </p:cNvPr>
          <p:cNvSpPr>
            <a:spLocks noGrp="1"/>
          </p:cNvSpPr>
          <p:nvPr/>
        </p:nvSpPr>
        <p:spPr>
          <a:xfrm>
            <a:off x="1424872" y="5305853"/>
            <a:ext cx="28398" cy="28398"/>
          </a:xfrm>
          <a:prstGeom prst="ellipse">
            <a:avLst/>
          </a:prstGeom>
          <a:solidFill>
            <a:srgbClr val="5879BD">
              <a:alpha val="30000"/>
            </a:srgbClr>
          </a:solidFill>
          <a:ln w="0">
            <a:noFill/>
            <a:prstDash val="solid"/>
          </a:ln>
        </p:spPr>
      </p:sp>
      <p:sp>
        <p:nvSpPr>
          <p:cNvPr id="1185" name="02_predicted_pose_4484">
            <a:extLst>
              <a:ext uri="{FF2B5EF4-FFF2-40B4-BE49-F238E27FC236}">
                <a16:creationId xmlns:a16="http://schemas.microsoft.com/office/drawing/2014/main" id="{2859F94E-AEC5-4EEC-8F4B-4138EECBE05E}"/>
              </a:ext>
            </a:extLst>
          </p:cNvPr>
          <p:cNvSpPr>
            <a:spLocks noGrp="1"/>
          </p:cNvSpPr>
          <p:nvPr/>
        </p:nvSpPr>
        <p:spPr>
          <a:xfrm>
            <a:off x="1251573" y="5317740"/>
            <a:ext cx="28398" cy="28398"/>
          </a:xfrm>
          <a:prstGeom prst="ellipse">
            <a:avLst/>
          </a:prstGeom>
          <a:solidFill>
            <a:srgbClr val="5879BD">
              <a:alpha val="30000"/>
            </a:srgbClr>
          </a:solidFill>
          <a:ln w="0">
            <a:noFill/>
            <a:prstDash val="solid"/>
          </a:ln>
        </p:spPr>
      </p:sp>
      <p:sp>
        <p:nvSpPr>
          <p:cNvPr id="1186" name="02_predicted_pose_4485">
            <a:extLst>
              <a:ext uri="{FF2B5EF4-FFF2-40B4-BE49-F238E27FC236}">
                <a16:creationId xmlns:a16="http://schemas.microsoft.com/office/drawing/2014/main" id="{75CCF526-BDA3-4C50-A179-262360828421}"/>
              </a:ext>
            </a:extLst>
          </p:cNvPr>
          <p:cNvSpPr>
            <a:spLocks noGrp="1"/>
          </p:cNvSpPr>
          <p:nvPr/>
        </p:nvSpPr>
        <p:spPr>
          <a:xfrm>
            <a:off x="1334949" y="5945900"/>
            <a:ext cx="28398" cy="28398"/>
          </a:xfrm>
          <a:prstGeom prst="ellipse">
            <a:avLst/>
          </a:prstGeom>
          <a:solidFill>
            <a:srgbClr val="5879BD">
              <a:alpha val="30000"/>
            </a:srgbClr>
          </a:solidFill>
          <a:ln w="0">
            <a:noFill/>
            <a:prstDash val="solid"/>
          </a:ln>
        </p:spPr>
      </p:sp>
      <p:sp>
        <p:nvSpPr>
          <p:cNvPr id="1187" name="02_predicted_pose_4486">
            <a:extLst>
              <a:ext uri="{FF2B5EF4-FFF2-40B4-BE49-F238E27FC236}">
                <a16:creationId xmlns:a16="http://schemas.microsoft.com/office/drawing/2014/main" id="{9F795619-FF1D-45BD-B27A-DEB1D3712EBD}"/>
              </a:ext>
            </a:extLst>
          </p:cNvPr>
          <p:cNvSpPr>
            <a:spLocks noGrp="1"/>
          </p:cNvSpPr>
          <p:nvPr/>
        </p:nvSpPr>
        <p:spPr>
          <a:xfrm>
            <a:off x="1362512" y="5950124"/>
            <a:ext cx="28398" cy="28398"/>
          </a:xfrm>
          <a:prstGeom prst="ellipse">
            <a:avLst/>
          </a:prstGeom>
          <a:solidFill>
            <a:srgbClr val="5879BD">
              <a:alpha val="30000"/>
            </a:srgbClr>
          </a:solidFill>
          <a:ln w="0">
            <a:noFill/>
            <a:prstDash val="solid"/>
          </a:ln>
        </p:spPr>
      </p:sp>
      <p:sp>
        <p:nvSpPr>
          <p:cNvPr id="1188" name="02_predicted_pose_4487">
            <a:extLst>
              <a:ext uri="{FF2B5EF4-FFF2-40B4-BE49-F238E27FC236}">
                <a16:creationId xmlns:a16="http://schemas.microsoft.com/office/drawing/2014/main" id="{6992380E-41C5-4109-8F56-5599267A1A2D}"/>
              </a:ext>
            </a:extLst>
          </p:cNvPr>
          <p:cNvSpPr>
            <a:spLocks noGrp="1"/>
          </p:cNvSpPr>
          <p:nvPr/>
        </p:nvSpPr>
        <p:spPr>
          <a:xfrm>
            <a:off x="1390074" y="5908832"/>
            <a:ext cx="28398" cy="28398"/>
          </a:xfrm>
          <a:prstGeom prst="ellipse">
            <a:avLst/>
          </a:prstGeom>
          <a:solidFill>
            <a:srgbClr val="5879BD">
              <a:alpha val="30000"/>
            </a:srgbClr>
          </a:solidFill>
          <a:ln w="0">
            <a:noFill/>
            <a:prstDash val="solid"/>
          </a:ln>
        </p:spPr>
      </p:sp>
      <p:sp>
        <p:nvSpPr>
          <p:cNvPr id="1189" name="02_predicted_pose_4488">
            <a:extLst>
              <a:ext uri="{FF2B5EF4-FFF2-40B4-BE49-F238E27FC236}">
                <a16:creationId xmlns:a16="http://schemas.microsoft.com/office/drawing/2014/main" id="{75EC906E-B413-4931-94ED-6D0961199D94}"/>
              </a:ext>
            </a:extLst>
          </p:cNvPr>
          <p:cNvSpPr>
            <a:spLocks noGrp="1"/>
          </p:cNvSpPr>
          <p:nvPr/>
        </p:nvSpPr>
        <p:spPr>
          <a:xfrm>
            <a:off x="1417637" y="5978011"/>
            <a:ext cx="28398" cy="28398"/>
          </a:xfrm>
          <a:prstGeom prst="ellipse">
            <a:avLst/>
          </a:prstGeom>
          <a:solidFill>
            <a:srgbClr val="5879BD">
              <a:alpha val="30000"/>
            </a:srgbClr>
          </a:solidFill>
          <a:ln w="0">
            <a:noFill/>
            <a:prstDash val="solid"/>
          </a:ln>
        </p:spPr>
      </p:sp>
      <p:sp>
        <p:nvSpPr>
          <p:cNvPr id="1190" name="02_predicted_pose_4489">
            <a:extLst>
              <a:ext uri="{FF2B5EF4-FFF2-40B4-BE49-F238E27FC236}">
                <a16:creationId xmlns:a16="http://schemas.microsoft.com/office/drawing/2014/main" id="{3FF68A61-E29B-46D0-A986-2655FCB3E1F9}"/>
              </a:ext>
            </a:extLst>
          </p:cNvPr>
          <p:cNvSpPr>
            <a:spLocks noGrp="1"/>
          </p:cNvSpPr>
          <p:nvPr/>
        </p:nvSpPr>
        <p:spPr>
          <a:xfrm>
            <a:off x="1497568" y="5924906"/>
            <a:ext cx="28398" cy="28398"/>
          </a:xfrm>
          <a:prstGeom prst="ellipse">
            <a:avLst/>
          </a:prstGeom>
          <a:solidFill>
            <a:srgbClr val="5879BD">
              <a:alpha val="30000"/>
            </a:srgbClr>
          </a:solidFill>
          <a:ln w="0">
            <a:noFill/>
            <a:prstDash val="solid"/>
          </a:ln>
        </p:spPr>
      </p:sp>
      <p:sp>
        <p:nvSpPr>
          <p:cNvPr id="1191" name="02_predicted_pose_4490">
            <a:extLst>
              <a:ext uri="{FF2B5EF4-FFF2-40B4-BE49-F238E27FC236}">
                <a16:creationId xmlns:a16="http://schemas.microsoft.com/office/drawing/2014/main" id="{EF5017E2-269A-4B23-95F9-15281622345F}"/>
              </a:ext>
            </a:extLst>
          </p:cNvPr>
          <p:cNvSpPr>
            <a:spLocks noGrp="1"/>
          </p:cNvSpPr>
          <p:nvPr/>
        </p:nvSpPr>
        <p:spPr>
          <a:xfrm>
            <a:off x="1181633" y="5886062"/>
            <a:ext cx="28398" cy="28398"/>
          </a:xfrm>
          <a:prstGeom prst="ellipse">
            <a:avLst/>
          </a:prstGeom>
          <a:solidFill>
            <a:srgbClr val="5879BD">
              <a:alpha val="30000"/>
            </a:srgbClr>
          </a:solidFill>
          <a:ln w="0">
            <a:noFill/>
            <a:prstDash val="solid"/>
          </a:ln>
        </p:spPr>
      </p:sp>
      <p:sp>
        <p:nvSpPr>
          <p:cNvPr id="1192" name="02_predicted_pose_4491">
            <a:extLst>
              <a:ext uri="{FF2B5EF4-FFF2-40B4-BE49-F238E27FC236}">
                <a16:creationId xmlns:a16="http://schemas.microsoft.com/office/drawing/2014/main" id="{250F8960-271B-4BE6-86CC-410B6CCE7DDF}"/>
              </a:ext>
            </a:extLst>
          </p:cNvPr>
          <p:cNvSpPr>
            <a:spLocks noGrp="1"/>
          </p:cNvSpPr>
          <p:nvPr/>
        </p:nvSpPr>
        <p:spPr>
          <a:xfrm>
            <a:off x="1209196" y="5856811"/>
            <a:ext cx="28398" cy="28398"/>
          </a:xfrm>
          <a:prstGeom prst="ellipse">
            <a:avLst/>
          </a:prstGeom>
          <a:solidFill>
            <a:srgbClr val="5879BD">
              <a:alpha val="30000"/>
            </a:srgbClr>
          </a:solidFill>
          <a:ln w="0">
            <a:noFill/>
            <a:prstDash val="solid"/>
          </a:ln>
        </p:spPr>
      </p:sp>
      <p:sp>
        <p:nvSpPr>
          <p:cNvPr id="1193" name="02_predicted_pose_4492">
            <a:extLst>
              <a:ext uri="{FF2B5EF4-FFF2-40B4-BE49-F238E27FC236}">
                <a16:creationId xmlns:a16="http://schemas.microsoft.com/office/drawing/2014/main" id="{1ECD5AAB-EC7F-4BE6-ADB4-0BDEE6B02850}"/>
              </a:ext>
            </a:extLst>
          </p:cNvPr>
          <p:cNvSpPr>
            <a:spLocks noGrp="1"/>
          </p:cNvSpPr>
          <p:nvPr/>
        </p:nvSpPr>
        <p:spPr>
          <a:xfrm>
            <a:off x="1236758" y="5805411"/>
            <a:ext cx="28398" cy="28398"/>
          </a:xfrm>
          <a:prstGeom prst="ellipse">
            <a:avLst/>
          </a:prstGeom>
          <a:solidFill>
            <a:srgbClr val="5879BD">
              <a:alpha val="30000"/>
            </a:srgbClr>
          </a:solidFill>
          <a:ln w="0">
            <a:noFill/>
            <a:prstDash val="solid"/>
          </a:ln>
        </p:spPr>
      </p:sp>
      <p:sp>
        <p:nvSpPr>
          <p:cNvPr id="1194" name="02_predicted_pose_4493">
            <a:extLst>
              <a:ext uri="{FF2B5EF4-FFF2-40B4-BE49-F238E27FC236}">
                <a16:creationId xmlns:a16="http://schemas.microsoft.com/office/drawing/2014/main" id="{662D7EC4-7940-4B47-9103-197947E871BD}"/>
              </a:ext>
            </a:extLst>
          </p:cNvPr>
          <p:cNvSpPr>
            <a:spLocks noGrp="1"/>
          </p:cNvSpPr>
          <p:nvPr/>
        </p:nvSpPr>
        <p:spPr>
          <a:xfrm>
            <a:off x="1264321" y="5881998"/>
            <a:ext cx="28398" cy="28398"/>
          </a:xfrm>
          <a:prstGeom prst="ellipse">
            <a:avLst/>
          </a:prstGeom>
          <a:solidFill>
            <a:srgbClr val="5879BD">
              <a:alpha val="30000"/>
            </a:srgbClr>
          </a:solidFill>
          <a:ln w="0">
            <a:noFill/>
            <a:prstDash val="solid"/>
          </a:ln>
        </p:spPr>
      </p:sp>
      <p:sp>
        <p:nvSpPr>
          <p:cNvPr id="1195" name="02_predicted_pose_4494">
            <a:extLst>
              <a:ext uri="{FF2B5EF4-FFF2-40B4-BE49-F238E27FC236}">
                <a16:creationId xmlns:a16="http://schemas.microsoft.com/office/drawing/2014/main" id="{4A5E007E-6DDE-416A-8427-5232E88B20BF}"/>
              </a:ext>
            </a:extLst>
          </p:cNvPr>
          <p:cNvSpPr>
            <a:spLocks noGrp="1"/>
          </p:cNvSpPr>
          <p:nvPr/>
        </p:nvSpPr>
        <p:spPr>
          <a:xfrm>
            <a:off x="1167507" y="5913763"/>
            <a:ext cx="28398" cy="28398"/>
          </a:xfrm>
          <a:prstGeom prst="ellipse">
            <a:avLst/>
          </a:prstGeom>
          <a:solidFill>
            <a:srgbClr val="5879BD">
              <a:alpha val="30000"/>
            </a:srgbClr>
          </a:solidFill>
          <a:ln w="0">
            <a:noFill/>
            <a:prstDash val="solid"/>
          </a:ln>
        </p:spPr>
      </p:sp>
      <p:sp>
        <p:nvSpPr>
          <p:cNvPr id="1196" name="02_predicted_pose_4495">
            <a:extLst>
              <a:ext uri="{FF2B5EF4-FFF2-40B4-BE49-F238E27FC236}">
                <a16:creationId xmlns:a16="http://schemas.microsoft.com/office/drawing/2014/main" id="{94FB3D29-D4DA-462E-8A08-7B17AB0396E9}"/>
              </a:ext>
            </a:extLst>
          </p:cNvPr>
          <p:cNvSpPr>
            <a:spLocks noGrp="1"/>
          </p:cNvSpPr>
          <p:nvPr/>
        </p:nvSpPr>
        <p:spPr>
          <a:xfrm>
            <a:off x="1217120" y="5612596"/>
            <a:ext cx="28398" cy="28398"/>
          </a:xfrm>
          <a:prstGeom prst="ellipse">
            <a:avLst/>
          </a:prstGeom>
          <a:solidFill>
            <a:srgbClr val="5879BD">
              <a:alpha val="30000"/>
            </a:srgbClr>
          </a:solidFill>
          <a:ln w="0">
            <a:noFill/>
            <a:prstDash val="solid"/>
          </a:ln>
        </p:spPr>
      </p:sp>
      <p:sp>
        <p:nvSpPr>
          <p:cNvPr id="1197" name="02_predicted_pose_4496">
            <a:extLst>
              <a:ext uri="{FF2B5EF4-FFF2-40B4-BE49-F238E27FC236}">
                <a16:creationId xmlns:a16="http://schemas.microsoft.com/office/drawing/2014/main" id="{D5D269A3-EE5C-4EA0-9528-A8BD1AB0D6C1}"/>
              </a:ext>
            </a:extLst>
          </p:cNvPr>
          <p:cNvSpPr>
            <a:spLocks noGrp="1"/>
          </p:cNvSpPr>
          <p:nvPr/>
        </p:nvSpPr>
        <p:spPr>
          <a:xfrm>
            <a:off x="1359067" y="5909160"/>
            <a:ext cx="28398" cy="28398"/>
          </a:xfrm>
          <a:prstGeom prst="ellipse">
            <a:avLst/>
          </a:prstGeom>
          <a:solidFill>
            <a:srgbClr val="5879BD">
              <a:alpha val="30000"/>
            </a:srgbClr>
          </a:solidFill>
          <a:ln w="0">
            <a:noFill/>
            <a:prstDash val="solid"/>
          </a:ln>
        </p:spPr>
      </p:sp>
      <p:sp>
        <p:nvSpPr>
          <p:cNvPr id="1198" name="02_predicted_pose_4497">
            <a:extLst>
              <a:ext uri="{FF2B5EF4-FFF2-40B4-BE49-F238E27FC236}">
                <a16:creationId xmlns:a16="http://schemas.microsoft.com/office/drawing/2014/main" id="{FE2164F1-F73D-46CA-8550-998D338EB306}"/>
              </a:ext>
            </a:extLst>
          </p:cNvPr>
          <p:cNvSpPr>
            <a:spLocks noGrp="1"/>
          </p:cNvSpPr>
          <p:nvPr/>
        </p:nvSpPr>
        <p:spPr>
          <a:xfrm>
            <a:off x="1386629" y="5945560"/>
            <a:ext cx="28398" cy="28398"/>
          </a:xfrm>
          <a:prstGeom prst="ellipse">
            <a:avLst/>
          </a:prstGeom>
          <a:solidFill>
            <a:srgbClr val="5879BD">
              <a:alpha val="30000"/>
            </a:srgbClr>
          </a:solidFill>
          <a:ln w="0">
            <a:noFill/>
            <a:prstDash val="solid"/>
          </a:ln>
        </p:spPr>
      </p:sp>
      <p:sp>
        <p:nvSpPr>
          <p:cNvPr id="1199" name="02_predicted_pose_4498">
            <a:extLst>
              <a:ext uri="{FF2B5EF4-FFF2-40B4-BE49-F238E27FC236}">
                <a16:creationId xmlns:a16="http://schemas.microsoft.com/office/drawing/2014/main" id="{A7222AE4-6EFB-4540-8517-E2BAB36119D2}"/>
              </a:ext>
            </a:extLst>
          </p:cNvPr>
          <p:cNvSpPr>
            <a:spLocks noGrp="1"/>
          </p:cNvSpPr>
          <p:nvPr/>
        </p:nvSpPr>
        <p:spPr>
          <a:xfrm>
            <a:off x="1427973" y="5934725"/>
            <a:ext cx="28398" cy="28398"/>
          </a:xfrm>
          <a:prstGeom prst="ellipse">
            <a:avLst/>
          </a:prstGeom>
          <a:solidFill>
            <a:srgbClr val="5879BD">
              <a:alpha val="30000"/>
            </a:srgbClr>
          </a:solidFill>
          <a:ln w="0">
            <a:noFill/>
            <a:prstDash val="solid"/>
          </a:ln>
        </p:spPr>
      </p:sp>
      <p:sp>
        <p:nvSpPr>
          <p:cNvPr id="1200" name="02_predicted_pose_4499">
            <a:extLst>
              <a:ext uri="{FF2B5EF4-FFF2-40B4-BE49-F238E27FC236}">
                <a16:creationId xmlns:a16="http://schemas.microsoft.com/office/drawing/2014/main" id="{4954D544-8034-47B5-9321-6772E7541C0A}"/>
              </a:ext>
            </a:extLst>
          </p:cNvPr>
          <p:cNvSpPr>
            <a:spLocks noGrp="1"/>
          </p:cNvSpPr>
          <p:nvPr/>
        </p:nvSpPr>
        <p:spPr>
          <a:xfrm>
            <a:off x="1455535" y="5925281"/>
            <a:ext cx="28398" cy="28398"/>
          </a:xfrm>
          <a:prstGeom prst="ellipse">
            <a:avLst/>
          </a:prstGeom>
          <a:solidFill>
            <a:srgbClr val="5879BD">
              <a:alpha val="30000"/>
            </a:srgbClr>
          </a:solidFill>
          <a:ln w="0">
            <a:noFill/>
            <a:prstDash val="solid"/>
          </a:ln>
        </p:spPr>
      </p:sp>
      <p:sp>
        <p:nvSpPr>
          <p:cNvPr id="1201" name="02_predicted_pose_4500">
            <a:extLst>
              <a:ext uri="{FF2B5EF4-FFF2-40B4-BE49-F238E27FC236}">
                <a16:creationId xmlns:a16="http://schemas.microsoft.com/office/drawing/2014/main" id="{98A6EA3E-944B-458D-97EC-EF15A16BE1A1}"/>
              </a:ext>
            </a:extLst>
          </p:cNvPr>
          <p:cNvSpPr>
            <a:spLocks noGrp="1"/>
          </p:cNvSpPr>
          <p:nvPr/>
        </p:nvSpPr>
        <p:spPr>
          <a:xfrm>
            <a:off x="1483098" y="5932239"/>
            <a:ext cx="28398" cy="28398"/>
          </a:xfrm>
          <a:prstGeom prst="ellipse">
            <a:avLst/>
          </a:prstGeom>
          <a:solidFill>
            <a:srgbClr val="5879BD">
              <a:alpha val="30000"/>
            </a:srgbClr>
          </a:solidFill>
          <a:ln w="0">
            <a:noFill/>
            <a:prstDash val="solid"/>
          </a:ln>
        </p:spPr>
      </p:sp>
      <p:sp>
        <p:nvSpPr>
          <p:cNvPr id="1202" name="02_predicted_pose_4501">
            <a:extLst>
              <a:ext uri="{FF2B5EF4-FFF2-40B4-BE49-F238E27FC236}">
                <a16:creationId xmlns:a16="http://schemas.microsoft.com/office/drawing/2014/main" id="{C751D5A4-BFB7-4353-B469-D073AA20CB31}"/>
              </a:ext>
            </a:extLst>
          </p:cNvPr>
          <p:cNvSpPr>
            <a:spLocks noGrp="1"/>
          </p:cNvSpPr>
          <p:nvPr/>
        </p:nvSpPr>
        <p:spPr>
          <a:xfrm>
            <a:off x="1465527" y="5971354"/>
            <a:ext cx="28398" cy="28398"/>
          </a:xfrm>
          <a:prstGeom prst="ellipse">
            <a:avLst/>
          </a:prstGeom>
          <a:solidFill>
            <a:srgbClr val="5879BD">
              <a:alpha val="30000"/>
            </a:srgbClr>
          </a:solidFill>
          <a:ln w="0">
            <a:noFill/>
            <a:prstDash val="solid"/>
          </a:ln>
        </p:spPr>
      </p:sp>
      <p:sp>
        <p:nvSpPr>
          <p:cNvPr id="1203" name="02_predicted_pose_4502">
            <a:extLst>
              <a:ext uri="{FF2B5EF4-FFF2-40B4-BE49-F238E27FC236}">
                <a16:creationId xmlns:a16="http://schemas.microsoft.com/office/drawing/2014/main" id="{B2412E22-FDAD-4C5A-8718-ADDDF93A9737}"/>
              </a:ext>
            </a:extLst>
          </p:cNvPr>
          <p:cNvSpPr>
            <a:spLocks noGrp="1"/>
          </p:cNvSpPr>
          <p:nvPr/>
        </p:nvSpPr>
        <p:spPr>
          <a:xfrm>
            <a:off x="1215053" y="5981275"/>
            <a:ext cx="28398" cy="28398"/>
          </a:xfrm>
          <a:prstGeom prst="ellipse">
            <a:avLst/>
          </a:prstGeom>
          <a:solidFill>
            <a:srgbClr val="5879BD">
              <a:alpha val="30000"/>
            </a:srgbClr>
          </a:solidFill>
          <a:ln w="0">
            <a:noFill/>
            <a:prstDash val="solid"/>
          </a:ln>
        </p:spPr>
      </p:sp>
      <p:sp>
        <p:nvSpPr>
          <p:cNvPr id="1204" name="02_predicted_pose_4503">
            <a:extLst>
              <a:ext uri="{FF2B5EF4-FFF2-40B4-BE49-F238E27FC236}">
                <a16:creationId xmlns:a16="http://schemas.microsoft.com/office/drawing/2014/main" id="{901297F2-F775-4EF8-9026-0BCD6254BB20}"/>
              </a:ext>
            </a:extLst>
          </p:cNvPr>
          <p:cNvSpPr>
            <a:spLocks noGrp="1"/>
          </p:cNvSpPr>
          <p:nvPr/>
        </p:nvSpPr>
        <p:spPr>
          <a:xfrm>
            <a:off x="1494123" y="5956712"/>
            <a:ext cx="28398" cy="28398"/>
          </a:xfrm>
          <a:prstGeom prst="ellipse">
            <a:avLst/>
          </a:prstGeom>
          <a:solidFill>
            <a:srgbClr val="5879BD">
              <a:alpha val="30000"/>
            </a:srgbClr>
          </a:solidFill>
          <a:ln w="0">
            <a:noFill/>
            <a:prstDash val="solid"/>
          </a:ln>
        </p:spPr>
      </p:sp>
      <p:sp>
        <p:nvSpPr>
          <p:cNvPr id="1205" name="02_predicted_pose_4504">
            <a:extLst>
              <a:ext uri="{FF2B5EF4-FFF2-40B4-BE49-F238E27FC236}">
                <a16:creationId xmlns:a16="http://schemas.microsoft.com/office/drawing/2014/main" id="{97158E30-EA23-4F17-8214-84BAC67BCA5A}"/>
              </a:ext>
            </a:extLst>
          </p:cNvPr>
          <p:cNvSpPr>
            <a:spLocks noGrp="1"/>
          </p:cNvSpPr>
          <p:nvPr/>
        </p:nvSpPr>
        <p:spPr>
          <a:xfrm>
            <a:off x="1336672" y="5896042"/>
            <a:ext cx="28398" cy="28398"/>
          </a:xfrm>
          <a:prstGeom prst="ellipse">
            <a:avLst/>
          </a:prstGeom>
          <a:solidFill>
            <a:srgbClr val="5879BD">
              <a:alpha val="30000"/>
            </a:srgbClr>
          </a:solidFill>
          <a:ln w="0">
            <a:noFill/>
            <a:prstDash val="solid"/>
          </a:ln>
        </p:spPr>
      </p:sp>
      <p:sp>
        <p:nvSpPr>
          <p:cNvPr id="1206" name="02_predicted_pose_4505">
            <a:extLst>
              <a:ext uri="{FF2B5EF4-FFF2-40B4-BE49-F238E27FC236}">
                <a16:creationId xmlns:a16="http://schemas.microsoft.com/office/drawing/2014/main" id="{5E6FD058-52D3-4CA9-8821-6BDE54A84ACE}"/>
              </a:ext>
            </a:extLst>
          </p:cNvPr>
          <p:cNvSpPr>
            <a:spLocks noGrp="1"/>
          </p:cNvSpPr>
          <p:nvPr/>
        </p:nvSpPr>
        <p:spPr>
          <a:xfrm>
            <a:off x="1429695" y="6025878"/>
            <a:ext cx="28398" cy="28398"/>
          </a:xfrm>
          <a:prstGeom prst="ellipse">
            <a:avLst/>
          </a:prstGeom>
          <a:solidFill>
            <a:srgbClr val="5879BD">
              <a:alpha val="30000"/>
            </a:srgbClr>
          </a:solidFill>
          <a:ln w="0">
            <a:noFill/>
            <a:prstDash val="solid"/>
          </a:ln>
        </p:spPr>
      </p:sp>
      <p:sp>
        <p:nvSpPr>
          <p:cNvPr id="1207" name="02_predicted_pose_4506">
            <a:extLst>
              <a:ext uri="{FF2B5EF4-FFF2-40B4-BE49-F238E27FC236}">
                <a16:creationId xmlns:a16="http://schemas.microsoft.com/office/drawing/2014/main" id="{8CDB2ABD-D65B-4BDC-B491-0301076AC811}"/>
              </a:ext>
            </a:extLst>
          </p:cNvPr>
          <p:cNvSpPr>
            <a:spLocks noGrp="1"/>
          </p:cNvSpPr>
          <p:nvPr/>
        </p:nvSpPr>
        <p:spPr>
          <a:xfrm>
            <a:off x="1174743" y="5632731"/>
            <a:ext cx="28398" cy="28398"/>
          </a:xfrm>
          <a:prstGeom prst="ellipse">
            <a:avLst/>
          </a:prstGeom>
          <a:solidFill>
            <a:srgbClr val="5879BD">
              <a:alpha val="30000"/>
            </a:srgbClr>
          </a:solidFill>
          <a:ln w="0">
            <a:noFill/>
            <a:prstDash val="solid"/>
          </a:ln>
        </p:spPr>
      </p:sp>
      <p:sp>
        <p:nvSpPr>
          <p:cNvPr id="1208" name="02_predicted_pose_4507">
            <a:extLst>
              <a:ext uri="{FF2B5EF4-FFF2-40B4-BE49-F238E27FC236}">
                <a16:creationId xmlns:a16="http://schemas.microsoft.com/office/drawing/2014/main" id="{08B2B731-2979-455C-B9DC-A0FF95F20677}"/>
              </a:ext>
            </a:extLst>
          </p:cNvPr>
          <p:cNvSpPr>
            <a:spLocks noGrp="1"/>
          </p:cNvSpPr>
          <p:nvPr/>
        </p:nvSpPr>
        <p:spPr>
          <a:xfrm>
            <a:off x="1188524" y="5659648"/>
            <a:ext cx="28398" cy="28398"/>
          </a:xfrm>
          <a:prstGeom prst="ellipse">
            <a:avLst/>
          </a:prstGeom>
          <a:solidFill>
            <a:srgbClr val="5879BD">
              <a:alpha val="30000"/>
            </a:srgbClr>
          </a:solidFill>
          <a:ln w="0">
            <a:noFill/>
            <a:prstDash val="solid"/>
          </a:ln>
        </p:spPr>
      </p:sp>
      <p:sp>
        <p:nvSpPr>
          <p:cNvPr id="1209" name="02_predicted_pose_4508">
            <a:extLst>
              <a:ext uri="{FF2B5EF4-FFF2-40B4-BE49-F238E27FC236}">
                <a16:creationId xmlns:a16="http://schemas.microsoft.com/office/drawing/2014/main" id="{36601D30-57E4-4B03-88D5-1C68DB9407E4}"/>
              </a:ext>
            </a:extLst>
          </p:cNvPr>
          <p:cNvSpPr>
            <a:spLocks noGrp="1"/>
          </p:cNvSpPr>
          <p:nvPr/>
        </p:nvSpPr>
        <p:spPr>
          <a:xfrm>
            <a:off x="1202305" y="5711550"/>
            <a:ext cx="28398" cy="28398"/>
          </a:xfrm>
          <a:prstGeom prst="ellipse">
            <a:avLst/>
          </a:prstGeom>
          <a:solidFill>
            <a:srgbClr val="5879BD">
              <a:alpha val="30000"/>
            </a:srgbClr>
          </a:solidFill>
          <a:ln w="0">
            <a:noFill/>
            <a:prstDash val="solid"/>
          </a:ln>
        </p:spPr>
      </p:sp>
      <p:sp>
        <p:nvSpPr>
          <p:cNvPr id="1210" name="02_predicted_pose_4509">
            <a:extLst>
              <a:ext uri="{FF2B5EF4-FFF2-40B4-BE49-F238E27FC236}">
                <a16:creationId xmlns:a16="http://schemas.microsoft.com/office/drawing/2014/main" id="{8DD5CF7B-E3CF-44E1-92D0-C9DD27C44233}"/>
              </a:ext>
            </a:extLst>
          </p:cNvPr>
          <p:cNvSpPr>
            <a:spLocks noGrp="1"/>
          </p:cNvSpPr>
          <p:nvPr/>
        </p:nvSpPr>
        <p:spPr>
          <a:xfrm>
            <a:off x="1216086" y="5732011"/>
            <a:ext cx="28398" cy="28398"/>
          </a:xfrm>
          <a:prstGeom prst="ellipse">
            <a:avLst/>
          </a:prstGeom>
          <a:solidFill>
            <a:srgbClr val="5879BD">
              <a:alpha val="30000"/>
            </a:srgbClr>
          </a:solidFill>
          <a:ln w="0">
            <a:noFill/>
            <a:prstDash val="solid"/>
          </a:ln>
        </p:spPr>
      </p:sp>
      <p:sp>
        <p:nvSpPr>
          <p:cNvPr id="1211" name="02_predicted_pose_4510">
            <a:extLst>
              <a:ext uri="{FF2B5EF4-FFF2-40B4-BE49-F238E27FC236}">
                <a16:creationId xmlns:a16="http://schemas.microsoft.com/office/drawing/2014/main" id="{AF3117D8-3B62-4F92-A268-4535E5757FDF}"/>
              </a:ext>
            </a:extLst>
          </p:cNvPr>
          <p:cNvSpPr>
            <a:spLocks noGrp="1"/>
          </p:cNvSpPr>
          <p:nvPr/>
        </p:nvSpPr>
        <p:spPr>
          <a:xfrm>
            <a:off x="1171642" y="5537696"/>
            <a:ext cx="28398" cy="28398"/>
          </a:xfrm>
          <a:prstGeom prst="ellipse">
            <a:avLst/>
          </a:prstGeom>
          <a:solidFill>
            <a:srgbClr val="5879BD">
              <a:alpha val="30000"/>
            </a:srgbClr>
          </a:solidFill>
          <a:ln w="0">
            <a:noFill/>
            <a:prstDash val="solid"/>
          </a:ln>
        </p:spPr>
      </p:sp>
      <p:sp>
        <p:nvSpPr>
          <p:cNvPr id="1212" name="02_predicted_pose_4511">
            <a:extLst>
              <a:ext uri="{FF2B5EF4-FFF2-40B4-BE49-F238E27FC236}">
                <a16:creationId xmlns:a16="http://schemas.microsoft.com/office/drawing/2014/main" id="{EEFAFCC7-EBCE-4CF0-9123-5707175B9907}"/>
              </a:ext>
            </a:extLst>
          </p:cNvPr>
          <p:cNvSpPr>
            <a:spLocks noGrp="1"/>
          </p:cNvSpPr>
          <p:nvPr/>
        </p:nvSpPr>
        <p:spPr>
          <a:xfrm>
            <a:off x="1199204" y="5480366"/>
            <a:ext cx="28398" cy="28398"/>
          </a:xfrm>
          <a:prstGeom prst="ellipse">
            <a:avLst/>
          </a:prstGeom>
          <a:solidFill>
            <a:srgbClr val="5879BD">
              <a:alpha val="30000"/>
            </a:srgbClr>
          </a:solidFill>
          <a:ln w="0">
            <a:noFill/>
            <a:prstDash val="solid"/>
          </a:ln>
        </p:spPr>
      </p:sp>
      <p:sp>
        <p:nvSpPr>
          <p:cNvPr id="1213" name="02_predicted_pose_4512">
            <a:extLst>
              <a:ext uri="{FF2B5EF4-FFF2-40B4-BE49-F238E27FC236}">
                <a16:creationId xmlns:a16="http://schemas.microsoft.com/office/drawing/2014/main" id="{AA942EBB-0A1F-4B6D-9665-FE59FAFF70C8}"/>
              </a:ext>
            </a:extLst>
          </p:cNvPr>
          <p:cNvSpPr>
            <a:spLocks noGrp="1"/>
          </p:cNvSpPr>
          <p:nvPr/>
        </p:nvSpPr>
        <p:spPr>
          <a:xfrm>
            <a:off x="1283614" y="5899440"/>
            <a:ext cx="28398" cy="28398"/>
          </a:xfrm>
          <a:prstGeom prst="ellipse">
            <a:avLst/>
          </a:prstGeom>
          <a:solidFill>
            <a:srgbClr val="5879BD">
              <a:alpha val="30000"/>
            </a:srgbClr>
          </a:solidFill>
          <a:ln w="0">
            <a:noFill/>
            <a:prstDash val="solid"/>
          </a:ln>
        </p:spPr>
      </p:sp>
      <p:sp>
        <p:nvSpPr>
          <p:cNvPr id="1214" name="02_predicted_pose_4513">
            <a:extLst>
              <a:ext uri="{FF2B5EF4-FFF2-40B4-BE49-F238E27FC236}">
                <a16:creationId xmlns:a16="http://schemas.microsoft.com/office/drawing/2014/main" id="{240606B4-B63A-45D5-9F0F-70B69D55418A}"/>
              </a:ext>
            </a:extLst>
          </p:cNvPr>
          <p:cNvSpPr>
            <a:spLocks noGrp="1"/>
          </p:cNvSpPr>
          <p:nvPr/>
        </p:nvSpPr>
        <p:spPr>
          <a:xfrm>
            <a:off x="1231590" y="5534171"/>
            <a:ext cx="28398" cy="28398"/>
          </a:xfrm>
          <a:prstGeom prst="ellipse">
            <a:avLst/>
          </a:prstGeom>
          <a:solidFill>
            <a:srgbClr val="5879BD">
              <a:alpha val="30000"/>
            </a:srgbClr>
          </a:solidFill>
          <a:ln w="0">
            <a:noFill/>
            <a:prstDash val="solid"/>
          </a:ln>
        </p:spPr>
      </p:sp>
      <p:sp>
        <p:nvSpPr>
          <p:cNvPr id="1215" name="02_predicted_pose_4514">
            <a:extLst>
              <a:ext uri="{FF2B5EF4-FFF2-40B4-BE49-F238E27FC236}">
                <a16:creationId xmlns:a16="http://schemas.microsoft.com/office/drawing/2014/main" id="{8A4572FE-078B-4D85-B22A-BEC1D024F47F}"/>
              </a:ext>
            </a:extLst>
          </p:cNvPr>
          <p:cNvSpPr>
            <a:spLocks noGrp="1"/>
          </p:cNvSpPr>
          <p:nvPr/>
        </p:nvSpPr>
        <p:spPr>
          <a:xfrm>
            <a:off x="1245371" y="5940629"/>
            <a:ext cx="28398" cy="28398"/>
          </a:xfrm>
          <a:prstGeom prst="ellipse">
            <a:avLst/>
          </a:prstGeom>
          <a:solidFill>
            <a:srgbClr val="5879BD">
              <a:alpha val="30000"/>
            </a:srgbClr>
          </a:solidFill>
          <a:ln w="0">
            <a:noFill/>
            <a:prstDash val="solid"/>
          </a:ln>
        </p:spPr>
      </p:sp>
      <p:sp>
        <p:nvSpPr>
          <p:cNvPr id="1216" name="02_predicted_pose_4515">
            <a:extLst>
              <a:ext uri="{FF2B5EF4-FFF2-40B4-BE49-F238E27FC236}">
                <a16:creationId xmlns:a16="http://schemas.microsoft.com/office/drawing/2014/main" id="{EA7B401F-2E24-440D-ACB0-D6F7CC21097D}"/>
              </a:ext>
            </a:extLst>
          </p:cNvPr>
          <p:cNvSpPr>
            <a:spLocks noGrp="1"/>
          </p:cNvSpPr>
          <p:nvPr/>
        </p:nvSpPr>
        <p:spPr>
          <a:xfrm>
            <a:off x="1259153" y="5541788"/>
            <a:ext cx="28398" cy="28398"/>
          </a:xfrm>
          <a:prstGeom prst="ellipse">
            <a:avLst/>
          </a:prstGeom>
          <a:solidFill>
            <a:srgbClr val="5879BD">
              <a:alpha val="30000"/>
            </a:srgbClr>
          </a:solidFill>
          <a:ln w="0">
            <a:noFill/>
            <a:prstDash val="solid"/>
          </a:ln>
        </p:spPr>
      </p:sp>
      <p:sp>
        <p:nvSpPr>
          <p:cNvPr id="1217" name="02_predicted_pose_4516">
            <a:extLst>
              <a:ext uri="{FF2B5EF4-FFF2-40B4-BE49-F238E27FC236}">
                <a16:creationId xmlns:a16="http://schemas.microsoft.com/office/drawing/2014/main" id="{9B201ADC-B5A5-4DC9-A852-5B10586251BC}"/>
              </a:ext>
            </a:extLst>
          </p:cNvPr>
          <p:cNvSpPr>
            <a:spLocks noGrp="1"/>
          </p:cNvSpPr>
          <p:nvPr/>
        </p:nvSpPr>
        <p:spPr>
          <a:xfrm>
            <a:off x="1210574" y="5086743"/>
            <a:ext cx="28398" cy="28398"/>
          </a:xfrm>
          <a:prstGeom prst="ellipse">
            <a:avLst/>
          </a:prstGeom>
          <a:solidFill>
            <a:srgbClr val="5879BD">
              <a:alpha val="30000"/>
            </a:srgbClr>
          </a:solidFill>
          <a:ln w="0">
            <a:noFill/>
            <a:prstDash val="solid"/>
          </a:ln>
        </p:spPr>
      </p:sp>
      <p:sp>
        <p:nvSpPr>
          <p:cNvPr id="1218" name="02_predicted_pose_4517">
            <a:extLst>
              <a:ext uri="{FF2B5EF4-FFF2-40B4-BE49-F238E27FC236}">
                <a16:creationId xmlns:a16="http://schemas.microsoft.com/office/drawing/2014/main" id="{E6A478E4-8C70-49A7-B887-46DE40524716}"/>
              </a:ext>
            </a:extLst>
          </p:cNvPr>
          <p:cNvSpPr>
            <a:spLocks noGrp="1"/>
          </p:cNvSpPr>
          <p:nvPr/>
        </p:nvSpPr>
        <p:spPr>
          <a:xfrm>
            <a:off x="1224355" y="5476191"/>
            <a:ext cx="28398" cy="28398"/>
          </a:xfrm>
          <a:prstGeom prst="ellipse">
            <a:avLst/>
          </a:prstGeom>
          <a:solidFill>
            <a:srgbClr val="5879BD">
              <a:alpha val="30000"/>
            </a:srgbClr>
          </a:solidFill>
          <a:ln w="0">
            <a:noFill/>
            <a:prstDash val="solid"/>
          </a:ln>
        </p:spPr>
      </p:sp>
      <p:sp>
        <p:nvSpPr>
          <p:cNvPr id="1219" name="02_predicted_pose_4518">
            <a:extLst>
              <a:ext uri="{FF2B5EF4-FFF2-40B4-BE49-F238E27FC236}">
                <a16:creationId xmlns:a16="http://schemas.microsoft.com/office/drawing/2014/main" id="{048196A1-A525-47E2-B48A-9FFE5BCE5BED}"/>
              </a:ext>
            </a:extLst>
          </p:cNvPr>
          <p:cNvSpPr>
            <a:spLocks noGrp="1"/>
          </p:cNvSpPr>
          <p:nvPr/>
        </p:nvSpPr>
        <p:spPr>
          <a:xfrm>
            <a:off x="1238136" y="5450725"/>
            <a:ext cx="28398" cy="28398"/>
          </a:xfrm>
          <a:prstGeom prst="ellipse">
            <a:avLst/>
          </a:prstGeom>
          <a:solidFill>
            <a:srgbClr val="5879BD">
              <a:alpha val="30000"/>
            </a:srgbClr>
          </a:solidFill>
          <a:ln w="0">
            <a:noFill/>
            <a:prstDash val="solid"/>
          </a:ln>
        </p:spPr>
      </p:sp>
      <p:sp>
        <p:nvSpPr>
          <p:cNvPr id="1220" name="02_predicted_pose_4519">
            <a:extLst>
              <a:ext uri="{FF2B5EF4-FFF2-40B4-BE49-F238E27FC236}">
                <a16:creationId xmlns:a16="http://schemas.microsoft.com/office/drawing/2014/main" id="{2B3696C3-21B5-404E-9D4B-C9C97B619F86}"/>
              </a:ext>
            </a:extLst>
          </p:cNvPr>
          <p:cNvSpPr>
            <a:spLocks noGrp="1"/>
          </p:cNvSpPr>
          <p:nvPr/>
        </p:nvSpPr>
        <p:spPr>
          <a:xfrm>
            <a:off x="1257430" y="5225908"/>
            <a:ext cx="28398" cy="28398"/>
          </a:xfrm>
          <a:prstGeom prst="ellipse">
            <a:avLst/>
          </a:prstGeom>
          <a:solidFill>
            <a:srgbClr val="5879BD">
              <a:alpha val="30000"/>
            </a:srgbClr>
          </a:solidFill>
          <a:ln w="0">
            <a:noFill/>
            <a:prstDash val="solid"/>
          </a:ln>
        </p:spPr>
      </p:sp>
      <p:sp>
        <p:nvSpPr>
          <p:cNvPr id="1221" name="02_predicted_pose_4520">
            <a:extLst>
              <a:ext uri="{FF2B5EF4-FFF2-40B4-BE49-F238E27FC236}">
                <a16:creationId xmlns:a16="http://schemas.microsoft.com/office/drawing/2014/main" id="{197F6CC8-D8DE-4CEF-961E-11D5A03E80FE}"/>
              </a:ext>
            </a:extLst>
          </p:cNvPr>
          <p:cNvSpPr>
            <a:spLocks noGrp="1"/>
          </p:cNvSpPr>
          <p:nvPr/>
        </p:nvSpPr>
        <p:spPr>
          <a:xfrm>
            <a:off x="1298774" y="5075441"/>
            <a:ext cx="28398" cy="28398"/>
          </a:xfrm>
          <a:prstGeom prst="ellipse">
            <a:avLst/>
          </a:prstGeom>
          <a:solidFill>
            <a:srgbClr val="5879BD">
              <a:alpha val="30000"/>
            </a:srgbClr>
          </a:solidFill>
          <a:ln w="0">
            <a:noFill/>
            <a:prstDash val="solid"/>
          </a:ln>
        </p:spPr>
      </p:sp>
      <p:sp>
        <p:nvSpPr>
          <p:cNvPr id="1222" name="02_predicted_pose_4521">
            <a:extLst>
              <a:ext uri="{FF2B5EF4-FFF2-40B4-BE49-F238E27FC236}">
                <a16:creationId xmlns:a16="http://schemas.microsoft.com/office/drawing/2014/main" id="{46E731C3-CE55-4B7C-8722-28D0EB5B1BF4}"/>
              </a:ext>
            </a:extLst>
          </p:cNvPr>
          <p:cNvSpPr>
            <a:spLocks noGrp="1"/>
          </p:cNvSpPr>
          <p:nvPr/>
        </p:nvSpPr>
        <p:spPr>
          <a:xfrm>
            <a:off x="1363890" y="5191485"/>
            <a:ext cx="28398" cy="28398"/>
          </a:xfrm>
          <a:prstGeom prst="ellipse">
            <a:avLst/>
          </a:prstGeom>
          <a:solidFill>
            <a:srgbClr val="5879BD">
              <a:alpha val="30000"/>
            </a:srgbClr>
          </a:solidFill>
          <a:ln w="0">
            <a:noFill/>
            <a:prstDash val="solid"/>
          </a:ln>
        </p:spPr>
      </p:sp>
      <p:sp>
        <p:nvSpPr>
          <p:cNvPr id="1223" name="02_predicted_pose_4522">
            <a:extLst>
              <a:ext uri="{FF2B5EF4-FFF2-40B4-BE49-F238E27FC236}">
                <a16:creationId xmlns:a16="http://schemas.microsoft.com/office/drawing/2014/main" id="{A0393079-14B9-4567-B700-C3D24F2B2168}"/>
              </a:ext>
            </a:extLst>
          </p:cNvPr>
          <p:cNvSpPr>
            <a:spLocks noGrp="1"/>
          </p:cNvSpPr>
          <p:nvPr/>
        </p:nvSpPr>
        <p:spPr>
          <a:xfrm>
            <a:off x="1485509" y="5088002"/>
            <a:ext cx="28398" cy="28398"/>
          </a:xfrm>
          <a:prstGeom prst="ellipse">
            <a:avLst/>
          </a:prstGeom>
          <a:solidFill>
            <a:srgbClr val="5879BD">
              <a:alpha val="30000"/>
            </a:srgbClr>
          </a:solidFill>
          <a:ln w="0">
            <a:noFill/>
            <a:prstDash val="solid"/>
          </a:ln>
        </p:spPr>
      </p:sp>
      <p:sp>
        <p:nvSpPr>
          <p:cNvPr id="1224" name="02_predicted_pose_4523">
            <a:extLst>
              <a:ext uri="{FF2B5EF4-FFF2-40B4-BE49-F238E27FC236}">
                <a16:creationId xmlns:a16="http://schemas.microsoft.com/office/drawing/2014/main" id="{4926349B-1298-446D-8657-6945BDE1001C}"/>
              </a:ext>
            </a:extLst>
          </p:cNvPr>
          <p:cNvSpPr>
            <a:spLocks noGrp="1"/>
          </p:cNvSpPr>
          <p:nvPr/>
        </p:nvSpPr>
        <p:spPr>
          <a:xfrm>
            <a:off x="1235035" y="5227599"/>
            <a:ext cx="28398" cy="28398"/>
          </a:xfrm>
          <a:prstGeom prst="ellipse">
            <a:avLst/>
          </a:prstGeom>
          <a:solidFill>
            <a:srgbClr val="5879BD">
              <a:alpha val="30000"/>
            </a:srgbClr>
          </a:solidFill>
          <a:ln w="0">
            <a:noFill/>
            <a:prstDash val="solid"/>
          </a:ln>
        </p:spPr>
      </p:sp>
      <p:sp>
        <p:nvSpPr>
          <p:cNvPr id="1225" name="02_predicted_pose_4524">
            <a:extLst>
              <a:ext uri="{FF2B5EF4-FFF2-40B4-BE49-F238E27FC236}">
                <a16:creationId xmlns:a16="http://schemas.microsoft.com/office/drawing/2014/main" id="{3AD06278-7FFE-4A74-9721-B40F6230F8E0}"/>
              </a:ext>
            </a:extLst>
          </p:cNvPr>
          <p:cNvSpPr>
            <a:spLocks noGrp="1"/>
          </p:cNvSpPr>
          <p:nvPr/>
        </p:nvSpPr>
        <p:spPr>
          <a:xfrm>
            <a:off x="1382150" y="5694909"/>
            <a:ext cx="28398" cy="28398"/>
          </a:xfrm>
          <a:prstGeom prst="ellipse">
            <a:avLst/>
          </a:prstGeom>
          <a:solidFill>
            <a:srgbClr val="5879BD">
              <a:alpha val="30000"/>
            </a:srgbClr>
          </a:solidFill>
          <a:ln w="0">
            <a:noFill/>
            <a:prstDash val="solid"/>
          </a:ln>
        </p:spPr>
      </p:sp>
      <p:sp>
        <p:nvSpPr>
          <p:cNvPr id="1226" name="02_predicted_pose_4525">
            <a:extLst>
              <a:ext uri="{FF2B5EF4-FFF2-40B4-BE49-F238E27FC236}">
                <a16:creationId xmlns:a16="http://schemas.microsoft.com/office/drawing/2014/main" id="{602F9D94-7041-4129-B867-CA911D979077}"/>
              </a:ext>
            </a:extLst>
          </p:cNvPr>
          <p:cNvSpPr>
            <a:spLocks noGrp="1"/>
          </p:cNvSpPr>
          <p:nvPr/>
        </p:nvSpPr>
        <p:spPr>
          <a:xfrm>
            <a:off x="1395931" y="5902391"/>
            <a:ext cx="28398" cy="28398"/>
          </a:xfrm>
          <a:prstGeom prst="ellipse">
            <a:avLst/>
          </a:prstGeom>
          <a:solidFill>
            <a:srgbClr val="5879BD">
              <a:alpha val="30000"/>
            </a:srgbClr>
          </a:solidFill>
          <a:ln w="0">
            <a:noFill/>
            <a:prstDash val="solid"/>
          </a:ln>
        </p:spPr>
      </p:sp>
      <p:sp>
        <p:nvSpPr>
          <p:cNvPr id="1227" name="02_predicted_pose_4526">
            <a:extLst>
              <a:ext uri="{FF2B5EF4-FFF2-40B4-BE49-F238E27FC236}">
                <a16:creationId xmlns:a16="http://schemas.microsoft.com/office/drawing/2014/main" id="{A209EFA9-AD91-439F-8D93-B3BE9AC314FF}"/>
              </a:ext>
            </a:extLst>
          </p:cNvPr>
          <p:cNvSpPr>
            <a:spLocks noGrp="1"/>
          </p:cNvSpPr>
          <p:nvPr/>
        </p:nvSpPr>
        <p:spPr>
          <a:xfrm>
            <a:off x="1356310" y="5686190"/>
            <a:ext cx="28398" cy="28398"/>
          </a:xfrm>
          <a:prstGeom prst="ellipse">
            <a:avLst/>
          </a:prstGeom>
          <a:solidFill>
            <a:srgbClr val="5879BD">
              <a:alpha val="30000"/>
            </a:srgbClr>
          </a:solidFill>
          <a:ln w="0">
            <a:noFill/>
            <a:prstDash val="solid"/>
          </a:ln>
        </p:spPr>
      </p:sp>
      <p:sp>
        <p:nvSpPr>
          <p:cNvPr id="1228" name="02_predicted_pose_4527">
            <a:extLst>
              <a:ext uri="{FF2B5EF4-FFF2-40B4-BE49-F238E27FC236}">
                <a16:creationId xmlns:a16="http://schemas.microsoft.com/office/drawing/2014/main" id="{C70F7ADA-A67D-4484-8936-AD3F1739A56A}"/>
              </a:ext>
            </a:extLst>
          </p:cNvPr>
          <p:cNvSpPr>
            <a:spLocks noGrp="1"/>
          </p:cNvSpPr>
          <p:nvPr/>
        </p:nvSpPr>
        <p:spPr>
          <a:xfrm>
            <a:off x="1370092" y="5693050"/>
            <a:ext cx="28398" cy="28398"/>
          </a:xfrm>
          <a:prstGeom prst="ellipse">
            <a:avLst/>
          </a:prstGeom>
          <a:solidFill>
            <a:srgbClr val="5879BD">
              <a:alpha val="30000"/>
            </a:srgbClr>
          </a:solidFill>
          <a:ln w="0">
            <a:noFill/>
            <a:prstDash val="solid"/>
          </a:ln>
        </p:spPr>
      </p:sp>
      <p:sp>
        <p:nvSpPr>
          <p:cNvPr id="1229" name="02_predicted_pose_4528">
            <a:extLst>
              <a:ext uri="{FF2B5EF4-FFF2-40B4-BE49-F238E27FC236}">
                <a16:creationId xmlns:a16="http://schemas.microsoft.com/office/drawing/2014/main" id="{8BEEAC61-9A61-4A66-B610-7FCD1685205A}"/>
              </a:ext>
            </a:extLst>
          </p:cNvPr>
          <p:cNvSpPr>
            <a:spLocks noGrp="1"/>
          </p:cNvSpPr>
          <p:nvPr/>
        </p:nvSpPr>
        <p:spPr>
          <a:xfrm>
            <a:off x="1383873" y="5821604"/>
            <a:ext cx="28398" cy="28398"/>
          </a:xfrm>
          <a:prstGeom prst="ellipse">
            <a:avLst/>
          </a:prstGeom>
          <a:solidFill>
            <a:srgbClr val="5879BD">
              <a:alpha val="30000"/>
            </a:srgbClr>
          </a:solidFill>
          <a:ln w="0">
            <a:noFill/>
            <a:prstDash val="solid"/>
          </a:ln>
        </p:spPr>
      </p:sp>
      <p:sp>
        <p:nvSpPr>
          <p:cNvPr id="1230" name="02_predicted_pose_4529">
            <a:extLst>
              <a:ext uri="{FF2B5EF4-FFF2-40B4-BE49-F238E27FC236}">
                <a16:creationId xmlns:a16="http://schemas.microsoft.com/office/drawing/2014/main" id="{AF298B2E-7DE0-4F95-B82C-BE447B1BEAAC}"/>
              </a:ext>
            </a:extLst>
          </p:cNvPr>
          <p:cNvSpPr>
            <a:spLocks noGrp="1"/>
          </p:cNvSpPr>
          <p:nvPr/>
        </p:nvSpPr>
        <p:spPr>
          <a:xfrm>
            <a:off x="1411435" y="5571249"/>
            <a:ext cx="28398" cy="28398"/>
          </a:xfrm>
          <a:prstGeom prst="ellipse">
            <a:avLst/>
          </a:prstGeom>
          <a:solidFill>
            <a:srgbClr val="5879BD">
              <a:alpha val="30000"/>
            </a:srgbClr>
          </a:solidFill>
          <a:ln w="0">
            <a:noFill/>
            <a:prstDash val="solid"/>
          </a:ln>
        </p:spPr>
      </p:sp>
      <p:sp>
        <p:nvSpPr>
          <p:cNvPr id="1231" name="02_predicted_pose_4530">
            <a:extLst>
              <a:ext uri="{FF2B5EF4-FFF2-40B4-BE49-F238E27FC236}">
                <a16:creationId xmlns:a16="http://schemas.microsoft.com/office/drawing/2014/main" id="{D35AE671-BABA-4F32-A371-105B4F29DD5C}"/>
              </a:ext>
            </a:extLst>
          </p:cNvPr>
          <p:cNvSpPr>
            <a:spLocks noGrp="1"/>
          </p:cNvSpPr>
          <p:nvPr/>
        </p:nvSpPr>
        <p:spPr>
          <a:xfrm>
            <a:off x="1425216" y="5570593"/>
            <a:ext cx="28398" cy="28398"/>
          </a:xfrm>
          <a:prstGeom prst="ellipse">
            <a:avLst/>
          </a:prstGeom>
          <a:solidFill>
            <a:srgbClr val="5879BD">
              <a:alpha val="30000"/>
            </a:srgbClr>
          </a:solidFill>
          <a:ln w="0">
            <a:noFill/>
            <a:prstDash val="solid"/>
          </a:ln>
        </p:spPr>
      </p:sp>
      <p:sp>
        <p:nvSpPr>
          <p:cNvPr id="1232" name="02_predicted_pose_4531">
            <a:extLst>
              <a:ext uri="{FF2B5EF4-FFF2-40B4-BE49-F238E27FC236}">
                <a16:creationId xmlns:a16="http://schemas.microsoft.com/office/drawing/2014/main" id="{3C7D86A6-BD71-4ABE-80CD-2BC0F2F79262}"/>
              </a:ext>
            </a:extLst>
          </p:cNvPr>
          <p:cNvSpPr>
            <a:spLocks noGrp="1"/>
          </p:cNvSpPr>
          <p:nvPr/>
        </p:nvSpPr>
        <p:spPr>
          <a:xfrm>
            <a:off x="1238825" y="5974960"/>
            <a:ext cx="28398" cy="28398"/>
          </a:xfrm>
          <a:prstGeom prst="ellipse">
            <a:avLst/>
          </a:prstGeom>
          <a:solidFill>
            <a:srgbClr val="5879BD">
              <a:alpha val="30000"/>
            </a:srgbClr>
          </a:solidFill>
          <a:ln w="0">
            <a:noFill/>
            <a:prstDash val="solid"/>
          </a:ln>
        </p:spPr>
      </p:sp>
      <p:sp>
        <p:nvSpPr>
          <p:cNvPr id="1233" name="02_predicted_pose_4532">
            <a:extLst>
              <a:ext uri="{FF2B5EF4-FFF2-40B4-BE49-F238E27FC236}">
                <a16:creationId xmlns:a16="http://schemas.microsoft.com/office/drawing/2014/main" id="{75DE790C-B94A-417C-AE6E-85EE5C6EDF7D}"/>
              </a:ext>
            </a:extLst>
          </p:cNvPr>
          <p:cNvSpPr>
            <a:spLocks noGrp="1"/>
          </p:cNvSpPr>
          <p:nvPr/>
        </p:nvSpPr>
        <p:spPr>
          <a:xfrm>
            <a:off x="1341496" y="5083741"/>
            <a:ext cx="28398" cy="28398"/>
          </a:xfrm>
          <a:prstGeom prst="ellipse">
            <a:avLst/>
          </a:prstGeom>
          <a:solidFill>
            <a:srgbClr val="5879BD">
              <a:alpha val="30000"/>
            </a:srgbClr>
          </a:solidFill>
          <a:ln w="0">
            <a:noFill/>
            <a:prstDash val="solid"/>
          </a:ln>
        </p:spPr>
      </p:sp>
      <p:sp>
        <p:nvSpPr>
          <p:cNvPr id="1234" name="02_predicted_pose_4533">
            <a:extLst>
              <a:ext uri="{FF2B5EF4-FFF2-40B4-BE49-F238E27FC236}">
                <a16:creationId xmlns:a16="http://schemas.microsoft.com/office/drawing/2014/main" id="{B6F74FE4-C23E-402D-920F-4CC357DE9BEF}"/>
              </a:ext>
            </a:extLst>
          </p:cNvPr>
          <p:cNvSpPr>
            <a:spLocks noGrp="1"/>
          </p:cNvSpPr>
          <p:nvPr/>
        </p:nvSpPr>
        <p:spPr>
          <a:xfrm>
            <a:off x="1382839" y="5065061"/>
            <a:ext cx="28398" cy="28398"/>
          </a:xfrm>
          <a:prstGeom prst="ellipse">
            <a:avLst/>
          </a:prstGeom>
          <a:solidFill>
            <a:srgbClr val="5879BD">
              <a:alpha val="30000"/>
            </a:srgbClr>
          </a:solidFill>
          <a:ln w="0">
            <a:noFill/>
            <a:prstDash val="solid"/>
          </a:ln>
        </p:spPr>
      </p:sp>
      <p:sp>
        <p:nvSpPr>
          <p:cNvPr id="1235" name="02_predicted_pose_4534">
            <a:extLst>
              <a:ext uri="{FF2B5EF4-FFF2-40B4-BE49-F238E27FC236}">
                <a16:creationId xmlns:a16="http://schemas.microsoft.com/office/drawing/2014/main" id="{31585602-88C3-492B-A6B5-93B4EE716845}"/>
              </a:ext>
            </a:extLst>
          </p:cNvPr>
          <p:cNvSpPr>
            <a:spLocks noGrp="1"/>
          </p:cNvSpPr>
          <p:nvPr/>
        </p:nvSpPr>
        <p:spPr>
          <a:xfrm>
            <a:off x="1396620" y="5687485"/>
            <a:ext cx="28398" cy="28398"/>
          </a:xfrm>
          <a:prstGeom prst="ellipse">
            <a:avLst/>
          </a:prstGeom>
          <a:solidFill>
            <a:srgbClr val="5879BD">
              <a:alpha val="30000"/>
            </a:srgbClr>
          </a:solidFill>
          <a:ln w="0">
            <a:noFill/>
            <a:prstDash val="solid"/>
          </a:ln>
        </p:spPr>
      </p:sp>
      <p:sp>
        <p:nvSpPr>
          <p:cNvPr id="1236" name="02_predicted_pose_4535">
            <a:extLst>
              <a:ext uri="{FF2B5EF4-FFF2-40B4-BE49-F238E27FC236}">
                <a16:creationId xmlns:a16="http://schemas.microsoft.com/office/drawing/2014/main" id="{36A0F959-2A0A-48A2-9CD4-F2089EEE81A7}"/>
              </a:ext>
            </a:extLst>
          </p:cNvPr>
          <p:cNvSpPr>
            <a:spLocks noGrp="1"/>
          </p:cNvSpPr>
          <p:nvPr/>
        </p:nvSpPr>
        <p:spPr>
          <a:xfrm>
            <a:off x="1424183" y="5734701"/>
            <a:ext cx="28398" cy="28398"/>
          </a:xfrm>
          <a:prstGeom prst="ellipse">
            <a:avLst/>
          </a:prstGeom>
          <a:solidFill>
            <a:srgbClr val="5879BD">
              <a:alpha val="30000"/>
            </a:srgbClr>
          </a:solidFill>
          <a:ln w="0">
            <a:noFill/>
            <a:prstDash val="solid"/>
          </a:ln>
        </p:spPr>
      </p:sp>
      <p:sp>
        <p:nvSpPr>
          <p:cNvPr id="1237" name="02_predicted_pose_4536">
            <a:extLst>
              <a:ext uri="{FF2B5EF4-FFF2-40B4-BE49-F238E27FC236}">
                <a16:creationId xmlns:a16="http://schemas.microsoft.com/office/drawing/2014/main" id="{0A50ACA0-6495-42EF-AFD1-A82F01F333BB}"/>
              </a:ext>
            </a:extLst>
          </p:cNvPr>
          <p:cNvSpPr>
            <a:spLocks noGrp="1"/>
          </p:cNvSpPr>
          <p:nvPr/>
        </p:nvSpPr>
        <p:spPr>
          <a:xfrm>
            <a:off x="1314967" y="5880040"/>
            <a:ext cx="28398" cy="28398"/>
          </a:xfrm>
          <a:prstGeom prst="ellipse">
            <a:avLst/>
          </a:prstGeom>
          <a:solidFill>
            <a:srgbClr val="5879BD">
              <a:alpha val="30000"/>
            </a:srgbClr>
          </a:solidFill>
          <a:ln w="0">
            <a:noFill/>
            <a:prstDash val="solid"/>
          </a:ln>
        </p:spPr>
      </p:sp>
      <p:sp>
        <p:nvSpPr>
          <p:cNvPr id="1238" name="02_predicted_pose_4537">
            <a:extLst>
              <a:ext uri="{FF2B5EF4-FFF2-40B4-BE49-F238E27FC236}">
                <a16:creationId xmlns:a16="http://schemas.microsoft.com/office/drawing/2014/main" id="{92E93420-451C-4616-A032-A2B332F54242}"/>
              </a:ext>
            </a:extLst>
          </p:cNvPr>
          <p:cNvSpPr>
            <a:spLocks noGrp="1"/>
          </p:cNvSpPr>
          <p:nvPr/>
        </p:nvSpPr>
        <p:spPr>
          <a:xfrm>
            <a:off x="1342529" y="5837760"/>
            <a:ext cx="28398" cy="28398"/>
          </a:xfrm>
          <a:prstGeom prst="ellipse">
            <a:avLst/>
          </a:prstGeom>
          <a:solidFill>
            <a:srgbClr val="5879BD">
              <a:alpha val="30000"/>
            </a:srgbClr>
          </a:solidFill>
          <a:ln w="0">
            <a:noFill/>
            <a:prstDash val="solid"/>
          </a:ln>
        </p:spPr>
      </p:sp>
      <p:sp>
        <p:nvSpPr>
          <p:cNvPr id="1239" name="02_predicted_pose_4538">
            <a:extLst>
              <a:ext uri="{FF2B5EF4-FFF2-40B4-BE49-F238E27FC236}">
                <a16:creationId xmlns:a16="http://schemas.microsoft.com/office/drawing/2014/main" id="{93D04BB2-685F-4342-8566-3C4887DE9394}"/>
              </a:ext>
            </a:extLst>
          </p:cNvPr>
          <p:cNvSpPr>
            <a:spLocks noGrp="1"/>
          </p:cNvSpPr>
          <p:nvPr/>
        </p:nvSpPr>
        <p:spPr>
          <a:xfrm>
            <a:off x="1370092" y="5831562"/>
            <a:ext cx="28398" cy="28398"/>
          </a:xfrm>
          <a:prstGeom prst="ellipse">
            <a:avLst/>
          </a:prstGeom>
          <a:solidFill>
            <a:srgbClr val="5879BD">
              <a:alpha val="30000"/>
            </a:srgbClr>
          </a:solidFill>
          <a:ln w="0">
            <a:noFill/>
            <a:prstDash val="solid"/>
          </a:ln>
        </p:spPr>
      </p:sp>
      <p:sp>
        <p:nvSpPr>
          <p:cNvPr id="1240" name="02_predicted_pose_4539">
            <a:extLst>
              <a:ext uri="{FF2B5EF4-FFF2-40B4-BE49-F238E27FC236}">
                <a16:creationId xmlns:a16="http://schemas.microsoft.com/office/drawing/2014/main" id="{DBC7F398-A251-4DBF-9B65-F30356F114D1}"/>
              </a:ext>
            </a:extLst>
          </p:cNvPr>
          <p:cNvSpPr>
            <a:spLocks noGrp="1"/>
          </p:cNvSpPr>
          <p:nvPr/>
        </p:nvSpPr>
        <p:spPr>
          <a:xfrm>
            <a:off x="1397654" y="5867917"/>
            <a:ext cx="28398" cy="28398"/>
          </a:xfrm>
          <a:prstGeom prst="ellipse">
            <a:avLst/>
          </a:prstGeom>
          <a:solidFill>
            <a:srgbClr val="5879BD">
              <a:alpha val="30000"/>
            </a:srgbClr>
          </a:solidFill>
          <a:ln w="0">
            <a:noFill/>
            <a:prstDash val="solid"/>
          </a:ln>
        </p:spPr>
      </p:sp>
      <p:sp>
        <p:nvSpPr>
          <p:cNvPr id="1241" name="02_predicted_pose_4540">
            <a:extLst>
              <a:ext uri="{FF2B5EF4-FFF2-40B4-BE49-F238E27FC236}">
                <a16:creationId xmlns:a16="http://schemas.microsoft.com/office/drawing/2014/main" id="{6DA99690-D962-4998-9704-EB1D5A94BB67}"/>
              </a:ext>
            </a:extLst>
          </p:cNvPr>
          <p:cNvSpPr>
            <a:spLocks noGrp="1"/>
          </p:cNvSpPr>
          <p:nvPr/>
        </p:nvSpPr>
        <p:spPr>
          <a:xfrm>
            <a:off x="1425216" y="5996050"/>
            <a:ext cx="28398" cy="28398"/>
          </a:xfrm>
          <a:prstGeom prst="ellipse">
            <a:avLst/>
          </a:prstGeom>
          <a:solidFill>
            <a:srgbClr val="5879BD">
              <a:alpha val="30000"/>
            </a:srgbClr>
          </a:solidFill>
          <a:ln w="0">
            <a:noFill/>
            <a:prstDash val="solid"/>
          </a:ln>
        </p:spPr>
      </p:sp>
      <p:sp>
        <p:nvSpPr>
          <p:cNvPr id="1242" name="02_predicted_pose_4541">
            <a:extLst>
              <a:ext uri="{FF2B5EF4-FFF2-40B4-BE49-F238E27FC236}">
                <a16:creationId xmlns:a16="http://schemas.microsoft.com/office/drawing/2014/main" id="{59FD5886-4D0A-4437-AC19-81B3A1B4AE9D}"/>
              </a:ext>
            </a:extLst>
          </p:cNvPr>
          <p:cNvSpPr>
            <a:spLocks noGrp="1"/>
          </p:cNvSpPr>
          <p:nvPr/>
        </p:nvSpPr>
        <p:spPr>
          <a:xfrm>
            <a:off x="1328403" y="5839494"/>
            <a:ext cx="28398" cy="28398"/>
          </a:xfrm>
          <a:prstGeom prst="ellipse">
            <a:avLst/>
          </a:prstGeom>
          <a:solidFill>
            <a:srgbClr val="5879BD">
              <a:alpha val="30000"/>
            </a:srgbClr>
          </a:solidFill>
          <a:ln w="0">
            <a:noFill/>
            <a:prstDash val="solid"/>
          </a:ln>
        </p:spPr>
      </p:sp>
      <p:sp>
        <p:nvSpPr>
          <p:cNvPr id="1243" name="02_predicted_pose_4542">
            <a:extLst>
              <a:ext uri="{FF2B5EF4-FFF2-40B4-BE49-F238E27FC236}">
                <a16:creationId xmlns:a16="http://schemas.microsoft.com/office/drawing/2014/main" id="{0DDEE623-3055-4477-9A45-E8E86837AF5A}"/>
              </a:ext>
            </a:extLst>
          </p:cNvPr>
          <p:cNvSpPr>
            <a:spLocks noGrp="1"/>
          </p:cNvSpPr>
          <p:nvPr/>
        </p:nvSpPr>
        <p:spPr>
          <a:xfrm>
            <a:off x="1445544" y="5571736"/>
            <a:ext cx="28398" cy="28398"/>
          </a:xfrm>
          <a:prstGeom prst="ellipse">
            <a:avLst/>
          </a:prstGeom>
          <a:solidFill>
            <a:srgbClr val="5879BD">
              <a:alpha val="30000"/>
            </a:srgbClr>
          </a:solidFill>
          <a:ln w="0">
            <a:noFill/>
            <a:prstDash val="solid"/>
          </a:ln>
        </p:spPr>
      </p:sp>
      <p:sp>
        <p:nvSpPr>
          <p:cNvPr id="1244" name="02_predicted_pose_4543">
            <a:extLst>
              <a:ext uri="{FF2B5EF4-FFF2-40B4-BE49-F238E27FC236}">
                <a16:creationId xmlns:a16="http://schemas.microsoft.com/office/drawing/2014/main" id="{7FA1C788-6D1A-4402-A9E3-826CFDF25FC7}"/>
              </a:ext>
            </a:extLst>
          </p:cNvPr>
          <p:cNvSpPr>
            <a:spLocks noGrp="1"/>
          </p:cNvSpPr>
          <p:nvPr/>
        </p:nvSpPr>
        <p:spPr>
          <a:xfrm>
            <a:off x="1459325" y="5643425"/>
            <a:ext cx="28398" cy="28398"/>
          </a:xfrm>
          <a:prstGeom prst="ellipse">
            <a:avLst/>
          </a:prstGeom>
          <a:solidFill>
            <a:srgbClr val="5879BD">
              <a:alpha val="30000"/>
            </a:srgbClr>
          </a:solidFill>
          <a:ln w="0">
            <a:noFill/>
            <a:prstDash val="solid"/>
          </a:ln>
        </p:spPr>
      </p:sp>
      <p:sp>
        <p:nvSpPr>
          <p:cNvPr id="1245" name="02_predicted_pose_4544">
            <a:extLst>
              <a:ext uri="{FF2B5EF4-FFF2-40B4-BE49-F238E27FC236}">
                <a16:creationId xmlns:a16="http://schemas.microsoft.com/office/drawing/2014/main" id="{1AEAEC39-FB79-4122-B09A-38A6F9DC6283}"/>
              </a:ext>
            </a:extLst>
          </p:cNvPr>
          <p:cNvSpPr>
            <a:spLocks noGrp="1"/>
          </p:cNvSpPr>
          <p:nvPr/>
        </p:nvSpPr>
        <p:spPr>
          <a:xfrm>
            <a:off x="1242271" y="5210648"/>
            <a:ext cx="28398" cy="28398"/>
          </a:xfrm>
          <a:prstGeom prst="ellipse">
            <a:avLst/>
          </a:prstGeom>
          <a:solidFill>
            <a:srgbClr val="5879BD">
              <a:alpha val="30000"/>
            </a:srgbClr>
          </a:solidFill>
          <a:ln w="0">
            <a:noFill/>
            <a:prstDash val="solid"/>
          </a:ln>
        </p:spPr>
      </p:sp>
      <p:sp>
        <p:nvSpPr>
          <p:cNvPr id="1246" name="02_predicted_pose_4545">
            <a:extLst>
              <a:ext uri="{FF2B5EF4-FFF2-40B4-BE49-F238E27FC236}">
                <a16:creationId xmlns:a16="http://schemas.microsoft.com/office/drawing/2014/main" id="{17ACBC83-874E-4C9F-A908-4DD7671C35E9}"/>
              </a:ext>
            </a:extLst>
          </p:cNvPr>
          <p:cNvSpPr>
            <a:spLocks noGrp="1"/>
          </p:cNvSpPr>
          <p:nvPr/>
        </p:nvSpPr>
        <p:spPr>
          <a:xfrm>
            <a:off x="1254674" y="5856103"/>
            <a:ext cx="28398" cy="28398"/>
          </a:xfrm>
          <a:prstGeom prst="ellipse">
            <a:avLst/>
          </a:prstGeom>
          <a:solidFill>
            <a:srgbClr val="5879BD">
              <a:alpha val="30000"/>
            </a:srgbClr>
          </a:solidFill>
          <a:ln w="0">
            <a:noFill/>
            <a:prstDash val="solid"/>
          </a:ln>
        </p:spPr>
      </p:sp>
      <p:sp>
        <p:nvSpPr>
          <p:cNvPr id="1247" name="02_predicted_pose_4546">
            <a:extLst>
              <a:ext uri="{FF2B5EF4-FFF2-40B4-BE49-F238E27FC236}">
                <a16:creationId xmlns:a16="http://schemas.microsoft.com/office/drawing/2014/main" id="{AD6CBF46-B13A-402D-9B3E-A39C9EF87136}"/>
              </a:ext>
            </a:extLst>
          </p:cNvPr>
          <p:cNvSpPr>
            <a:spLocks noGrp="1"/>
          </p:cNvSpPr>
          <p:nvPr/>
        </p:nvSpPr>
        <p:spPr>
          <a:xfrm>
            <a:off x="1296362" y="5833490"/>
            <a:ext cx="28398" cy="28398"/>
          </a:xfrm>
          <a:prstGeom prst="ellipse">
            <a:avLst/>
          </a:prstGeom>
          <a:solidFill>
            <a:srgbClr val="5879BD">
              <a:alpha val="30000"/>
            </a:srgbClr>
          </a:solidFill>
          <a:ln w="0">
            <a:noFill/>
            <a:prstDash val="solid"/>
          </a:ln>
        </p:spPr>
      </p:sp>
      <p:sp>
        <p:nvSpPr>
          <p:cNvPr id="1248" name="02_predicted_pose_4547">
            <a:extLst>
              <a:ext uri="{FF2B5EF4-FFF2-40B4-BE49-F238E27FC236}">
                <a16:creationId xmlns:a16="http://schemas.microsoft.com/office/drawing/2014/main" id="{A7B3541E-92F5-40FC-8043-0EE7459D4DEC}"/>
              </a:ext>
            </a:extLst>
          </p:cNvPr>
          <p:cNvSpPr>
            <a:spLocks noGrp="1"/>
          </p:cNvSpPr>
          <p:nvPr/>
        </p:nvSpPr>
        <p:spPr>
          <a:xfrm>
            <a:off x="1259842" y="5790778"/>
            <a:ext cx="28398" cy="28398"/>
          </a:xfrm>
          <a:prstGeom prst="ellipse">
            <a:avLst/>
          </a:prstGeom>
          <a:solidFill>
            <a:srgbClr val="5879BD">
              <a:alpha val="30000"/>
            </a:srgbClr>
          </a:solidFill>
          <a:ln w="0">
            <a:noFill/>
            <a:prstDash val="solid"/>
          </a:ln>
        </p:spPr>
      </p:sp>
      <p:sp>
        <p:nvSpPr>
          <p:cNvPr id="1249" name="02_predicted_pose_4548">
            <a:extLst>
              <a:ext uri="{FF2B5EF4-FFF2-40B4-BE49-F238E27FC236}">
                <a16:creationId xmlns:a16="http://schemas.microsoft.com/office/drawing/2014/main" id="{07EB4D69-A57F-4FF5-A883-E22F8ED96FDD}"/>
              </a:ext>
            </a:extLst>
          </p:cNvPr>
          <p:cNvSpPr>
            <a:spLocks noGrp="1"/>
          </p:cNvSpPr>
          <p:nvPr/>
        </p:nvSpPr>
        <p:spPr>
          <a:xfrm>
            <a:off x="1207818" y="5972765"/>
            <a:ext cx="28398" cy="28398"/>
          </a:xfrm>
          <a:prstGeom prst="ellipse">
            <a:avLst/>
          </a:prstGeom>
          <a:solidFill>
            <a:srgbClr val="5879BD">
              <a:alpha val="30000"/>
            </a:srgbClr>
          </a:solidFill>
          <a:ln w="0">
            <a:noFill/>
            <a:prstDash val="solid"/>
          </a:ln>
        </p:spPr>
      </p:sp>
      <p:sp>
        <p:nvSpPr>
          <p:cNvPr id="1250" name="02_predicted_pose_4549">
            <a:extLst>
              <a:ext uri="{FF2B5EF4-FFF2-40B4-BE49-F238E27FC236}">
                <a16:creationId xmlns:a16="http://schemas.microsoft.com/office/drawing/2014/main" id="{A8E2317C-5D88-406A-9E48-332585CBDC37}"/>
              </a:ext>
            </a:extLst>
          </p:cNvPr>
          <p:cNvSpPr>
            <a:spLocks noGrp="1"/>
          </p:cNvSpPr>
          <p:nvPr/>
        </p:nvSpPr>
        <p:spPr>
          <a:xfrm>
            <a:off x="1340117" y="5972683"/>
            <a:ext cx="28398" cy="28398"/>
          </a:xfrm>
          <a:prstGeom prst="ellipse">
            <a:avLst/>
          </a:prstGeom>
          <a:solidFill>
            <a:srgbClr val="5879BD">
              <a:alpha val="30000"/>
            </a:srgbClr>
          </a:solidFill>
          <a:ln w="0">
            <a:noFill/>
            <a:prstDash val="solid"/>
          </a:ln>
        </p:spPr>
      </p:sp>
      <p:sp>
        <p:nvSpPr>
          <p:cNvPr id="1251" name="02_predicted_pose_4550">
            <a:extLst>
              <a:ext uri="{FF2B5EF4-FFF2-40B4-BE49-F238E27FC236}">
                <a16:creationId xmlns:a16="http://schemas.microsoft.com/office/drawing/2014/main" id="{C823DF8C-CF44-47A7-BD58-D7F1B6C9A625}"/>
              </a:ext>
            </a:extLst>
          </p:cNvPr>
          <p:cNvSpPr>
            <a:spLocks noGrp="1"/>
          </p:cNvSpPr>
          <p:nvPr/>
        </p:nvSpPr>
        <p:spPr>
          <a:xfrm>
            <a:off x="1353899" y="5967627"/>
            <a:ext cx="28398" cy="28398"/>
          </a:xfrm>
          <a:prstGeom prst="ellipse">
            <a:avLst/>
          </a:prstGeom>
          <a:solidFill>
            <a:srgbClr val="5879BD">
              <a:alpha val="30000"/>
            </a:srgbClr>
          </a:solidFill>
          <a:ln w="0">
            <a:noFill/>
            <a:prstDash val="solid"/>
          </a:ln>
        </p:spPr>
      </p:sp>
      <p:sp>
        <p:nvSpPr>
          <p:cNvPr id="1252" name="02_predicted_pose_4551">
            <a:extLst>
              <a:ext uri="{FF2B5EF4-FFF2-40B4-BE49-F238E27FC236}">
                <a16:creationId xmlns:a16="http://schemas.microsoft.com/office/drawing/2014/main" id="{98FA742A-5ED1-4850-B7F0-0CDB9E663E5A}"/>
              </a:ext>
            </a:extLst>
          </p:cNvPr>
          <p:cNvSpPr>
            <a:spLocks noGrp="1"/>
          </p:cNvSpPr>
          <p:nvPr/>
        </p:nvSpPr>
        <p:spPr>
          <a:xfrm>
            <a:off x="1367680" y="5971923"/>
            <a:ext cx="28398" cy="28398"/>
          </a:xfrm>
          <a:prstGeom prst="ellipse">
            <a:avLst/>
          </a:prstGeom>
          <a:solidFill>
            <a:srgbClr val="5879BD">
              <a:alpha val="30000"/>
            </a:srgbClr>
          </a:solidFill>
          <a:ln w="0">
            <a:noFill/>
            <a:prstDash val="solid"/>
          </a:ln>
        </p:spPr>
      </p:sp>
      <p:sp>
        <p:nvSpPr>
          <p:cNvPr id="1253" name="02_predicted_pose_4552">
            <a:extLst>
              <a:ext uri="{FF2B5EF4-FFF2-40B4-BE49-F238E27FC236}">
                <a16:creationId xmlns:a16="http://schemas.microsoft.com/office/drawing/2014/main" id="{17B4ED6E-C7D0-4533-9C4A-47439A2DAB37}"/>
              </a:ext>
            </a:extLst>
          </p:cNvPr>
          <p:cNvSpPr>
            <a:spLocks noGrp="1"/>
          </p:cNvSpPr>
          <p:nvPr/>
        </p:nvSpPr>
        <p:spPr>
          <a:xfrm>
            <a:off x="1381461" y="6023591"/>
            <a:ext cx="28398" cy="28398"/>
          </a:xfrm>
          <a:prstGeom prst="ellipse">
            <a:avLst/>
          </a:prstGeom>
          <a:solidFill>
            <a:srgbClr val="5879BD">
              <a:alpha val="30000"/>
            </a:srgbClr>
          </a:solidFill>
          <a:ln w="0">
            <a:noFill/>
            <a:prstDash val="solid"/>
          </a:ln>
        </p:spPr>
      </p:sp>
      <p:sp>
        <p:nvSpPr>
          <p:cNvPr id="1254" name="02_predicted_pose_4553">
            <a:extLst>
              <a:ext uri="{FF2B5EF4-FFF2-40B4-BE49-F238E27FC236}">
                <a16:creationId xmlns:a16="http://schemas.microsoft.com/office/drawing/2014/main" id="{584DE448-3467-412A-906A-A40452842333}"/>
              </a:ext>
            </a:extLst>
          </p:cNvPr>
          <p:cNvSpPr>
            <a:spLocks noGrp="1"/>
          </p:cNvSpPr>
          <p:nvPr/>
        </p:nvSpPr>
        <p:spPr>
          <a:xfrm>
            <a:off x="1176465" y="5989477"/>
            <a:ext cx="28398" cy="28398"/>
          </a:xfrm>
          <a:prstGeom prst="ellipse">
            <a:avLst/>
          </a:prstGeom>
          <a:solidFill>
            <a:srgbClr val="5879BD">
              <a:alpha val="30000"/>
            </a:srgbClr>
          </a:solidFill>
          <a:ln w="0">
            <a:noFill/>
            <a:prstDash val="solid"/>
          </a:ln>
        </p:spPr>
      </p:sp>
      <p:sp>
        <p:nvSpPr>
          <p:cNvPr id="1255" name="02_predicted_pose_4554">
            <a:extLst>
              <a:ext uri="{FF2B5EF4-FFF2-40B4-BE49-F238E27FC236}">
                <a16:creationId xmlns:a16="http://schemas.microsoft.com/office/drawing/2014/main" id="{D28753F0-4845-414F-B605-E23D4F2DEF60}"/>
              </a:ext>
            </a:extLst>
          </p:cNvPr>
          <p:cNvSpPr>
            <a:spLocks noGrp="1"/>
          </p:cNvSpPr>
          <p:nvPr/>
        </p:nvSpPr>
        <p:spPr>
          <a:xfrm>
            <a:off x="1204028" y="6054643"/>
            <a:ext cx="28398" cy="28398"/>
          </a:xfrm>
          <a:prstGeom prst="ellipse">
            <a:avLst/>
          </a:prstGeom>
          <a:solidFill>
            <a:srgbClr val="5879BD">
              <a:alpha val="30000"/>
            </a:srgbClr>
          </a:solidFill>
          <a:ln w="0">
            <a:noFill/>
            <a:prstDash val="solid"/>
          </a:ln>
        </p:spPr>
      </p:sp>
      <p:sp>
        <p:nvSpPr>
          <p:cNvPr id="1256" name="02_predicted_pose_4555">
            <a:extLst>
              <a:ext uri="{FF2B5EF4-FFF2-40B4-BE49-F238E27FC236}">
                <a16:creationId xmlns:a16="http://schemas.microsoft.com/office/drawing/2014/main" id="{F63470D3-428E-4292-8087-710B01B0976D}"/>
              </a:ext>
            </a:extLst>
          </p:cNvPr>
          <p:cNvSpPr>
            <a:spLocks noGrp="1"/>
          </p:cNvSpPr>
          <p:nvPr/>
        </p:nvSpPr>
        <p:spPr>
          <a:xfrm>
            <a:off x="1415570" y="5523191"/>
            <a:ext cx="28398" cy="28398"/>
          </a:xfrm>
          <a:prstGeom prst="ellipse">
            <a:avLst/>
          </a:prstGeom>
          <a:solidFill>
            <a:srgbClr val="5879BD">
              <a:alpha val="30000"/>
            </a:srgbClr>
          </a:solidFill>
          <a:ln w="0">
            <a:noFill/>
            <a:prstDash val="solid"/>
          </a:ln>
        </p:spPr>
      </p:sp>
      <p:sp>
        <p:nvSpPr>
          <p:cNvPr id="1257" name="02_predicted_pose_4556">
            <a:extLst>
              <a:ext uri="{FF2B5EF4-FFF2-40B4-BE49-F238E27FC236}">
                <a16:creationId xmlns:a16="http://schemas.microsoft.com/office/drawing/2014/main" id="{C7FE4D06-1D31-4945-B2A8-961455DFBDD6}"/>
              </a:ext>
            </a:extLst>
          </p:cNvPr>
          <p:cNvSpPr>
            <a:spLocks noGrp="1"/>
          </p:cNvSpPr>
          <p:nvPr/>
        </p:nvSpPr>
        <p:spPr>
          <a:xfrm>
            <a:off x="1450367" y="5971618"/>
            <a:ext cx="28398" cy="28398"/>
          </a:xfrm>
          <a:prstGeom prst="ellipse">
            <a:avLst/>
          </a:prstGeom>
          <a:solidFill>
            <a:srgbClr val="5879BD">
              <a:alpha val="30000"/>
            </a:srgbClr>
          </a:solidFill>
          <a:ln w="0">
            <a:noFill/>
            <a:prstDash val="solid"/>
          </a:ln>
        </p:spPr>
      </p:sp>
      <p:sp>
        <p:nvSpPr>
          <p:cNvPr id="1258" name="02_predicted_pose_4557">
            <a:extLst>
              <a:ext uri="{FF2B5EF4-FFF2-40B4-BE49-F238E27FC236}">
                <a16:creationId xmlns:a16="http://schemas.microsoft.com/office/drawing/2014/main" id="{44288DBD-FB74-4D09-98DC-F91EC3F82207}"/>
              </a:ext>
            </a:extLst>
          </p:cNvPr>
          <p:cNvSpPr>
            <a:spLocks noGrp="1"/>
          </p:cNvSpPr>
          <p:nvPr/>
        </p:nvSpPr>
        <p:spPr>
          <a:xfrm>
            <a:off x="2411953" y="5651268"/>
            <a:ext cx="28398" cy="28398"/>
          </a:xfrm>
          <a:prstGeom prst="ellipse">
            <a:avLst/>
          </a:prstGeom>
          <a:solidFill>
            <a:srgbClr val="B57442">
              <a:alpha val="30000"/>
            </a:srgbClr>
          </a:solidFill>
          <a:ln w="0">
            <a:noFill/>
            <a:prstDash val="solid"/>
          </a:ln>
        </p:spPr>
      </p:sp>
      <p:sp>
        <p:nvSpPr>
          <p:cNvPr id="1259" name="02_predicted_pose_4558">
            <a:extLst>
              <a:ext uri="{FF2B5EF4-FFF2-40B4-BE49-F238E27FC236}">
                <a16:creationId xmlns:a16="http://schemas.microsoft.com/office/drawing/2014/main" id="{69548483-A7AD-430F-891E-D1CA007690C4}"/>
              </a:ext>
            </a:extLst>
          </p:cNvPr>
          <p:cNvSpPr>
            <a:spLocks noGrp="1"/>
          </p:cNvSpPr>
          <p:nvPr/>
        </p:nvSpPr>
        <p:spPr>
          <a:xfrm>
            <a:off x="2425734" y="5644476"/>
            <a:ext cx="28398" cy="28398"/>
          </a:xfrm>
          <a:prstGeom prst="ellipse">
            <a:avLst/>
          </a:prstGeom>
          <a:solidFill>
            <a:srgbClr val="B57442">
              <a:alpha val="30000"/>
            </a:srgbClr>
          </a:solidFill>
          <a:ln w="0">
            <a:noFill/>
            <a:prstDash val="solid"/>
          </a:ln>
        </p:spPr>
      </p:sp>
      <p:sp>
        <p:nvSpPr>
          <p:cNvPr id="1260" name="02_predicted_pose_4559">
            <a:extLst>
              <a:ext uri="{FF2B5EF4-FFF2-40B4-BE49-F238E27FC236}">
                <a16:creationId xmlns:a16="http://schemas.microsoft.com/office/drawing/2014/main" id="{00F37227-1816-49FD-8A35-748CB60D993E}"/>
              </a:ext>
            </a:extLst>
          </p:cNvPr>
          <p:cNvSpPr>
            <a:spLocks noGrp="1"/>
          </p:cNvSpPr>
          <p:nvPr/>
        </p:nvSpPr>
        <p:spPr>
          <a:xfrm>
            <a:off x="2439515" y="5716239"/>
            <a:ext cx="28398" cy="28398"/>
          </a:xfrm>
          <a:prstGeom prst="ellipse">
            <a:avLst/>
          </a:prstGeom>
          <a:solidFill>
            <a:srgbClr val="B57442">
              <a:alpha val="30000"/>
            </a:srgbClr>
          </a:solidFill>
          <a:ln w="0">
            <a:noFill/>
            <a:prstDash val="solid"/>
          </a:ln>
        </p:spPr>
      </p:sp>
      <p:sp>
        <p:nvSpPr>
          <p:cNvPr id="1261" name="02_predicted_pose_4560">
            <a:extLst>
              <a:ext uri="{FF2B5EF4-FFF2-40B4-BE49-F238E27FC236}">
                <a16:creationId xmlns:a16="http://schemas.microsoft.com/office/drawing/2014/main" id="{42DD5BD1-0F90-4134-AB4D-3B7058C7C196}"/>
              </a:ext>
            </a:extLst>
          </p:cNvPr>
          <p:cNvSpPr>
            <a:spLocks noGrp="1"/>
          </p:cNvSpPr>
          <p:nvPr/>
        </p:nvSpPr>
        <p:spPr>
          <a:xfrm>
            <a:off x="2453297" y="5684179"/>
            <a:ext cx="28398" cy="28398"/>
          </a:xfrm>
          <a:prstGeom prst="ellipse">
            <a:avLst/>
          </a:prstGeom>
          <a:solidFill>
            <a:srgbClr val="B57442">
              <a:alpha val="30000"/>
            </a:srgbClr>
          </a:solidFill>
          <a:ln w="0">
            <a:noFill/>
            <a:prstDash val="solid"/>
          </a:ln>
        </p:spPr>
      </p:sp>
      <p:sp>
        <p:nvSpPr>
          <p:cNvPr id="1262" name="02_predicted_pose_4561">
            <a:extLst>
              <a:ext uri="{FF2B5EF4-FFF2-40B4-BE49-F238E27FC236}">
                <a16:creationId xmlns:a16="http://schemas.microsoft.com/office/drawing/2014/main" id="{41CBFCDD-871A-4314-824F-C68031B069F1}"/>
              </a:ext>
            </a:extLst>
          </p:cNvPr>
          <p:cNvSpPr>
            <a:spLocks noGrp="1"/>
          </p:cNvSpPr>
          <p:nvPr/>
        </p:nvSpPr>
        <p:spPr>
          <a:xfrm>
            <a:off x="2467078" y="5666391"/>
            <a:ext cx="28398" cy="28398"/>
          </a:xfrm>
          <a:prstGeom prst="ellipse">
            <a:avLst/>
          </a:prstGeom>
          <a:solidFill>
            <a:srgbClr val="B57442">
              <a:alpha val="30000"/>
            </a:srgbClr>
          </a:solidFill>
          <a:ln w="0">
            <a:noFill/>
            <a:prstDash val="solid"/>
          </a:ln>
        </p:spPr>
      </p:sp>
      <p:sp>
        <p:nvSpPr>
          <p:cNvPr id="1263" name="02_predicted_pose_4562">
            <a:extLst>
              <a:ext uri="{FF2B5EF4-FFF2-40B4-BE49-F238E27FC236}">
                <a16:creationId xmlns:a16="http://schemas.microsoft.com/office/drawing/2014/main" id="{9BC8731F-DF47-48E7-94E2-B53148F6DF87}"/>
              </a:ext>
            </a:extLst>
          </p:cNvPr>
          <p:cNvSpPr>
            <a:spLocks noGrp="1"/>
          </p:cNvSpPr>
          <p:nvPr/>
        </p:nvSpPr>
        <p:spPr>
          <a:xfrm>
            <a:off x="2480859" y="5664892"/>
            <a:ext cx="28398" cy="28398"/>
          </a:xfrm>
          <a:prstGeom prst="ellipse">
            <a:avLst/>
          </a:prstGeom>
          <a:solidFill>
            <a:srgbClr val="B57442">
              <a:alpha val="30000"/>
            </a:srgbClr>
          </a:solidFill>
          <a:ln w="0">
            <a:noFill/>
            <a:prstDash val="solid"/>
          </a:ln>
        </p:spPr>
      </p:sp>
      <p:sp>
        <p:nvSpPr>
          <p:cNvPr id="1264" name="02_predicted_pose_4563">
            <a:extLst>
              <a:ext uri="{FF2B5EF4-FFF2-40B4-BE49-F238E27FC236}">
                <a16:creationId xmlns:a16="http://schemas.microsoft.com/office/drawing/2014/main" id="{798CCB8A-D22B-453C-8C22-9AB316DE2ABF}"/>
              </a:ext>
            </a:extLst>
          </p:cNvPr>
          <p:cNvSpPr>
            <a:spLocks noGrp="1"/>
          </p:cNvSpPr>
          <p:nvPr/>
        </p:nvSpPr>
        <p:spPr>
          <a:xfrm>
            <a:off x="2494640" y="5651264"/>
            <a:ext cx="28398" cy="28398"/>
          </a:xfrm>
          <a:prstGeom prst="ellipse">
            <a:avLst/>
          </a:prstGeom>
          <a:solidFill>
            <a:srgbClr val="B57442">
              <a:alpha val="30000"/>
            </a:srgbClr>
          </a:solidFill>
          <a:ln w="0">
            <a:noFill/>
            <a:prstDash val="solid"/>
          </a:ln>
        </p:spPr>
      </p:sp>
      <p:sp>
        <p:nvSpPr>
          <p:cNvPr id="1265" name="02_predicted_pose_4564">
            <a:extLst>
              <a:ext uri="{FF2B5EF4-FFF2-40B4-BE49-F238E27FC236}">
                <a16:creationId xmlns:a16="http://schemas.microsoft.com/office/drawing/2014/main" id="{D6CCE40C-06F2-4E9C-9E82-134A504E7987}"/>
              </a:ext>
            </a:extLst>
          </p:cNvPr>
          <p:cNvSpPr>
            <a:spLocks noGrp="1"/>
          </p:cNvSpPr>
          <p:nvPr/>
        </p:nvSpPr>
        <p:spPr>
          <a:xfrm>
            <a:off x="2508421" y="5818217"/>
            <a:ext cx="28398" cy="28398"/>
          </a:xfrm>
          <a:prstGeom prst="ellipse">
            <a:avLst/>
          </a:prstGeom>
          <a:solidFill>
            <a:srgbClr val="B57442">
              <a:alpha val="30000"/>
            </a:srgbClr>
          </a:solidFill>
          <a:ln w="0">
            <a:noFill/>
            <a:prstDash val="solid"/>
          </a:ln>
        </p:spPr>
      </p:sp>
      <p:sp>
        <p:nvSpPr>
          <p:cNvPr id="1266" name="02_predicted_pose_4565">
            <a:extLst>
              <a:ext uri="{FF2B5EF4-FFF2-40B4-BE49-F238E27FC236}">
                <a16:creationId xmlns:a16="http://schemas.microsoft.com/office/drawing/2014/main" id="{09399ED6-A1D6-4919-96F6-4D6B84FC3CC0}"/>
              </a:ext>
            </a:extLst>
          </p:cNvPr>
          <p:cNvSpPr>
            <a:spLocks noGrp="1"/>
          </p:cNvSpPr>
          <p:nvPr/>
        </p:nvSpPr>
        <p:spPr>
          <a:xfrm>
            <a:off x="2522203" y="5704621"/>
            <a:ext cx="28398" cy="28398"/>
          </a:xfrm>
          <a:prstGeom prst="ellipse">
            <a:avLst/>
          </a:prstGeom>
          <a:solidFill>
            <a:srgbClr val="B57442">
              <a:alpha val="30000"/>
            </a:srgbClr>
          </a:solidFill>
          <a:ln w="0">
            <a:noFill/>
            <a:prstDash val="solid"/>
          </a:ln>
        </p:spPr>
      </p:sp>
      <p:sp>
        <p:nvSpPr>
          <p:cNvPr id="1267" name="02_predicted_pose_4566">
            <a:extLst>
              <a:ext uri="{FF2B5EF4-FFF2-40B4-BE49-F238E27FC236}">
                <a16:creationId xmlns:a16="http://schemas.microsoft.com/office/drawing/2014/main" id="{9DE51E98-6722-4457-B743-D63D13926EC1}"/>
              </a:ext>
            </a:extLst>
          </p:cNvPr>
          <p:cNvSpPr>
            <a:spLocks noGrp="1"/>
          </p:cNvSpPr>
          <p:nvPr/>
        </p:nvSpPr>
        <p:spPr>
          <a:xfrm>
            <a:off x="2535984" y="5660274"/>
            <a:ext cx="28398" cy="28398"/>
          </a:xfrm>
          <a:prstGeom prst="ellipse">
            <a:avLst/>
          </a:prstGeom>
          <a:solidFill>
            <a:srgbClr val="B57442">
              <a:alpha val="30000"/>
            </a:srgbClr>
          </a:solidFill>
          <a:ln w="0">
            <a:noFill/>
            <a:prstDash val="solid"/>
          </a:ln>
        </p:spPr>
      </p:sp>
      <p:sp>
        <p:nvSpPr>
          <p:cNvPr id="1268" name="02_predicted_pose_4567">
            <a:extLst>
              <a:ext uri="{FF2B5EF4-FFF2-40B4-BE49-F238E27FC236}">
                <a16:creationId xmlns:a16="http://schemas.microsoft.com/office/drawing/2014/main" id="{78C178C4-B002-4308-B687-0CD9EA4BA9BC}"/>
              </a:ext>
            </a:extLst>
          </p:cNvPr>
          <p:cNvSpPr>
            <a:spLocks noGrp="1"/>
          </p:cNvSpPr>
          <p:nvPr/>
        </p:nvSpPr>
        <p:spPr>
          <a:xfrm>
            <a:off x="2425389" y="5659943"/>
            <a:ext cx="28398" cy="28398"/>
          </a:xfrm>
          <a:prstGeom prst="ellipse">
            <a:avLst/>
          </a:prstGeom>
          <a:solidFill>
            <a:srgbClr val="B57442">
              <a:alpha val="30000"/>
            </a:srgbClr>
          </a:solidFill>
          <a:ln w="0">
            <a:noFill/>
            <a:prstDash val="solid"/>
          </a:ln>
        </p:spPr>
      </p:sp>
      <p:sp>
        <p:nvSpPr>
          <p:cNvPr id="1269" name="02_predicted_pose_4568">
            <a:extLst>
              <a:ext uri="{FF2B5EF4-FFF2-40B4-BE49-F238E27FC236}">
                <a16:creationId xmlns:a16="http://schemas.microsoft.com/office/drawing/2014/main" id="{26387368-2F29-476A-AC8A-5AFF025EBFB6}"/>
              </a:ext>
            </a:extLst>
          </p:cNvPr>
          <p:cNvSpPr>
            <a:spLocks noGrp="1"/>
          </p:cNvSpPr>
          <p:nvPr/>
        </p:nvSpPr>
        <p:spPr>
          <a:xfrm>
            <a:off x="2518413" y="5636252"/>
            <a:ext cx="28398" cy="28398"/>
          </a:xfrm>
          <a:prstGeom prst="ellipse">
            <a:avLst/>
          </a:prstGeom>
          <a:solidFill>
            <a:srgbClr val="B57442">
              <a:alpha val="30000"/>
            </a:srgbClr>
          </a:solidFill>
          <a:ln w="0">
            <a:noFill/>
            <a:prstDash val="solid"/>
          </a:ln>
        </p:spPr>
      </p:sp>
      <p:sp>
        <p:nvSpPr>
          <p:cNvPr id="1270" name="02_predicted_pose_4569">
            <a:extLst>
              <a:ext uri="{FF2B5EF4-FFF2-40B4-BE49-F238E27FC236}">
                <a16:creationId xmlns:a16="http://schemas.microsoft.com/office/drawing/2014/main" id="{763D30A2-3633-4EC8-B038-4079DCA1CE24}"/>
              </a:ext>
            </a:extLst>
          </p:cNvPr>
          <p:cNvSpPr>
            <a:spLocks noGrp="1"/>
          </p:cNvSpPr>
          <p:nvPr/>
        </p:nvSpPr>
        <p:spPr>
          <a:xfrm>
            <a:off x="2611436" y="5694624"/>
            <a:ext cx="28398" cy="28398"/>
          </a:xfrm>
          <a:prstGeom prst="ellipse">
            <a:avLst/>
          </a:prstGeom>
          <a:solidFill>
            <a:srgbClr val="B57442">
              <a:alpha val="30000"/>
            </a:srgbClr>
          </a:solidFill>
          <a:ln w="0">
            <a:noFill/>
            <a:prstDash val="solid"/>
          </a:ln>
        </p:spPr>
      </p:sp>
      <p:sp>
        <p:nvSpPr>
          <p:cNvPr id="1271" name="02_predicted_pose_4570">
            <a:extLst>
              <a:ext uri="{FF2B5EF4-FFF2-40B4-BE49-F238E27FC236}">
                <a16:creationId xmlns:a16="http://schemas.microsoft.com/office/drawing/2014/main" id="{3FD1927E-3BC0-47DC-82DD-AE7E2D2FE72C}"/>
              </a:ext>
            </a:extLst>
          </p:cNvPr>
          <p:cNvSpPr>
            <a:spLocks noGrp="1"/>
          </p:cNvSpPr>
          <p:nvPr/>
        </p:nvSpPr>
        <p:spPr>
          <a:xfrm>
            <a:off x="2360962" y="5607206"/>
            <a:ext cx="28398" cy="28398"/>
          </a:xfrm>
          <a:prstGeom prst="ellipse">
            <a:avLst/>
          </a:prstGeom>
          <a:solidFill>
            <a:srgbClr val="B57442">
              <a:alpha val="30000"/>
            </a:srgbClr>
          </a:solidFill>
          <a:ln w="0">
            <a:noFill/>
            <a:prstDash val="solid"/>
          </a:ln>
        </p:spPr>
      </p:sp>
      <p:sp>
        <p:nvSpPr>
          <p:cNvPr id="1272" name="02_predicted_pose_4571">
            <a:extLst>
              <a:ext uri="{FF2B5EF4-FFF2-40B4-BE49-F238E27FC236}">
                <a16:creationId xmlns:a16="http://schemas.microsoft.com/office/drawing/2014/main" id="{87B4D4CB-FBB6-4628-879B-55AD76052593}"/>
              </a:ext>
            </a:extLst>
          </p:cNvPr>
          <p:cNvSpPr>
            <a:spLocks noGrp="1"/>
          </p:cNvSpPr>
          <p:nvPr/>
        </p:nvSpPr>
        <p:spPr>
          <a:xfrm>
            <a:off x="2453986" y="5609361"/>
            <a:ext cx="28398" cy="28398"/>
          </a:xfrm>
          <a:prstGeom prst="ellipse">
            <a:avLst/>
          </a:prstGeom>
          <a:solidFill>
            <a:srgbClr val="B57442">
              <a:alpha val="30000"/>
            </a:srgbClr>
          </a:solidFill>
          <a:ln w="0">
            <a:noFill/>
            <a:prstDash val="solid"/>
          </a:ln>
        </p:spPr>
      </p:sp>
      <p:sp>
        <p:nvSpPr>
          <p:cNvPr id="1273" name="02_predicted_pose_4572">
            <a:extLst>
              <a:ext uri="{FF2B5EF4-FFF2-40B4-BE49-F238E27FC236}">
                <a16:creationId xmlns:a16="http://schemas.microsoft.com/office/drawing/2014/main" id="{220D271B-B980-4DFA-A21F-62567E7AA9BA}"/>
              </a:ext>
            </a:extLst>
          </p:cNvPr>
          <p:cNvSpPr>
            <a:spLocks noGrp="1"/>
          </p:cNvSpPr>
          <p:nvPr/>
        </p:nvSpPr>
        <p:spPr>
          <a:xfrm>
            <a:off x="2547009" y="5678428"/>
            <a:ext cx="28398" cy="28398"/>
          </a:xfrm>
          <a:prstGeom prst="ellipse">
            <a:avLst/>
          </a:prstGeom>
          <a:solidFill>
            <a:srgbClr val="B57442">
              <a:alpha val="30000"/>
            </a:srgbClr>
          </a:solidFill>
          <a:ln w="0">
            <a:noFill/>
            <a:prstDash val="solid"/>
          </a:ln>
        </p:spPr>
      </p:sp>
      <p:sp>
        <p:nvSpPr>
          <p:cNvPr id="1274" name="02_predicted_pose_4573">
            <a:extLst>
              <a:ext uri="{FF2B5EF4-FFF2-40B4-BE49-F238E27FC236}">
                <a16:creationId xmlns:a16="http://schemas.microsoft.com/office/drawing/2014/main" id="{B83DD45F-0C8C-4AC2-ADEB-6B7E48873488}"/>
              </a:ext>
            </a:extLst>
          </p:cNvPr>
          <p:cNvSpPr>
            <a:spLocks noGrp="1"/>
          </p:cNvSpPr>
          <p:nvPr/>
        </p:nvSpPr>
        <p:spPr>
          <a:xfrm>
            <a:off x="2640032" y="5842192"/>
            <a:ext cx="28398" cy="28398"/>
          </a:xfrm>
          <a:prstGeom prst="ellipse">
            <a:avLst/>
          </a:prstGeom>
          <a:solidFill>
            <a:srgbClr val="B57442">
              <a:alpha val="30000"/>
            </a:srgbClr>
          </a:solidFill>
          <a:ln w="0">
            <a:noFill/>
            <a:prstDash val="solid"/>
          </a:ln>
        </p:spPr>
      </p:sp>
      <p:sp>
        <p:nvSpPr>
          <p:cNvPr id="1275" name="02_predicted_pose_4574">
            <a:extLst>
              <a:ext uri="{FF2B5EF4-FFF2-40B4-BE49-F238E27FC236}">
                <a16:creationId xmlns:a16="http://schemas.microsoft.com/office/drawing/2014/main" id="{8BF76FCB-F4D2-4189-A695-376EF71457A6}"/>
              </a:ext>
            </a:extLst>
          </p:cNvPr>
          <p:cNvSpPr>
            <a:spLocks noGrp="1"/>
          </p:cNvSpPr>
          <p:nvPr/>
        </p:nvSpPr>
        <p:spPr>
          <a:xfrm>
            <a:off x="2389558" y="5558458"/>
            <a:ext cx="28398" cy="28398"/>
          </a:xfrm>
          <a:prstGeom prst="ellipse">
            <a:avLst/>
          </a:prstGeom>
          <a:solidFill>
            <a:srgbClr val="B57442">
              <a:alpha val="30000"/>
            </a:srgbClr>
          </a:solidFill>
          <a:ln w="0">
            <a:noFill/>
            <a:prstDash val="solid"/>
          </a:ln>
        </p:spPr>
      </p:sp>
      <p:sp>
        <p:nvSpPr>
          <p:cNvPr id="1276" name="02_predicted_pose_4575">
            <a:extLst>
              <a:ext uri="{FF2B5EF4-FFF2-40B4-BE49-F238E27FC236}">
                <a16:creationId xmlns:a16="http://schemas.microsoft.com/office/drawing/2014/main" id="{FA475BF7-9A26-4EB5-8CF3-3BB9E7DB818B}"/>
              </a:ext>
            </a:extLst>
          </p:cNvPr>
          <p:cNvSpPr>
            <a:spLocks noGrp="1"/>
          </p:cNvSpPr>
          <p:nvPr/>
        </p:nvSpPr>
        <p:spPr>
          <a:xfrm>
            <a:off x="2482582" y="5711748"/>
            <a:ext cx="28398" cy="28398"/>
          </a:xfrm>
          <a:prstGeom prst="ellipse">
            <a:avLst/>
          </a:prstGeom>
          <a:solidFill>
            <a:srgbClr val="B57442">
              <a:alpha val="30000"/>
            </a:srgbClr>
          </a:solidFill>
          <a:ln w="0">
            <a:noFill/>
            <a:prstDash val="solid"/>
          </a:ln>
        </p:spPr>
      </p:sp>
      <p:sp>
        <p:nvSpPr>
          <p:cNvPr id="1277" name="02_predicted_pose_4576">
            <a:extLst>
              <a:ext uri="{FF2B5EF4-FFF2-40B4-BE49-F238E27FC236}">
                <a16:creationId xmlns:a16="http://schemas.microsoft.com/office/drawing/2014/main" id="{DDF5BA76-B668-4F25-9BA3-8534F5A09D55}"/>
              </a:ext>
            </a:extLst>
          </p:cNvPr>
          <p:cNvSpPr>
            <a:spLocks noGrp="1"/>
          </p:cNvSpPr>
          <p:nvPr/>
        </p:nvSpPr>
        <p:spPr>
          <a:xfrm>
            <a:off x="2575605" y="5737834"/>
            <a:ext cx="28398" cy="28398"/>
          </a:xfrm>
          <a:prstGeom prst="ellipse">
            <a:avLst/>
          </a:prstGeom>
          <a:solidFill>
            <a:srgbClr val="B57442">
              <a:alpha val="30000"/>
            </a:srgbClr>
          </a:solidFill>
          <a:ln w="0">
            <a:noFill/>
            <a:prstDash val="solid"/>
          </a:ln>
        </p:spPr>
      </p:sp>
      <p:sp>
        <p:nvSpPr>
          <p:cNvPr id="1278" name="02_predicted_pose_4577">
            <a:extLst>
              <a:ext uri="{FF2B5EF4-FFF2-40B4-BE49-F238E27FC236}">
                <a16:creationId xmlns:a16="http://schemas.microsoft.com/office/drawing/2014/main" id="{BF64EAED-9371-4795-963F-6D7DA9F9F98D}"/>
              </a:ext>
            </a:extLst>
          </p:cNvPr>
          <p:cNvSpPr>
            <a:spLocks noGrp="1"/>
          </p:cNvSpPr>
          <p:nvPr/>
        </p:nvSpPr>
        <p:spPr>
          <a:xfrm>
            <a:off x="2439171" y="5589640"/>
            <a:ext cx="28398" cy="28398"/>
          </a:xfrm>
          <a:prstGeom prst="ellipse">
            <a:avLst/>
          </a:prstGeom>
          <a:solidFill>
            <a:srgbClr val="B57442">
              <a:alpha val="30000"/>
            </a:srgbClr>
          </a:solidFill>
          <a:ln w="0">
            <a:noFill/>
            <a:prstDash val="solid"/>
          </a:ln>
        </p:spPr>
      </p:sp>
      <p:sp>
        <p:nvSpPr>
          <p:cNvPr id="1279" name="02_predicted_pose_4578">
            <a:extLst>
              <a:ext uri="{FF2B5EF4-FFF2-40B4-BE49-F238E27FC236}">
                <a16:creationId xmlns:a16="http://schemas.microsoft.com/office/drawing/2014/main" id="{B20491C3-4CF2-47D0-AE64-865AD4829C5A}"/>
              </a:ext>
            </a:extLst>
          </p:cNvPr>
          <p:cNvSpPr>
            <a:spLocks noGrp="1"/>
          </p:cNvSpPr>
          <p:nvPr/>
        </p:nvSpPr>
        <p:spPr>
          <a:xfrm>
            <a:off x="2532194" y="5760440"/>
            <a:ext cx="28398" cy="28398"/>
          </a:xfrm>
          <a:prstGeom prst="ellipse">
            <a:avLst/>
          </a:prstGeom>
          <a:solidFill>
            <a:srgbClr val="B57442">
              <a:alpha val="30000"/>
            </a:srgbClr>
          </a:solidFill>
          <a:ln w="0">
            <a:noFill/>
            <a:prstDash val="solid"/>
          </a:ln>
        </p:spPr>
      </p:sp>
      <p:sp>
        <p:nvSpPr>
          <p:cNvPr id="1280" name="02_predicted_pose_4579">
            <a:extLst>
              <a:ext uri="{FF2B5EF4-FFF2-40B4-BE49-F238E27FC236}">
                <a16:creationId xmlns:a16="http://schemas.microsoft.com/office/drawing/2014/main" id="{34AE034F-8348-49E1-8978-C6BF54E41C87}"/>
              </a:ext>
            </a:extLst>
          </p:cNvPr>
          <p:cNvSpPr>
            <a:spLocks noGrp="1"/>
          </p:cNvSpPr>
          <p:nvPr/>
        </p:nvSpPr>
        <p:spPr>
          <a:xfrm>
            <a:off x="2625217" y="5677930"/>
            <a:ext cx="28398" cy="28398"/>
          </a:xfrm>
          <a:prstGeom prst="ellipse">
            <a:avLst/>
          </a:prstGeom>
          <a:solidFill>
            <a:srgbClr val="B57442">
              <a:alpha val="30000"/>
            </a:srgbClr>
          </a:solidFill>
          <a:ln w="0">
            <a:noFill/>
            <a:prstDash val="solid"/>
          </a:ln>
        </p:spPr>
      </p:sp>
      <p:sp>
        <p:nvSpPr>
          <p:cNvPr id="1281" name="02_predicted_pose_4580">
            <a:extLst>
              <a:ext uri="{FF2B5EF4-FFF2-40B4-BE49-F238E27FC236}">
                <a16:creationId xmlns:a16="http://schemas.microsoft.com/office/drawing/2014/main" id="{56AF001C-3B61-4392-B132-F119E7B8D83E}"/>
              </a:ext>
            </a:extLst>
          </p:cNvPr>
          <p:cNvSpPr>
            <a:spLocks noGrp="1"/>
          </p:cNvSpPr>
          <p:nvPr/>
        </p:nvSpPr>
        <p:spPr>
          <a:xfrm>
            <a:off x="2374743" y="5744745"/>
            <a:ext cx="28398" cy="28398"/>
          </a:xfrm>
          <a:prstGeom prst="ellipse">
            <a:avLst/>
          </a:prstGeom>
          <a:solidFill>
            <a:srgbClr val="B57442">
              <a:alpha val="30000"/>
            </a:srgbClr>
          </a:solidFill>
          <a:ln w="0">
            <a:noFill/>
            <a:prstDash val="solid"/>
          </a:ln>
        </p:spPr>
      </p:sp>
      <p:sp>
        <p:nvSpPr>
          <p:cNvPr id="1282" name="02_predicted_pose_4581">
            <a:extLst>
              <a:ext uri="{FF2B5EF4-FFF2-40B4-BE49-F238E27FC236}">
                <a16:creationId xmlns:a16="http://schemas.microsoft.com/office/drawing/2014/main" id="{E53E09EF-DB9A-44F5-836C-339719A3094C}"/>
              </a:ext>
            </a:extLst>
          </p:cNvPr>
          <p:cNvSpPr>
            <a:spLocks noGrp="1"/>
          </p:cNvSpPr>
          <p:nvPr/>
        </p:nvSpPr>
        <p:spPr>
          <a:xfrm>
            <a:off x="2467767" y="5660257"/>
            <a:ext cx="28398" cy="28398"/>
          </a:xfrm>
          <a:prstGeom prst="ellipse">
            <a:avLst/>
          </a:prstGeom>
          <a:solidFill>
            <a:srgbClr val="B57442">
              <a:alpha val="30000"/>
            </a:srgbClr>
          </a:solidFill>
          <a:ln w="0">
            <a:noFill/>
            <a:prstDash val="solid"/>
          </a:ln>
        </p:spPr>
      </p:sp>
      <p:sp>
        <p:nvSpPr>
          <p:cNvPr id="1283" name="02_predicted_pose_4582">
            <a:extLst>
              <a:ext uri="{FF2B5EF4-FFF2-40B4-BE49-F238E27FC236}">
                <a16:creationId xmlns:a16="http://schemas.microsoft.com/office/drawing/2014/main" id="{648895F1-5734-4502-85BF-A653F48E2230}"/>
              </a:ext>
            </a:extLst>
          </p:cNvPr>
          <p:cNvSpPr>
            <a:spLocks noGrp="1"/>
          </p:cNvSpPr>
          <p:nvPr/>
        </p:nvSpPr>
        <p:spPr>
          <a:xfrm>
            <a:off x="2560790" y="5801506"/>
            <a:ext cx="28398" cy="28398"/>
          </a:xfrm>
          <a:prstGeom prst="ellipse">
            <a:avLst/>
          </a:prstGeom>
          <a:solidFill>
            <a:srgbClr val="B57442">
              <a:alpha val="30000"/>
            </a:srgbClr>
          </a:solidFill>
          <a:ln w="0">
            <a:noFill/>
            <a:prstDash val="solid"/>
          </a:ln>
        </p:spPr>
      </p:sp>
      <p:sp>
        <p:nvSpPr>
          <p:cNvPr id="1284" name="02_predicted_pose_4583">
            <a:extLst>
              <a:ext uri="{FF2B5EF4-FFF2-40B4-BE49-F238E27FC236}">
                <a16:creationId xmlns:a16="http://schemas.microsoft.com/office/drawing/2014/main" id="{9106D745-90C9-4498-9AEF-6E519E07DFDD}"/>
              </a:ext>
            </a:extLst>
          </p:cNvPr>
          <p:cNvSpPr>
            <a:spLocks noGrp="1"/>
          </p:cNvSpPr>
          <p:nvPr/>
        </p:nvSpPr>
        <p:spPr>
          <a:xfrm>
            <a:off x="2310316" y="5588109"/>
            <a:ext cx="28398" cy="28398"/>
          </a:xfrm>
          <a:prstGeom prst="ellipse">
            <a:avLst/>
          </a:prstGeom>
          <a:solidFill>
            <a:srgbClr val="B57442">
              <a:alpha val="30000"/>
            </a:srgbClr>
          </a:solidFill>
          <a:ln w="0">
            <a:noFill/>
            <a:prstDash val="solid"/>
          </a:ln>
        </p:spPr>
      </p:sp>
      <p:sp>
        <p:nvSpPr>
          <p:cNvPr id="1285" name="02_predicted_pose_4584">
            <a:extLst>
              <a:ext uri="{FF2B5EF4-FFF2-40B4-BE49-F238E27FC236}">
                <a16:creationId xmlns:a16="http://schemas.microsoft.com/office/drawing/2014/main" id="{64D0A328-B954-4982-8496-2DBA022FACCD}"/>
              </a:ext>
            </a:extLst>
          </p:cNvPr>
          <p:cNvSpPr>
            <a:spLocks noGrp="1"/>
          </p:cNvSpPr>
          <p:nvPr/>
        </p:nvSpPr>
        <p:spPr>
          <a:xfrm>
            <a:off x="2403340" y="5727591"/>
            <a:ext cx="28398" cy="28398"/>
          </a:xfrm>
          <a:prstGeom prst="ellipse">
            <a:avLst/>
          </a:prstGeom>
          <a:solidFill>
            <a:srgbClr val="B57442">
              <a:alpha val="30000"/>
            </a:srgbClr>
          </a:solidFill>
          <a:ln w="0">
            <a:noFill/>
            <a:prstDash val="solid"/>
          </a:ln>
        </p:spPr>
      </p:sp>
      <p:sp>
        <p:nvSpPr>
          <p:cNvPr id="1286" name="02_predicted_pose_4585">
            <a:extLst>
              <a:ext uri="{FF2B5EF4-FFF2-40B4-BE49-F238E27FC236}">
                <a16:creationId xmlns:a16="http://schemas.microsoft.com/office/drawing/2014/main" id="{10E5C0E8-F583-4A0C-BB1E-60AE84730370}"/>
              </a:ext>
            </a:extLst>
          </p:cNvPr>
          <p:cNvSpPr>
            <a:spLocks noGrp="1"/>
          </p:cNvSpPr>
          <p:nvPr/>
        </p:nvSpPr>
        <p:spPr>
          <a:xfrm>
            <a:off x="2496363" y="5776460"/>
            <a:ext cx="28398" cy="28398"/>
          </a:xfrm>
          <a:prstGeom prst="ellipse">
            <a:avLst/>
          </a:prstGeom>
          <a:solidFill>
            <a:srgbClr val="B57442">
              <a:alpha val="30000"/>
            </a:srgbClr>
          </a:solidFill>
          <a:ln w="0">
            <a:noFill/>
            <a:prstDash val="solid"/>
          </a:ln>
        </p:spPr>
      </p:sp>
      <p:sp>
        <p:nvSpPr>
          <p:cNvPr id="1287" name="02_predicted_pose_4586">
            <a:extLst>
              <a:ext uri="{FF2B5EF4-FFF2-40B4-BE49-F238E27FC236}">
                <a16:creationId xmlns:a16="http://schemas.microsoft.com/office/drawing/2014/main" id="{D3413A45-2F4C-4620-A1DE-F57E69076202}"/>
              </a:ext>
            </a:extLst>
          </p:cNvPr>
          <p:cNvSpPr>
            <a:spLocks noGrp="1"/>
          </p:cNvSpPr>
          <p:nvPr/>
        </p:nvSpPr>
        <p:spPr>
          <a:xfrm>
            <a:off x="2589386" y="5562599"/>
            <a:ext cx="28398" cy="28398"/>
          </a:xfrm>
          <a:prstGeom prst="ellipse">
            <a:avLst/>
          </a:prstGeom>
          <a:solidFill>
            <a:srgbClr val="B57442">
              <a:alpha val="30000"/>
            </a:srgbClr>
          </a:solidFill>
          <a:ln w="0">
            <a:noFill/>
            <a:prstDash val="solid"/>
          </a:ln>
        </p:spPr>
      </p:sp>
      <p:sp>
        <p:nvSpPr>
          <p:cNvPr id="1288" name="02_predicted_pose_4587">
            <a:extLst>
              <a:ext uri="{FF2B5EF4-FFF2-40B4-BE49-F238E27FC236}">
                <a16:creationId xmlns:a16="http://schemas.microsoft.com/office/drawing/2014/main" id="{D7EE46EA-36BF-463D-98D5-5A73FE83435E}"/>
              </a:ext>
            </a:extLst>
          </p:cNvPr>
          <p:cNvSpPr>
            <a:spLocks noGrp="1"/>
          </p:cNvSpPr>
          <p:nvPr/>
        </p:nvSpPr>
        <p:spPr>
          <a:xfrm>
            <a:off x="2452952" y="5649434"/>
            <a:ext cx="28398" cy="28398"/>
          </a:xfrm>
          <a:prstGeom prst="ellipse">
            <a:avLst/>
          </a:prstGeom>
          <a:solidFill>
            <a:srgbClr val="B57442">
              <a:alpha val="30000"/>
            </a:srgbClr>
          </a:solidFill>
          <a:ln w="0">
            <a:noFill/>
            <a:prstDash val="solid"/>
          </a:ln>
        </p:spPr>
      </p:sp>
      <p:sp>
        <p:nvSpPr>
          <p:cNvPr id="1289" name="02_predicted_pose_4588">
            <a:extLst>
              <a:ext uri="{FF2B5EF4-FFF2-40B4-BE49-F238E27FC236}">
                <a16:creationId xmlns:a16="http://schemas.microsoft.com/office/drawing/2014/main" id="{E7BD2220-762C-47C6-A5F8-DD4EE557BED2}"/>
              </a:ext>
            </a:extLst>
          </p:cNvPr>
          <p:cNvSpPr>
            <a:spLocks noGrp="1"/>
          </p:cNvSpPr>
          <p:nvPr/>
        </p:nvSpPr>
        <p:spPr>
          <a:xfrm>
            <a:off x="2545975" y="5679721"/>
            <a:ext cx="28398" cy="28398"/>
          </a:xfrm>
          <a:prstGeom prst="ellipse">
            <a:avLst/>
          </a:prstGeom>
          <a:solidFill>
            <a:srgbClr val="B57442">
              <a:alpha val="30000"/>
            </a:srgbClr>
          </a:solidFill>
          <a:ln w="0">
            <a:noFill/>
            <a:prstDash val="solid"/>
          </a:ln>
        </p:spPr>
      </p:sp>
      <p:sp>
        <p:nvSpPr>
          <p:cNvPr id="1290" name="02_predicted_pose_4589">
            <a:extLst>
              <a:ext uri="{FF2B5EF4-FFF2-40B4-BE49-F238E27FC236}">
                <a16:creationId xmlns:a16="http://schemas.microsoft.com/office/drawing/2014/main" id="{16A6BED3-8799-43B4-86A9-51E28CFB7680}"/>
              </a:ext>
            </a:extLst>
          </p:cNvPr>
          <p:cNvSpPr>
            <a:spLocks noGrp="1"/>
          </p:cNvSpPr>
          <p:nvPr/>
        </p:nvSpPr>
        <p:spPr>
          <a:xfrm>
            <a:off x="2638999" y="5658778"/>
            <a:ext cx="28398" cy="28398"/>
          </a:xfrm>
          <a:prstGeom prst="ellipse">
            <a:avLst/>
          </a:prstGeom>
          <a:solidFill>
            <a:srgbClr val="B57442">
              <a:alpha val="30000"/>
            </a:srgbClr>
          </a:solidFill>
          <a:ln w="0">
            <a:noFill/>
            <a:prstDash val="solid"/>
          </a:ln>
        </p:spPr>
      </p:sp>
      <p:sp>
        <p:nvSpPr>
          <p:cNvPr id="1291" name="02_predicted_pose_4590">
            <a:extLst>
              <a:ext uri="{FF2B5EF4-FFF2-40B4-BE49-F238E27FC236}">
                <a16:creationId xmlns:a16="http://schemas.microsoft.com/office/drawing/2014/main" id="{61DB0F30-5959-4F26-BE15-D994E51C0C07}"/>
              </a:ext>
            </a:extLst>
          </p:cNvPr>
          <p:cNvSpPr>
            <a:spLocks noGrp="1"/>
          </p:cNvSpPr>
          <p:nvPr/>
        </p:nvSpPr>
        <p:spPr>
          <a:xfrm>
            <a:off x="2388525" y="5571941"/>
            <a:ext cx="28398" cy="28398"/>
          </a:xfrm>
          <a:prstGeom prst="ellipse">
            <a:avLst/>
          </a:prstGeom>
          <a:solidFill>
            <a:srgbClr val="B57442">
              <a:alpha val="30000"/>
            </a:srgbClr>
          </a:solidFill>
          <a:ln w="0">
            <a:noFill/>
            <a:prstDash val="solid"/>
          </a:ln>
        </p:spPr>
      </p:sp>
      <p:sp>
        <p:nvSpPr>
          <p:cNvPr id="1292" name="02_predicted_pose_4591">
            <a:extLst>
              <a:ext uri="{FF2B5EF4-FFF2-40B4-BE49-F238E27FC236}">
                <a16:creationId xmlns:a16="http://schemas.microsoft.com/office/drawing/2014/main" id="{6FD7A6B3-8316-427F-8682-E2D6E57B1A58}"/>
              </a:ext>
            </a:extLst>
          </p:cNvPr>
          <p:cNvSpPr>
            <a:spLocks noGrp="1"/>
          </p:cNvSpPr>
          <p:nvPr/>
        </p:nvSpPr>
        <p:spPr>
          <a:xfrm>
            <a:off x="2481548" y="5775711"/>
            <a:ext cx="28398" cy="28398"/>
          </a:xfrm>
          <a:prstGeom prst="ellipse">
            <a:avLst/>
          </a:prstGeom>
          <a:solidFill>
            <a:srgbClr val="B57442">
              <a:alpha val="30000"/>
            </a:srgbClr>
          </a:solidFill>
          <a:ln w="0">
            <a:noFill/>
            <a:prstDash val="solid"/>
          </a:ln>
        </p:spPr>
      </p:sp>
      <p:sp>
        <p:nvSpPr>
          <p:cNvPr id="1293" name="02_predicted_pose_4592">
            <a:extLst>
              <a:ext uri="{FF2B5EF4-FFF2-40B4-BE49-F238E27FC236}">
                <a16:creationId xmlns:a16="http://schemas.microsoft.com/office/drawing/2014/main" id="{840D6AF2-9D91-4510-A68B-0FC5419FEC97}"/>
              </a:ext>
            </a:extLst>
          </p:cNvPr>
          <p:cNvSpPr>
            <a:spLocks noGrp="1"/>
          </p:cNvSpPr>
          <p:nvPr/>
        </p:nvSpPr>
        <p:spPr>
          <a:xfrm>
            <a:off x="2574571" y="5551397"/>
            <a:ext cx="28398" cy="28398"/>
          </a:xfrm>
          <a:prstGeom prst="ellipse">
            <a:avLst/>
          </a:prstGeom>
          <a:solidFill>
            <a:srgbClr val="B57442">
              <a:alpha val="30000"/>
            </a:srgbClr>
          </a:solidFill>
          <a:ln w="0">
            <a:noFill/>
            <a:prstDash val="solid"/>
          </a:ln>
        </p:spPr>
      </p:sp>
      <p:sp>
        <p:nvSpPr>
          <p:cNvPr id="1294" name="02_predicted_pose_4593">
            <a:extLst>
              <a:ext uri="{FF2B5EF4-FFF2-40B4-BE49-F238E27FC236}">
                <a16:creationId xmlns:a16="http://schemas.microsoft.com/office/drawing/2014/main" id="{D8F47577-66C7-42D6-B387-AD2B3D55EC62}"/>
              </a:ext>
            </a:extLst>
          </p:cNvPr>
          <p:cNvSpPr>
            <a:spLocks noGrp="1"/>
          </p:cNvSpPr>
          <p:nvPr/>
        </p:nvSpPr>
        <p:spPr>
          <a:xfrm>
            <a:off x="2324097" y="5656004"/>
            <a:ext cx="28398" cy="28398"/>
          </a:xfrm>
          <a:prstGeom prst="ellipse">
            <a:avLst/>
          </a:prstGeom>
          <a:solidFill>
            <a:srgbClr val="B57442">
              <a:alpha val="30000"/>
            </a:srgbClr>
          </a:solidFill>
          <a:ln w="0">
            <a:noFill/>
            <a:prstDash val="solid"/>
          </a:ln>
        </p:spPr>
      </p:sp>
      <p:sp>
        <p:nvSpPr>
          <p:cNvPr id="1295" name="02_predicted_pose_4594">
            <a:extLst>
              <a:ext uri="{FF2B5EF4-FFF2-40B4-BE49-F238E27FC236}">
                <a16:creationId xmlns:a16="http://schemas.microsoft.com/office/drawing/2014/main" id="{892393B5-66DF-4A39-A614-3B83135B6A17}"/>
              </a:ext>
            </a:extLst>
          </p:cNvPr>
          <p:cNvSpPr>
            <a:spLocks noGrp="1"/>
          </p:cNvSpPr>
          <p:nvPr/>
        </p:nvSpPr>
        <p:spPr>
          <a:xfrm>
            <a:off x="2417121" y="5747154"/>
            <a:ext cx="28398" cy="28398"/>
          </a:xfrm>
          <a:prstGeom prst="ellipse">
            <a:avLst/>
          </a:prstGeom>
          <a:solidFill>
            <a:srgbClr val="B57442">
              <a:alpha val="30000"/>
            </a:srgbClr>
          </a:solidFill>
          <a:ln w="0">
            <a:noFill/>
            <a:prstDash val="solid"/>
          </a:ln>
        </p:spPr>
      </p:sp>
      <p:sp>
        <p:nvSpPr>
          <p:cNvPr id="1296" name="02_predicted_pose_4595">
            <a:extLst>
              <a:ext uri="{FF2B5EF4-FFF2-40B4-BE49-F238E27FC236}">
                <a16:creationId xmlns:a16="http://schemas.microsoft.com/office/drawing/2014/main" id="{E9317664-ACD7-4110-B61F-657D3C0DDCBB}"/>
              </a:ext>
            </a:extLst>
          </p:cNvPr>
          <p:cNvSpPr>
            <a:spLocks noGrp="1"/>
          </p:cNvSpPr>
          <p:nvPr/>
        </p:nvSpPr>
        <p:spPr>
          <a:xfrm>
            <a:off x="2510144" y="5709006"/>
            <a:ext cx="28398" cy="28398"/>
          </a:xfrm>
          <a:prstGeom prst="ellipse">
            <a:avLst/>
          </a:prstGeom>
          <a:solidFill>
            <a:srgbClr val="B57442">
              <a:alpha val="30000"/>
            </a:srgbClr>
          </a:solidFill>
          <a:ln w="0">
            <a:noFill/>
            <a:prstDash val="solid"/>
          </a:ln>
        </p:spPr>
      </p:sp>
      <p:sp>
        <p:nvSpPr>
          <p:cNvPr id="1297" name="02_predicted_pose_4596">
            <a:extLst>
              <a:ext uri="{FF2B5EF4-FFF2-40B4-BE49-F238E27FC236}">
                <a16:creationId xmlns:a16="http://schemas.microsoft.com/office/drawing/2014/main" id="{19C83D5C-EC92-4421-BFDE-82E65C3988B7}"/>
              </a:ext>
            </a:extLst>
          </p:cNvPr>
          <p:cNvSpPr>
            <a:spLocks noGrp="1"/>
          </p:cNvSpPr>
          <p:nvPr/>
        </p:nvSpPr>
        <p:spPr>
          <a:xfrm>
            <a:off x="2603167" y="5780825"/>
            <a:ext cx="28398" cy="28398"/>
          </a:xfrm>
          <a:prstGeom prst="ellipse">
            <a:avLst/>
          </a:prstGeom>
          <a:solidFill>
            <a:srgbClr val="B57442">
              <a:alpha val="30000"/>
            </a:srgbClr>
          </a:solidFill>
          <a:ln w="0">
            <a:noFill/>
            <a:prstDash val="solid"/>
          </a:ln>
        </p:spPr>
      </p:sp>
      <p:sp>
        <p:nvSpPr>
          <p:cNvPr id="1298" name="02_predicted_pose_4597">
            <a:extLst>
              <a:ext uri="{FF2B5EF4-FFF2-40B4-BE49-F238E27FC236}">
                <a16:creationId xmlns:a16="http://schemas.microsoft.com/office/drawing/2014/main" id="{1CAB4345-998F-45F1-971C-ABABF02A503B}"/>
              </a:ext>
            </a:extLst>
          </p:cNvPr>
          <p:cNvSpPr>
            <a:spLocks noGrp="1"/>
          </p:cNvSpPr>
          <p:nvPr/>
        </p:nvSpPr>
        <p:spPr>
          <a:xfrm>
            <a:off x="2466733" y="5594667"/>
            <a:ext cx="28398" cy="28398"/>
          </a:xfrm>
          <a:prstGeom prst="ellipse">
            <a:avLst/>
          </a:prstGeom>
          <a:solidFill>
            <a:srgbClr val="B57442">
              <a:alpha val="30000"/>
            </a:srgbClr>
          </a:solidFill>
          <a:ln w="0">
            <a:noFill/>
            <a:prstDash val="solid"/>
          </a:ln>
        </p:spPr>
      </p:sp>
      <p:sp>
        <p:nvSpPr>
          <p:cNvPr id="1299" name="02_predicted_pose_4598">
            <a:extLst>
              <a:ext uri="{FF2B5EF4-FFF2-40B4-BE49-F238E27FC236}">
                <a16:creationId xmlns:a16="http://schemas.microsoft.com/office/drawing/2014/main" id="{2DEB5303-E4F6-479E-B6A8-89D70425A577}"/>
              </a:ext>
            </a:extLst>
          </p:cNvPr>
          <p:cNvSpPr>
            <a:spLocks noGrp="1"/>
          </p:cNvSpPr>
          <p:nvPr/>
        </p:nvSpPr>
        <p:spPr>
          <a:xfrm>
            <a:off x="2559757" y="5591159"/>
            <a:ext cx="28398" cy="28398"/>
          </a:xfrm>
          <a:prstGeom prst="ellipse">
            <a:avLst/>
          </a:prstGeom>
          <a:solidFill>
            <a:srgbClr val="B57442">
              <a:alpha val="30000"/>
            </a:srgbClr>
          </a:solidFill>
          <a:ln w="0">
            <a:noFill/>
            <a:prstDash val="solid"/>
          </a:ln>
        </p:spPr>
      </p:sp>
      <p:sp>
        <p:nvSpPr>
          <p:cNvPr id="1300" name="02_predicted_pose_4599">
            <a:extLst>
              <a:ext uri="{FF2B5EF4-FFF2-40B4-BE49-F238E27FC236}">
                <a16:creationId xmlns:a16="http://schemas.microsoft.com/office/drawing/2014/main" id="{54096DEC-FB6F-4EAF-BF1E-2A3868F71475}"/>
              </a:ext>
            </a:extLst>
          </p:cNvPr>
          <p:cNvSpPr>
            <a:spLocks noGrp="1"/>
          </p:cNvSpPr>
          <p:nvPr/>
        </p:nvSpPr>
        <p:spPr>
          <a:xfrm>
            <a:off x="2309283" y="5642230"/>
            <a:ext cx="28398" cy="28398"/>
          </a:xfrm>
          <a:prstGeom prst="ellipse">
            <a:avLst/>
          </a:prstGeom>
          <a:solidFill>
            <a:srgbClr val="B57442">
              <a:alpha val="30000"/>
            </a:srgbClr>
          </a:solidFill>
          <a:ln w="0">
            <a:noFill/>
            <a:prstDash val="solid"/>
          </a:ln>
        </p:spPr>
      </p:sp>
      <p:sp>
        <p:nvSpPr>
          <p:cNvPr id="1301" name="02_predicted_pose_4600">
            <a:extLst>
              <a:ext uri="{FF2B5EF4-FFF2-40B4-BE49-F238E27FC236}">
                <a16:creationId xmlns:a16="http://schemas.microsoft.com/office/drawing/2014/main" id="{46256D01-C76F-44DB-9B31-B95C48217D50}"/>
              </a:ext>
            </a:extLst>
          </p:cNvPr>
          <p:cNvSpPr>
            <a:spLocks noGrp="1"/>
          </p:cNvSpPr>
          <p:nvPr/>
        </p:nvSpPr>
        <p:spPr>
          <a:xfrm>
            <a:off x="2402306" y="5614709"/>
            <a:ext cx="28398" cy="28398"/>
          </a:xfrm>
          <a:prstGeom prst="ellipse">
            <a:avLst/>
          </a:prstGeom>
          <a:solidFill>
            <a:srgbClr val="B57442">
              <a:alpha val="30000"/>
            </a:srgbClr>
          </a:solidFill>
          <a:ln w="0">
            <a:noFill/>
            <a:prstDash val="solid"/>
          </a:ln>
        </p:spPr>
      </p:sp>
      <p:sp>
        <p:nvSpPr>
          <p:cNvPr id="1302" name="02_predicted_pose_4601">
            <a:extLst>
              <a:ext uri="{FF2B5EF4-FFF2-40B4-BE49-F238E27FC236}">
                <a16:creationId xmlns:a16="http://schemas.microsoft.com/office/drawing/2014/main" id="{D323C373-0D3D-45E5-B598-0C8229A350FF}"/>
              </a:ext>
            </a:extLst>
          </p:cNvPr>
          <p:cNvSpPr>
            <a:spLocks noGrp="1"/>
          </p:cNvSpPr>
          <p:nvPr/>
        </p:nvSpPr>
        <p:spPr>
          <a:xfrm>
            <a:off x="2495329" y="5859760"/>
            <a:ext cx="28398" cy="28398"/>
          </a:xfrm>
          <a:prstGeom prst="ellipse">
            <a:avLst/>
          </a:prstGeom>
          <a:solidFill>
            <a:srgbClr val="B57442">
              <a:alpha val="30000"/>
            </a:srgbClr>
          </a:solidFill>
          <a:ln w="0">
            <a:noFill/>
            <a:prstDash val="solid"/>
          </a:ln>
        </p:spPr>
      </p:sp>
      <p:sp>
        <p:nvSpPr>
          <p:cNvPr id="1303" name="02_predicted_pose_4602">
            <a:extLst>
              <a:ext uri="{FF2B5EF4-FFF2-40B4-BE49-F238E27FC236}">
                <a16:creationId xmlns:a16="http://schemas.microsoft.com/office/drawing/2014/main" id="{4651E653-35AE-4A3D-8EB8-6F474D9044CF}"/>
              </a:ext>
            </a:extLst>
          </p:cNvPr>
          <p:cNvSpPr>
            <a:spLocks noGrp="1"/>
          </p:cNvSpPr>
          <p:nvPr/>
        </p:nvSpPr>
        <p:spPr>
          <a:xfrm>
            <a:off x="2588353" y="5763399"/>
            <a:ext cx="28398" cy="28398"/>
          </a:xfrm>
          <a:prstGeom prst="ellipse">
            <a:avLst/>
          </a:prstGeom>
          <a:solidFill>
            <a:srgbClr val="B57442">
              <a:alpha val="30000"/>
            </a:srgbClr>
          </a:solidFill>
          <a:ln w="0">
            <a:noFill/>
            <a:prstDash val="solid"/>
          </a:ln>
        </p:spPr>
      </p:sp>
      <p:sp>
        <p:nvSpPr>
          <p:cNvPr id="1304" name="02_predicted_pose_4603">
            <a:extLst>
              <a:ext uri="{FF2B5EF4-FFF2-40B4-BE49-F238E27FC236}">
                <a16:creationId xmlns:a16="http://schemas.microsoft.com/office/drawing/2014/main" id="{BFD593F1-AA49-4F0D-A184-367FD71B22DC}"/>
              </a:ext>
            </a:extLst>
          </p:cNvPr>
          <p:cNvSpPr>
            <a:spLocks noGrp="1"/>
          </p:cNvSpPr>
          <p:nvPr/>
        </p:nvSpPr>
        <p:spPr>
          <a:xfrm>
            <a:off x="2337879" y="5542020"/>
            <a:ext cx="28398" cy="28398"/>
          </a:xfrm>
          <a:prstGeom prst="ellipse">
            <a:avLst/>
          </a:prstGeom>
          <a:solidFill>
            <a:srgbClr val="B57442">
              <a:alpha val="30000"/>
            </a:srgbClr>
          </a:solidFill>
          <a:ln w="0">
            <a:noFill/>
            <a:prstDash val="solid"/>
          </a:ln>
        </p:spPr>
      </p:sp>
      <p:sp>
        <p:nvSpPr>
          <p:cNvPr id="1305" name="02_predicted_pose_4604">
            <a:extLst>
              <a:ext uri="{FF2B5EF4-FFF2-40B4-BE49-F238E27FC236}">
                <a16:creationId xmlns:a16="http://schemas.microsoft.com/office/drawing/2014/main" id="{F19E4E72-FF32-4BC1-9CB1-07F33BC87624}"/>
              </a:ext>
            </a:extLst>
          </p:cNvPr>
          <p:cNvSpPr>
            <a:spLocks noGrp="1"/>
          </p:cNvSpPr>
          <p:nvPr/>
        </p:nvSpPr>
        <p:spPr>
          <a:xfrm>
            <a:off x="2430902" y="5739989"/>
            <a:ext cx="28398" cy="28398"/>
          </a:xfrm>
          <a:prstGeom prst="ellipse">
            <a:avLst/>
          </a:prstGeom>
          <a:solidFill>
            <a:srgbClr val="B57442">
              <a:alpha val="30000"/>
            </a:srgbClr>
          </a:solidFill>
          <a:ln w="0">
            <a:noFill/>
            <a:prstDash val="solid"/>
          </a:ln>
        </p:spPr>
      </p:sp>
      <p:sp>
        <p:nvSpPr>
          <p:cNvPr id="1306" name="02_predicted_pose_4605">
            <a:extLst>
              <a:ext uri="{FF2B5EF4-FFF2-40B4-BE49-F238E27FC236}">
                <a16:creationId xmlns:a16="http://schemas.microsoft.com/office/drawing/2014/main" id="{D49FA961-F5A9-4789-ADEB-B2A8C3B24813}"/>
              </a:ext>
            </a:extLst>
          </p:cNvPr>
          <p:cNvSpPr>
            <a:spLocks noGrp="1"/>
          </p:cNvSpPr>
          <p:nvPr/>
        </p:nvSpPr>
        <p:spPr>
          <a:xfrm>
            <a:off x="2523925" y="5620062"/>
            <a:ext cx="28398" cy="28398"/>
          </a:xfrm>
          <a:prstGeom prst="ellipse">
            <a:avLst/>
          </a:prstGeom>
          <a:solidFill>
            <a:srgbClr val="B57442">
              <a:alpha val="30000"/>
            </a:srgbClr>
          </a:solidFill>
          <a:ln w="0">
            <a:noFill/>
            <a:prstDash val="solid"/>
          </a:ln>
        </p:spPr>
      </p:sp>
      <p:sp>
        <p:nvSpPr>
          <p:cNvPr id="1307" name="02_predicted_pose_4606">
            <a:extLst>
              <a:ext uri="{FF2B5EF4-FFF2-40B4-BE49-F238E27FC236}">
                <a16:creationId xmlns:a16="http://schemas.microsoft.com/office/drawing/2014/main" id="{14D3832E-CD49-4361-8AD2-F52EB031C66A}"/>
              </a:ext>
            </a:extLst>
          </p:cNvPr>
          <p:cNvSpPr>
            <a:spLocks noGrp="1"/>
          </p:cNvSpPr>
          <p:nvPr/>
        </p:nvSpPr>
        <p:spPr>
          <a:xfrm>
            <a:off x="2616949" y="5537473"/>
            <a:ext cx="28398" cy="28398"/>
          </a:xfrm>
          <a:prstGeom prst="ellipse">
            <a:avLst/>
          </a:prstGeom>
          <a:solidFill>
            <a:srgbClr val="B57442">
              <a:alpha val="30000"/>
            </a:srgbClr>
          </a:solidFill>
          <a:ln w="0">
            <a:noFill/>
            <a:prstDash val="solid"/>
          </a:ln>
        </p:spPr>
      </p:sp>
      <p:sp>
        <p:nvSpPr>
          <p:cNvPr id="1308" name="02_predicted_pose_4607">
            <a:extLst>
              <a:ext uri="{FF2B5EF4-FFF2-40B4-BE49-F238E27FC236}">
                <a16:creationId xmlns:a16="http://schemas.microsoft.com/office/drawing/2014/main" id="{B6A83FFE-DEFE-4B63-AA5A-16CBF72795D6}"/>
              </a:ext>
            </a:extLst>
          </p:cNvPr>
          <p:cNvSpPr>
            <a:spLocks noGrp="1"/>
          </p:cNvSpPr>
          <p:nvPr/>
        </p:nvSpPr>
        <p:spPr>
          <a:xfrm>
            <a:off x="2480514" y="5734276"/>
            <a:ext cx="28398" cy="28398"/>
          </a:xfrm>
          <a:prstGeom prst="ellipse">
            <a:avLst/>
          </a:prstGeom>
          <a:solidFill>
            <a:srgbClr val="B57442">
              <a:alpha val="30000"/>
            </a:srgbClr>
          </a:solidFill>
          <a:ln w="0">
            <a:noFill/>
            <a:prstDash val="solid"/>
          </a:ln>
        </p:spPr>
      </p:sp>
      <p:sp>
        <p:nvSpPr>
          <p:cNvPr id="1309" name="02_predicted_pose_4608">
            <a:extLst>
              <a:ext uri="{FF2B5EF4-FFF2-40B4-BE49-F238E27FC236}">
                <a16:creationId xmlns:a16="http://schemas.microsoft.com/office/drawing/2014/main" id="{1E998A6B-C9A3-400E-974F-E0818248E5FB}"/>
              </a:ext>
            </a:extLst>
          </p:cNvPr>
          <p:cNvSpPr>
            <a:spLocks noGrp="1"/>
          </p:cNvSpPr>
          <p:nvPr/>
        </p:nvSpPr>
        <p:spPr>
          <a:xfrm>
            <a:off x="2573538" y="5659904"/>
            <a:ext cx="28398" cy="28398"/>
          </a:xfrm>
          <a:prstGeom prst="ellipse">
            <a:avLst/>
          </a:prstGeom>
          <a:solidFill>
            <a:srgbClr val="B57442">
              <a:alpha val="30000"/>
            </a:srgbClr>
          </a:solidFill>
          <a:ln w="0">
            <a:noFill/>
            <a:prstDash val="solid"/>
          </a:ln>
        </p:spPr>
      </p:sp>
      <p:sp>
        <p:nvSpPr>
          <p:cNvPr id="1310" name="02_predicted_pose_4609">
            <a:extLst>
              <a:ext uri="{FF2B5EF4-FFF2-40B4-BE49-F238E27FC236}">
                <a16:creationId xmlns:a16="http://schemas.microsoft.com/office/drawing/2014/main" id="{43BAA83C-ED2E-4D95-93CD-7B264C265A5F}"/>
              </a:ext>
            </a:extLst>
          </p:cNvPr>
          <p:cNvSpPr>
            <a:spLocks noGrp="1"/>
          </p:cNvSpPr>
          <p:nvPr/>
        </p:nvSpPr>
        <p:spPr>
          <a:xfrm>
            <a:off x="2323064" y="5770717"/>
            <a:ext cx="28398" cy="28398"/>
          </a:xfrm>
          <a:prstGeom prst="ellipse">
            <a:avLst/>
          </a:prstGeom>
          <a:solidFill>
            <a:srgbClr val="B57442">
              <a:alpha val="30000"/>
            </a:srgbClr>
          </a:solidFill>
          <a:ln w="0">
            <a:noFill/>
            <a:prstDash val="solid"/>
          </a:ln>
        </p:spPr>
      </p:sp>
      <p:sp>
        <p:nvSpPr>
          <p:cNvPr id="1311" name="02_predicted_pose_4610">
            <a:extLst>
              <a:ext uri="{FF2B5EF4-FFF2-40B4-BE49-F238E27FC236}">
                <a16:creationId xmlns:a16="http://schemas.microsoft.com/office/drawing/2014/main" id="{0CF400FD-D9D8-454C-B358-F1A713548832}"/>
              </a:ext>
            </a:extLst>
          </p:cNvPr>
          <p:cNvSpPr>
            <a:spLocks noGrp="1"/>
          </p:cNvSpPr>
          <p:nvPr/>
        </p:nvSpPr>
        <p:spPr>
          <a:xfrm>
            <a:off x="2416087" y="5752845"/>
            <a:ext cx="28398" cy="28398"/>
          </a:xfrm>
          <a:prstGeom prst="ellipse">
            <a:avLst/>
          </a:prstGeom>
          <a:solidFill>
            <a:srgbClr val="B57442">
              <a:alpha val="30000"/>
            </a:srgbClr>
          </a:solidFill>
          <a:ln w="0">
            <a:noFill/>
            <a:prstDash val="solid"/>
          </a:ln>
        </p:spPr>
      </p:sp>
      <p:sp>
        <p:nvSpPr>
          <p:cNvPr id="1312" name="02_predicted_pose_4611">
            <a:extLst>
              <a:ext uri="{FF2B5EF4-FFF2-40B4-BE49-F238E27FC236}">
                <a16:creationId xmlns:a16="http://schemas.microsoft.com/office/drawing/2014/main" id="{A8FCCB3E-71DB-479C-A609-2C3761989C75}"/>
              </a:ext>
            </a:extLst>
          </p:cNvPr>
          <p:cNvSpPr>
            <a:spLocks noGrp="1"/>
          </p:cNvSpPr>
          <p:nvPr/>
        </p:nvSpPr>
        <p:spPr>
          <a:xfrm>
            <a:off x="2509110" y="5638646"/>
            <a:ext cx="28398" cy="28398"/>
          </a:xfrm>
          <a:prstGeom prst="ellipse">
            <a:avLst/>
          </a:prstGeom>
          <a:solidFill>
            <a:srgbClr val="B57442">
              <a:alpha val="30000"/>
            </a:srgbClr>
          </a:solidFill>
          <a:ln w="0">
            <a:noFill/>
            <a:prstDash val="solid"/>
          </a:ln>
        </p:spPr>
      </p:sp>
      <p:sp>
        <p:nvSpPr>
          <p:cNvPr id="1313" name="02_predicted_pose_4612">
            <a:extLst>
              <a:ext uri="{FF2B5EF4-FFF2-40B4-BE49-F238E27FC236}">
                <a16:creationId xmlns:a16="http://schemas.microsoft.com/office/drawing/2014/main" id="{86F7A282-5596-47CD-92F1-E1FA5C7888C8}"/>
              </a:ext>
            </a:extLst>
          </p:cNvPr>
          <p:cNvSpPr>
            <a:spLocks noGrp="1"/>
          </p:cNvSpPr>
          <p:nvPr/>
        </p:nvSpPr>
        <p:spPr>
          <a:xfrm>
            <a:off x="2602134" y="5616926"/>
            <a:ext cx="28398" cy="28398"/>
          </a:xfrm>
          <a:prstGeom prst="ellipse">
            <a:avLst/>
          </a:prstGeom>
          <a:solidFill>
            <a:srgbClr val="B57442">
              <a:alpha val="30000"/>
            </a:srgbClr>
          </a:solidFill>
          <a:ln w="0">
            <a:noFill/>
            <a:prstDash val="solid"/>
          </a:ln>
        </p:spPr>
      </p:sp>
      <p:sp>
        <p:nvSpPr>
          <p:cNvPr id="1314" name="02_predicted_pose_4613">
            <a:extLst>
              <a:ext uri="{FF2B5EF4-FFF2-40B4-BE49-F238E27FC236}">
                <a16:creationId xmlns:a16="http://schemas.microsoft.com/office/drawing/2014/main" id="{576CBD4D-7E21-44C8-A77E-17908217135C}"/>
              </a:ext>
            </a:extLst>
          </p:cNvPr>
          <p:cNvSpPr>
            <a:spLocks noGrp="1"/>
          </p:cNvSpPr>
          <p:nvPr/>
        </p:nvSpPr>
        <p:spPr>
          <a:xfrm>
            <a:off x="2351660" y="5784690"/>
            <a:ext cx="28398" cy="28398"/>
          </a:xfrm>
          <a:prstGeom prst="ellipse">
            <a:avLst/>
          </a:prstGeom>
          <a:solidFill>
            <a:srgbClr val="B57442">
              <a:alpha val="30000"/>
            </a:srgbClr>
          </a:solidFill>
          <a:ln w="0">
            <a:noFill/>
            <a:prstDash val="solid"/>
          </a:ln>
        </p:spPr>
      </p:sp>
      <p:sp>
        <p:nvSpPr>
          <p:cNvPr id="1315" name="02_predicted_pose_4614">
            <a:extLst>
              <a:ext uri="{FF2B5EF4-FFF2-40B4-BE49-F238E27FC236}">
                <a16:creationId xmlns:a16="http://schemas.microsoft.com/office/drawing/2014/main" id="{596ACB93-17B6-40CE-A274-570AD93397FC}"/>
              </a:ext>
            </a:extLst>
          </p:cNvPr>
          <p:cNvSpPr>
            <a:spLocks noGrp="1"/>
          </p:cNvSpPr>
          <p:nvPr/>
        </p:nvSpPr>
        <p:spPr>
          <a:xfrm>
            <a:off x="2444683" y="5739400"/>
            <a:ext cx="28398" cy="28398"/>
          </a:xfrm>
          <a:prstGeom prst="ellipse">
            <a:avLst/>
          </a:prstGeom>
          <a:solidFill>
            <a:srgbClr val="B57442">
              <a:alpha val="30000"/>
            </a:srgbClr>
          </a:solidFill>
          <a:ln w="0">
            <a:noFill/>
            <a:prstDash val="solid"/>
          </a:ln>
        </p:spPr>
      </p:sp>
      <p:sp>
        <p:nvSpPr>
          <p:cNvPr id="1316" name="02_predicted_pose_4615">
            <a:extLst>
              <a:ext uri="{FF2B5EF4-FFF2-40B4-BE49-F238E27FC236}">
                <a16:creationId xmlns:a16="http://schemas.microsoft.com/office/drawing/2014/main" id="{71CC0FA8-45D6-4C80-B508-D23147D7A2C7}"/>
              </a:ext>
            </a:extLst>
          </p:cNvPr>
          <p:cNvSpPr>
            <a:spLocks noGrp="1"/>
          </p:cNvSpPr>
          <p:nvPr/>
        </p:nvSpPr>
        <p:spPr>
          <a:xfrm>
            <a:off x="2537707" y="5600162"/>
            <a:ext cx="28398" cy="28398"/>
          </a:xfrm>
          <a:prstGeom prst="ellipse">
            <a:avLst/>
          </a:prstGeom>
          <a:solidFill>
            <a:srgbClr val="B57442">
              <a:alpha val="30000"/>
            </a:srgbClr>
          </a:solidFill>
          <a:ln w="0">
            <a:noFill/>
            <a:prstDash val="solid"/>
          </a:ln>
        </p:spPr>
      </p:sp>
      <p:sp>
        <p:nvSpPr>
          <p:cNvPr id="1317" name="02_predicted_pose_4616">
            <a:extLst>
              <a:ext uri="{FF2B5EF4-FFF2-40B4-BE49-F238E27FC236}">
                <a16:creationId xmlns:a16="http://schemas.microsoft.com/office/drawing/2014/main" id="{197ED5EB-CFF8-4D62-A464-EFDC60E9A39C}"/>
              </a:ext>
            </a:extLst>
          </p:cNvPr>
          <p:cNvSpPr>
            <a:spLocks noGrp="1"/>
          </p:cNvSpPr>
          <p:nvPr/>
        </p:nvSpPr>
        <p:spPr>
          <a:xfrm>
            <a:off x="2630730" y="5851818"/>
            <a:ext cx="28398" cy="28398"/>
          </a:xfrm>
          <a:prstGeom prst="ellipse">
            <a:avLst/>
          </a:prstGeom>
          <a:solidFill>
            <a:srgbClr val="B57442">
              <a:alpha val="30000"/>
            </a:srgbClr>
          </a:solidFill>
          <a:ln w="0">
            <a:noFill/>
            <a:prstDash val="solid"/>
          </a:ln>
        </p:spPr>
      </p:sp>
      <p:sp>
        <p:nvSpPr>
          <p:cNvPr id="1318" name="02_predicted_pose_4617">
            <a:extLst>
              <a:ext uri="{FF2B5EF4-FFF2-40B4-BE49-F238E27FC236}">
                <a16:creationId xmlns:a16="http://schemas.microsoft.com/office/drawing/2014/main" id="{E26A3172-FC4D-4C60-8E1A-5DD2CBCAF48D}"/>
              </a:ext>
            </a:extLst>
          </p:cNvPr>
          <p:cNvSpPr>
            <a:spLocks noGrp="1"/>
          </p:cNvSpPr>
          <p:nvPr/>
        </p:nvSpPr>
        <p:spPr>
          <a:xfrm>
            <a:off x="2587319" y="5544237"/>
            <a:ext cx="28398" cy="28398"/>
          </a:xfrm>
          <a:prstGeom prst="ellipse">
            <a:avLst/>
          </a:prstGeom>
          <a:solidFill>
            <a:srgbClr val="B57442">
              <a:alpha val="30000"/>
            </a:srgbClr>
          </a:solidFill>
          <a:ln w="0">
            <a:noFill/>
            <a:prstDash val="solid"/>
          </a:ln>
        </p:spPr>
      </p:sp>
      <p:sp>
        <p:nvSpPr>
          <p:cNvPr id="1319" name="02_predicted_pose_4618">
            <a:extLst>
              <a:ext uri="{FF2B5EF4-FFF2-40B4-BE49-F238E27FC236}">
                <a16:creationId xmlns:a16="http://schemas.microsoft.com/office/drawing/2014/main" id="{BE22EDA4-8E1B-4E7A-AC19-7C2D2DBBC9B9}"/>
              </a:ext>
            </a:extLst>
          </p:cNvPr>
          <p:cNvSpPr>
            <a:spLocks noGrp="1"/>
          </p:cNvSpPr>
          <p:nvPr/>
        </p:nvSpPr>
        <p:spPr>
          <a:xfrm>
            <a:off x="2336845" y="5715232"/>
            <a:ext cx="28398" cy="28398"/>
          </a:xfrm>
          <a:prstGeom prst="ellipse">
            <a:avLst/>
          </a:prstGeom>
          <a:solidFill>
            <a:srgbClr val="B57442">
              <a:alpha val="30000"/>
            </a:srgbClr>
          </a:solidFill>
          <a:ln w="0">
            <a:noFill/>
            <a:prstDash val="solid"/>
          </a:ln>
        </p:spPr>
      </p:sp>
      <p:sp>
        <p:nvSpPr>
          <p:cNvPr id="1320" name="02_predicted_pose_4619">
            <a:extLst>
              <a:ext uri="{FF2B5EF4-FFF2-40B4-BE49-F238E27FC236}">
                <a16:creationId xmlns:a16="http://schemas.microsoft.com/office/drawing/2014/main" id="{86152146-4BA4-4D20-992E-7895F3744CCE}"/>
              </a:ext>
            </a:extLst>
          </p:cNvPr>
          <p:cNvSpPr>
            <a:spLocks noGrp="1"/>
          </p:cNvSpPr>
          <p:nvPr/>
        </p:nvSpPr>
        <p:spPr>
          <a:xfrm>
            <a:off x="2429868" y="5600175"/>
            <a:ext cx="28398" cy="28398"/>
          </a:xfrm>
          <a:prstGeom prst="ellipse">
            <a:avLst/>
          </a:prstGeom>
          <a:solidFill>
            <a:srgbClr val="B57442">
              <a:alpha val="30000"/>
            </a:srgbClr>
          </a:solidFill>
          <a:ln w="0">
            <a:noFill/>
            <a:prstDash val="solid"/>
          </a:ln>
        </p:spPr>
      </p:sp>
      <p:sp>
        <p:nvSpPr>
          <p:cNvPr id="1321" name="02_predicted_pose_4620">
            <a:extLst>
              <a:ext uri="{FF2B5EF4-FFF2-40B4-BE49-F238E27FC236}">
                <a16:creationId xmlns:a16="http://schemas.microsoft.com/office/drawing/2014/main" id="{AB49FF6A-043B-4FFA-A9C3-5738007FDE2A}"/>
              </a:ext>
            </a:extLst>
          </p:cNvPr>
          <p:cNvSpPr>
            <a:spLocks noGrp="1"/>
          </p:cNvSpPr>
          <p:nvPr/>
        </p:nvSpPr>
        <p:spPr>
          <a:xfrm>
            <a:off x="2522892" y="5598188"/>
            <a:ext cx="28398" cy="28398"/>
          </a:xfrm>
          <a:prstGeom prst="ellipse">
            <a:avLst/>
          </a:prstGeom>
          <a:solidFill>
            <a:srgbClr val="B57442">
              <a:alpha val="30000"/>
            </a:srgbClr>
          </a:solidFill>
          <a:ln w="0">
            <a:noFill/>
            <a:prstDash val="solid"/>
          </a:ln>
        </p:spPr>
      </p:sp>
      <p:sp>
        <p:nvSpPr>
          <p:cNvPr id="1322" name="02_predicted_pose_4621">
            <a:extLst>
              <a:ext uri="{FF2B5EF4-FFF2-40B4-BE49-F238E27FC236}">
                <a16:creationId xmlns:a16="http://schemas.microsoft.com/office/drawing/2014/main" id="{F997F1FB-954F-4B9E-9286-DB6D5B017899}"/>
              </a:ext>
            </a:extLst>
          </p:cNvPr>
          <p:cNvSpPr>
            <a:spLocks noGrp="1"/>
          </p:cNvSpPr>
          <p:nvPr/>
        </p:nvSpPr>
        <p:spPr>
          <a:xfrm>
            <a:off x="2615915" y="5600211"/>
            <a:ext cx="28398" cy="28398"/>
          </a:xfrm>
          <a:prstGeom prst="ellipse">
            <a:avLst/>
          </a:prstGeom>
          <a:solidFill>
            <a:srgbClr val="B57442">
              <a:alpha val="30000"/>
            </a:srgbClr>
          </a:solidFill>
          <a:ln w="0">
            <a:noFill/>
            <a:prstDash val="solid"/>
          </a:ln>
        </p:spPr>
      </p:sp>
      <p:sp>
        <p:nvSpPr>
          <p:cNvPr id="1323" name="02_predicted_pose_4622">
            <a:extLst>
              <a:ext uri="{FF2B5EF4-FFF2-40B4-BE49-F238E27FC236}">
                <a16:creationId xmlns:a16="http://schemas.microsoft.com/office/drawing/2014/main" id="{C1D865AC-96A0-4DF9-A202-6BBBB4DE6E21}"/>
              </a:ext>
            </a:extLst>
          </p:cNvPr>
          <p:cNvSpPr>
            <a:spLocks noGrp="1"/>
          </p:cNvSpPr>
          <p:nvPr/>
        </p:nvSpPr>
        <p:spPr>
          <a:xfrm>
            <a:off x="2365441" y="5633739"/>
            <a:ext cx="28398" cy="28398"/>
          </a:xfrm>
          <a:prstGeom prst="ellipse">
            <a:avLst/>
          </a:prstGeom>
          <a:solidFill>
            <a:srgbClr val="B57442">
              <a:alpha val="30000"/>
            </a:srgbClr>
          </a:solidFill>
          <a:ln w="0">
            <a:noFill/>
            <a:prstDash val="solid"/>
          </a:ln>
        </p:spPr>
      </p:sp>
      <p:sp>
        <p:nvSpPr>
          <p:cNvPr id="1324" name="02_predicted_pose_4623">
            <a:extLst>
              <a:ext uri="{FF2B5EF4-FFF2-40B4-BE49-F238E27FC236}">
                <a16:creationId xmlns:a16="http://schemas.microsoft.com/office/drawing/2014/main" id="{BD3AB802-C7BE-4805-A69B-11DB297EBF6A}"/>
              </a:ext>
            </a:extLst>
          </p:cNvPr>
          <p:cNvSpPr>
            <a:spLocks noGrp="1"/>
          </p:cNvSpPr>
          <p:nvPr/>
        </p:nvSpPr>
        <p:spPr>
          <a:xfrm>
            <a:off x="2458464" y="5588790"/>
            <a:ext cx="28398" cy="28398"/>
          </a:xfrm>
          <a:prstGeom prst="ellipse">
            <a:avLst/>
          </a:prstGeom>
          <a:solidFill>
            <a:srgbClr val="B57442">
              <a:alpha val="30000"/>
            </a:srgbClr>
          </a:solidFill>
          <a:ln w="0">
            <a:noFill/>
            <a:prstDash val="solid"/>
          </a:ln>
        </p:spPr>
      </p:sp>
      <p:sp>
        <p:nvSpPr>
          <p:cNvPr id="1325" name="02_predicted_pose_4624">
            <a:extLst>
              <a:ext uri="{FF2B5EF4-FFF2-40B4-BE49-F238E27FC236}">
                <a16:creationId xmlns:a16="http://schemas.microsoft.com/office/drawing/2014/main" id="{DC89CC5B-B0EC-4FA8-A88F-F952EAEC0F73}"/>
              </a:ext>
            </a:extLst>
          </p:cNvPr>
          <p:cNvSpPr>
            <a:spLocks noGrp="1"/>
          </p:cNvSpPr>
          <p:nvPr/>
        </p:nvSpPr>
        <p:spPr>
          <a:xfrm>
            <a:off x="2551488" y="5787235"/>
            <a:ext cx="28398" cy="28398"/>
          </a:xfrm>
          <a:prstGeom prst="ellipse">
            <a:avLst/>
          </a:prstGeom>
          <a:solidFill>
            <a:srgbClr val="B57442">
              <a:alpha val="30000"/>
            </a:srgbClr>
          </a:solidFill>
          <a:ln w="0">
            <a:noFill/>
            <a:prstDash val="solid"/>
          </a:ln>
        </p:spPr>
      </p:sp>
      <p:sp>
        <p:nvSpPr>
          <p:cNvPr id="1326" name="02_predicted_pose_4625">
            <a:extLst>
              <a:ext uri="{FF2B5EF4-FFF2-40B4-BE49-F238E27FC236}">
                <a16:creationId xmlns:a16="http://schemas.microsoft.com/office/drawing/2014/main" id="{D1860D0A-998F-47C3-A079-41122235AE90}"/>
              </a:ext>
            </a:extLst>
          </p:cNvPr>
          <p:cNvSpPr>
            <a:spLocks noGrp="1"/>
          </p:cNvSpPr>
          <p:nvPr/>
        </p:nvSpPr>
        <p:spPr>
          <a:xfrm>
            <a:off x="2301014" y="5582635"/>
            <a:ext cx="28398" cy="28398"/>
          </a:xfrm>
          <a:prstGeom prst="ellipse">
            <a:avLst/>
          </a:prstGeom>
          <a:solidFill>
            <a:srgbClr val="B57442">
              <a:alpha val="30000"/>
            </a:srgbClr>
          </a:solidFill>
          <a:ln w="0">
            <a:noFill/>
            <a:prstDash val="solid"/>
          </a:ln>
        </p:spPr>
      </p:sp>
      <p:sp>
        <p:nvSpPr>
          <p:cNvPr id="1327" name="02_predicted_pose_4626">
            <a:extLst>
              <a:ext uri="{FF2B5EF4-FFF2-40B4-BE49-F238E27FC236}">
                <a16:creationId xmlns:a16="http://schemas.microsoft.com/office/drawing/2014/main" id="{0471BFC1-0563-433C-A8AD-B2C8EB422542}"/>
              </a:ext>
            </a:extLst>
          </p:cNvPr>
          <p:cNvSpPr>
            <a:spLocks noGrp="1"/>
          </p:cNvSpPr>
          <p:nvPr/>
        </p:nvSpPr>
        <p:spPr>
          <a:xfrm>
            <a:off x="2508077" y="5700056"/>
            <a:ext cx="28398" cy="28398"/>
          </a:xfrm>
          <a:prstGeom prst="ellipse">
            <a:avLst/>
          </a:prstGeom>
          <a:solidFill>
            <a:srgbClr val="B57442">
              <a:alpha val="30000"/>
            </a:srgbClr>
          </a:solidFill>
          <a:ln w="0">
            <a:noFill/>
            <a:prstDash val="solid"/>
          </a:ln>
        </p:spPr>
      </p:sp>
      <p:sp>
        <p:nvSpPr>
          <p:cNvPr id="1328" name="02_predicted_pose_4627">
            <a:extLst>
              <a:ext uri="{FF2B5EF4-FFF2-40B4-BE49-F238E27FC236}">
                <a16:creationId xmlns:a16="http://schemas.microsoft.com/office/drawing/2014/main" id="{16B8D71D-8F88-4FFC-A12E-D5F9D8B7CEA6}"/>
              </a:ext>
            </a:extLst>
          </p:cNvPr>
          <p:cNvSpPr>
            <a:spLocks noGrp="1"/>
          </p:cNvSpPr>
          <p:nvPr/>
        </p:nvSpPr>
        <p:spPr>
          <a:xfrm>
            <a:off x="2601100" y="5633862"/>
            <a:ext cx="28398" cy="28398"/>
          </a:xfrm>
          <a:prstGeom prst="ellipse">
            <a:avLst/>
          </a:prstGeom>
          <a:solidFill>
            <a:srgbClr val="B57442">
              <a:alpha val="30000"/>
            </a:srgbClr>
          </a:solidFill>
          <a:ln w="0">
            <a:noFill/>
            <a:prstDash val="solid"/>
          </a:ln>
        </p:spPr>
      </p:sp>
      <p:sp>
        <p:nvSpPr>
          <p:cNvPr id="1329" name="02_predicted_pose_4628">
            <a:extLst>
              <a:ext uri="{FF2B5EF4-FFF2-40B4-BE49-F238E27FC236}">
                <a16:creationId xmlns:a16="http://schemas.microsoft.com/office/drawing/2014/main" id="{C9245C45-D1F1-48F7-A89E-8B7D558FC306}"/>
              </a:ext>
            </a:extLst>
          </p:cNvPr>
          <p:cNvSpPr>
            <a:spLocks noGrp="1"/>
          </p:cNvSpPr>
          <p:nvPr/>
        </p:nvSpPr>
        <p:spPr>
          <a:xfrm>
            <a:off x="2350626" y="5774507"/>
            <a:ext cx="28398" cy="28398"/>
          </a:xfrm>
          <a:prstGeom prst="ellipse">
            <a:avLst/>
          </a:prstGeom>
          <a:solidFill>
            <a:srgbClr val="B57442">
              <a:alpha val="30000"/>
            </a:srgbClr>
          </a:solidFill>
          <a:ln w="0">
            <a:noFill/>
            <a:prstDash val="solid"/>
          </a:ln>
        </p:spPr>
      </p:sp>
      <p:sp>
        <p:nvSpPr>
          <p:cNvPr id="1330" name="02_predicted_pose_4629">
            <a:extLst>
              <a:ext uri="{FF2B5EF4-FFF2-40B4-BE49-F238E27FC236}">
                <a16:creationId xmlns:a16="http://schemas.microsoft.com/office/drawing/2014/main" id="{EDBC11BF-456F-492F-ACB5-B3050F228557}"/>
              </a:ext>
            </a:extLst>
          </p:cNvPr>
          <p:cNvSpPr>
            <a:spLocks noGrp="1"/>
          </p:cNvSpPr>
          <p:nvPr/>
        </p:nvSpPr>
        <p:spPr>
          <a:xfrm>
            <a:off x="2443650" y="5623409"/>
            <a:ext cx="28398" cy="28398"/>
          </a:xfrm>
          <a:prstGeom prst="ellipse">
            <a:avLst/>
          </a:prstGeom>
          <a:solidFill>
            <a:srgbClr val="B57442">
              <a:alpha val="30000"/>
            </a:srgbClr>
          </a:solidFill>
          <a:ln w="0">
            <a:noFill/>
            <a:prstDash val="solid"/>
          </a:ln>
        </p:spPr>
      </p:sp>
      <p:sp>
        <p:nvSpPr>
          <p:cNvPr id="1331" name="02_predicted_pose_4630">
            <a:extLst>
              <a:ext uri="{FF2B5EF4-FFF2-40B4-BE49-F238E27FC236}">
                <a16:creationId xmlns:a16="http://schemas.microsoft.com/office/drawing/2014/main" id="{42E5162A-74E4-4861-86F3-B90A82BC6E90}"/>
              </a:ext>
            </a:extLst>
          </p:cNvPr>
          <p:cNvSpPr>
            <a:spLocks noGrp="1"/>
          </p:cNvSpPr>
          <p:nvPr/>
        </p:nvSpPr>
        <p:spPr>
          <a:xfrm>
            <a:off x="2536673" y="5722893"/>
            <a:ext cx="28398" cy="28398"/>
          </a:xfrm>
          <a:prstGeom prst="ellipse">
            <a:avLst/>
          </a:prstGeom>
          <a:solidFill>
            <a:srgbClr val="B57442">
              <a:alpha val="30000"/>
            </a:srgbClr>
          </a:solidFill>
          <a:ln w="0">
            <a:noFill/>
            <a:prstDash val="solid"/>
          </a:ln>
        </p:spPr>
      </p:sp>
      <p:sp>
        <p:nvSpPr>
          <p:cNvPr id="1332" name="02_predicted_pose_4631">
            <a:extLst>
              <a:ext uri="{FF2B5EF4-FFF2-40B4-BE49-F238E27FC236}">
                <a16:creationId xmlns:a16="http://schemas.microsoft.com/office/drawing/2014/main" id="{3EDD7CC3-CA27-4274-A8F0-DF07CE907E0E}"/>
              </a:ext>
            </a:extLst>
          </p:cNvPr>
          <p:cNvSpPr>
            <a:spLocks noGrp="1"/>
          </p:cNvSpPr>
          <p:nvPr/>
        </p:nvSpPr>
        <p:spPr>
          <a:xfrm>
            <a:off x="2629696" y="5764591"/>
            <a:ext cx="28398" cy="28398"/>
          </a:xfrm>
          <a:prstGeom prst="ellipse">
            <a:avLst/>
          </a:prstGeom>
          <a:solidFill>
            <a:srgbClr val="B57442">
              <a:alpha val="30000"/>
            </a:srgbClr>
          </a:solidFill>
          <a:ln w="0">
            <a:noFill/>
            <a:prstDash val="solid"/>
          </a:ln>
        </p:spPr>
      </p:sp>
      <p:sp>
        <p:nvSpPr>
          <p:cNvPr id="1333" name="02_predicted_pose_4632">
            <a:extLst>
              <a:ext uri="{FF2B5EF4-FFF2-40B4-BE49-F238E27FC236}">
                <a16:creationId xmlns:a16="http://schemas.microsoft.com/office/drawing/2014/main" id="{EE1002EF-D3F4-438A-9ADB-6C4B881F4D26}"/>
              </a:ext>
            </a:extLst>
          </p:cNvPr>
          <p:cNvSpPr>
            <a:spLocks noGrp="1"/>
          </p:cNvSpPr>
          <p:nvPr/>
        </p:nvSpPr>
        <p:spPr>
          <a:xfrm>
            <a:off x="2379222" y="5643799"/>
            <a:ext cx="28398" cy="28398"/>
          </a:xfrm>
          <a:prstGeom prst="ellipse">
            <a:avLst/>
          </a:prstGeom>
          <a:solidFill>
            <a:srgbClr val="B57442">
              <a:alpha val="30000"/>
            </a:srgbClr>
          </a:solidFill>
          <a:ln w="0">
            <a:noFill/>
            <a:prstDash val="solid"/>
          </a:ln>
        </p:spPr>
      </p:sp>
      <p:sp>
        <p:nvSpPr>
          <p:cNvPr id="1334" name="02_predicted_pose_4633">
            <a:extLst>
              <a:ext uri="{FF2B5EF4-FFF2-40B4-BE49-F238E27FC236}">
                <a16:creationId xmlns:a16="http://schemas.microsoft.com/office/drawing/2014/main" id="{B7FF1157-D50D-4066-B06E-5726BA1CFFEF}"/>
              </a:ext>
            </a:extLst>
          </p:cNvPr>
          <p:cNvSpPr>
            <a:spLocks noGrp="1"/>
          </p:cNvSpPr>
          <p:nvPr/>
        </p:nvSpPr>
        <p:spPr>
          <a:xfrm>
            <a:off x="2472246" y="5772557"/>
            <a:ext cx="28398" cy="28398"/>
          </a:xfrm>
          <a:prstGeom prst="ellipse">
            <a:avLst/>
          </a:prstGeom>
          <a:solidFill>
            <a:srgbClr val="B57442">
              <a:alpha val="30000"/>
            </a:srgbClr>
          </a:solidFill>
          <a:ln w="0">
            <a:noFill/>
            <a:prstDash val="solid"/>
          </a:ln>
        </p:spPr>
      </p:sp>
      <p:sp>
        <p:nvSpPr>
          <p:cNvPr id="1335" name="02_predicted_pose_4634">
            <a:extLst>
              <a:ext uri="{FF2B5EF4-FFF2-40B4-BE49-F238E27FC236}">
                <a16:creationId xmlns:a16="http://schemas.microsoft.com/office/drawing/2014/main" id="{2BFA6269-6286-4F96-B59D-D79E70E66EAD}"/>
              </a:ext>
            </a:extLst>
          </p:cNvPr>
          <p:cNvSpPr>
            <a:spLocks noGrp="1"/>
          </p:cNvSpPr>
          <p:nvPr/>
        </p:nvSpPr>
        <p:spPr>
          <a:xfrm>
            <a:off x="2436414" y="5762652"/>
            <a:ext cx="28398" cy="28398"/>
          </a:xfrm>
          <a:prstGeom prst="ellipse">
            <a:avLst/>
          </a:prstGeom>
          <a:solidFill>
            <a:srgbClr val="B57442">
              <a:alpha val="30000"/>
            </a:srgbClr>
          </a:solidFill>
          <a:ln w="0">
            <a:noFill/>
            <a:prstDash val="solid"/>
          </a:ln>
        </p:spPr>
      </p:sp>
      <p:sp>
        <p:nvSpPr>
          <p:cNvPr id="1336" name="02_predicted_pose_4635">
            <a:extLst>
              <a:ext uri="{FF2B5EF4-FFF2-40B4-BE49-F238E27FC236}">
                <a16:creationId xmlns:a16="http://schemas.microsoft.com/office/drawing/2014/main" id="{E140F8F4-0C1F-400B-ACFA-52081BCC842B}"/>
              </a:ext>
            </a:extLst>
          </p:cNvPr>
          <p:cNvSpPr>
            <a:spLocks noGrp="1"/>
          </p:cNvSpPr>
          <p:nvPr/>
        </p:nvSpPr>
        <p:spPr>
          <a:xfrm>
            <a:off x="2450196" y="5712845"/>
            <a:ext cx="28398" cy="28398"/>
          </a:xfrm>
          <a:prstGeom prst="ellipse">
            <a:avLst/>
          </a:prstGeom>
          <a:solidFill>
            <a:srgbClr val="B57442">
              <a:alpha val="30000"/>
            </a:srgbClr>
          </a:solidFill>
          <a:ln w="0">
            <a:noFill/>
            <a:prstDash val="solid"/>
          </a:ln>
        </p:spPr>
      </p:sp>
      <p:sp>
        <p:nvSpPr>
          <p:cNvPr id="1337" name="02_predicted_pose_4636">
            <a:extLst>
              <a:ext uri="{FF2B5EF4-FFF2-40B4-BE49-F238E27FC236}">
                <a16:creationId xmlns:a16="http://schemas.microsoft.com/office/drawing/2014/main" id="{F28E74B6-8FA9-4A5E-BAB4-38A5824C9781}"/>
              </a:ext>
            </a:extLst>
          </p:cNvPr>
          <p:cNvSpPr>
            <a:spLocks noGrp="1"/>
          </p:cNvSpPr>
          <p:nvPr/>
        </p:nvSpPr>
        <p:spPr>
          <a:xfrm>
            <a:off x="2428146" y="5582337"/>
            <a:ext cx="28398" cy="28398"/>
          </a:xfrm>
          <a:prstGeom prst="ellipse">
            <a:avLst/>
          </a:prstGeom>
          <a:solidFill>
            <a:srgbClr val="B57442">
              <a:alpha val="30000"/>
            </a:srgbClr>
          </a:solidFill>
          <a:ln w="0">
            <a:noFill/>
            <a:prstDash val="solid"/>
          </a:ln>
        </p:spPr>
      </p:sp>
      <p:sp>
        <p:nvSpPr>
          <p:cNvPr id="1338" name="02_predicted_pose_4637">
            <a:extLst>
              <a:ext uri="{FF2B5EF4-FFF2-40B4-BE49-F238E27FC236}">
                <a16:creationId xmlns:a16="http://schemas.microsoft.com/office/drawing/2014/main" id="{5F9886DE-E853-432A-85BE-9CFB9BCEC151}"/>
              </a:ext>
            </a:extLst>
          </p:cNvPr>
          <p:cNvSpPr>
            <a:spLocks noGrp="1"/>
          </p:cNvSpPr>
          <p:nvPr/>
        </p:nvSpPr>
        <p:spPr>
          <a:xfrm>
            <a:off x="2455708" y="5542949"/>
            <a:ext cx="28398" cy="28398"/>
          </a:xfrm>
          <a:prstGeom prst="ellipse">
            <a:avLst/>
          </a:prstGeom>
          <a:solidFill>
            <a:srgbClr val="B57442">
              <a:alpha val="30000"/>
            </a:srgbClr>
          </a:solidFill>
          <a:ln w="0">
            <a:noFill/>
            <a:prstDash val="solid"/>
          </a:ln>
        </p:spPr>
      </p:sp>
      <p:sp>
        <p:nvSpPr>
          <p:cNvPr id="1339" name="02_predicted_pose_4638">
            <a:extLst>
              <a:ext uri="{FF2B5EF4-FFF2-40B4-BE49-F238E27FC236}">
                <a16:creationId xmlns:a16="http://schemas.microsoft.com/office/drawing/2014/main" id="{7CC79E73-5A07-403F-954C-0F8B5858F86B}"/>
              </a:ext>
            </a:extLst>
          </p:cNvPr>
          <p:cNvSpPr>
            <a:spLocks noGrp="1"/>
          </p:cNvSpPr>
          <p:nvPr/>
        </p:nvSpPr>
        <p:spPr>
          <a:xfrm>
            <a:off x="2483271" y="5671843"/>
            <a:ext cx="28398" cy="28398"/>
          </a:xfrm>
          <a:prstGeom prst="ellipse">
            <a:avLst/>
          </a:prstGeom>
          <a:solidFill>
            <a:srgbClr val="B57442">
              <a:alpha val="30000"/>
            </a:srgbClr>
          </a:solidFill>
          <a:ln w="0">
            <a:noFill/>
            <a:prstDash val="solid"/>
          </a:ln>
        </p:spPr>
      </p:sp>
      <p:sp>
        <p:nvSpPr>
          <p:cNvPr id="1340" name="02_predicted_pose_4639">
            <a:extLst>
              <a:ext uri="{FF2B5EF4-FFF2-40B4-BE49-F238E27FC236}">
                <a16:creationId xmlns:a16="http://schemas.microsoft.com/office/drawing/2014/main" id="{1C9ACF49-0DD2-48FD-8023-DEB07980D1EE}"/>
              </a:ext>
            </a:extLst>
          </p:cNvPr>
          <p:cNvSpPr>
            <a:spLocks noGrp="1"/>
          </p:cNvSpPr>
          <p:nvPr/>
        </p:nvSpPr>
        <p:spPr>
          <a:xfrm>
            <a:off x="2465700" y="5700102"/>
            <a:ext cx="28398" cy="28398"/>
          </a:xfrm>
          <a:prstGeom prst="ellipse">
            <a:avLst/>
          </a:prstGeom>
          <a:solidFill>
            <a:srgbClr val="B57442">
              <a:alpha val="30000"/>
            </a:srgbClr>
          </a:solidFill>
          <a:ln w="0">
            <a:noFill/>
            <a:prstDash val="solid"/>
          </a:ln>
        </p:spPr>
      </p:sp>
      <p:sp>
        <p:nvSpPr>
          <p:cNvPr id="1341" name="02_predicted_pose_4640">
            <a:extLst>
              <a:ext uri="{FF2B5EF4-FFF2-40B4-BE49-F238E27FC236}">
                <a16:creationId xmlns:a16="http://schemas.microsoft.com/office/drawing/2014/main" id="{7EB3BF5E-F0D0-45A4-B850-FAACE5BB3CB6}"/>
              </a:ext>
            </a:extLst>
          </p:cNvPr>
          <p:cNvSpPr>
            <a:spLocks noGrp="1"/>
          </p:cNvSpPr>
          <p:nvPr/>
        </p:nvSpPr>
        <p:spPr>
          <a:xfrm>
            <a:off x="2308249" y="5796145"/>
            <a:ext cx="28398" cy="28398"/>
          </a:xfrm>
          <a:prstGeom prst="ellipse">
            <a:avLst/>
          </a:prstGeom>
          <a:solidFill>
            <a:srgbClr val="B57442">
              <a:alpha val="30000"/>
            </a:srgbClr>
          </a:solidFill>
          <a:ln w="0">
            <a:noFill/>
            <a:prstDash val="solid"/>
          </a:ln>
        </p:spPr>
      </p:sp>
      <p:sp>
        <p:nvSpPr>
          <p:cNvPr id="1342" name="02_predicted_pose_4641">
            <a:extLst>
              <a:ext uri="{FF2B5EF4-FFF2-40B4-BE49-F238E27FC236}">
                <a16:creationId xmlns:a16="http://schemas.microsoft.com/office/drawing/2014/main" id="{6FEAF442-C71D-4628-97DE-2FD442139B9B}"/>
              </a:ext>
            </a:extLst>
          </p:cNvPr>
          <p:cNvSpPr>
            <a:spLocks noGrp="1"/>
          </p:cNvSpPr>
          <p:nvPr/>
        </p:nvSpPr>
        <p:spPr>
          <a:xfrm>
            <a:off x="2494296" y="5768352"/>
            <a:ext cx="28398" cy="28398"/>
          </a:xfrm>
          <a:prstGeom prst="ellipse">
            <a:avLst/>
          </a:prstGeom>
          <a:solidFill>
            <a:srgbClr val="B57442">
              <a:alpha val="30000"/>
            </a:srgbClr>
          </a:solidFill>
          <a:ln w="0">
            <a:noFill/>
            <a:prstDash val="solid"/>
          </a:ln>
        </p:spPr>
      </p:sp>
      <p:sp>
        <p:nvSpPr>
          <p:cNvPr id="1343" name="02_predicted_pose_4642">
            <a:extLst>
              <a:ext uri="{FF2B5EF4-FFF2-40B4-BE49-F238E27FC236}">
                <a16:creationId xmlns:a16="http://schemas.microsoft.com/office/drawing/2014/main" id="{20EB4E9E-E02F-4F24-BF57-6781DB022058}"/>
              </a:ext>
            </a:extLst>
          </p:cNvPr>
          <p:cNvSpPr>
            <a:spLocks noGrp="1"/>
          </p:cNvSpPr>
          <p:nvPr/>
        </p:nvSpPr>
        <p:spPr>
          <a:xfrm>
            <a:off x="2336845" y="5751941"/>
            <a:ext cx="28398" cy="28398"/>
          </a:xfrm>
          <a:prstGeom prst="ellipse">
            <a:avLst/>
          </a:prstGeom>
          <a:solidFill>
            <a:srgbClr val="B57442">
              <a:alpha val="30000"/>
            </a:srgbClr>
          </a:solidFill>
          <a:ln w="0">
            <a:noFill/>
            <a:prstDash val="solid"/>
          </a:ln>
        </p:spPr>
      </p:sp>
      <p:sp>
        <p:nvSpPr>
          <p:cNvPr id="1344" name="02_predicted_pose_4643">
            <a:extLst>
              <a:ext uri="{FF2B5EF4-FFF2-40B4-BE49-F238E27FC236}">
                <a16:creationId xmlns:a16="http://schemas.microsoft.com/office/drawing/2014/main" id="{4395998A-8235-4F31-B621-09A7E18215F7}"/>
              </a:ext>
            </a:extLst>
          </p:cNvPr>
          <p:cNvSpPr>
            <a:spLocks noGrp="1"/>
          </p:cNvSpPr>
          <p:nvPr/>
        </p:nvSpPr>
        <p:spPr>
          <a:xfrm>
            <a:off x="2474657" y="5864080"/>
            <a:ext cx="28398" cy="28398"/>
          </a:xfrm>
          <a:prstGeom prst="ellipse">
            <a:avLst/>
          </a:prstGeom>
          <a:solidFill>
            <a:srgbClr val="B57442">
              <a:alpha val="30000"/>
            </a:srgbClr>
          </a:solidFill>
          <a:ln w="0">
            <a:noFill/>
            <a:prstDash val="solid"/>
          </a:ln>
        </p:spPr>
      </p:sp>
      <p:sp>
        <p:nvSpPr>
          <p:cNvPr id="1345" name="02_predicted_pose_4644">
            <a:extLst>
              <a:ext uri="{FF2B5EF4-FFF2-40B4-BE49-F238E27FC236}">
                <a16:creationId xmlns:a16="http://schemas.microsoft.com/office/drawing/2014/main" id="{63E71E37-8C63-4FDD-9FAB-1B04FA7A59C1}"/>
              </a:ext>
            </a:extLst>
          </p:cNvPr>
          <p:cNvSpPr>
            <a:spLocks noGrp="1"/>
          </p:cNvSpPr>
          <p:nvPr/>
        </p:nvSpPr>
        <p:spPr>
          <a:xfrm>
            <a:off x="2488439" y="5569712"/>
            <a:ext cx="28398" cy="28398"/>
          </a:xfrm>
          <a:prstGeom prst="ellipse">
            <a:avLst/>
          </a:prstGeom>
          <a:solidFill>
            <a:srgbClr val="B57442">
              <a:alpha val="30000"/>
            </a:srgbClr>
          </a:solidFill>
          <a:ln w="0">
            <a:noFill/>
            <a:prstDash val="solid"/>
          </a:ln>
        </p:spPr>
      </p:sp>
      <p:sp>
        <p:nvSpPr>
          <p:cNvPr id="1346" name="02_predicted_pose_4645">
            <a:extLst>
              <a:ext uri="{FF2B5EF4-FFF2-40B4-BE49-F238E27FC236}">
                <a16:creationId xmlns:a16="http://schemas.microsoft.com/office/drawing/2014/main" id="{A78EBCE8-6460-41BD-8EBA-54B0B3D50E8E}"/>
              </a:ext>
            </a:extLst>
          </p:cNvPr>
          <p:cNvSpPr>
            <a:spLocks noGrp="1"/>
          </p:cNvSpPr>
          <p:nvPr/>
        </p:nvSpPr>
        <p:spPr>
          <a:xfrm>
            <a:off x="2529782" y="5855230"/>
            <a:ext cx="28398" cy="28398"/>
          </a:xfrm>
          <a:prstGeom prst="ellipse">
            <a:avLst/>
          </a:prstGeom>
          <a:solidFill>
            <a:srgbClr val="B57442">
              <a:alpha val="30000"/>
            </a:srgbClr>
          </a:solidFill>
          <a:ln w="0">
            <a:noFill/>
            <a:prstDash val="solid"/>
          </a:ln>
        </p:spPr>
      </p:sp>
      <p:sp>
        <p:nvSpPr>
          <p:cNvPr id="1347" name="02_predicted_pose_4646">
            <a:extLst>
              <a:ext uri="{FF2B5EF4-FFF2-40B4-BE49-F238E27FC236}">
                <a16:creationId xmlns:a16="http://schemas.microsoft.com/office/drawing/2014/main" id="{A3C2DA56-12C8-4093-B36F-7CCE9BDED178}"/>
              </a:ext>
            </a:extLst>
          </p:cNvPr>
          <p:cNvSpPr>
            <a:spLocks noGrp="1"/>
          </p:cNvSpPr>
          <p:nvPr/>
        </p:nvSpPr>
        <p:spPr>
          <a:xfrm>
            <a:off x="2543564" y="5469277"/>
            <a:ext cx="28398" cy="28398"/>
          </a:xfrm>
          <a:prstGeom prst="ellipse">
            <a:avLst/>
          </a:prstGeom>
          <a:solidFill>
            <a:srgbClr val="B57442">
              <a:alpha val="30000"/>
            </a:srgbClr>
          </a:solidFill>
          <a:ln w="0">
            <a:noFill/>
            <a:prstDash val="solid"/>
          </a:ln>
        </p:spPr>
      </p:sp>
      <p:sp>
        <p:nvSpPr>
          <p:cNvPr id="1348" name="02_predicted_pose_4647">
            <a:extLst>
              <a:ext uri="{FF2B5EF4-FFF2-40B4-BE49-F238E27FC236}">
                <a16:creationId xmlns:a16="http://schemas.microsoft.com/office/drawing/2014/main" id="{4F7FC5EF-62B2-4379-919E-57F6AD7F91FE}"/>
              </a:ext>
            </a:extLst>
          </p:cNvPr>
          <p:cNvSpPr>
            <a:spLocks noGrp="1"/>
          </p:cNvSpPr>
          <p:nvPr/>
        </p:nvSpPr>
        <p:spPr>
          <a:xfrm>
            <a:off x="2584907" y="5533970"/>
            <a:ext cx="28398" cy="28398"/>
          </a:xfrm>
          <a:prstGeom prst="ellipse">
            <a:avLst/>
          </a:prstGeom>
          <a:solidFill>
            <a:srgbClr val="B57442">
              <a:alpha val="30000"/>
            </a:srgbClr>
          </a:solidFill>
          <a:ln w="0">
            <a:noFill/>
            <a:prstDash val="solid"/>
          </a:ln>
        </p:spPr>
      </p:sp>
      <p:sp>
        <p:nvSpPr>
          <p:cNvPr id="1349" name="02_predicted_pose_4648">
            <a:extLst>
              <a:ext uri="{FF2B5EF4-FFF2-40B4-BE49-F238E27FC236}">
                <a16:creationId xmlns:a16="http://schemas.microsoft.com/office/drawing/2014/main" id="{932D22C1-6DE1-49A2-B779-22A94C56CA58}"/>
              </a:ext>
            </a:extLst>
          </p:cNvPr>
          <p:cNvSpPr>
            <a:spLocks noGrp="1"/>
          </p:cNvSpPr>
          <p:nvPr/>
        </p:nvSpPr>
        <p:spPr>
          <a:xfrm>
            <a:off x="2598689" y="5831034"/>
            <a:ext cx="28398" cy="28398"/>
          </a:xfrm>
          <a:prstGeom prst="ellipse">
            <a:avLst/>
          </a:prstGeom>
          <a:solidFill>
            <a:srgbClr val="B57442">
              <a:alpha val="30000"/>
            </a:srgbClr>
          </a:solidFill>
          <a:ln w="0">
            <a:noFill/>
            <a:prstDash val="solid"/>
          </a:ln>
        </p:spPr>
      </p:sp>
      <p:sp>
        <p:nvSpPr>
          <p:cNvPr id="1350" name="02_predicted_pose_4649">
            <a:extLst>
              <a:ext uri="{FF2B5EF4-FFF2-40B4-BE49-F238E27FC236}">
                <a16:creationId xmlns:a16="http://schemas.microsoft.com/office/drawing/2014/main" id="{615F4FA9-6A9B-473B-B69D-26F13875B2A7}"/>
              </a:ext>
            </a:extLst>
          </p:cNvPr>
          <p:cNvSpPr>
            <a:spLocks noGrp="1"/>
          </p:cNvSpPr>
          <p:nvPr/>
        </p:nvSpPr>
        <p:spPr>
          <a:xfrm>
            <a:off x="2330644" y="5890319"/>
            <a:ext cx="28398" cy="28398"/>
          </a:xfrm>
          <a:prstGeom prst="ellipse">
            <a:avLst/>
          </a:prstGeom>
          <a:solidFill>
            <a:srgbClr val="B57442">
              <a:alpha val="30000"/>
            </a:srgbClr>
          </a:solidFill>
          <a:ln w="0">
            <a:noFill/>
            <a:prstDash val="solid"/>
          </a:ln>
        </p:spPr>
      </p:sp>
      <p:sp>
        <p:nvSpPr>
          <p:cNvPr id="1351" name="02_predicted_pose_4650">
            <a:extLst>
              <a:ext uri="{FF2B5EF4-FFF2-40B4-BE49-F238E27FC236}">
                <a16:creationId xmlns:a16="http://schemas.microsoft.com/office/drawing/2014/main" id="{5E334BFC-0A1E-4B83-965B-1D09DC9202B8}"/>
              </a:ext>
            </a:extLst>
          </p:cNvPr>
          <p:cNvSpPr>
            <a:spLocks noGrp="1"/>
          </p:cNvSpPr>
          <p:nvPr/>
        </p:nvSpPr>
        <p:spPr>
          <a:xfrm>
            <a:off x="2423667" y="5796841"/>
            <a:ext cx="28398" cy="28398"/>
          </a:xfrm>
          <a:prstGeom prst="ellipse">
            <a:avLst/>
          </a:prstGeom>
          <a:solidFill>
            <a:srgbClr val="B57442">
              <a:alpha val="30000"/>
            </a:srgbClr>
          </a:solidFill>
          <a:ln w="0">
            <a:noFill/>
            <a:prstDash val="solid"/>
          </a:ln>
        </p:spPr>
      </p:sp>
      <p:sp>
        <p:nvSpPr>
          <p:cNvPr id="1352" name="02_predicted_pose_4651">
            <a:extLst>
              <a:ext uri="{FF2B5EF4-FFF2-40B4-BE49-F238E27FC236}">
                <a16:creationId xmlns:a16="http://schemas.microsoft.com/office/drawing/2014/main" id="{06646622-4FD2-46FC-BCF8-4ED79369CF5C}"/>
              </a:ext>
            </a:extLst>
          </p:cNvPr>
          <p:cNvSpPr>
            <a:spLocks noGrp="1"/>
          </p:cNvSpPr>
          <p:nvPr/>
        </p:nvSpPr>
        <p:spPr>
          <a:xfrm>
            <a:off x="2359240" y="5351923"/>
            <a:ext cx="28398" cy="28398"/>
          </a:xfrm>
          <a:prstGeom prst="ellipse">
            <a:avLst/>
          </a:prstGeom>
          <a:solidFill>
            <a:srgbClr val="B57442">
              <a:alpha val="30000"/>
            </a:srgbClr>
          </a:solidFill>
          <a:ln w="0">
            <a:noFill/>
            <a:prstDash val="solid"/>
          </a:ln>
        </p:spPr>
      </p:sp>
      <p:sp>
        <p:nvSpPr>
          <p:cNvPr id="1353" name="02_predicted_pose_4652">
            <a:extLst>
              <a:ext uri="{FF2B5EF4-FFF2-40B4-BE49-F238E27FC236}">
                <a16:creationId xmlns:a16="http://schemas.microsoft.com/office/drawing/2014/main" id="{2E64C812-5026-410C-B3B5-D4A07D505E4F}"/>
              </a:ext>
            </a:extLst>
          </p:cNvPr>
          <p:cNvSpPr>
            <a:spLocks noGrp="1"/>
          </p:cNvSpPr>
          <p:nvPr/>
        </p:nvSpPr>
        <p:spPr>
          <a:xfrm>
            <a:off x="2452263" y="5594140"/>
            <a:ext cx="28398" cy="28398"/>
          </a:xfrm>
          <a:prstGeom prst="ellipse">
            <a:avLst/>
          </a:prstGeom>
          <a:solidFill>
            <a:srgbClr val="B57442">
              <a:alpha val="30000"/>
            </a:srgbClr>
          </a:solidFill>
          <a:ln w="0">
            <a:noFill/>
            <a:prstDash val="solid"/>
          </a:ln>
        </p:spPr>
      </p:sp>
      <p:sp>
        <p:nvSpPr>
          <p:cNvPr id="1354" name="02_predicted_pose_4653">
            <a:extLst>
              <a:ext uri="{FF2B5EF4-FFF2-40B4-BE49-F238E27FC236}">
                <a16:creationId xmlns:a16="http://schemas.microsoft.com/office/drawing/2014/main" id="{05CA0CF9-482E-49D9-8227-A36C3D33C697}"/>
              </a:ext>
            </a:extLst>
          </p:cNvPr>
          <p:cNvSpPr>
            <a:spLocks noGrp="1"/>
          </p:cNvSpPr>
          <p:nvPr/>
        </p:nvSpPr>
        <p:spPr>
          <a:xfrm>
            <a:off x="2501531" y="5445098"/>
            <a:ext cx="28398" cy="28398"/>
          </a:xfrm>
          <a:prstGeom prst="ellipse">
            <a:avLst/>
          </a:prstGeom>
          <a:solidFill>
            <a:srgbClr val="B57442">
              <a:alpha val="30000"/>
            </a:srgbClr>
          </a:solidFill>
          <a:ln w="0">
            <a:noFill/>
            <a:prstDash val="solid"/>
          </a:ln>
        </p:spPr>
      </p:sp>
      <p:sp>
        <p:nvSpPr>
          <p:cNvPr id="1355" name="02_predicted_pose_4654">
            <a:extLst>
              <a:ext uri="{FF2B5EF4-FFF2-40B4-BE49-F238E27FC236}">
                <a16:creationId xmlns:a16="http://schemas.microsoft.com/office/drawing/2014/main" id="{4D28BF33-D7A3-4F9D-97BA-BCE53C042274}"/>
              </a:ext>
            </a:extLst>
          </p:cNvPr>
          <p:cNvSpPr>
            <a:spLocks noGrp="1"/>
          </p:cNvSpPr>
          <p:nvPr/>
        </p:nvSpPr>
        <p:spPr>
          <a:xfrm>
            <a:off x="2338912" y="5490982"/>
            <a:ext cx="28398" cy="28398"/>
          </a:xfrm>
          <a:prstGeom prst="ellipse">
            <a:avLst/>
          </a:prstGeom>
          <a:solidFill>
            <a:srgbClr val="B57442">
              <a:alpha val="30000"/>
            </a:srgbClr>
          </a:solidFill>
          <a:ln w="0">
            <a:noFill/>
            <a:prstDash val="solid"/>
          </a:ln>
        </p:spPr>
      </p:sp>
      <p:sp>
        <p:nvSpPr>
          <p:cNvPr id="1356" name="02_predicted_pose_4655">
            <a:extLst>
              <a:ext uri="{FF2B5EF4-FFF2-40B4-BE49-F238E27FC236}">
                <a16:creationId xmlns:a16="http://schemas.microsoft.com/office/drawing/2014/main" id="{EB22FE16-170D-4FE6-8745-E7E711440EDF}"/>
              </a:ext>
            </a:extLst>
          </p:cNvPr>
          <p:cNvSpPr>
            <a:spLocks noGrp="1"/>
          </p:cNvSpPr>
          <p:nvPr/>
        </p:nvSpPr>
        <p:spPr>
          <a:xfrm>
            <a:off x="2592487" y="5408162"/>
            <a:ext cx="28398" cy="28398"/>
          </a:xfrm>
          <a:prstGeom prst="ellipse">
            <a:avLst/>
          </a:prstGeom>
          <a:solidFill>
            <a:srgbClr val="B57442">
              <a:alpha val="30000"/>
            </a:srgbClr>
          </a:solidFill>
          <a:ln w="0">
            <a:noFill/>
            <a:prstDash val="solid"/>
          </a:ln>
        </p:spPr>
      </p:sp>
      <p:sp>
        <p:nvSpPr>
          <p:cNvPr id="1357" name="02_predicted_pose_4656">
            <a:extLst>
              <a:ext uri="{FF2B5EF4-FFF2-40B4-BE49-F238E27FC236}">
                <a16:creationId xmlns:a16="http://schemas.microsoft.com/office/drawing/2014/main" id="{F7EFE04D-D801-4CA1-A944-35863E907FD3}"/>
              </a:ext>
            </a:extLst>
          </p:cNvPr>
          <p:cNvSpPr>
            <a:spLocks noGrp="1"/>
          </p:cNvSpPr>
          <p:nvPr/>
        </p:nvSpPr>
        <p:spPr>
          <a:xfrm>
            <a:off x="2466733" y="5726260"/>
            <a:ext cx="28398" cy="28398"/>
          </a:xfrm>
          <a:prstGeom prst="ellipse">
            <a:avLst/>
          </a:prstGeom>
          <a:solidFill>
            <a:srgbClr val="B57442">
              <a:alpha val="30000"/>
            </a:srgbClr>
          </a:solidFill>
          <a:ln w="0">
            <a:noFill/>
            <a:prstDash val="solid"/>
          </a:ln>
        </p:spPr>
      </p:sp>
      <p:sp>
        <p:nvSpPr>
          <p:cNvPr id="1358" name="02_predicted_pose_4657">
            <a:extLst>
              <a:ext uri="{FF2B5EF4-FFF2-40B4-BE49-F238E27FC236}">
                <a16:creationId xmlns:a16="http://schemas.microsoft.com/office/drawing/2014/main" id="{AD68F3FD-79C8-4E1A-82A6-C24D50E7E1DB}"/>
              </a:ext>
            </a:extLst>
          </p:cNvPr>
          <p:cNvSpPr>
            <a:spLocks noGrp="1"/>
          </p:cNvSpPr>
          <p:nvPr/>
        </p:nvSpPr>
        <p:spPr>
          <a:xfrm>
            <a:off x="2345114" y="5611423"/>
            <a:ext cx="28398" cy="28398"/>
          </a:xfrm>
          <a:prstGeom prst="ellipse">
            <a:avLst/>
          </a:prstGeom>
          <a:solidFill>
            <a:srgbClr val="B57442">
              <a:alpha val="30000"/>
            </a:srgbClr>
          </a:solidFill>
          <a:ln w="0">
            <a:noFill/>
            <a:prstDash val="solid"/>
          </a:ln>
        </p:spPr>
      </p:sp>
      <p:sp>
        <p:nvSpPr>
          <p:cNvPr id="1359" name="02_predicted_pose_4658">
            <a:extLst>
              <a:ext uri="{FF2B5EF4-FFF2-40B4-BE49-F238E27FC236}">
                <a16:creationId xmlns:a16="http://schemas.microsoft.com/office/drawing/2014/main" id="{80A877E9-3250-4A0B-8A90-D95462CC9CD9}"/>
              </a:ext>
            </a:extLst>
          </p:cNvPr>
          <p:cNvSpPr>
            <a:spLocks noGrp="1"/>
          </p:cNvSpPr>
          <p:nvPr/>
        </p:nvSpPr>
        <p:spPr>
          <a:xfrm>
            <a:off x="2386458" y="5523292"/>
            <a:ext cx="28398" cy="28398"/>
          </a:xfrm>
          <a:prstGeom prst="ellipse">
            <a:avLst/>
          </a:prstGeom>
          <a:solidFill>
            <a:srgbClr val="B57442">
              <a:alpha val="30000"/>
            </a:srgbClr>
          </a:solidFill>
          <a:ln w="0">
            <a:noFill/>
            <a:prstDash val="solid"/>
          </a:ln>
        </p:spPr>
      </p:sp>
      <p:sp>
        <p:nvSpPr>
          <p:cNvPr id="1360" name="02_predicted_pose_4659">
            <a:extLst>
              <a:ext uri="{FF2B5EF4-FFF2-40B4-BE49-F238E27FC236}">
                <a16:creationId xmlns:a16="http://schemas.microsoft.com/office/drawing/2014/main" id="{AE079095-E6C9-473E-96E2-57989BE7D977}"/>
              </a:ext>
            </a:extLst>
          </p:cNvPr>
          <p:cNvSpPr>
            <a:spLocks noGrp="1"/>
          </p:cNvSpPr>
          <p:nvPr/>
        </p:nvSpPr>
        <p:spPr>
          <a:xfrm>
            <a:off x="2427801" y="5919756"/>
            <a:ext cx="28398" cy="28398"/>
          </a:xfrm>
          <a:prstGeom prst="ellipse">
            <a:avLst/>
          </a:prstGeom>
          <a:solidFill>
            <a:srgbClr val="B57442">
              <a:alpha val="30000"/>
            </a:srgbClr>
          </a:solidFill>
          <a:ln w="0">
            <a:noFill/>
            <a:prstDash val="solid"/>
          </a:ln>
        </p:spPr>
      </p:sp>
      <p:sp>
        <p:nvSpPr>
          <p:cNvPr id="1361" name="02_predicted_pose_4660">
            <a:extLst>
              <a:ext uri="{FF2B5EF4-FFF2-40B4-BE49-F238E27FC236}">
                <a16:creationId xmlns:a16="http://schemas.microsoft.com/office/drawing/2014/main" id="{A7F3D5F3-F8FB-4839-901E-10DC5F00FD57}"/>
              </a:ext>
            </a:extLst>
          </p:cNvPr>
          <p:cNvSpPr>
            <a:spLocks noGrp="1"/>
          </p:cNvSpPr>
          <p:nvPr/>
        </p:nvSpPr>
        <p:spPr>
          <a:xfrm>
            <a:off x="2602134" y="5491773"/>
            <a:ext cx="28398" cy="28398"/>
          </a:xfrm>
          <a:prstGeom prst="ellipse">
            <a:avLst/>
          </a:prstGeom>
          <a:solidFill>
            <a:srgbClr val="B57442">
              <a:alpha val="30000"/>
            </a:srgbClr>
          </a:solidFill>
          <a:ln w="0">
            <a:noFill/>
            <a:prstDash val="solid"/>
          </a:ln>
        </p:spPr>
      </p:sp>
      <p:sp>
        <p:nvSpPr>
          <p:cNvPr id="1362" name="02_predicted_pose_4661">
            <a:extLst>
              <a:ext uri="{FF2B5EF4-FFF2-40B4-BE49-F238E27FC236}">
                <a16:creationId xmlns:a16="http://schemas.microsoft.com/office/drawing/2014/main" id="{C7BA9C4F-4C93-4348-B1D8-E44D251D430E}"/>
              </a:ext>
            </a:extLst>
          </p:cNvPr>
          <p:cNvSpPr>
            <a:spLocks noGrp="1"/>
          </p:cNvSpPr>
          <p:nvPr/>
        </p:nvSpPr>
        <p:spPr>
          <a:xfrm>
            <a:off x="2299980" y="5697890"/>
            <a:ext cx="28398" cy="28398"/>
          </a:xfrm>
          <a:prstGeom prst="ellipse">
            <a:avLst/>
          </a:prstGeom>
          <a:solidFill>
            <a:srgbClr val="B57442">
              <a:alpha val="30000"/>
            </a:srgbClr>
          </a:solidFill>
          <a:ln w="0">
            <a:noFill/>
            <a:prstDash val="solid"/>
          </a:ln>
        </p:spPr>
      </p:sp>
      <p:sp>
        <p:nvSpPr>
          <p:cNvPr id="1363" name="02_predicted_pose_4662">
            <a:extLst>
              <a:ext uri="{FF2B5EF4-FFF2-40B4-BE49-F238E27FC236}">
                <a16:creationId xmlns:a16="http://schemas.microsoft.com/office/drawing/2014/main" id="{B79F95A1-8ED5-4C25-9494-39F3BBEC6B44}"/>
              </a:ext>
            </a:extLst>
          </p:cNvPr>
          <p:cNvSpPr>
            <a:spLocks noGrp="1"/>
          </p:cNvSpPr>
          <p:nvPr/>
        </p:nvSpPr>
        <p:spPr>
          <a:xfrm>
            <a:off x="2509800" y="5708420"/>
            <a:ext cx="28398" cy="28398"/>
          </a:xfrm>
          <a:prstGeom prst="ellipse">
            <a:avLst/>
          </a:prstGeom>
          <a:solidFill>
            <a:srgbClr val="B57442">
              <a:alpha val="30000"/>
            </a:srgbClr>
          </a:solidFill>
          <a:ln w="0">
            <a:noFill/>
            <a:prstDash val="solid"/>
          </a:ln>
        </p:spPr>
      </p:sp>
      <p:sp>
        <p:nvSpPr>
          <p:cNvPr id="1364" name="02_predicted_pose_4663">
            <a:extLst>
              <a:ext uri="{FF2B5EF4-FFF2-40B4-BE49-F238E27FC236}">
                <a16:creationId xmlns:a16="http://schemas.microsoft.com/office/drawing/2014/main" id="{9D3DEF75-8002-4B10-9B05-9BFA34352040}"/>
              </a:ext>
            </a:extLst>
          </p:cNvPr>
          <p:cNvSpPr>
            <a:spLocks noGrp="1"/>
          </p:cNvSpPr>
          <p:nvPr/>
        </p:nvSpPr>
        <p:spPr>
          <a:xfrm>
            <a:off x="2602823" y="5633281"/>
            <a:ext cx="28398" cy="28398"/>
          </a:xfrm>
          <a:prstGeom prst="ellipse">
            <a:avLst/>
          </a:prstGeom>
          <a:solidFill>
            <a:srgbClr val="B57442">
              <a:alpha val="30000"/>
            </a:srgbClr>
          </a:solidFill>
          <a:ln w="0">
            <a:noFill/>
            <a:prstDash val="solid"/>
          </a:ln>
        </p:spPr>
      </p:sp>
      <p:sp>
        <p:nvSpPr>
          <p:cNvPr id="1365" name="02_predicted_pose_4664">
            <a:extLst>
              <a:ext uri="{FF2B5EF4-FFF2-40B4-BE49-F238E27FC236}">
                <a16:creationId xmlns:a16="http://schemas.microsoft.com/office/drawing/2014/main" id="{CC7619E9-A22F-4B5C-873E-C1D697E66A8E}"/>
              </a:ext>
            </a:extLst>
          </p:cNvPr>
          <p:cNvSpPr>
            <a:spLocks noGrp="1"/>
          </p:cNvSpPr>
          <p:nvPr/>
        </p:nvSpPr>
        <p:spPr>
          <a:xfrm>
            <a:off x="2433658" y="5052458"/>
            <a:ext cx="28398" cy="28398"/>
          </a:xfrm>
          <a:prstGeom prst="ellipse">
            <a:avLst/>
          </a:prstGeom>
          <a:solidFill>
            <a:srgbClr val="B57442">
              <a:alpha val="30000"/>
            </a:srgbClr>
          </a:solidFill>
          <a:ln w="0">
            <a:noFill/>
            <a:prstDash val="solid"/>
          </a:ln>
        </p:spPr>
      </p:sp>
      <p:sp>
        <p:nvSpPr>
          <p:cNvPr id="1366" name="02_predicted_pose_4665">
            <a:extLst>
              <a:ext uri="{FF2B5EF4-FFF2-40B4-BE49-F238E27FC236}">
                <a16:creationId xmlns:a16="http://schemas.microsoft.com/office/drawing/2014/main" id="{56B4138C-97AD-485B-932E-197B8A69C402}"/>
              </a:ext>
            </a:extLst>
          </p:cNvPr>
          <p:cNvSpPr>
            <a:spLocks noGrp="1"/>
          </p:cNvSpPr>
          <p:nvPr/>
        </p:nvSpPr>
        <p:spPr>
          <a:xfrm>
            <a:off x="2447439" y="5505467"/>
            <a:ext cx="28398" cy="28398"/>
          </a:xfrm>
          <a:prstGeom prst="ellipse">
            <a:avLst/>
          </a:prstGeom>
          <a:solidFill>
            <a:srgbClr val="B57442">
              <a:alpha val="30000"/>
            </a:srgbClr>
          </a:solidFill>
          <a:ln w="0">
            <a:noFill/>
            <a:prstDash val="solid"/>
          </a:ln>
        </p:spPr>
      </p:sp>
      <p:sp>
        <p:nvSpPr>
          <p:cNvPr id="1367" name="02_predicted_pose_4666">
            <a:extLst>
              <a:ext uri="{FF2B5EF4-FFF2-40B4-BE49-F238E27FC236}">
                <a16:creationId xmlns:a16="http://schemas.microsoft.com/office/drawing/2014/main" id="{93162A22-9516-4165-8CF2-06EEA551E3F4}"/>
              </a:ext>
            </a:extLst>
          </p:cNvPr>
          <p:cNvSpPr>
            <a:spLocks noGrp="1"/>
          </p:cNvSpPr>
          <p:nvPr/>
        </p:nvSpPr>
        <p:spPr>
          <a:xfrm>
            <a:off x="2369231" y="5611238"/>
            <a:ext cx="28398" cy="28398"/>
          </a:xfrm>
          <a:prstGeom prst="ellipse">
            <a:avLst/>
          </a:prstGeom>
          <a:solidFill>
            <a:srgbClr val="B57442">
              <a:alpha val="30000"/>
            </a:srgbClr>
          </a:solidFill>
          <a:ln w="0">
            <a:noFill/>
            <a:prstDash val="solid"/>
          </a:ln>
        </p:spPr>
      </p:sp>
      <p:sp>
        <p:nvSpPr>
          <p:cNvPr id="1368" name="02_predicted_pose_4667">
            <a:extLst>
              <a:ext uri="{FF2B5EF4-FFF2-40B4-BE49-F238E27FC236}">
                <a16:creationId xmlns:a16="http://schemas.microsoft.com/office/drawing/2014/main" id="{58EE9512-9443-4FE8-94A9-68449E3E54C6}"/>
              </a:ext>
            </a:extLst>
          </p:cNvPr>
          <p:cNvSpPr>
            <a:spLocks noGrp="1"/>
          </p:cNvSpPr>
          <p:nvPr/>
        </p:nvSpPr>
        <p:spPr>
          <a:xfrm>
            <a:off x="2383012" y="5637583"/>
            <a:ext cx="28398" cy="28398"/>
          </a:xfrm>
          <a:prstGeom prst="ellipse">
            <a:avLst/>
          </a:prstGeom>
          <a:solidFill>
            <a:srgbClr val="B57442">
              <a:alpha val="30000"/>
            </a:srgbClr>
          </a:solidFill>
          <a:ln w="0">
            <a:noFill/>
            <a:prstDash val="solid"/>
          </a:ln>
        </p:spPr>
      </p:sp>
      <p:sp>
        <p:nvSpPr>
          <p:cNvPr id="1369" name="02_predicted_pose_4668">
            <a:extLst>
              <a:ext uri="{FF2B5EF4-FFF2-40B4-BE49-F238E27FC236}">
                <a16:creationId xmlns:a16="http://schemas.microsoft.com/office/drawing/2014/main" id="{CC963FFD-7DC5-4EC2-A186-2C51C7BD8A50}"/>
              </a:ext>
            </a:extLst>
          </p:cNvPr>
          <p:cNvSpPr>
            <a:spLocks noGrp="1"/>
          </p:cNvSpPr>
          <p:nvPr/>
        </p:nvSpPr>
        <p:spPr>
          <a:xfrm>
            <a:off x="2396793" y="5599436"/>
            <a:ext cx="28398" cy="28398"/>
          </a:xfrm>
          <a:prstGeom prst="ellipse">
            <a:avLst/>
          </a:prstGeom>
          <a:solidFill>
            <a:srgbClr val="B57442">
              <a:alpha val="30000"/>
            </a:srgbClr>
          </a:solidFill>
          <a:ln w="0">
            <a:noFill/>
            <a:prstDash val="solid"/>
          </a:ln>
        </p:spPr>
      </p:sp>
      <p:sp>
        <p:nvSpPr>
          <p:cNvPr id="1370" name="02_predicted_pose_4669">
            <a:extLst>
              <a:ext uri="{FF2B5EF4-FFF2-40B4-BE49-F238E27FC236}">
                <a16:creationId xmlns:a16="http://schemas.microsoft.com/office/drawing/2014/main" id="{BB1A11A9-DE2D-4051-BD5C-472738FCA0C9}"/>
              </a:ext>
            </a:extLst>
          </p:cNvPr>
          <p:cNvSpPr>
            <a:spLocks noGrp="1"/>
          </p:cNvSpPr>
          <p:nvPr/>
        </p:nvSpPr>
        <p:spPr>
          <a:xfrm>
            <a:off x="2410575" y="5603280"/>
            <a:ext cx="28398" cy="28398"/>
          </a:xfrm>
          <a:prstGeom prst="ellipse">
            <a:avLst/>
          </a:prstGeom>
          <a:solidFill>
            <a:srgbClr val="B57442">
              <a:alpha val="30000"/>
            </a:srgbClr>
          </a:solidFill>
          <a:ln w="0">
            <a:noFill/>
            <a:prstDash val="solid"/>
          </a:ln>
        </p:spPr>
      </p:sp>
      <p:sp>
        <p:nvSpPr>
          <p:cNvPr id="1371" name="02_predicted_pose_4670">
            <a:extLst>
              <a:ext uri="{FF2B5EF4-FFF2-40B4-BE49-F238E27FC236}">
                <a16:creationId xmlns:a16="http://schemas.microsoft.com/office/drawing/2014/main" id="{6438F765-27E5-4FE2-8387-D79C6B2A747F}"/>
              </a:ext>
            </a:extLst>
          </p:cNvPr>
          <p:cNvSpPr>
            <a:spLocks noGrp="1"/>
          </p:cNvSpPr>
          <p:nvPr/>
        </p:nvSpPr>
        <p:spPr>
          <a:xfrm>
            <a:off x="2424356" y="5568823"/>
            <a:ext cx="28398" cy="28398"/>
          </a:xfrm>
          <a:prstGeom prst="ellipse">
            <a:avLst/>
          </a:prstGeom>
          <a:solidFill>
            <a:srgbClr val="B57442">
              <a:alpha val="30000"/>
            </a:srgbClr>
          </a:solidFill>
          <a:ln w="0">
            <a:noFill/>
            <a:prstDash val="solid"/>
          </a:ln>
        </p:spPr>
      </p:sp>
      <p:sp>
        <p:nvSpPr>
          <p:cNvPr id="1372" name="02_predicted_pose_4671">
            <a:extLst>
              <a:ext uri="{FF2B5EF4-FFF2-40B4-BE49-F238E27FC236}">
                <a16:creationId xmlns:a16="http://schemas.microsoft.com/office/drawing/2014/main" id="{967079F6-122B-4536-88A1-61C6A50B9FAF}"/>
              </a:ext>
            </a:extLst>
          </p:cNvPr>
          <p:cNvSpPr>
            <a:spLocks noGrp="1"/>
          </p:cNvSpPr>
          <p:nvPr/>
        </p:nvSpPr>
        <p:spPr>
          <a:xfrm>
            <a:off x="2438137" y="5597040"/>
            <a:ext cx="28398" cy="28398"/>
          </a:xfrm>
          <a:prstGeom prst="ellipse">
            <a:avLst/>
          </a:prstGeom>
          <a:solidFill>
            <a:srgbClr val="B57442">
              <a:alpha val="30000"/>
            </a:srgbClr>
          </a:solidFill>
          <a:ln w="0">
            <a:noFill/>
            <a:prstDash val="solid"/>
          </a:ln>
        </p:spPr>
      </p:sp>
      <p:sp>
        <p:nvSpPr>
          <p:cNvPr id="1373" name="02_predicted_pose_4672">
            <a:extLst>
              <a:ext uri="{FF2B5EF4-FFF2-40B4-BE49-F238E27FC236}">
                <a16:creationId xmlns:a16="http://schemas.microsoft.com/office/drawing/2014/main" id="{91DACFE5-EC58-4D17-882A-AE76722E3253}"/>
              </a:ext>
            </a:extLst>
          </p:cNvPr>
          <p:cNvSpPr>
            <a:spLocks noGrp="1"/>
          </p:cNvSpPr>
          <p:nvPr/>
        </p:nvSpPr>
        <p:spPr>
          <a:xfrm>
            <a:off x="2451918" y="5609020"/>
            <a:ext cx="28398" cy="28398"/>
          </a:xfrm>
          <a:prstGeom prst="ellipse">
            <a:avLst/>
          </a:prstGeom>
          <a:solidFill>
            <a:srgbClr val="B57442">
              <a:alpha val="30000"/>
            </a:srgbClr>
          </a:solidFill>
          <a:ln w="0">
            <a:noFill/>
            <a:prstDash val="solid"/>
          </a:ln>
        </p:spPr>
      </p:sp>
      <p:sp>
        <p:nvSpPr>
          <p:cNvPr id="1374" name="02_predicted_pose_4673">
            <a:extLst>
              <a:ext uri="{FF2B5EF4-FFF2-40B4-BE49-F238E27FC236}">
                <a16:creationId xmlns:a16="http://schemas.microsoft.com/office/drawing/2014/main" id="{C310D7FD-4A5D-40B1-B933-D2C5292DBF85}"/>
              </a:ext>
            </a:extLst>
          </p:cNvPr>
          <p:cNvSpPr>
            <a:spLocks noGrp="1"/>
          </p:cNvSpPr>
          <p:nvPr/>
        </p:nvSpPr>
        <p:spPr>
          <a:xfrm>
            <a:off x="2465700" y="5614993"/>
            <a:ext cx="28398" cy="28398"/>
          </a:xfrm>
          <a:prstGeom prst="ellipse">
            <a:avLst/>
          </a:prstGeom>
          <a:solidFill>
            <a:srgbClr val="B57442">
              <a:alpha val="30000"/>
            </a:srgbClr>
          </a:solidFill>
          <a:ln w="0">
            <a:noFill/>
            <a:prstDash val="solid"/>
          </a:ln>
        </p:spPr>
      </p:sp>
      <p:sp>
        <p:nvSpPr>
          <p:cNvPr id="1375" name="02_predicted_pose_4674">
            <a:extLst>
              <a:ext uri="{FF2B5EF4-FFF2-40B4-BE49-F238E27FC236}">
                <a16:creationId xmlns:a16="http://schemas.microsoft.com/office/drawing/2014/main" id="{11EFFF81-44CF-47A6-8A60-46D325427DDD}"/>
              </a:ext>
            </a:extLst>
          </p:cNvPr>
          <p:cNvSpPr>
            <a:spLocks noGrp="1"/>
          </p:cNvSpPr>
          <p:nvPr/>
        </p:nvSpPr>
        <p:spPr>
          <a:xfrm>
            <a:off x="2479481" y="5650192"/>
            <a:ext cx="28398" cy="28398"/>
          </a:xfrm>
          <a:prstGeom prst="ellipse">
            <a:avLst/>
          </a:prstGeom>
          <a:solidFill>
            <a:srgbClr val="B57442">
              <a:alpha val="30000"/>
            </a:srgbClr>
          </a:solidFill>
          <a:ln w="0">
            <a:noFill/>
            <a:prstDash val="solid"/>
          </a:ln>
        </p:spPr>
      </p:sp>
      <p:sp>
        <p:nvSpPr>
          <p:cNvPr id="1376" name="02_predicted_pose_4675">
            <a:extLst>
              <a:ext uri="{FF2B5EF4-FFF2-40B4-BE49-F238E27FC236}">
                <a16:creationId xmlns:a16="http://schemas.microsoft.com/office/drawing/2014/main" id="{3401C5A2-98CF-4910-BCCB-4A83482BB057}"/>
              </a:ext>
            </a:extLst>
          </p:cNvPr>
          <p:cNvSpPr>
            <a:spLocks noGrp="1"/>
          </p:cNvSpPr>
          <p:nvPr/>
        </p:nvSpPr>
        <p:spPr>
          <a:xfrm>
            <a:off x="2493262" y="5696932"/>
            <a:ext cx="28398" cy="28398"/>
          </a:xfrm>
          <a:prstGeom prst="ellipse">
            <a:avLst/>
          </a:prstGeom>
          <a:solidFill>
            <a:srgbClr val="B57442">
              <a:alpha val="30000"/>
            </a:srgbClr>
          </a:solidFill>
          <a:ln w="0">
            <a:noFill/>
            <a:prstDash val="solid"/>
          </a:ln>
        </p:spPr>
      </p:sp>
      <p:sp>
        <p:nvSpPr>
          <p:cNvPr id="1377" name="02_predicted_pose_4676">
            <a:extLst>
              <a:ext uri="{FF2B5EF4-FFF2-40B4-BE49-F238E27FC236}">
                <a16:creationId xmlns:a16="http://schemas.microsoft.com/office/drawing/2014/main" id="{041052A0-4559-4EE7-B238-CA6AA3F9A296}"/>
              </a:ext>
            </a:extLst>
          </p:cNvPr>
          <p:cNvSpPr>
            <a:spLocks noGrp="1"/>
          </p:cNvSpPr>
          <p:nvPr/>
        </p:nvSpPr>
        <p:spPr>
          <a:xfrm>
            <a:off x="2382668" y="5674113"/>
            <a:ext cx="28398" cy="28398"/>
          </a:xfrm>
          <a:prstGeom prst="ellipse">
            <a:avLst/>
          </a:prstGeom>
          <a:solidFill>
            <a:srgbClr val="B57442">
              <a:alpha val="30000"/>
            </a:srgbClr>
          </a:solidFill>
          <a:ln w="0">
            <a:noFill/>
            <a:prstDash val="solid"/>
          </a:ln>
        </p:spPr>
      </p:sp>
      <p:sp>
        <p:nvSpPr>
          <p:cNvPr id="1378" name="02_predicted_pose_4677">
            <a:extLst>
              <a:ext uri="{FF2B5EF4-FFF2-40B4-BE49-F238E27FC236}">
                <a16:creationId xmlns:a16="http://schemas.microsoft.com/office/drawing/2014/main" id="{86778FC7-0E5E-4081-B246-C573E84274B4}"/>
              </a:ext>
            </a:extLst>
          </p:cNvPr>
          <p:cNvSpPr>
            <a:spLocks noGrp="1"/>
          </p:cNvSpPr>
          <p:nvPr/>
        </p:nvSpPr>
        <p:spPr>
          <a:xfrm>
            <a:off x="2573882" y="5899263"/>
            <a:ext cx="28398" cy="28398"/>
          </a:xfrm>
          <a:prstGeom prst="ellipse">
            <a:avLst/>
          </a:prstGeom>
          <a:solidFill>
            <a:srgbClr val="B57442">
              <a:alpha val="30000"/>
            </a:srgbClr>
          </a:solidFill>
          <a:ln w="0">
            <a:noFill/>
            <a:prstDash val="solid"/>
          </a:ln>
        </p:spPr>
      </p:sp>
      <p:sp>
        <p:nvSpPr>
          <p:cNvPr id="1379" name="02_predicted_pose_4678">
            <a:extLst>
              <a:ext uri="{FF2B5EF4-FFF2-40B4-BE49-F238E27FC236}">
                <a16:creationId xmlns:a16="http://schemas.microsoft.com/office/drawing/2014/main" id="{C25B77FE-89AD-4302-9B3A-CB616656235D}"/>
              </a:ext>
            </a:extLst>
          </p:cNvPr>
          <p:cNvSpPr>
            <a:spLocks noGrp="1"/>
          </p:cNvSpPr>
          <p:nvPr/>
        </p:nvSpPr>
        <p:spPr>
          <a:xfrm>
            <a:off x="2445028" y="5893288"/>
            <a:ext cx="28398" cy="28398"/>
          </a:xfrm>
          <a:prstGeom prst="ellipse">
            <a:avLst/>
          </a:prstGeom>
          <a:solidFill>
            <a:srgbClr val="B57442">
              <a:alpha val="30000"/>
            </a:srgbClr>
          </a:solidFill>
          <a:ln w="0">
            <a:noFill/>
            <a:prstDash val="solid"/>
          </a:ln>
        </p:spPr>
      </p:sp>
      <p:sp>
        <p:nvSpPr>
          <p:cNvPr id="1380" name="02_predicted_pose_4679">
            <a:extLst>
              <a:ext uri="{FF2B5EF4-FFF2-40B4-BE49-F238E27FC236}">
                <a16:creationId xmlns:a16="http://schemas.microsoft.com/office/drawing/2014/main" id="{0CA94799-58B4-4B2F-A4A5-5272A5F8996F}"/>
              </a:ext>
            </a:extLst>
          </p:cNvPr>
          <p:cNvSpPr>
            <a:spLocks noGrp="1"/>
          </p:cNvSpPr>
          <p:nvPr/>
        </p:nvSpPr>
        <p:spPr>
          <a:xfrm>
            <a:off x="2337190" y="5603577"/>
            <a:ext cx="28398" cy="28398"/>
          </a:xfrm>
          <a:prstGeom prst="ellipse">
            <a:avLst/>
          </a:prstGeom>
          <a:solidFill>
            <a:srgbClr val="B57442">
              <a:alpha val="30000"/>
            </a:srgbClr>
          </a:solidFill>
          <a:ln w="0">
            <a:noFill/>
            <a:prstDash val="solid"/>
          </a:ln>
        </p:spPr>
      </p:sp>
      <p:sp>
        <p:nvSpPr>
          <p:cNvPr id="1381" name="02_predicted_pose_4680">
            <a:extLst>
              <a:ext uri="{FF2B5EF4-FFF2-40B4-BE49-F238E27FC236}">
                <a16:creationId xmlns:a16="http://schemas.microsoft.com/office/drawing/2014/main" id="{E79FED01-7A8B-481A-AC31-9F71EB8B437C}"/>
              </a:ext>
            </a:extLst>
          </p:cNvPr>
          <p:cNvSpPr>
            <a:spLocks noGrp="1"/>
          </p:cNvSpPr>
          <p:nvPr/>
        </p:nvSpPr>
        <p:spPr>
          <a:xfrm>
            <a:off x="2458809" y="5864917"/>
            <a:ext cx="28398" cy="28398"/>
          </a:xfrm>
          <a:prstGeom prst="ellipse">
            <a:avLst/>
          </a:prstGeom>
          <a:solidFill>
            <a:srgbClr val="B57442">
              <a:alpha val="30000"/>
            </a:srgbClr>
          </a:solidFill>
          <a:ln w="0">
            <a:noFill/>
            <a:prstDash val="solid"/>
          </a:ln>
        </p:spPr>
      </p:sp>
      <p:sp>
        <p:nvSpPr>
          <p:cNvPr id="1382" name="02_predicted_pose_4681">
            <a:extLst>
              <a:ext uri="{FF2B5EF4-FFF2-40B4-BE49-F238E27FC236}">
                <a16:creationId xmlns:a16="http://schemas.microsoft.com/office/drawing/2014/main" id="{CE01F46C-5CE1-42EA-BF8A-41BF71600BF4}"/>
              </a:ext>
            </a:extLst>
          </p:cNvPr>
          <p:cNvSpPr>
            <a:spLocks noGrp="1"/>
          </p:cNvSpPr>
          <p:nvPr/>
        </p:nvSpPr>
        <p:spPr>
          <a:xfrm>
            <a:off x="2565958" y="5483630"/>
            <a:ext cx="28398" cy="28398"/>
          </a:xfrm>
          <a:prstGeom prst="ellipse">
            <a:avLst/>
          </a:prstGeom>
          <a:solidFill>
            <a:srgbClr val="B57442">
              <a:alpha val="30000"/>
            </a:srgbClr>
          </a:solidFill>
          <a:ln w="0">
            <a:noFill/>
            <a:prstDash val="solid"/>
          </a:ln>
        </p:spPr>
      </p:sp>
      <p:sp>
        <p:nvSpPr>
          <p:cNvPr id="1383" name="02_predicted_pose_4682">
            <a:extLst>
              <a:ext uri="{FF2B5EF4-FFF2-40B4-BE49-F238E27FC236}">
                <a16:creationId xmlns:a16="http://schemas.microsoft.com/office/drawing/2014/main" id="{64027250-CC0F-46B2-98A0-D5B573C183D4}"/>
              </a:ext>
            </a:extLst>
          </p:cNvPr>
          <p:cNvSpPr>
            <a:spLocks noGrp="1"/>
          </p:cNvSpPr>
          <p:nvPr/>
        </p:nvSpPr>
        <p:spPr>
          <a:xfrm>
            <a:off x="2621083" y="5769122"/>
            <a:ext cx="28398" cy="28398"/>
          </a:xfrm>
          <a:prstGeom prst="ellipse">
            <a:avLst/>
          </a:prstGeom>
          <a:solidFill>
            <a:srgbClr val="B57442">
              <a:alpha val="30000"/>
            </a:srgbClr>
          </a:solidFill>
          <a:ln w="0">
            <a:noFill/>
            <a:prstDash val="solid"/>
          </a:ln>
        </p:spPr>
      </p:sp>
      <p:sp>
        <p:nvSpPr>
          <p:cNvPr id="1384" name="02_predicted_pose_4683">
            <a:extLst>
              <a:ext uri="{FF2B5EF4-FFF2-40B4-BE49-F238E27FC236}">
                <a16:creationId xmlns:a16="http://schemas.microsoft.com/office/drawing/2014/main" id="{3A09B14B-39C4-49DE-820E-EB4CADDDF59B}"/>
              </a:ext>
            </a:extLst>
          </p:cNvPr>
          <p:cNvSpPr>
            <a:spLocks noGrp="1"/>
          </p:cNvSpPr>
          <p:nvPr/>
        </p:nvSpPr>
        <p:spPr>
          <a:xfrm>
            <a:off x="2414365" y="5614076"/>
            <a:ext cx="28398" cy="28398"/>
          </a:xfrm>
          <a:prstGeom prst="ellipse">
            <a:avLst/>
          </a:prstGeom>
          <a:solidFill>
            <a:srgbClr val="B57442">
              <a:alpha val="30000"/>
            </a:srgbClr>
          </a:solidFill>
          <a:ln w="0">
            <a:noFill/>
            <a:prstDash val="solid"/>
          </a:ln>
        </p:spPr>
      </p:sp>
      <p:sp>
        <p:nvSpPr>
          <p:cNvPr id="1385" name="02_predicted_pose_4684">
            <a:extLst>
              <a:ext uri="{FF2B5EF4-FFF2-40B4-BE49-F238E27FC236}">
                <a16:creationId xmlns:a16="http://schemas.microsoft.com/office/drawing/2014/main" id="{0552CFFB-4E31-4218-A675-2BC7E524D163}"/>
              </a:ext>
            </a:extLst>
          </p:cNvPr>
          <p:cNvSpPr>
            <a:spLocks noGrp="1"/>
          </p:cNvSpPr>
          <p:nvPr/>
        </p:nvSpPr>
        <p:spPr>
          <a:xfrm>
            <a:off x="2441927" y="5592191"/>
            <a:ext cx="28398" cy="28398"/>
          </a:xfrm>
          <a:prstGeom prst="ellipse">
            <a:avLst/>
          </a:prstGeom>
          <a:solidFill>
            <a:srgbClr val="B57442">
              <a:alpha val="30000"/>
            </a:srgbClr>
          </a:solidFill>
          <a:ln w="0">
            <a:noFill/>
            <a:prstDash val="solid"/>
          </a:ln>
        </p:spPr>
      </p:sp>
      <p:sp>
        <p:nvSpPr>
          <p:cNvPr id="1386" name="02_predicted_pose_4685">
            <a:extLst>
              <a:ext uri="{FF2B5EF4-FFF2-40B4-BE49-F238E27FC236}">
                <a16:creationId xmlns:a16="http://schemas.microsoft.com/office/drawing/2014/main" id="{584B6526-EB10-4975-A5C8-01E124CEBF58}"/>
              </a:ext>
            </a:extLst>
          </p:cNvPr>
          <p:cNvSpPr>
            <a:spLocks noGrp="1"/>
          </p:cNvSpPr>
          <p:nvPr/>
        </p:nvSpPr>
        <p:spPr>
          <a:xfrm>
            <a:off x="2483271" y="5590908"/>
            <a:ext cx="28398" cy="28398"/>
          </a:xfrm>
          <a:prstGeom prst="ellipse">
            <a:avLst/>
          </a:prstGeom>
          <a:solidFill>
            <a:srgbClr val="B57442">
              <a:alpha val="30000"/>
            </a:srgbClr>
          </a:solidFill>
          <a:ln w="0">
            <a:noFill/>
            <a:prstDash val="solid"/>
          </a:ln>
        </p:spPr>
      </p:sp>
      <p:sp>
        <p:nvSpPr>
          <p:cNvPr id="1387" name="02_predicted_pose_4686">
            <a:extLst>
              <a:ext uri="{FF2B5EF4-FFF2-40B4-BE49-F238E27FC236}">
                <a16:creationId xmlns:a16="http://schemas.microsoft.com/office/drawing/2014/main" id="{3B16EEE0-B5FE-4E7B-A564-5B8B4E23C97C}"/>
              </a:ext>
            </a:extLst>
          </p:cNvPr>
          <p:cNvSpPr>
            <a:spLocks noGrp="1"/>
          </p:cNvSpPr>
          <p:nvPr/>
        </p:nvSpPr>
        <p:spPr>
          <a:xfrm>
            <a:off x="2510833" y="5598410"/>
            <a:ext cx="28398" cy="28398"/>
          </a:xfrm>
          <a:prstGeom prst="ellipse">
            <a:avLst/>
          </a:prstGeom>
          <a:solidFill>
            <a:srgbClr val="B57442">
              <a:alpha val="30000"/>
            </a:srgbClr>
          </a:solidFill>
          <a:ln w="0">
            <a:noFill/>
            <a:prstDash val="solid"/>
          </a:ln>
        </p:spPr>
      </p:sp>
      <p:sp>
        <p:nvSpPr>
          <p:cNvPr id="1388" name="02_predicted_pose_4687">
            <a:extLst>
              <a:ext uri="{FF2B5EF4-FFF2-40B4-BE49-F238E27FC236}">
                <a16:creationId xmlns:a16="http://schemas.microsoft.com/office/drawing/2014/main" id="{43F09D43-9BCF-4DE3-A8F1-C86F8C9D2633}"/>
              </a:ext>
            </a:extLst>
          </p:cNvPr>
          <p:cNvSpPr>
            <a:spLocks noGrp="1"/>
          </p:cNvSpPr>
          <p:nvPr/>
        </p:nvSpPr>
        <p:spPr>
          <a:xfrm>
            <a:off x="2524614" y="5635036"/>
            <a:ext cx="28398" cy="28398"/>
          </a:xfrm>
          <a:prstGeom prst="ellipse">
            <a:avLst/>
          </a:prstGeom>
          <a:solidFill>
            <a:srgbClr val="B57442">
              <a:alpha val="30000"/>
            </a:srgbClr>
          </a:solidFill>
          <a:ln w="0">
            <a:noFill/>
            <a:prstDash val="solid"/>
          </a:ln>
        </p:spPr>
      </p:sp>
      <p:sp>
        <p:nvSpPr>
          <p:cNvPr id="1389" name="02_predicted_pose_4688">
            <a:extLst>
              <a:ext uri="{FF2B5EF4-FFF2-40B4-BE49-F238E27FC236}">
                <a16:creationId xmlns:a16="http://schemas.microsoft.com/office/drawing/2014/main" id="{0A7BDE9B-6BA3-4405-9FF6-24FB127BCF7E}"/>
              </a:ext>
            </a:extLst>
          </p:cNvPr>
          <p:cNvSpPr>
            <a:spLocks noGrp="1"/>
          </p:cNvSpPr>
          <p:nvPr/>
        </p:nvSpPr>
        <p:spPr>
          <a:xfrm>
            <a:off x="2427801" y="5614809"/>
            <a:ext cx="28398" cy="28398"/>
          </a:xfrm>
          <a:prstGeom prst="ellipse">
            <a:avLst/>
          </a:prstGeom>
          <a:solidFill>
            <a:srgbClr val="B57442">
              <a:alpha val="30000"/>
            </a:srgbClr>
          </a:solidFill>
          <a:ln w="0">
            <a:noFill/>
            <a:prstDash val="solid"/>
          </a:ln>
        </p:spPr>
      </p:sp>
      <p:sp>
        <p:nvSpPr>
          <p:cNvPr id="1390" name="02_predicted_pose_4689">
            <a:extLst>
              <a:ext uri="{FF2B5EF4-FFF2-40B4-BE49-F238E27FC236}">
                <a16:creationId xmlns:a16="http://schemas.microsoft.com/office/drawing/2014/main" id="{259C323C-C1FD-486A-83DD-6BE49B55BCEF}"/>
              </a:ext>
            </a:extLst>
          </p:cNvPr>
          <p:cNvSpPr>
            <a:spLocks noGrp="1"/>
          </p:cNvSpPr>
          <p:nvPr/>
        </p:nvSpPr>
        <p:spPr>
          <a:xfrm>
            <a:off x="2530471" y="5827352"/>
            <a:ext cx="28398" cy="28398"/>
          </a:xfrm>
          <a:prstGeom prst="ellipse">
            <a:avLst/>
          </a:prstGeom>
          <a:solidFill>
            <a:srgbClr val="B57442">
              <a:alpha val="30000"/>
            </a:srgbClr>
          </a:solidFill>
          <a:ln w="0">
            <a:noFill/>
            <a:prstDash val="solid"/>
          </a:ln>
        </p:spPr>
      </p:sp>
      <p:sp>
        <p:nvSpPr>
          <p:cNvPr id="1391" name="02_predicted_pose_4690">
            <a:extLst>
              <a:ext uri="{FF2B5EF4-FFF2-40B4-BE49-F238E27FC236}">
                <a16:creationId xmlns:a16="http://schemas.microsoft.com/office/drawing/2014/main" id="{5ACEF24C-DA4F-4E22-81D4-2BFA46DA4AE4}"/>
              </a:ext>
            </a:extLst>
          </p:cNvPr>
          <p:cNvSpPr>
            <a:spLocks noGrp="1"/>
          </p:cNvSpPr>
          <p:nvPr/>
        </p:nvSpPr>
        <p:spPr>
          <a:xfrm>
            <a:off x="2558034" y="5834749"/>
            <a:ext cx="28398" cy="28398"/>
          </a:xfrm>
          <a:prstGeom prst="ellipse">
            <a:avLst/>
          </a:prstGeom>
          <a:solidFill>
            <a:srgbClr val="B57442">
              <a:alpha val="30000"/>
            </a:srgbClr>
          </a:solidFill>
          <a:ln w="0">
            <a:noFill/>
            <a:prstDash val="solid"/>
          </a:ln>
        </p:spPr>
      </p:sp>
      <p:sp>
        <p:nvSpPr>
          <p:cNvPr id="1392" name="02_predicted_pose_4691">
            <a:extLst>
              <a:ext uri="{FF2B5EF4-FFF2-40B4-BE49-F238E27FC236}">
                <a16:creationId xmlns:a16="http://schemas.microsoft.com/office/drawing/2014/main" id="{F5F1AA65-274A-482D-BCE0-8F4490263DA5}"/>
              </a:ext>
            </a:extLst>
          </p:cNvPr>
          <p:cNvSpPr>
            <a:spLocks noGrp="1"/>
          </p:cNvSpPr>
          <p:nvPr/>
        </p:nvSpPr>
        <p:spPr>
          <a:xfrm>
            <a:off x="2585596" y="5811828"/>
            <a:ext cx="28398" cy="28398"/>
          </a:xfrm>
          <a:prstGeom prst="ellipse">
            <a:avLst/>
          </a:prstGeom>
          <a:solidFill>
            <a:srgbClr val="B57442">
              <a:alpha val="30000"/>
            </a:srgbClr>
          </a:solidFill>
          <a:ln w="0">
            <a:noFill/>
            <a:prstDash val="solid"/>
          </a:ln>
        </p:spPr>
      </p:sp>
      <p:sp>
        <p:nvSpPr>
          <p:cNvPr id="1393" name="02_predicted_pose_4692">
            <a:extLst>
              <a:ext uri="{FF2B5EF4-FFF2-40B4-BE49-F238E27FC236}">
                <a16:creationId xmlns:a16="http://schemas.microsoft.com/office/drawing/2014/main" id="{8965F9CB-1F0D-4A16-B916-0C3A9C7C6703}"/>
              </a:ext>
            </a:extLst>
          </p:cNvPr>
          <p:cNvSpPr>
            <a:spLocks noGrp="1"/>
          </p:cNvSpPr>
          <p:nvPr/>
        </p:nvSpPr>
        <p:spPr>
          <a:xfrm>
            <a:off x="2613159" y="5839439"/>
            <a:ext cx="28398" cy="28398"/>
          </a:xfrm>
          <a:prstGeom prst="ellipse">
            <a:avLst/>
          </a:prstGeom>
          <a:solidFill>
            <a:srgbClr val="B57442">
              <a:alpha val="30000"/>
            </a:srgbClr>
          </a:solidFill>
          <a:ln w="0">
            <a:noFill/>
            <a:prstDash val="solid"/>
          </a:ln>
        </p:spPr>
      </p:sp>
      <p:sp>
        <p:nvSpPr>
          <p:cNvPr id="1394" name="02_predicted_pose_4693">
            <a:extLst>
              <a:ext uri="{FF2B5EF4-FFF2-40B4-BE49-F238E27FC236}">
                <a16:creationId xmlns:a16="http://schemas.microsoft.com/office/drawing/2014/main" id="{0B7C54B0-A88E-45BE-82A1-74825D7AC6CA}"/>
              </a:ext>
            </a:extLst>
          </p:cNvPr>
          <p:cNvSpPr>
            <a:spLocks noGrp="1"/>
          </p:cNvSpPr>
          <p:nvPr/>
        </p:nvSpPr>
        <p:spPr>
          <a:xfrm>
            <a:off x="2382323" y="5789026"/>
            <a:ext cx="28398" cy="28398"/>
          </a:xfrm>
          <a:prstGeom prst="ellipse">
            <a:avLst/>
          </a:prstGeom>
          <a:solidFill>
            <a:srgbClr val="B57442">
              <a:alpha val="30000"/>
            </a:srgbClr>
          </a:solidFill>
          <a:ln w="0">
            <a:noFill/>
            <a:prstDash val="solid"/>
          </a:ln>
        </p:spPr>
      </p:sp>
      <p:sp>
        <p:nvSpPr>
          <p:cNvPr id="1395" name="02_predicted_pose_4694">
            <a:extLst>
              <a:ext uri="{FF2B5EF4-FFF2-40B4-BE49-F238E27FC236}">
                <a16:creationId xmlns:a16="http://schemas.microsoft.com/office/drawing/2014/main" id="{7898D31F-5023-46F6-A991-32B9B2C0F765}"/>
              </a:ext>
            </a:extLst>
          </p:cNvPr>
          <p:cNvSpPr>
            <a:spLocks noGrp="1"/>
          </p:cNvSpPr>
          <p:nvPr/>
        </p:nvSpPr>
        <p:spPr>
          <a:xfrm>
            <a:off x="2396104" y="5842304"/>
            <a:ext cx="28398" cy="28398"/>
          </a:xfrm>
          <a:prstGeom prst="ellipse">
            <a:avLst/>
          </a:prstGeom>
          <a:solidFill>
            <a:srgbClr val="B57442">
              <a:alpha val="30000"/>
            </a:srgbClr>
          </a:solidFill>
          <a:ln w="0">
            <a:noFill/>
            <a:prstDash val="solid"/>
          </a:ln>
        </p:spPr>
      </p:sp>
      <p:sp>
        <p:nvSpPr>
          <p:cNvPr id="1396" name="02_predicted_pose_4695">
            <a:extLst>
              <a:ext uri="{FF2B5EF4-FFF2-40B4-BE49-F238E27FC236}">
                <a16:creationId xmlns:a16="http://schemas.microsoft.com/office/drawing/2014/main" id="{859F7D3F-30E6-473A-8F36-F4B9CB1A7E56}"/>
              </a:ext>
            </a:extLst>
          </p:cNvPr>
          <p:cNvSpPr>
            <a:spLocks noGrp="1"/>
          </p:cNvSpPr>
          <p:nvPr/>
        </p:nvSpPr>
        <p:spPr>
          <a:xfrm>
            <a:off x="2423667" y="5798584"/>
            <a:ext cx="28398" cy="28398"/>
          </a:xfrm>
          <a:prstGeom prst="ellipse">
            <a:avLst/>
          </a:prstGeom>
          <a:solidFill>
            <a:srgbClr val="B57442">
              <a:alpha val="30000"/>
            </a:srgbClr>
          </a:solidFill>
          <a:ln w="0">
            <a:noFill/>
            <a:prstDash val="solid"/>
          </a:ln>
        </p:spPr>
      </p:sp>
      <p:sp>
        <p:nvSpPr>
          <p:cNvPr id="1397" name="02_predicted_pose_4696">
            <a:extLst>
              <a:ext uri="{FF2B5EF4-FFF2-40B4-BE49-F238E27FC236}">
                <a16:creationId xmlns:a16="http://schemas.microsoft.com/office/drawing/2014/main" id="{9D2A2AD8-D052-46FE-95FC-AF2F15003CB9}"/>
              </a:ext>
            </a:extLst>
          </p:cNvPr>
          <p:cNvSpPr>
            <a:spLocks noGrp="1"/>
          </p:cNvSpPr>
          <p:nvPr/>
        </p:nvSpPr>
        <p:spPr>
          <a:xfrm>
            <a:off x="2451229" y="5690744"/>
            <a:ext cx="28398" cy="28398"/>
          </a:xfrm>
          <a:prstGeom prst="ellipse">
            <a:avLst/>
          </a:prstGeom>
          <a:solidFill>
            <a:srgbClr val="B57442">
              <a:alpha val="30000"/>
            </a:srgbClr>
          </a:solidFill>
          <a:ln w="0">
            <a:noFill/>
            <a:prstDash val="solid"/>
          </a:ln>
        </p:spPr>
      </p:sp>
      <p:sp>
        <p:nvSpPr>
          <p:cNvPr id="1398" name="02_predicted_pose_4697">
            <a:extLst>
              <a:ext uri="{FF2B5EF4-FFF2-40B4-BE49-F238E27FC236}">
                <a16:creationId xmlns:a16="http://schemas.microsoft.com/office/drawing/2014/main" id="{14506ADC-0BC3-4B46-9BF0-9F1DC85ED9AF}"/>
              </a:ext>
            </a:extLst>
          </p:cNvPr>
          <p:cNvSpPr>
            <a:spLocks noGrp="1"/>
          </p:cNvSpPr>
          <p:nvPr/>
        </p:nvSpPr>
        <p:spPr>
          <a:xfrm>
            <a:off x="2478792" y="5794516"/>
            <a:ext cx="28398" cy="28398"/>
          </a:xfrm>
          <a:prstGeom prst="ellipse">
            <a:avLst/>
          </a:prstGeom>
          <a:solidFill>
            <a:srgbClr val="B57442">
              <a:alpha val="30000"/>
            </a:srgbClr>
          </a:solidFill>
          <a:ln w="0">
            <a:noFill/>
            <a:prstDash val="solid"/>
          </a:ln>
        </p:spPr>
      </p:sp>
      <p:sp>
        <p:nvSpPr>
          <p:cNvPr id="1399" name="02_predicted_pose_4698">
            <a:extLst>
              <a:ext uri="{FF2B5EF4-FFF2-40B4-BE49-F238E27FC236}">
                <a16:creationId xmlns:a16="http://schemas.microsoft.com/office/drawing/2014/main" id="{C6852127-C123-4E19-BE46-6CE95F4C843B}"/>
              </a:ext>
            </a:extLst>
          </p:cNvPr>
          <p:cNvSpPr>
            <a:spLocks noGrp="1"/>
          </p:cNvSpPr>
          <p:nvPr/>
        </p:nvSpPr>
        <p:spPr>
          <a:xfrm>
            <a:off x="2503598" y="5071039"/>
            <a:ext cx="28398" cy="28398"/>
          </a:xfrm>
          <a:prstGeom prst="ellipse">
            <a:avLst/>
          </a:prstGeom>
          <a:solidFill>
            <a:srgbClr val="B57442">
              <a:alpha val="30000"/>
            </a:srgbClr>
          </a:solidFill>
          <a:ln w="0">
            <a:noFill/>
            <a:prstDash val="solid"/>
          </a:ln>
        </p:spPr>
      </p:sp>
      <p:sp>
        <p:nvSpPr>
          <p:cNvPr id="1400" name="02_predicted_pose_4699">
            <a:extLst>
              <a:ext uri="{FF2B5EF4-FFF2-40B4-BE49-F238E27FC236}">
                <a16:creationId xmlns:a16="http://schemas.microsoft.com/office/drawing/2014/main" id="{7CF86FF8-DFF3-4B05-AD89-C5AA70516815}"/>
              </a:ext>
            </a:extLst>
          </p:cNvPr>
          <p:cNvSpPr>
            <a:spLocks noGrp="1"/>
          </p:cNvSpPr>
          <p:nvPr/>
        </p:nvSpPr>
        <p:spPr>
          <a:xfrm>
            <a:off x="2517379" y="5294180"/>
            <a:ext cx="28398" cy="28398"/>
          </a:xfrm>
          <a:prstGeom prst="ellipse">
            <a:avLst/>
          </a:prstGeom>
          <a:solidFill>
            <a:srgbClr val="B57442">
              <a:alpha val="30000"/>
            </a:srgbClr>
          </a:solidFill>
          <a:ln w="0">
            <a:noFill/>
            <a:prstDash val="solid"/>
          </a:ln>
        </p:spPr>
      </p:sp>
      <p:sp>
        <p:nvSpPr>
          <p:cNvPr id="1401" name="02_predicted_pose_4700">
            <a:extLst>
              <a:ext uri="{FF2B5EF4-FFF2-40B4-BE49-F238E27FC236}">
                <a16:creationId xmlns:a16="http://schemas.microsoft.com/office/drawing/2014/main" id="{CCE76D6A-9211-4310-A5F6-747C2BE23970}"/>
              </a:ext>
            </a:extLst>
          </p:cNvPr>
          <p:cNvSpPr>
            <a:spLocks noGrp="1"/>
          </p:cNvSpPr>
          <p:nvPr/>
        </p:nvSpPr>
        <p:spPr>
          <a:xfrm>
            <a:off x="2448473" y="5570404"/>
            <a:ext cx="28398" cy="28398"/>
          </a:xfrm>
          <a:prstGeom prst="ellipse">
            <a:avLst/>
          </a:prstGeom>
          <a:solidFill>
            <a:srgbClr val="B57442">
              <a:alpha val="30000"/>
            </a:srgbClr>
          </a:solidFill>
          <a:ln w="0">
            <a:noFill/>
            <a:prstDash val="solid"/>
          </a:ln>
        </p:spPr>
      </p:sp>
      <p:sp>
        <p:nvSpPr>
          <p:cNvPr id="1402" name="02_predicted_pose_4701">
            <a:extLst>
              <a:ext uri="{FF2B5EF4-FFF2-40B4-BE49-F238E27FC236}">
                <a16:creationId xmlns:a16="http://schemas.microsoft.com/office/drawing/2014/main" id="{26CF20D5-829A-4B54-AFCD-AFCB90E48C50}"/>
              </a:ext>
            </a:extLst>
          </p:cNvPr>
          <p:cNvSpPr>
            <a:spLocks noGrp="1"/>
          </p:cNvSpPr>
          <p:nvPr/>
        </p:nvSpPr>
        <p:spPr>
          <a:xfrm>
            <a:off x="2395760" y="5863956"/>
            <a:ext cx="28398" cy="28398"/>
          </a:xfrm>
          <a:prstGeom prst="ellipse">
            <a:avLst/>
          </a:prstGeom>
          <a:solidFill>
            <a:srgbClr val="B57442">
              <a:alpha val="30000"/>
            </a:srgbClr>
          </a:solidFill>
          <a:ln w="0">
            <a:noFill/>
            <a:prstDash val="solid"/>
          </a:ln>
        </p:spPr>
      </p:sp>
      <p:sp>
        <p:nvSpPr>
          <p:cNvPr id="1403" name="02_predicted_pose_4702">
            <a:extLst>
              <a:ext uri="{FF2B5EF4-FFF2-40B4-BE49-F238E27FC236}">
                <a16:creationId xmlns:a16="http://schemas.microsoft.com/office/drawing/2014/main" id="{6F2125D8-B30D-4371-A351-94B2258DA397}"/>
              </a:ext>
            </a:extLst>
          </p:cNvPr>
          <p:cNvSpPr>
            <a:spLocks noGrp="1"/>
          </p:cNvSpPr>
          <p:nvPr/>
        </p:nvSpPr>
        <p:spPr>
          <a:xfrm>
            <a:off x="2312383" y="5789992"/>
            <a:ext cx="28398" cy="28398"/>
          </a:xfrm>
          <a:prstGeom prst="ellipse">
            <a:avLst/>
          </a:prstGeom>
          <a:solidFill>
            <a:srgbClr val="B57442">
              <a:alpha val="30000"/>
            </a:srgbClr>
          </a:solidFill>
          <a:ln w="0">
            <a:noFill/>
            <a:prstDash val="solid"/>
          </a:ln>
        </p:spPr>
      </p:sp>
      <p:sp>
        <p:nvSpPr>
          <p:cNvPr id="1404" name="02_predicted_pose_4703">
            <a:extLst>
              <a:ext uri="{FF2B5EF4-FFF2-40B4-BE49-F238E27FC236}">
                <a16:creationId xmlns:a16="http://schemas.microsoft.com/office/drawing/2014/main" id="{107CA7DB-3B44-4517-A832-EF8A4D0435F6}"/>
              </a:ext>
            </a:extLst>
          </p:cNvPr>
          <p:cNvSpPr>
            <a:spLocks noGrp="1"/>
          </p:cNvSpPr>
          <p:nvPr/>
        </p:nvSpPr>
        <p:spPr>
          <a:xfrm>
            <a:off x="2556311" y="5055084"/>
            <a:ext cx="28398" cy="28398"/>
          </a:xfrm>
          <a:prstGeom prst="ellipse">
            <a:avLst/>
          </a:prstGeom>
          <a:solidFill>
            <a:srgbClr val="B57442">
              <a:alpha val="30000"/>
            </a:srgbClr>
          </a:solidFill>
          <a:ln w="0">
            <a:noFill/>
            <a:prstDash val="solid"/>
          </a:ln>
        </p:spPr>
      </p:sp>
      <p:sp>
        <p:nvSpPr>
          <p:cNvPr id="1405" name="02_predicted_pose_4704">
            <a:extLst>
              <a:ext uri="{FF2B5EF4-FFF2-40B4-BE49-F238E27FC236}">
                <a16:creationId xmlns:a16="http://schemas.microsoft.com/office/drawing/2014/main" id="{73F99BB5-8A64-4500-8AD1-A1489542C737}"/>
              </a:ext>
            </a:extLst>
          </p:cNvPr>
          <p:cNvSpPr>
            <a:spLocks noGrp="1"/>
          </p:cNvSpPr>
          <p:nvPr/>
        </p:nvSpPr>
        <p:spPr>
          <a:xfrm>
            <a:off x="2513245" y="4993836"/>
            <a:ext cx="28398" cy="28398"/>
          </a:xfrm>
          <a:prstGeom prst="ellipse">
            <a:avLst/>
          </a:prstGeom>
          <a:solidFill>
            <a:srgbClr val="B57442">
              <a:alpha val="30000"/>
            </a:srgbClr>
          </a:solidFill>
          <a:ln w="0">
            <a:noFill/>
            <a:prstDash val="solid"/>
          </a:ln>
        </p:spPr>
      </p:sp>
      <p:sp>
        <p:nvSpPr>
          <p:cNvPr id="1406" name="02_predicted_pose_4705">
            <a:extLst>
              <a:ext uri="{FF2B5EF4-FFF2-40B4-BE49-F238E27FC236}">
                <a16:creationId xmlns:a16="http://schemas.microsoft.com/office/drawing/2014/main" id="{4E3BFC30-76B9-4393-B788-898E2BEBBF9F}"/>
              </a:ext>
            </a:extLst>
          </p:cNvPr>
          <p:cNvSpPr>
            <a:spLocks noGrp="1"/>
          </p:cNvSpPr>
          <p:nvPr/>
        </p:nvSpPr>
        <p:spPr>
          <a:xfrm>
            <a:off x="2527026" y="5054447"/>
            <a:ext cx="28398" cy="28398"/>
          </a:xfrm>
          <a:prstGeom prst="ellipse">
            <a:avLst/>
          </a:prstGeom>
          <a:solidFill>
            <a:srgbClr val="B57442">
              <a:alpha val="30000"/>
            </a:srgbClr>
          </a:solidFill>
          <a:ln w="0">
            <a:noFill/>
            <a:prstDash val="solid"/>
          </a:ln>
        </p:spPr>
      </p:sp>
      <p:sp>
        <p:nvSpPr>
          <p:cNvPr id="1407" name="02_predicted_pose_4706">
            <a:extLst>
              <a:ext uri="{FF2B5EF4-FFF2-40B4-BE49-F238E27FC236}">
                <a16:creationId xmlns:a16="http://schemas.microsoft.com/office/drawing/2014/main" id="{4DE670A6-FA49-49A5-976B-9F93691305A4}"/>
              </a:ext>
            </a:extLst>
          </p:cNvPr>
          <p:cNvSpPr>
            <a:spLocks noGrp="1"/>
          </p:cNvSpPr>
          <p:nvPr/>
        </p:nvSpPr>
        <p:spPr>
          <a:xfrm>
            <a:off x="2333055" y="5277741"/>
            <a:ext cx="28398" cy="28398"/>
          </a:xfrm>
          <a:prstGeom prst="ellipse">
            <a:avLst/>
          </a:prstGeom>
          <a:solidFill>
            <a:srgbClr val="B57442">
              <a:alpha val="30000"/>
            </a:srgbClr>
          </a:solidFill>
          <a:ln w="0">
            <a:noFill/>
            <a:prstDash val="solid"/>
          </a:ln>
        </p:spPr>
      </p:sp>
      <p:sp>
        <p:nvSpPr>
          <p:cNvPr id="1408" name="02_predicted_pose_4707">
            <a:extLst>
              <a:ext uri="{FF2B5EF4-FFF2-40B4-BE49-F238E27FC236}">
                <a16:creationId xmlns:a16="http://schemas.microsoft.com/office/drawing/2014/main" id="{EED1F3B3-AA0B-449D-96A4-20194424CD12}"/>
              </a:ext>
            </a:extLst>
          </p:cNvPr>
          <p:cNvSpPr>
            <a:spLocks noGrp="1"/>
          </p:cNvSpPr>
          <p:nvPr/>
        </p:nvSpPr>
        <p:spPr>
          <a:xfrm>
            <a:off x="2513589" y="5299099"/>
            <a:ext cx="28398" cy="28398"/>
          </a:xfrm>
          <a:prstGeom prst="ellipse">
            <a:avLst/>
          </a:prstGeom>
          <a:solidFill>
            <a:srgbClr val="B57442">
              <a:alpha val="30000"/>
            </a:srgbClr>
          </a:solidFill>
          <a:ln w="0">
            <a:noFill/>
            <a:prstDash val="solid"/>
          </a:ln>
        </p:spPr>
      </p:sp>
      <p:sp>
        <p:nvSpPr>
          <p:cNvPr id="1409" name="02_predicted_pose_4708">
            <a:extLst>
              <a:ext uri="{FF2B5EF4-FFF2-40B4-BE49-F238E27FC236}">
                <a16:creationId xmlns:a16="http://schemas.microsoft.com/office/drawing/2014/main" id="{12B6E038-A7A5-4043-A221-2BF6E527C216}"/>
              </a:ext>
            </a:extLst>
          </p:cNvPr>
          <p:cNvSpPr>
            <a:spLocks noGrp="1"/>
          </p:cNvSpPr>
          <p:nvPr/>
        </p:nvSpPr>
        <p:spPr>
          <a:xfrm>
            <a:off x="2527371" y="5354196"/>
            <a:ext cx="28398" cy="28398"/>
          </a:xfrm>
          <a:prstGeom prst="ellipse">
            <a:avLst/>
          </a:prstGeom>
          <a:solidFill>
            <a:srgbClr val="B57442">
              <a:alpha val="30000"/>
            </a:srgbClr>
          </a:solidFill>
          <a:ln w="0">
            <a:noFill/>
            <a:prstDash val="solid"/>
          </a:ln>
        </p:spPr>
      </p:sp>
      <p:sp>
        <p:nvSpPr>
          <p:cNvPr id="1410" name="02_predicted_pose_4709">
            <a:extLst>
              <a:ext uri="{FF2B5EF4-FFF2-40B4-BE49-F238E27FC236}">
                <a16:creationId xmlns:a16="http://schemas.microsoft.com/office/drawing/2014/main" id="{12CDDF68-6DEC-44A4-AC17-9FF3B6FD4CFC}"/>
              </a:ext>
            </a:extLst>
          </p:cNvPr>
          <p:cNvSpPr>
            <a:spLocks noGrp="1"/>
          </p:cNvSpPr>
          <p:nvPr/>
        </p:nvSpPr>
        <p:spPr>
          <a:xfrm>
            <a:off x="2541152" y="5290054"/>
            <a:ext cx="28398" cy="28398"/>
          </a:xfrm>
          <a:prstGeom prst="ellipse">
            <a:avLst/>
          </a:prstGeom>
          <a:solidFill>
            <a:srgbClr val="B57442">
              <a:alpha val="30000"/>
            </a:srgbClr>
          </a:solidFill>
          <a:ln w="0">
            <a:noFill/>
            <a:prstDash val="solid"/>
          </a:ln>
        </p:spPr>
      </p:sp>
      <p:sp>
        <p:nvSpPr>
          <p:cNvPr id="1411" name="02_predicted_pose_4710">
            <a:extLst>
              <a:ext uri="{FF2B5EF4-FFF2-40B4-BE49-F238E27FC236}">
                <a16:creationId xmlns:a16="http://schemas.microsoft.com/office/drawing/2014/main" id="{D646D475-8EEC-4869-9C70-67C4A7070BC6}"/>
              </a:ext>
            </a:extLst>
          </p:cNvPr>
          <p:cNvSpPr>
            <a:spLocks noGrp="1"/>
          </p:cNvSpPr>
          <p:nvPr/>
        </p:nvSpPr>
        <p:spPr>
          <a:xfrm>
            <a:off x="2554933" y="5554926"/>
            <a:ext cx="28398" cy="28398"/>
          </a:xfrm>
          <a:prstGeom prst="ellipse">
            <a:avLst/>
          </a:prstGeom>
          <a:solidFill>
            <a:srgbClr val="B57442">
              <a:alpha val="30000"/>
            </a:srgbClr>
          </a:solidFill>
          <a:ln w="0">
            <a:noFill/>
            <a:prstDash val="solid"/>
          </a:ln>
        </p:spPr>
      </p:sp>
      <p:sp>
        <p:nvSpPr>
          <p:cNvPr id="1412" name="02_predicted_pose_4711">
            <a:extLst>
              <a:ext uri="{FF2B5EF4-FFF2-40B4-BE49-F238E27FC236}">
                <a16:creationId xmlns:a16="http://schemas.microsoft.com/office/drawing/2014/main" id="{A0371F66-3FF5-4503-9F71-56F6CD065B3E}"/>
              </a:ext>
            </a:extLst>
          </p:cNvPr>
          <p:cNvSpPr>
            <a:spLocks noGrp="1"/>
          </p:cNvSpPr>
          <p:nvPr/>
        </p:nvSpPr>
        <p:spPr>
          <a:xfrm>
            <a:off x="2568714" y="5348883"/>
            <a:ext cx="28398" cy="28398"/>
          </a:xfrm>
          <a:prstGeom prst="ellipse">
            <a:avLst/>
          </a:prstGeom>
          <a:solidFill>
            <a:srgbClr val="B57442">
              <a:alpha val="30000"/>
            </a:srgbClr>
          </a:solidFill>
          <a:ln w="0">
            <a:noFill/>
            <a:prstDash val="solid"/>
          </a:ln>
        </p:spPr>
      </p:sp>
      <p:sp>
        <p:nvSpPr>
          <p:cNvPr id="1413" name="02_predicted_pose_4712">
            <a:extLst>
              <a:ext uri="{FF2B5EF4-FFF2-40B4-BE49-F238E27FC236}">
                <a16:creationId xmlns:a16="http://schemas.microsoft.com/office/drawing/2014/main" id="{839E900D-6A7A-49B6-AE33-60088C0C6ED0}"/>
              </a:ext>
            </a:extLst>
          </p:cNvPr>
          <p:cNvSpPr>
            <a:spLocks noGrp="1"/>
          </p:cNvSpPr>
          <p:nvPr/>
        </p:nvSpPr>
        <p:spPr>
          <a:xfrm>
            <a:off x="2395415" y="5196522"/>
            <a:ext cx="28398" cy="28398"/>
          </a:xfrm>
          <a:prstGeom prst="ellipse">
            <a:avLst/>
          </a:prstGeom>
          <a:solidFill>
            <a:srgbClr val="B57442">
              <a:alpha val="30000"/>
            </a:srgbClr>
          </a:solidFill>
          <a:ln w="0">
            <a:noFill/>
            <a:prstDash val="solid"/>
          </a:ln>
        </p:spPr>
      </p:sp>
      <p:sp>
        <p:nvSpPr>
          <p:cNvPr id="1414" name="02_predicted_pose_4713">
            <a:extLst>
              <a:ext uri="{FF2B5EF4-FFF2-40B4-BE49-F238E27FC236}">
                <a16:creationId xmlns:a16="http://schemas.microsoft.com/office/drawing/2014/main" id="{8D363CE4-4F19-47D1-8FF2-CE5284268A6A}"/>
              </a:ext>
            </a:extLst>
          </p:cNvPr>
          <p:cNvSpPr>
            <a:spLocks noGrp="1"/>
          </p:cNvSpPr>
          <p:nvPr/>
        </p:nvSpPr>
        <p:spPr>
          <a:xfrm>
            <a:off x="2478792" y="5599787"/>
            <a:ext cx="28398" cy="28398"/>
          </a:xfrm>
          <a:prstGeom prst="ellipse">
            <a:avLst/>
          </a:prstGeom>
          <a:solidFill>
            <a:srgbClr val="B57442">
              <a:alpha val="30000"/>
            </a:srgbClr>
          </a:solidFill>
          <a:ln w="0">
            <a:noFill/>
            <a:prstDash val="solid"/>
          </a:ln>
        </p:spPr>
      </p:sp>
      <p:sp>
        <p:nvSpPr>
          <p:cNvPr id="1415" name="02_predicted_pose_4714">
            <a:extLst>
              <a:ext uri="{FF2B5EF4-FFF2-40B4-BE49-F238E27FC236}">
                <a16:creationId xmlns:a16="http://schemas.microsoft.com/office/drawing/2014/main" id="{89D6370B-73C5-4E40-A057-8EE741300EAF}"/>
              </a:ext>
            </a:extLst>
          </p:cNvPr>
          <p:cNvSpPr>
            <a:spLocks noGrp="1"/>
          </p:cNvSpPr>
          <p:nvPr/>
        </p:nvSpPr>
        <p:spPr>
          <a:xfrm>
            <a:off x="2506354" y="5610005"/>
            <a:ext cx="28398" cy="28398"/>
          </a:xfrm>
          <a:prstGeom prst="ellipse">
            <a:avLst/>
          </a:prstGeom>
          <a:solidFill>
            <a:srgbClr val="B57442">
              <a:alpha val="30000"/>
            </a:srgbClr>
          </a:solidFill>
          <a:ln w="0">
            <a:noFill/>
            <a:prstDash val="solid"/>
          </a:ln>
        </p:spPr>
      </p:sp>
      <p:sp>
        <p:nvSpPr>
          <p:cNvPr id="1416" name="02_predicted_pose_4715">
            <a:extLst>
              <a:ext uri="{FF2B5EF4-FFF2-40B4-BE49-F238E27FC236}">
                <a16:creationId xmlns:a16="http://schemas.microsoft.com/office/drawing/2014/main" id="{C29E9589-DA83-411F-BCC9-C94DF9103A0F}"/>
              </a:ext>
            </a:extLst>
          </p:cNvPr>
          <p:cNvSpPr>
            <a:spLocks noGrp="1"/>
          </p:cNvSpPr>
          <p:nvPr/>
        </p:nvSpPr>
        <p:spPr>
          <a:xfrm>
            <a:off x="2533917" y="5592292"/>
            <a:ext cx="28398" cy="28398"/>
          </a:xfrm>
          <a:prstGeom prst="ellipse">
            <a:avLst/>
          </a:prstGeom>
          <a:solidFill>
            <a:srgbClr val="B57442">
              <a:alpha val="30000"/>
            </a:srgbClr>
          </a:solidFill>
          <a:ln w="0">
            <a:noFill/>
            <a:prstDash val="solid"/>
          </a:ln>
        </p:spPr>
      </p:sp>
      <p:sp>
        <p:nvSpPr>
          <p:cNvPr id="1417" name="02_predicted_pose_4716">
            <a:extLst>
              <a:ext uri="{FF2B5EF4-FFF2-40B4-BE49-F238E27FC236}">
                <a16:creationId xmlns:a16="http://schemas.microsoft.com/office/drawing/2014/main" id="{8FAE2539-B41E-405E-ABEA-B4BBF96073F6}"/>
              </a:ext>
            </a:extLst>
          </p:cNvPr>
          <p:cNvSpPr>
            <a:spLocks noGrp="1"/>
          </p:cNvSpPr>
          <p:nvPr/>
        </p:nvSpPr>
        <p:spPr>
          <a:xfrm>
            <a:off x="2561479" y="5626236"/>
            <a:ext cx="28398" cy="28398"/>
          </a:xfrm>
          <a:prstGeom prst="ellipse">
            <a:avLst/>
          </a:prstGeom>
          <a:solidFill>
            <a:srgbClr val="B57442">
              <a:alpha val="30000"/>
            </a:srgbClr>
          </a:solidFill>
          <a:ln w="0">
            <a:noFill/>
            <a:prstDash val="solid"/>
          </a:ln>
        </p:spPr>
      </p:sp>
      <p:sp>
        <p:nvSpPr>
          <p:cNvPr id="1418" name="02_predicted_pose_4717">
            <a:extLst>
              <a:ext uri="{FF2B5EF4-FFF2-40B4-BE49-F238E27FC236}">
                <a16:creationId xmlns:a16="http://schemas.microsoft.com/office/drawing/2014/main" id="{582DB6CA-0035-44D6-A504-B0AA4B0FEE62}"/>
              </a:ext>
            </a:extLst>
          </p:cNvPr>
          <p:cNvSpPr>
            <a:spLocks noGrp="1"/>
          </p:cNvSpPr>
          <p:nvPr/>
        </p:nvSpPr>
        <p:spPr>
          <a:xfrm>
            <a:off x="2641410" y="5560751"/>
            <a:ext cx="28398" cy="28398"/>
          </a:xfrm>
          <a:prstGeom prst="ellipse">
            <a:avLst/>
          </a:prstGeom>
          <a:solidFill>
            <a:srgbClr val="B57442">
              <a:alpha val="30000"/>
            </a:srgbClr>
          </a:solidFill>
          <a:ln w="0">
            <a:noFill/>
            <a:prstDash val="solid"/>
          </a:ln>
        </p:spPr>
      </p:sp>
      <p:sp>
        <p:nvSpPr>
          <p:cNvPr id="1419" name="02_predicted_pose_4718">
            <a:extLst>
              <a:ext uri="{FF2B5EF4-FFF2-40B4-BE49-F238E27FC236}">
                <a16:creationId xmlns:a16="http://schemas.microsoft.com/office/drawing/2014/main" id="{0E75F36E-E266-4A6F-9F59-7E24E17746D4}"/>
              </a:ext>
            </a:extLst>
          </p:cNvPr>
          <p:cNvSpPr>
            <a:spLocks noGrp="1"/>
          </p:cNvSpPr>
          <p:nvPr/>
        </p:nvSpPr>
        <p:spPr>
          <a:xfrm>
            <a:off x="2325476" y="5149763"/>
            <a:ext cx="28398" cy="28398"/>
          </a:xfrm>
          <a:prstGeom prst="ellipse">
            <a:avLst/>
          </a:prstGeom>
          <a:solidFill>
            <a:srgbClr val="B57442">
              <a:alpha val="30000"/>
            </a:srgbClr>
          </a:solidFill>
          <a:ln w="0">
            <a:noFill/>
            <a:prstDash val="solid"/>
          </a:ln>
        </p:spPr>
      </p:sp>
      <p:sp>
        <p:nvSpPr>
          <p:cNvPr id="1420" name="02_predicted_pose_4719">
            <a:extLst>
              <a:ext uri="{FF2B5EF4-FFF2-40B4-BE49-F238E27FC236}">
                <a16:creationId xmlns:a16="http://schemas.microsoft.com/office/drawing/2014/main" id="{774D476E-1997-453E-9DA7-C57641C2D2A9}"/>
              </a:ext>
            </a:extLst>
          </p:cNvPr>
          <p:cNvSpPr>
            <a:spLocks noGrp="1"/>
          </p:cNvSpPr>
          <p:nvPr/>
        </p:nvSpPr>
        <p:spPr>
          <a:xfrm>
            <a:off x="2353038" y="5545067"/>
            <a:ext cx="28398" cy="28398"/>
          </a:xfrm>
          <a:prstGeom prst="ellipse">
            <a:avLst/>
          </a:prstGeom>
          <a:solidFill>
            <a:srgbClr val="B57442">
              <a:alpha val="30000"/>
            </a:srgbClr>
          </a:solidFill>
          <a:ln w="0">
            <a:noFill/>
            <a:prstDash val="solid"/>
          </a:ln>
        </p:spPr>
      </p:sp>
      <p:sp>
        <p:nvSpPr>
          <p:cNvPr id="1421" name="02_predicted_pose_4720">
            <a:extLst>
              <a:ext uri="{FF2B5EF4-FFF2-40B4-BE49-F238E27FC236}">
                <a16:creationId xmlns:a16="http://schemas.microsoft.com/office/drawing/2014/main" id="{A6E4174F-5E2C-404C-9929-6B6FF6968742}"/>
              </a:ext>
            </a:extLst>
          </p:cNvPr>
          <p:cNvSpPr>
            <a:spLocks noGrp="1"/>
          </p:cNvSpPr>
          <p:nvPr/>
        </p:nvSpPr>
        <p:spPr>
          <a:xfrm>
            <a:off x="2380600" y="5519103"/>
            <a:ext cx="28398" cy="28398"/>
          </a:xfrm>
          <a:prstGeom prst="ellipse">
            <a:avLst/>
          </a:prstGeom>
          <a:solidFill>
            <a:srgbClr val="B57442">
              <a:alpha val="30000"/>
            </a:srgbClr>
          </a:solidFill>
          <a:ln w="0">
            <a:noFill/>
            <a:prstDash val="solid"/>
          </a:ln>
        </p:spPr>
      </p:sp>
      <p:sp>
        <p:nvSpPr>
          <p:cNvPr id="1422" name="02_predicted_pose_4721">
            <a:extLst>
              <a:ext uri="{FF2B5EF4-FFF2-40B4-BE49-F238E27FC236}">
                <a16:creationId xmlns:a16="http://schemas.microsoft.com/office/drawing/2014/main" id="{E5582C54-A675-4C6B-8D35-EC29284847BA}"/>
              </a:ext>
            </a:extLst>
          </p:cNvPr>
          <p:cNvSpPr>
            <a:spLocks noGrp="1"/>
          </p:cNvSpPr>
          <p:nvPr/>
        </p:nvSpPr>
        <p:spPr>
          <a:xfrm>
            <a:off x="2408163" y="5512876"/>
            <a:ext cx="28398" cy="28398"/>
          </a:xfrm>
          <a:prstGeom prst="ellipse">
            <a:avLst/>
          </a:prstGeom>
          <a:solidFill>
            <a:srgbClr val="B57442">
              <a:alpha val="30000"/>
            </a:srgbClr>
          </a:solidFill>
          <a:ln w="0">
            <a:noFill/>
            <a:prstDash val="solid"/>
          </a:ln>
        </p:spPr>
      </p:sp>
      <p:sp>
        <p:nvSpPr>
          <p:cNvPr id="1423" name="02_predicted_pose_4722">
            <a:extLst>
              <a:ext uri="{FF2B5EF4-FFF2-40B4-BE49-F238E27FC236}">
                <a16:creationId xmlns:a16="http://schemas.microsoft.com/office/drawing/2014/main" id="{44164ADA-6484-4C52-AED5-3A5EF0D55EA0}"/>
              </a:ext>
            </a:extLst>
          </p:cNvPr>
          <p:cNvSpPr>
            <a:spLocks noGrp="1"/>
          </p:cNvSpPr>
          <p:nvPr/>
        </p:nvSpPr>
        <p:spPr>
          <a:xfrm>
            <a:off x="2311350" y="5592692"/>
            <a:ext cx="28398" cy="28398"/>
          </a:xfrm>
          <a:prstGeom prst="ellipse">
            <a:avLst/>
          </a:prstGeom>
          <a:solidFill>
            <a:srgbClr val="B57442">
              <a:alpha val="30000"/>
            </a:srgbClr>
          </a:solidFill>
          <a:ln w="0">
            <a:noFill/>
            <a:prstDash val="solid"/>
          </a:ln>
        </p:spPr>
      </p:sp>
      <p:sp>
        <p:nvSpPr>
          <p:cNvPr id="1424" name="02_predicted_pose_4723">
            <a:extLst>
              <a:ext uri="{FF2B5EF4-FFF2-40B4-BE49-F238E27FC236}">
                <a16:creationId xmlns:a16="http://schemas.microsoft.com/office/drawing/2014/main" id="{CAC9ED03-0986-481E-86EE-87E2F49AA13B}"/>
              </a:ext>
            </a:extLst>
          </p:cNvPr>
          <p:cNvSpPr>
            <a:spLocks noGrp="1"/>
          </p:cNvSpPr>
          <p:nvPr/>
        </p:nvSpPr>
        <p:spPr>
          <a:xfrm>
            <a:off x="2360962" y="5846706"/>
            <a:ext cx="28398" cy="28398"/>
          </a:xfrm>
          <a:prstGeom prst="ellipse">
            <a:avLst/>
          </a:prstGeom>
          <a:solidFill>
            <a:srgbClr val="B57442">
              <a:alpha val="30000"/>
            </a:srgbClr>
          </a:solidFill>
          <a:ln w="0">
            <a:noFill/>
            <a:prstDash val="solid"/>
          </a:ln>
        </p:spPr>
      </p:sp>
      <p:sp>
        <p:nvSpPr>
          <p:cNvPr id="1425" name="02_predicted_pose_4724">
            <a:extLst>
              <a:ext uri="{FF2B5EF4-FFF2-40B4-BE49-F238E27FC236}">
                <a16:creationId xmlns:a16="http://schemas.microsoft.com/office/drawing/2014/main" id="{A8953825-0324-4D2A-90A6-C8A234CA2FD9}"/>
              </a:ext>
            </a:extLst>
          </p:cNvPr>
          <p:cNvSpPr>
            <a:spLocks noGrp="1"/>
          </p:cNvSpPr>
          <p:nvPr/>
        </p:nvSpPr>
        <p:spPr>
          <a:xfrm>
            <a:off x="2502909" y="5743294"/>
            <a:ext cx="28398" cy="28398"/>
          </a:xfrm>
          <a:prstGeom prst="ellipse">
            <a:avLst/>
          </a:prstGeom>
          <a:solidFill>
            <a:srgbClr val="B57442">
              <a:alpha val="30000"/>
            </a:srgbClr>
          </a:solidFill>
          <a:ln w="0">
            <a:noFill/>
            <a:prstDash val="solid"/>
          </a:ln>
        </p:spPr>
      </p:sp>
      <p:sp>
        <p:nvSpPr>
          <p:cNvPr id="1426" name="02_predicted_pose_4725">
            <a:extLst>
              <a:ext uri="{FF2B5EF4-FFF2-40B4-BE49-F238E27FC236}">
                <a16:creationId xmlns:a16="http://schemas.microsoft.com/office/drawing/2014/main" id="{F313E82F-2F45-4D68-82F6-9F8697888F10}"/>
              </a:ext>
            </a:extLst>
          </p:cNvPr>
          <p:cNvSpPr>
            <a:spLocks noGrp="1"/>
          </p:cNvSpPr>
          <p:nvPr/>
        </p:nvSpPr>
        <p:spPr>
          <a:xfrm>
            <a:off x="2530471" y="5652192"/>
            <a:ext cx="28398" cy="28398"/>
          </a:xfrm>
          <a:prstGeom prst="ellipse">
            <a:avLst/>
          </a:prstGeom>
          <a:solidFill>
            <a:srgbClr val="B57442">
              <a:alpha val="30000"/>
            </a:srgbClr>
          </a:solidFill>
          <a:ln w="0">
            <a:noFill/>
            <a:prstDash val="solid"/>
          </a:ln>
        </p:spPr>
      </p:sp>
      <p:sp>
        <p:nvSpPr>
          <p:cNvPr id="1427" name="02_predicted_pose_4726">
            <a:extLst>
              <a:ext uri="{FF2B5EF4-FFF2-40B4-BE49-F238E27FC236}">
                <a16:creationId xmlns:a16="http://schemas.microsoft.com/office/drawing/2014/main" id="{54EC9387-8338-462C-A3AC-75AC5105DCCC}"/>
              </a:ext>
            </a:extLst>
          </p:cNvPr>
          <p:cNvSpPr>
            <a:spLocks noGrp="1"/>
          </p:cNvSpPr>
          <p:nvPr/>
        </p:nvSpPr>
        <p:spPr>
          <a:xfrm>
            <a:off x="2571815" y="5544971"/>
            <a:ext cx="28398" cy="28398"/>
          </a:xfrm>
          <a:prstGeom prst="ellipse">
            <a:avLst/>
          </a:prstGeom>
          <a:solidFill>
            <a:srgbClr val="B57442">
              <a:alpha val="30000"/>
            </a:srgbClr>
          </a:solidFill>
          <a:ln w="0">
            <a:noFill/>
            <a:prstDash val="solid"/>
          </a:ln>
        </p:spPr>
      </p:sp>
      <p:sp>
        <p:nvSpPr>
          <p:cNvPr id="1428" name="02_predicted_pose_4727">
            <a:extLst>
              <a:ext uri="{FF2B5EF4-FFF2-40B4-BE49-F238E27FC236}">
                <a16:creationId xmlns:a16="http://schemas.microsoft.com/office/drawing/2014/main" id="{7FCB6610-5993-48DE-9A44-574F23012EA1}"/>
              </a:ext>
            </a:extLst>
          </p:cNvPr>
          <p:cNvSpPr>
            <a:spLocks noGrp="1"/>
          </p:cNvSpPr>
          <p:nvPr/>
        </p:nvSpPr>
        <p:spPr>
          <a:xfrm>
            <a:off x="2599378" y="5558566"/>
            <a:ext cx="28398" cy="28398"/>
          </a:xfrm>
          <a:prstGeom prst="ellipse">
            <a:avLst/>
          </a:prstGeom>
          <a:solidFill>
            <a:srgbClr val="B57442">
              <a:alpha val="30000"/>
            </a:srgbClr>
          </a:solidFill>
          <a:ln w="0">
            <a:noFill/>
            <a:prstDash val="solid"/>
          </a:ln>
        </p:spPr>
      </p:sp>
      <p:sp>
        <p:nvSpPr>
          <p:cNvPr id="1429" name="02_predicted_pose_4728">
            <a:extLst>
              <a:ext uri="{FF2B5EF4-FFF2-40B4-BE49-F238E27FC236}">
                <a16:creationId xmlns:a16="http://schemas.microsoft.com/office/drawing/2014/main" id="{6BBBE4AF-E124-4B16-A88C-A3430548A415}"/>
              </a:ext>
            </a:extLst>
          </p:cNvPr>
          <p:cNvSpPr>
            <a:spLocks noGrp="1"/>
          </p:cNvSpPr>
          <p:nvPr/>
        </p:nvSpPr>
        <p:spPr>
          <a:xfrm>
            <a:off x="2626940" y="5568592"/>
            <a:ext cx="28398" cy="28398"/>
          </a:xfrm>
          <a:prstGeom prst="ellipse">
            <a:avLst/>
          </a:prstGeom>
          <a:solidFill>
            <a:srgbClr val="B57442">
              <a:alpha val="30000"/>
            </a:srgbClr>
          </a:solidFill>
          <a:ln w="0">
            <a:noFill/>
            <a:prstDash val="solid"/>
          </a:ln>
        </p:spPr>
      </p:sp>
      <p:sp>
        <p:nvSpPr>
          <p:cNvPr id="1430" name="02_predicted_pose_4729">
            <a:extLst>
              <a:ext uri="{FF2B5EF4-FFF2-40B4-BE49-F238E27FC236}">
                <a16:creationId xmlns:a16="http://schemas.microsoft.com/office/drawing/2014/main" id="{C717FD73-8701-4DC3-96CD-77124A05AB87}"/>
              </a:ext>
            </a:extLst>
          </p:cNvPr>
          <p:cNvSpPr>
            <a:spLocks noGrp="1"/>
          </p:cNvSpPr>
          <p:nvPr/>
        </p:nvSpPr>
        <p:spPr>
          <a:xfrm>
            <a:off x="2609369" y="5792573"/>
            <a:ext cx="28398" cy="28398"/>
          </a:xfrm>
          <a:prstGeom prst="ellipse">
            <a:avLst/>
          </a:prstGeom>
          <a:solidFill>
            <a:srgbClr val="B57442">
              <a:alpha val="30000"/>
            </a:srgbClr>
          </a:solidFill>
          <a:ln w="0">
            <a:noFill/>
            <a:prstDash val="solid"/>
          </a:ln>
        </p:spPr>
      </p:sp>
      <p:sp>
        <p:nvSpPr>
          <p:cNvPr id="1431" name="02_predicted_pose_4730">
            <a:extLst>
              <a:ext uri="{FF2B5EF4-FFF2-40B4-BE49-F238E27FC236}">
                <a16:creationId xmlns:a16="http://schemas.microsoft.com/office/drawing/2014/main" id="{76A4F3C6-0049-4D96-8D20-8D3D56C8E33C}"/>
              </a:ext>
            </a:extLst>
          </p:cNvPr>
          <p:cNvSpPr>
            <a:spLocks noGrp="1"/>
          </p:cNvSpPr>
          <p:nvPr/>
        </p:nvSpPr>
        <p:spPr>
          <a:xfrm>
            <a:off x="2358895" y="5564416"/>
            <a:ext cx="28398" cy="28398"/>
          </a:xfrm>
          <a:prstGeom prst="ellipse">
            <a:avLst/>
          </a:prstGeom>
          <a:solidFill>
            <a:srgbClr val="B57442">
              <a:alpha val="30000"/>
            </a:srgbClr>
          </a:solidFill>
          <a:ln w="0">
            <a:noFill/>
            <a:prstDash val="solid"/>
          </a:ln>
        </p:spPr>
      </p:sp>
      <p:sp>
        <p:nvSpPr>
          <p:cNvPr id="1432" name="02_predicted_pose_4731">
            <a:extLst>
              <a:ext uri="{FF2B5EF4-FFF2-40B4-BE49-F238E27FC236}">
                <a16:creationId xmlns:a16="http://schemas.microsoft.com/office/drawing/2014/main" id="{1C7EECFF-0157-4C51-BA72-E6431E500114}"/>
              </a:ext>
            </a:extLst>
          </p:cNvPr>
          <p:cNvSpPr>
            <a:spLocks noGrp="1"/>
          </p:cNvSpPr>
          <p:nvPr/>
        </p:nvSpPr>
        <p:spPr>
          <a:xfrm>
            <a:off x="2637965" y="5805862"/>
            <a:ext cx="28398" cy="28398"/>
          </a:xfrm>
          <a:prstGeom prst="ellipse">
            <a:avLst/>
          </a:prstGeom>
          <a:solidFill>
            <a:srgbClr val="B57442">
              <a:alpha val="30000"/>
            </a:srgbClr>
          </a:solidFill>
          <a:ln w="0">
            <a:noFill/>
            <a:prstDash val="solid"/>
          </a:ln>
        </p:spPr>
      </p:sp>
      <p:sp>
        <p:nvSpPr>
          <p:cNvPr id="1433" name="02_predicted_pose_4732">
            <a:extLst>
              <a:ext uri="{FF2B5EF4-FFF2-40B4-BE49-F238E27FC236}">
                <a16:creationId xmlns:a16="http://schemas.microsoft.com/office/drawing/2014/main" id="{B964A0BA-0629-4609-93DA-113CD4BF9817}"/>
              </a:ext>
            </a:extLst>
          </p:cNvPr>
          <p:cNvSpPr>
            <a:spLocks noGrp="1"/>
          </p:cNvSpPr>
          <p:nvPr/>
        </p:nvSpPr>
        <p:spPr>
          <a:xfrm>
            <a:off x="2480514" y="5591077"/>
            <a:ext cx="28398" cy="28398"/>
          </a:xfrm>
          <a:prstGeom prst="ellipse">
            <a:avLst/>
          </a:prstGeom>
          <a:solidFill>
            <a:srgbClr val="B57442">
              <a:alpha val="30000"/>
            </a:srgbClr>
          </a:solidFill>
          <a:ln w="0">
            <a:noFill/>
            <a:prstDash val="solid"/>
          </a:ln>
        </p:spPr>
      </p:sp>
      <p:sp>
        <p:nvSpPr>
          <p:cNvPr id="1434" name="02_predicted_pose_4733">
            <a:extLst>
              <a:ext uri="{FF2B5EF4-FFF2-40B4-BE49-F238E27FC236}">
                <a16:creationId xmlns:a16="http://schemas.microsoft.com/office/drawing/2014/main" id="{CA7DD667-C893-4177-8CE0-847DA88955A0}"/>
              </a:ext>
            </a:extLst>
          </p:cNvPr>
          <p:cNvSpPr>
            <a:spLocks noGrp="1"/>
          </p:cNvSpPr>
          <p:nvPr/>
        </p:nvSpPr>
        <p:spPr>
          <a:xfrm>
            <a:off x="2573538" y="5554257"/>
            <a:ext cx="28398" cy="28398"/>
          </a:xfrm>
          <a:prstGeom prst="ellipse">
            <a:avLst/>
          </a:prstGeom>
          <a:solidFill>
            <a:srgbClr val="B57442">
              <a:alpha val="30000"/>
            </a:srgbClr>
          </a:solidFill>
          <a:ln w="0">
            <a:noFill/>
            <a:prstDash val="solid"/>
          </a:ln>
        </p:spPr>
      </p:sp>
      <p:sp>
        <p:nvSpPr>
          <p:cNvPr id="1435" name="02_predicted_pose_4734">
            <a:extLst>
              <a:ext uri="{FF2B5EF4-FFF2-40B4-BE49-F238E27FC236}">
                <a16:creationId xmlns:a16="http://schemas.microsoft.com/office/drawing/2014/main" id="{5CAD0BEF-D62E-470A-A8FF-53B7D6FA2C83}"/>
              </a:ext>
            </a:extLst>
          </p:cNvPr>
          <p:cNvSpPr>
            <a:spLocks noGrp="1"/>
          </p:cNvSpPr>
          <p:nvPr/>
        </p:nvSpPr>
        <p:spPr>
          <a:xfrm>
            <a:off x="2318585" y="5749293"/>
            <a:ext cx="28398" cy="28398"/>
          </a:xfrm>
          <a:prstGeom prst="ellipse">
            <a:avLst/>
          </a:prstGeom>
          <a:solidFill>
            <a:srgbClr val="B57442">
              <a:alpha val="30000"/>
            </a:srgbClr>
          </a:solidFill>
          <a:ln w="0">
            <a:noFill/>
            <a:prstDash val="solid"/>
          </a:ln>
        </p:spPr>
      </p:sp>
      <p:sp>
        <p:nvSpPr>
          <p:cNvPr id="1436" name="02_predicted_pose_4735">
            <a:extLst>
              <a:ext uri="{FF2B5EF4-FFF2-40B4-BE49-F238E27FC236}">
                <a16:creationId xmlns:a16="http://schemas.microsoft.com/office/drawing/2014/main" id="{564B45A0-CF83-4C46-B1B9-0828A8583632}"/>
              </a:ext>
            </a:extLst>
          </p:cNvPr>
          <p:cNvSpPr>
            <a:spLocks noGrp="1"/>
          </p:cNvSpPr>
          <p:nvPr/>
        </p:nvSpPr>
        <p:spPr>
          <a:xfrm>
            <a:off x="2332366" y="5600287"/>
            <a:ext cx="28398" cy="28398"/>
          </a:xfrm>
          <a:prstGeom prst="ellipse">
            <a:avLst/>
          </a:prstGeom>
          <a:solidFill>
            <a:srgbClr val="B57442">
              <a:alpha val="30000"/>
            </a:srgbClr>
          </a:solidFill>
          <a:ln w="0">
            <a:noFill/>
            <a:prstDash val="solid"/>
          </a:ln>
        </p:spPr>
      </p:sp>
      <p:sp>
        <p:nvSpPr>
          <p:cNvPr id="1437" name="02_predicted_pose_4736">
            <a:extLst>
              <a:ext uri="{FF2B5EF4-FFF2-40B4-BE49-F238E27FC236}">
                <a16:creationId xmlns:a16="http://schemas.microsoft.com/office/drawing/2014/main" id="{00435E7E-3F41-4C92-86B3-A48EC66C7341}"/>
              </a:ext>
            </a:extLst>
          </p:cNvPr>
          <p:cNvSpPr>
            <a:spLocks noGrp="1"/>
          </p:cNvSpPr>
          <p:nvPr/>
        </p:nvSpPr>
        <p:spPr>
          <a:xfrm>
            <a:off x="2346147" y="5714758"/>
            <a:ext cx="28398" cy="28398"/>
          </a:xfrm>
          <a:prstGeom prst="ellipse">
            <a:avLst/>
          </a:prstGeom>
          <a:solidFill>
            <a:srgbClr val="B57442">
              <a:alpha val="30000"/>
            </a:srgbClr>
          </a:solidFill>
          <a:ln w="0">
            <a:noFill/>
            <a:prstDash val="solid"/>
          </a:ln>
        </p:spPr>
      </p:sp>
      <p:sp>
        <p:nvSpPr>
          <p:cNvPr id="1438" name="02_predicted_pose_4737">
            <a:extLst>
              <a:ext uri="{FF2B5EF4-FFF2-40B4-BE49-F238E27FC236}">
                <a16:creationId xmlns:a16="http://schemas.microsoft.com/office/drawing/2014/main" id="{F40B14C9-9E26-4555-AB3C-C98F9DA73F1E}"/>
              </a:ext>
            </a:extLst>
          </p:cNvPr>
          <p:cNvSpPr>
            <a:spLocks noGrp="1"/>
          </p:cNvSpPr>
          <p:nvPr/>
        </p:nvSpPr>
        <p:spPr>
          <a:xfrm>
            <a:off x="2359929" y="5602280"/>
            <a:ext cx="28398" cy="28398"/>
          </a:xfrm>
          <a:prstGeom prst="ellipse">
            <a:avLst/>
          </a:prstGeom>
          <a:solidFill>
            <a:srgbClr val="B57442">
              <a:alpha val="30000"/>
            </a:srgbClr>
          </a:solidFill>
          <a:ln w="0">
            <a:noFill/>
            <a:prstDash val="solid"/>
          </a:ln>
        </p:spPr>
      </p:sp>
      <p:sp>
        <p:nvSpPr>
          <p:cNvPr id="1439" name="02_predicted_pose_4738">
            <a:extLst>
              <a:ext uri="{FF2B5EF4-FFF2-40B4-BE49-F238E27FC236}">
                <a16:creationId xmlns:a16="http://schemas.microsoft.com/office/drawing/2014/main" id="{43AD3696-9FE4-436B-A7E7-1C75AEF8212A}"/>
              </a:ext>
            </a:extLst>
          </p:cNvPr>
          <p:cNvSpPr>
            <a:spLocks noGrp="1"/>
          </p:cNvSpPr>
          <p:nvPr/>
        </p:nvSpPr>
        <p:spPr>
          <a:xfrm>
            <a:off x="2315484" y="5555014"/>
            <a:ext cx="28398" cy="28398"/>
          </a:xfrm>
          <a:prstGeom prst="ellipse">
            <a:avLst/>
          </a:prstGeom>
          <a:solidFill>
            <a:srgbClr val="B57442">
              <a:alpha val="30000"/>
            </a:srgbClr>
          </a:solidFill>
          <a:ln w="0">
            <a:noFill/>
            <a:prstDash val="solid"/>
          </a:ln>
        </p:spPr>
      </p:sp>
      <p:sp>
        <p:nvSpPr>
          <p:cNvPr id="1440" name="02_predicted_pose_4739">
            <a:extLst>
              <a:ext uri="{FF2B5EF4-FFF2-40B4-BE49-F238E27FC236}">
                <a16:creationId xmlns:a16="http://schemas.microsoft.com/office/drawing/2014/main" id="{70E746D0-0F76-477D-927F-EC43FE281F50}"/>
              </a:ext>
            </a:extLst>
          </p:cNvPr>
          <p:cNvSpPr>
            <a:spLocks noGrp="1"/>
          </p:cNvSpPr>
          <p:nvPr/>
        </p:nvSpPr>
        <p:spPr>
          <a:xfrm>
            <a:off x="2343047" y="5760763"/>
            <a:ext cx="28398" cy="28398"/>
          </a:xfrm>
          <a:prstGeom prst="ellipse">
            <a:avLst/>
          </a:prstGeom>
          <a:solidFill>
            <a:srgbClr val="B57442">
              <a:alpha val="30000"/>
            </a:srgbClr>
          </a:solidFill>
          <a:ln w="0">
            <a:noFill/>
            <a:prstDash val="solid"/>
          </a:ln>
        </p:spPr>
      </p:sp>
      <p:sp>
        <p:nvSpPr>
          <p:cNvPr id="1441" name="02_predicted_pose_4740">
            <a:extLst>
              <a:ext uri="{FF2B5EF4-FFF2-40B4-BE49-F238E27FC236}">
                <a16:creationId xmlns:a16="http://schemas.microsoft.com/office/drawing/2014/main" id="{D379D6FA-2D01-4AF7-BAD3-434C231C4483}"/>
              </a:ext>
            </a:extLst>
          </p:cNvPr>
          <p:cNvSpPr>
            <a:spLocks noGrp="1"/>
          </p:cNvSpPr>
          <p:nvPr/>
        </p:nvSpPr>
        <p:spPr>
          <a:xfrm>
            <a:off x="2427457" y="5591527"/>
            <a:ext cx="28398" cy="28398"/>
          </a:xfrm>
          <a:prstGeom prst="ellipse">
            <a:avLst/>
          </a:prstGeom>
          <a:solidFill>
            <a:srgbClr val="B57442">
              <a:alpha val="30000"/>
            </a:srgbClr>
          </a:solidFill>
          <a:ln w="0">
            <a:noFill/>
            <a:prstDash val="solid"/>
          </a:ln>
        </p:spPr>
      </p:sp>
      <p:sp>
        <p:nvSpPr>
          <p:cNvPr id="1442" name="02_predicted_pose_4741">
            <a:extLst>
              <a:ext uri="{FF2B5EF4-FFF2-40B4-BE49-F238E27FC236}">
                <a16:creationId xmlns:a16="http://schemas.microsoft.com/office/drawing/2014/main" id="{600B8881-7906-442F-980C-9546553D3153}"/>
              </a:ext>
            </a:extLst>
          </p:cNvPr>
          <p:cNvSpPr>
            <a:spLocks noGrp="1"/>
          </p:cNvSpPr>
          <p:nvPr/>
        </p:nvSpPr>
        <p:spPr>
          <a:xfrm>
            <a:off x="2375433" y="5515696"/>
            <a:ext cx="28398" cy="28398"/>
          </a:xfrm>
          <a:prstGeom prst="ellipse">
            <a:avLst/>
          </a:prstGeom>
          <a:solidFill>
            <a:srgbClr val="B57442">
              <a:alpha val="30000"/>
            </a:srgbClr>
          </a:solidFill>
          <a:ln w="0">
            <a:noFill/>
            <a:prstDash val="solid"/>
          </a:ln>
        </p:spPr>
      </p:sp>
      <p:sp>
        <p:nvSpPr>
          <p:cNvPr id="1443" name="02_predicted_pose_4742">
            <a:extLst>
              <a:ext uri="{FF2B5EF4-FFF2-40B4-BE49-F238E27FC236}">
                <a16:creationId xmlns:a16="http://schemas.microsoft.com/office/drawing/2014/main" id="{787F0D90-EB28-4335-B7E4-C4DE50118EB7}"/>
              </a:ext>
            </a:extLst>
          </p:cNvPr>
          <p:cNvSpPr>
            <a:spLocks noGrp="1"/>
          </p:cNvSpPr>
          <p:nvPr/>
        </p:nvSpPr>
        <p:spPr>
          <a:xfrm>
            <a:off x="2389214" y="5991935"/>
            <a:ext cx="28398" cy="28398"/>
          </a:xfrm>
          <a:prstGeom prst="ellipse">
            <a:avLst/>
          </a:prstGeom>
          <a:solidFill>
            <a:srgbClr val="B57442">
              <a:alpha val="30000"/>
            </a:srgbClr>
          </a:solidFill>
          <a:ln w="0">
            <a:noFill/>
            <a:prstDash val="solid"/>
          </a:ln>
        </p:spPr>
      </p:sp>
      <p:sp>
        <p:nvSpPr>
          <p:cNvPr id="1444" name="02_predicted_pose_4743">
            <a:extLst>
              <a:ext uri="{FF2B5EF4-FFF2-40B4-BE49-F238E27FC236}">
                <a16:creationId xmlns:a16="http://schemas.microsoft.com/office/drawing/2014/main" id="{C7DB085B-EB54-4FF8-9DB5-5837C8A7A79F}"/>
              </a:ext>
            </a:extLst>
          </p:cNvPr>
          <p:cNvSpPr>
            <a:spLocks noGrp="1"/>
          </p:cNvSpPr>
          <p:nvPr/>
        </p:nvSpPr>
        <p:spPr>
          <a:xfrm>
            <a:off x="2402995" y="5486182"/>
            <a:ext cx="28398" cy="28398"/>
          </a:xfrm>
          <a:prstGeom prst="ellipse">
            <a:avLst/>
          </a:prstGeom>
          <a:solidFill>
            <a:srgbClr val="B57442">
              <a:alpha val="30000"/>
            </a:srgbClr>
          </a:solidFill>
          <a:ln w="0">
            <a:noFill/>
            <a:prstDash val="solid"/>
          </a:ln>
        </p:spPr>
      </p:sp>
      <p:sp>
        <p:nvSpPr>
          <p:cNvPr id="1445" name="02_predicted_pose_4744">
            <a:extLst>
              <a:ext uri="{FF2B5EF4-FFF2-40B4-BE49-F238E27FC236}">
                <a16:creationId xmlns:a16="http://schemas.microsoft.com/office/drawing/2014/main" id="{81072BE6-9CE8-45D5-B8A6-1BF7AA44465C}"/>
              </a:ext>
            </a:extLst>
          </p:cNvPr>
          <p:cNvSpPr>
            <a:spLocks noGrp="1"/>
          </p:cNvSpPr>
          <p:nvPr/>
        </p:nvSpPr>
        <p:spPr>
          <a:xfrm>
            <a:off x="2354416" y="5493099"/>
            <a:ext cx="28398" cy="28398"/>
          </a:xfrm>
          <a:prstGeom prst="ellipse">
            <a:avLst/>
          </a:prstGeom>
          <a:solidFill>
            <a:srgbClr val="B57442">
              <a:alpha val="30000"/>
            </a:srgbClr>
          </a:solidFill>
          <a:ln w="0">
            <a:noFill/>
            <a:prstDash val="solid"/>
          </a:ln>
        </p:spPr>
      </p:sp>
      <p:sp>
        <p:nvSpPr>
          <p:cNvPr id="1446" name="02_predicted_pose_4745">
            <a:extLst>
              <a:ext uri="{FF2B5EF4-FFF2-40B4-BE49-F238E27FC236}">
                <a16:creationId xmlns:a16="http://schemas.microsoft.com/office/drawing/2014/main" id="{2CFD3852-4A8A-4C36-A62C-E7AC9458DC71}"/>
              </a:ext>
            </a:extLst>
          </p:cNvPr>
          <p:cNvSpPr>
            <a:spLocks noGrp="1"/>
          </p:cNvSpPr>
          <p:nvPr/>
        </p:nvSpPr>
        <p:spPr>
          <a:xfrm>
            <a:off x="2368197" y="5517220"/>
            <a:ext cx="28398" cy="28398"/>
          </a:xfrm>
          <a:prstGeom prst="ellipse">
            <a:avLst/>
          </a:prstGeom>
          <a:solidFill>
            <a:srgbClr val="B57442">
              <a:alpha val="30000"/>
            </a:srgbClr>
          </a:solidFill>
          <a:ln w="0">
            <a:noFill/>
            <a:prstDash val="solid"/>
          </a:ln>
        </p:spPr>
      </p:sp>
      <p:sp>
        <p:nvSpPr>
          <p:cNvPr id="1447" name="02_predicted_pose_4746">
            <a:extLst>
              <a:ext uri="{FF2B5EF4-FFF2-40B4-BE49-F238E27FC236}">
                <a16:creationId xmlns:a16="http://schemas.microsoft.com/office/drawing/2014/main" id="{5910C050-0CC3-46D6-A8BF-31CDFA06213A}"/>
              </a:ext>
            </a:extLst>
          </p:cNvPr>
          <p:cNvSpPr>
            <a:spLocks noGrp="1"/>
          </p:cNvSpPr>
          <p:nvPr/>
        </p:nvSpPr>
        <p:spPr>
          <a:xfrm>
            <a:off x="2381979" y="5473395"/>
            <a:ext cx="28398" cy="28398"/>
          </a:xfrm>
          <a:prstGeom prst="ellipse">
            <a:avLst/>
          </a:prstGeom>
          <a:solidFill>
            <a:srgbClr val="B57442">
              <a:alpha val="30000"/>
            </a:srgbClr>
          </a:solidFill>
          <a:ln w="0">
            <a:noFill/>
            <a:prstDash val="solid"/>
          </a:ln>
        </p:spPr>
      </p:sp>
      <p:sp>
        <p:nvSpPr>
          <p:cNvPr id="1448" name="02_predicted_pose_4747">
            <a:extLst>
              <a:ext uri="{FF2B5EF4-FFF2-40B4-BE49-F238E27FC236}">
                <a16:creationId xmlns:a16="http://schemas.microsoft.com/office/drawing/2014/main" id="{EDA2A20B-4974-4D60-9672-6AAC5011D759}"/>
              </a:ext>
            </a:extLst>
          </p:cNvPr>
          <p:cNvSpPr>
            <a:spLocks noGrp="1"/>
          </p:cNvSpPr>
          <p:nvPr/>
        </p:nvSpPr>
        <p:spPr>
          <a:xfrm>
            <a:off x="2401272" y="5094344"/>
            <a:ext cx="28398" cy="28398"/>
          </a:xfrm>
          <a:prstGeom prst="ellipse">
            <a:avLst/>
          </a:prstGeom>
          <a:solidFill>
            <a:srgbClr val="B57442">
              <a:alpha val="30000"/>
            </a:srgbClr>
          </a:solidFill>
          <a:ln w="0">
            <a:noFill/>
            <a:prstDash val="solid"/>
          </a:ln>
        </p:spPr>
      </p:sp>
      <p:sp>
        <p:nvSpPr>
          <p:cNvPr id="1449" name="02_predicted_pose_4748">
            <a:extLst>
              <a:ext uri="{FF2B5EF4-FFF2-40B4-BE49-F238E27FC236}">
                <a16:creationId xmlns:a16="http://schemas.microsoft.com/office/drawing/2014/main" id="{B4D5C021-0912-4AE0-A467-04AE38728666}"/>
              </a:ext>
            </a:extLst>
          </p:cNvPr>
          <p:cNvSpPr>
            <a:spLocks noGrp="1"/>
          </p:cNvSpPr>
          <p:nvPr/>
        </p:nvSpPr>
        <p:spPr>
          <a:xfrm>
            <a:off x="2442616" y="5356179"/>
            <a:ext cx="28398" cy="28398"/>
          </a:xfrm>
          <a:prstGeom prst="ellipse">
            <a:avLst/>
          </a:prstGeom>
          <a:solidFill>
            <a:srgbClr val="B57442">
              <a:alpha val="30000"/>
            </a:srgbClr>
          </a:solidFill>
          <a:ln w="0">
            <a:noFill/>
            <a:prstDash val="solid"/>
          </a:ln>
        </p:spPr>
      </p:sp>
      <p:sp>
        <p:nvSpPr>
          <p:cNvPr id="1450" name="02_predicted_pose_4749">
            <a:extLst>
              <a:ext uri="{FF2B5EF4-FFF2-40B4-BE49-F238E27FC236}">
                <a16:creationId xmlns:a16="http://schemas.microsoft.com/office/drawing/2014/main" id="{D8033A54-ECE3-40D2-A12B-5D2074E87A8A}"/>
              </a:ext>
            </a:extLst>
          </p:cNvPr>
          <p:cNvSpPr>
            <a:spLocks noGrp="1"/>
          </p:cNvSpPr>
          <p:nvPr/>
        </p:nvSpPr>
        <p:spPr>
          <a:xfrm>
            <a:off x="2507732" y="5186484"/>
            <a:ext cx="28398" cy="28398"/>
          </a:xfrm>
          <a:prstGeom prst="ellipse">
            <a:avLst/>
          </a:prstGeom>
          <a:solidFill>
            <a:srgbClr val="B57442">
              <a:alpha val="30000"/>
            </a:srgbClr>
          </a:solidFill>
          <a:ln w="0">
            <a:noFill/>
            <a:prstDash val="solid"/>
          </a:ln>
        </p:spPr>
      </p:sp>
      <p:sp>
        <p:nvSpPr>
          <p:cNvPr id="1451" name="02_predicted_pose_4750">
            <a:extLst>
              <a:ext uri="{FF2B5EF4-FFF2-40B4-BE49-F238E27FC236}">
                <a16:creationId xmlns:a16="http://schemas.microsoft.com/office/drawing/2014/main" id="{A690044B-0ED6-416A-9E50-3B57EF8C085C}"/>
              </a:ext>
            </a:extLst>
          </p:cNvPr>
          <p:cNvSpPr>
            <a:spLocks noGrp="1"/>
          </p:cNvSpPr>
          <p:nvPr/>
        </p:nvSpPr>
        <p:spPr>
          <a:xfrm>
            <a:off x="2629352" y="5320730"/>
            <a:ext cx="28398" cy="28398"/>
          </a:xfrm>
          <a:prstGeom prst="ellipse">
            <a:avLst/>
          </a:prstGeom>
          <a:solidFill>
            <a:srgbClr val="B57442">
              <a:alpha val="30000"/>
            </a:srgbClr>
          </a:solidFill>
          <a:ln w="0">
            <a:noFill/>
            <a:prstDash val="solid"/>
          </a:ln>
        </p:spPr>
      </p:sp>
      <p:sp>
        <p:nvSpPr>
          <p:cNvPr id="1452" name="02_predicted_pose_4751">
            <a:extLst>
              <a:ext uri="{FF2B5EF4-FFF2-40B4-BE49-F238E27FC236}">
                <a16:creationId xmlns:a16="http://schemas.microsoft.com/office/drawing/2014/main" id="{917907DB-E82E-41BB-9241-EEF618AD59DD}"/>
              </a:ext>
            </a:extLst>
          </p:cNvPr>
          <p:cNvSpPr>
            <a:spLocks noGrp="1"/>
          </p:cNvSpPr>
          <p:nvPr/>
        </p:nvSpPr>
        <p:spPr>
          <a:xfrm>
            <a:off x="2378878" y="5112872"/>
            <a:ext cx="28398" cy="28398"/>
          </a:xfrm>
          <a:prstGeom prst="ellipse">
            <a:avLst/>
          </a:prstGeom>
          <a:solidFill>
            <a:srgbClr val="B57442">
              <a:alpha val="30000"/>
            </a:srgbClr>
          </a:solidFill>
          <a:ln w="0">
            <a:noFill/>
            <a:prstDash val="solid"/>
          </a:ln>
        </p:spPr>
      </p:sp>
      <p:sp>
        <p:nvSpPr>
          <p:cNvPr id="1453" name="02_predicted_pose_4752">
            <a:extLst>
              <a:ext uri="{FF2B5EF4-FFF2-40B4-BE49-F238E27FC236}">
                <a16:creationId xmlns:a16="http://schemas.microsoft.com/office/drawing/2014/main" id="{9ADBD699-1E03-42FB-817C-2E94ACB44DEE}"/>
              </a:ext>
            </a:extLst>
          </p:cNvPr>
          <p:cNvSpPr>
            <a:spLocks noGrp="1"/>
          </p:cNvSpPr>
          <p:nvPr/>
        </p:nvSpPr>
        <p:spPr>
          <a:xfrm>
            <a:off x="2525993" y="5674702"/>
            <a:ext cx="28398" cy="28398"/>
          </a:xfrm>
          <a:prstGeom prst="ellipse">
            <a:avLst/>
          </a:prstGeom>
          <a:solidFill>
            <a:srgbClr val="B57442">
              <a:alpha val="30000"/>
            </a:srgbClr>
          </a:solidFill>
          <a:ln w="0">
            <a:noFill/>
            <a:prstDash val="solid"/>
          </a:ln>
        </p:spPr>
      </p:sp>
      <p:sp>
        <p:nvSpPr>
          <p:cNvPr id="1454" name="02_predicted_pose_4753">
            <a:extLst>
              <a:ext uri="{FF2B5EF4-FFF2-40B4-BE49-F238E27FC236}">
                <a16:creationId xmlns:a16="http://schemas.microsoft.com/office/drawing/2014/main" id="{F2096BA6-29AD-4534-B774-F4D6457615DC}"/>
              </a:ext>
            </a:extLst>
          </p:cNvPr>
          <p:cNvSpPr>
            <a:spLocks noGrp="1"/>
          </p:cNvSpPr>
          <p:nvPr/>
        </p:nvSpPr>
        <p:spPr>
          <a:xfrm>
            <a:off x="2539774" y="5735269"/>
            <a:ext cx="28398" cy="28398"/>
          </a:xfrm>
          <a:prstGeom prst="ellipse">
            <a:avLst/>
          </a:prstGeom>
          <a:solidFill>
            <a:srgbClr val="B57442">
              <a:alpha val="30000"/>
            </a:srgbClr>
          </a:solidFill>
          <a:ln w="0">
            <a:noFill/>
            <a:prstDash val="solid"/>
          </a:ln>
        </p:spPr>
      </p:sp>
      <p:sp>
        <p:nvSpPr>
          <p:cNvPr id="1455" name="02_predicted_pose_4754">
            <a:extLst>
              <a:ext uri="{FF2B5EF4-FFF2-40B4-BE49-F238E27FC236}">
                <a16:creationId xmlns:a16="http://schemas.microsoft.com/office/drawing/2014/main" id="{B6287652-A886-4D74-B0E9-9D7C7440266B}"/>
              </a:ext>
            </a:extLst>
          </p:cNvPr>
          <p:cNvSpPr>
            <a:spLocks noGrp="1"/>
          </p:cNvSpPr>
          <p:nvPr/>
        </p:nvSpPr>
        <p:spPr>
          <a:xfrm>
            <a:off x="2500153" y="5433228"/>
            <a:ext cx="28398" cy="28398"/>
          </a:xfrm>
          <a:prstGeom prst="ellipse">
            <a:avLst/>
          </a:prstGeom>
          <a:solidFill>
            <a:srgbClr val="B57442">
              <a:alpha val="30000"/>
            </a:srgbClr>
          </a:solidFill>
          <a:ln w="0">
            <a:noFill/>
            <a:prstDash val="solid"/>
          </a:ln>
        </p:spPr>
      </p:sp>
      <p:sp>
        <p:nvSpPr>
          <p:cNvPr id="1456" name="02_predicted_pose_4755">
            <a:extLst>
              <a:ext uri="{FF2B5EF4-FFF2-40B4-BE49-F238E27FC236}">
                <a16:creationId xmlns:a16="http://schemas.microsoft.com/office/drawing/2014/main" id="{BE418178-29D0-40B6-B0BD-A047FF32BC7B}"/>
              </a:ext>
            </a:extLst>
          </p:cNvPr>
          <p:cNvSpPr>
            <a:spLocks noGrp="1"/>
          </p:cNvSpPr>
          <p:nvPr/>
        </p:nvSpPr>
        <p:spPr>
          <a:xfrm>
            <a:off x="2513934" y="5418823"/>
            <a:ext cx="28398" cy="28398"/>
          </a:xfrm>
          <a:prstGeom prst="ellipse">
            <a:avLst/>
          </a:prstGeom>
          <a:solidFill>
            <a:srgbClr val="B57442">
              <a:alpha val="30000"/>
            </a:srgbClr>
          </a:solidFill>
          <a:ln w="0">
            <a:noFill/>
            <a:prstDash val="solid"/>
          </a:ln>
        </p:spPr>
      </p:sp>
      <p:sp>
        <p:nvSpPr>
          <p:cNvPr id="1457" name="02_predicted_pose_4756">
            <a:extLst>
              <a:ext uri="{FF2B5EF4-FFF2-40B4-BE49-F238E27FC236}">
                <a16:creationId xmlns:a16="http://schemas.microsoft.com/office/drawing/2014/main" id="{0387B9B8-2F99-4AFA-BCD1-ADA496DE7EE0}"/>
              </a:ext>
            </a:extLst>
          </p:cNvPr>
          <p:cNvSpPr>
            <a:spLocks noGrp="1"/>
          </p:cNvSpPr>
          <p:nvPr/>
        </p:nvSpPr>
        <p:spPr>
          <a:xfrm>
            <a:off x="2527715" y="5553549"/>
            <a:ext cx="28398" cy="28398"/>
          </a:xfrm>
          <a:prstGeom prst="ellipse">
            <a:avLst/>
          </a:prstGeom>
          <a:solidFill>
            <a:srgbClr val="B57442">
              <a:alpha val="30000"/>
            </a:srgbClr>
          </a:solidFill>
          <a:ln w="0">
            <a:noFill/>
            <a:prstDash val="solid"/>
          </a:ln>
        </p:spPr>
      </p:sp>
      <p:sp>
        <p:nvSpPr>
          <p:cNvPr id="1458" name="02_predicted_pose_4757">
            <a:extLst>
              <a:ext uri="{FF2B5EF4-FFF2-40B4-BE49-F238E27FC236}">
                <a16:creationId xmlns:a16="http://schemas.microsoft.com/office/drawing/2014/main" id="{91C20AE6-C0A9-46F9-9275-DB71599F5CBE}"/>
              </a:ext>
            </a:extLst>
          </p:cNvPr>
          <p:cNvSpPr>
            <a:spLocks noGrp="1"/>
          </p:cNvSpPr>
          <p:nvPr/>
        </p:nvSpPr>
        <p:spPr>
          <a:xfrm>
            <a:off x="2555278" y="5087462"/>
            <a:ext cx="28398" cy="28398"/>
          </a:xfrm>
          <a:prstGeom prst="ellipse">
            <a:avLst/>
          </a:prstGeom>
          <a:solidFill>
            <a:srgbClr val="B57442">
              <a:alpha val="30000"/>
            </a:srgbClr>
          </a:solidFill>
          <a:ln w="0">
            <a:noFill/>
            <a:prstDash val="solid"/>
          </a:ln>
        </p:spPr>
      </p:sp>
      <p:sp>
        <p:nvSpPr>
          <p:cNvPr id="1459" name="02_predicted_pose_4758">
            <a:extLst>
              <a:ext uri="{FF2B5EF4-FFF2-40B4-BE49-F238E27FC236}">
                <a16:creationId xmlns:a16="http://schemas.microsoft.com/office/drawing/2014/main" id="{0B1A0A83-7F31-4B4C-AE10-93DA800CE7DA}"/>
              </a:ext>
            </a:extLst>
          </p:cNvPr>
          <p:cNvSpPr>
            <a:spLocks noGrp="1"/>
          </p:cNvSpPr>
          <p:nvPr/>
        </p:nvSpPr>
        <p:spPr>
          <a:xfrm>
            <a:off x="2569059" y="5113100"/>
            <a:ext cx="28398" cy="28398"/>
          </a:xfrm>
          <a:prstGeom prst="ellipse">
            <a:avLst/>
          </a:prstGeom>
          <a:solidFill>
            <a:srgbClr val="B57442">
              <a:alpha val="30000"/>
            </a:srgbClr>
          </a:solidFill>
          <a:ln w="0">
            <a:noFill/>
            <a:prstDash val="solid"/>
          </a:ln>
        </p:spPr>
      </p:sp>
      <p:sp>
        <p:nvSpPr>
          <p:cNvPr id="1460" name="02_predicted_pose_4759">
            <a:extLst>
              <a:ext uri="{FF2B5EF4-FFF2-40B4-BE49-F238E27FC236}">
                <a16:creationId xmlns:a16="http://schemas.microsoft.com/office/drawing/2014/main" id="{6A203E9A-A9C4-48C6-A40B-615467ECC9F9}"/>
              </a:ext>
            </a:extLst>
          </p:cNvPr>
          <p:cNvSpPr>
            <a:spLocks noGrp="1"/>
          </p:cNvSpPr>
          <p:nvPr/>
        </p:nvSpPr>
        <p:spPr>
          <a:xfrm>
            <a:off x="2382668" y="5381352"/>
            <a:ext cx="28398" cy="28398"/>
          </a:xfrm>
          <a:prstGeom prst="ellipse">
            <a:avLst/>
          </a:prstGeom>
          <a:solidFill>
            <a:srgbClr val="B57442">
              <a:alpha val="30000"/>
            </a:srgbClr>
          </a:solidFill>
          <a:ln w="0">
            <a:noFill/>
            <a:prstDash val="solid"/>
          </a:ln>
        </p:spPr>
      </p:sp>
      <p:sp>
        <p:nvSpPr>
          <p:cNvPr id="1461" name="02_predicted_pose_4760">
            <a:extLst>
              <a:ext uri="{FF2B5EF4-FFF2-40B4-BE49-F238E27FC236}">
                <a16:creationId xmlns:a16="http://schemas.microsoft.com/office/drawing/2014/main" id="{ED32F520-DE0B-4F93-A2DA-622DF6322033}"/>
              </a:ext>
            </a:extLst>
          </p:cNvPr>
          <p:cNvSpPr>
            <a:spLocks noGrp="1"/>
          </p:cNvSpPr>
          <p:nvPr/>
        </p:nvSpPr>
        <p:spPr>
          <a:xfrm>
            <a:off x="2485338" y="5626721"/>
            <a:ext cx="28398" cy="28398"/>
          </a:xfrm>
          <a:prstGeom prst="ellipse">
            <a:avLst/>
          </a:prstGeom>
          <a:solidFill>
            <a:srgbClr val="B57442">
              <a:alpha val="30000"/>
            </a:srgbClr>
          </a:solidFill>
          <a:ln w="0">
            <a:noFill/>
            <a:prstDash val="solid"/>
          </a:ln>
        </p:spPr>
      </p:sp>
      <p:sp>
        <p:nvSpPr>
          <p:cNvPr id="1462" name="02_predicted_pose_4761">
            <a:extLst>
              <a:ext uri="{FF2B5EF4-FFF2-40B4-BE49-F238E27FC236}">
                <a16:creationId xmlns:a16="http://schemas.microsoft.com/office/drawing/2014/main" id="{893A82A9-AAD4-4C67-9CE1-635FD0ED3484}"/>
              </a:ext>
            </a:extLst>
          </p:cNvPr>
          <p:cNvSpPr>
            <a:spLocks noGrp="1"/>
          </p:cNvSpPr>
          <p:nvPr/>
        </p:nvSpPr>
        <p:spPr>
          <a:xfrm>
            <a:off x="2526682" y="5436374"/>
            <a:ext cx="28398" cy="28398"/>
          </a:xfrm>
          <a:prstGeom prst="ellipse">
            <a:avLst/>
          </a:prstGeom>
          <a:solidFill>
            <a:srgbClr val="B57442">
              <a:alpha val="30000"/>
            </a:srgbClr>
          </a:solidFill>
          <a:ln w="0">
            <a:noFill/>
            <a:prstDash val="solid"/>
          </a:ln>
        </p:spPr>
      </p:sp>
      <p:sp>
        <p:nvSpPr>
          <p:cNvPr id="1463" name="02_predicted_pose_4762">
            <a:extLst>
              <a:ext uri="{FF2B5EF4-FFF2-40B4-BE49-F238E27FC236}">
                <a16:creationId xmlns:a16="http://schemas.microsoft.com/office/drawing/2014/main" id="{88DDF6DB-EFEB-4934-8F8E-5914283D5597}"/>
              </a:ext>
            </a:extLst>
          </p:cNvPr>
          <p:cNvSpPr>
            <a:spLocks noGrp="1"/>
          </p:cNvSpPr>
          <p:nvPr/>
        </p:nvSpPr>
        <p:spPr>
          <a:xfrm>
            <a:off x="2540463" y="5554733"/>
            <a:ext cx="28398" cy="28398"/>
          </a:xfrm>
          <a:prstGeom prst="ellipse">
            <a:avLst/>
          </a:prstGeom>
          <a:solidFill>
            <a:srgbClr val="B57442">
              <a:alpha val="30000"/>
            </a:srgbClr>
          </a:solidFill>
          <a:ln w="0">
            <a:noFill/>
            <a:prstDash val="solid"/>
          </a:ln>
        </p:spPr>
      </p:sp>
      <p:sp>
        <p:nvSpPr>
          <p:cNvPr id="1464" name="02_predicted_pose_4763">
            <a:extLst>
              <a:ext uri="{FF2B5EF4-FFF2-40B4-BE49-F238E27FC236}">
                <a16:creationId xmlns:a16="http://schemas.microsoft.com/office/drawing/2014/main" id="{D431BCA2-B44D-48A1-87D3-F958F667C235}"/>
              </a:ext>
            </a:extLst>
          </p:cNvPr>
          <p:cNvSpPr>
            <a:spLocks noGrp="1"/>
          </p:cNvSpPr>
          <p:nvPr/>
        </p:nvSpPr>
        <p:spPr>
          <a:xfrm>
            <a:off x="2568025" y="5036602"/>
            <a:ext cx="28398" cy="28398"/>
          </a:xfrm>
          <a:prstGeom prst="ellipse">
            <a:avLst/>
          </a:prstGeom>
          <a:solidFill>
            <a:srgbClr val="B57442">
              <a:alpha val="30000"/>
            </a:srgbClr>
          </a:solidFill>
          <a:ln w="0">
            <a:noFill/>
            <a:prstDash val="solid"/>
          </a:ln>
        </p:spPr>
      </p:sp>
      <p:sp>
        <p:nvSpPr>
          <p:cNvPr id="1465" name="02_predicted_pose_4764">
            <a:extLst>
              <a:ext uri="{FF2B5EF4-FFF2-40B4-BE49-F238E27FC236}">
                <a16:creationId xmlns:a16="http://schemas.microsoft.com/office/drawing/2014/main" id="{174BAB0B-F53D-47D1-B8E9-D6EBA32F9041}"/>
              </a:ext>
            </a:extLst>
          </p:cNvPr>
          <p:cNvSpPr>
            <a:spLocks noGrp="1"/>
          </p:cNvSpPr>
          <p:nvPr/>
        </p:nvSpPr>
        <p:spPr>
          <a:xfrm>
            <a:off x="2458809" y="5787441"/>
            <a:ext cx="28398" cy="28398"/>
          </a:xfrm>
          <a:prstGeom prst="ellipse">
            <a:avLst/>
          </a:prstGeom>
          <a:solidFill>
            <a:srgbClr val="B57442">
              <a:alpha val="30000"/>
            </a:srgbClr>
          </a:solidFill>
          <a:ln w="0">
            <a:noFill/>
            <a:prstDash val="solid"/>
          </a:ln>
        </p:spPr>
      </p:sp>
      <p:sp>
        <p:nvSpPr>
          <p:cNvPr id="1466" name="02_predicted_pose_4765">
            <a:extLst>
              <a:ext uri="{FF2B5EF4-FFF2-40B4-BE49-F238E27FC236}">
                <a16:creationId xmlns:a16="http://schemas.microsoft.com/office/drawing/2014/main" id="{4D50CC9B-7935-401B-9A42-D160B04FA78C}"/>
              </a:ext>
            </a:extLst>
          </p:cNvPr>
          <p:cNvSpPr>
            <a:spLocks noGrp="1"/>
          </p:cNvSpPr>
          <p:nvPr/>
        </p:nvSpPr>
        <p:spPr>
          <a:xfrm>
            <a:off x="2486371" y="5778530"/>
            <a:ext cx="28398" cy="28398"/>
          </a:xfrm>
          <a:prstGeom prst="ellipse">
            <a:avLst/>
          </a:prstGeom>
          <a:solidFill>
            <a:srgbClr val="B57442">
              <a:alpha val="30000"/>
            </a:srgbClr>
          </a:solidFill>
          <a:ln w="0">
            <a:noFill/>
            <a:prstDash val="solid"/>
          </a:ln>
        </p:spPr>
      </p:sp>
      <p:sp>
        <p:nvSpPr>
          <p:cNvPr id="1467" name="02_predicted_pose_4766">
            <a:extLst>
              <a:ext uri="{FF2B5EF4-FFF2-40B4-BE49-F238E27FC236}">
                <a16:creationId xmlns:a16="http://schemas.microsoft.com/office/drawing/2014/main" id="{9581D2EF-A1D8-48C2-909F-397D374EBD77}"/>
              </a:ext>
            </a:extLst>
          </p:cNvPr>
          <p:cNvSpPr>
            <a:spLocks noGrp="1"/>
          </p:cNvSpPr>
          <p:nvPr/>
        </p:nvSpPr>
        <p:spPr>
          <a:xfrm>
            <a:off x="2513934" y="5771306"/>
            <a:ext cx="28398" cy="28398"/>
          </a:xfrm>
          <a:prstGeom prst="ellipse">
            <a:avLst/>
          </a:prstGeom>
          <a:solidFill>
            <a:srgbClr val="B57442">
              <a:alpha val="30000"/>
            </a:srgbClr>
          </a:solidFill>
          <a:ln w="0">
            <a:noFill/>
            <a:prstDash val="solid"/>
          </a:ln>
        </p:spPr>
      </p:sp>
      <p:sp>
        <p:nvSpPr>
          <p:cNvPr id="1468" name="02_predicted_pose_4767">
            <a:extLst>
              <a:ext uri="{FF2B5EF4-FFF2-40B4-BE49-F238E27FC236}">
                <a16:creationId xmlns:a16="http://schemas.microsoft.com/office/drawing/2014/main" id="{550AED67-E6F6-4509-A21E-FC684B3B6FE3}"/>
              </a:ext>
            </a:extLst>
          </p:cNvPr>
          <p:cNvSpPr>
            <a:spLocks noGrp="1"/>
          </p:cNvSpPr>
          <p:nvPr/>
        </p:nvSpPr>
        <p:spPr>
          <a:xfrm>
            <a:off x="2541496" y="5831816"/>
            <a:ext cx="28398" cy="28398"/>
          </a:xfrm>
          <a:prstGeom prst="ellipse">
            <a:avLst/>
          </a:prstGeom>
          <a:solidFill>
            <a:srgbClr val="B57442">
              <a:alpha val="30000"/>
            </a:srgbClr>
          </a:solidFill>
          <a:ln w="0">
            <a:noFill/>
            <a:prstDash val="solid"/>
          </a:ln>
        </p:spPr>
      </p:sp>
      <p:sp>
        <p:nvSpPr>
          <p:cNvPr id="1469" name="02_predicted_pose_4768">
            <a:extLst>
              <a:ext uri="{FF2B5EF4-FFF2-40B4-BE49-F238E27FC236}">
                <a16:creationId xmlns:a16="http://schemas.microsoft.com/office/drawing/2014/main" id="{93B7A613-702A-4870-8566-11B19A7239F1}"/>
              </a:ext>
            </a:extLst>
          </p:cNvPr>
          <p:cNvSpPr>
            <a:spLocks noGrp="1"/>
          </p:cNvSpPr>
          <p:nvPr/>
        </p:nvSpPr>
        <p:spPr>
          <a:xfrm>
            <a:off x="2569059" y="5865954"/>
            <a:ext cx="28398" cy="28398"/>
          </a:xfrm>
          <a:prstGeom prst="ellipse">
            <a:avLst/>
          </a:prstGeom>
          <a:solidFill>
            <a:srgbClr val="B57442">
              <a:alpha val="30000"/>
            </a:srgbClr>
          </a:solidFill>
          <a:ln w="0">
            <a:noFill/>
            <a:prstDash val="solid"/>
          </a:ln>
        </p:spPr>
      </p:sp>
      <p:sp>
        <p:nvSpPr>
          <p:cNvPr id="1470" name="02_predicted_pose_4769">
            <a:extLst>
              <a:ext uri="{FF2B5EF4-FFF2-40B4-BE49-F238E27FC236}">
                <a16:creationId xmlns:a16="http://schemas.microsoft.com/office/drawing/2014/main" id="{D99DB18A-2F5F-4C1E-8DCE-DCD809124CB5}"/>
              </a:ext>
            </a:extLst>
          </p:cNvPr>
          <p:cNvSpPr>
            <a:spLocks noGrp="1"/>
          </p:cNvSpPr>
          <p:nvPr/>
        </p:nvSpPr>
        <p:spPr>
          <a:xfrm>
            <a:off x="2472246" y="5833129"/>
            <a:ext cx="28398" cy="28398"/>
          </a:xfrm>
          <a:prstGeom prst="ellipse">
            <a:avLst/>
          </a:prstGeom>
          <a:solidFill>
            <a:srgbClr val="B57442">
              <a:alpha val="30000"/>
            </a:srgbClr>
          </a:solidFill>
          <a:ln w="0">
            <a:noFill/>
            <a:prstDash val="solid"/>
          </a:ln>
        </p:spPr>
      </p:sp>
      <p:sp>
        <p:nvSpPr>
          <p:cNvPr id="1471" name="02_predicted_pose_4770">
            <a:extLst>
              <a:ext uri="{FF2B5EF4-FFF2-40B4-BE49-F238E27FC236}">
                <a16:creationId xmlns:a16="http://schemas.microsoft.com/office/drawing/2014/main" id="{7E77A5ED-9E80-43B7-8E98-83C38B9BF4BA}"/>
              </a:ext>
            </a:extLst>
          </p:cNvPr>
          <p:cNvSpPr>
            <a:spLocks noGrp="1"/>
          </p:cNvSpPr>
          <p:nvPr/>
        </p:nvSpPr>
        <p:spPr>
          <a:xfrm>
            <a:off x="2589386" y="5470937"/>
            <a:ext cx="28398" cy="28398"/>
          </a:xfrm>
          <a:prstGeom prst="ellipse">
            <a:avLst/>
          </a:prstGeom>
          <a:solidFill>
            <a:srgbClr val="B57442">
              <a:alpha val="30000"/>
            </a:srgbClr>
          </a:solidFill>
          <a:ln w="0">
            <a:noFill/>
            <a:prstDash val="solid"/>
          </a:ln>
        </p:spPr>
      </p:sp>
      <p:sp>
        <p:nvSpPr>
          <p:cNvPr id="1472" name="02_predicted_pose_4771">
            <a:extLst>
              <a:ext uri="{FF2B5EF4-FFF2-40B4-BE49-F238E27FC236}">
                <a16:creationId xmlns:a16="http://schemas.microsoft.com/office/drawing/2014/main" id="{E8B75097-07F8-4B47-87BB-00C94AF3AC6B}"/>
              </a:ext>
            </a:extLst>
          </p:cNvPr>
          <p:cNvSpPr>
            <a:spLocks noGrp="1"/>
          </p:cNvSpPr>
          <p:nvPr/>
        </p:nvSpPr>
        <p:spPr>
          <a:xfrm>
            <a:off x="2603167" y="5449606"/>
            <a:ext cx="28398" cy="28398"/>
          </a:xfrm>
          <a:prstGeom prst="ellipse">
            <a:avLst/>
          </a:prstGeom>
          <a:solidFill>
            <a:srgbClr val="B57442">
              <a:alpha val="30000"/>
            </a:srgbClr>
          </a:solidFill>
          <a:ln w="0">
            <a:noFill/>
            <a:prstDash val="solid"/>
          </a:ln>
        </p:spPr>
      </p:sp>
      <p:sp>
        <p:nvSpPr>
          <p:cNvPr id="1473" name="02_predicted_pose_4772">
            <a:extLst>
              <a:ext uri="{FF2B5EF4-FFF2-40B4-BE49-F238E27FC236}">
                <a16:creationId xmlns:a16="http://schemas.microsoft.com/office/drawing/2014/main" id="{AA728EE5-1E2B-4D4E-AE20-6E5413718E4E}"/>
              </a:ext>
            </a:extLst>
          </p:cNvPr>
          <p:cNvSpPr>
            <a:spLocks noGrp="1"/>
          </p:cNvSpPr>
          <p:nvPr/>
        </p:nvSpPr>
        <p:spPr>
          <a:xfrm>
            <a:off x="2386113" y="5261858"/>
            <a:ext cx="28398" cy="28398"/>
          </a:xfrm>
          <a:prstGeom prst="ellipse">
            <a:avLst/>
          </a:prstGeom>
          <a:solidFill>
            <a:srgbClr val="B57442">
              <a:alpha val="30000"/>
            </a:srgbClr>
          </a:solidFill>
          <a:ln w="0">
            <a:noFill/>
            <a:prstDash val="solid"/>
          </a:ln>
        </p:spPr>
      </p:sp>
      <p:sp>
        <p:nvSpPr>
          <p:cNvPr id="1474" name="02_predicted_pose_4773">
            <a:extLst>
              <a:ext uri="{FF2B5EF4-FFF2-40B4-BE49-F238E27FC236}">
                <a16:creationId xmlns:a16="http://schemas.microsoft.com/office/drawing/2014/main" id="{11AD6F43-FCB4-4BCE-9032-A54B8F045937}"/>
              </a:ext>
            </a:extLst>
          </p:cNvPr>
          <p:cNvSpPr>
            <a:spLocks noGrp="1"/>
          </p:cNvSpPr>
          <p:nvPr/>
        </p:nvSpPr>
        <p:spPr>
          <a:xfrm>
            <a:off x="2398516" y="5764110"/>
            <a:ext cx="28398" cy="28398"/>
          </a:xfrm>
          <a:prstGeom prst="ellipse">
            <a:avLst/>
          </a:prstGeom>
          <a:solidFill>
            <a:srgbClr val="B57442">
              <a:alpha val="30000"/>
            </a:srgbClr>
          </a:solidFill>
          <a:ln w="0">
            <a:noFill/>
            <a:prstDash val="solid"/>
          </a:ln>
        </p:spPr>
      </p:sp>
      <p:sp>
        <p:nvSpPr>
          <p:cNvPr id="1475" name="02_predicted_pose_4774">
            <a:extLst>
              <a:ext uri="{FF2B5EF4-FFF2-40B4-BE49-F238E27FC236}">
                <a16:creationId xmlns:a16="http://schemas.microsoft.com/office/drawing/2014/main" id="{B8BC5C70-B613-4D33-82A6-5C37C4885B14}"/>
              </a:ext>
            </a:extLst>
          </p:cNvPr>
          <p:cNvSpPr>
            <a:spLocks noGrp="1"/>
          </p:cNvSpPr>
          <p:nvPr/>
        </p:nvSpPr>
        <p:spPr>
          <a:xfrm>
            <a:off x="2440204" y="5821076"/>
            <a:ext cx="28398" cy="28398"/>
          </a:xfrm>
          <a:prstGeom prst="ellipse">
            <a:avLst/>
          </a:prstGeom>
          <a:solidFill>
            <a:srgbClr val="B57442">
              <a:alpha val="30000"/>
            </a:srgbClr>
          </a:solidFill>
          <a:ln w="0">
            <a:noFill/>
            <a:prstDash val="solid"/>
          </a:ln>
        </p:spPr>
      </p:sp>
      <p:sp>
        <p:nvSpPr>
          <p:cNvPr id="1476" name="02_predicted_pose_4775">
            <a:extLst>
              <a:ext uri="{FF2B5EF4-FFF2-40B4-BE49-F238E27FC236}">
                <a16:creationId xmlns:a16="http://schemas.microsoft.com/office/drawing/2014/main" id="{BE2508C5-A89C-40F3-BF08-06DDA63C3C48}"/>
              </a:ext>
            </a:extLst>
          </p:cNvPr>
          <p:cNvSpPr>
            <a:spLocks noGrp="1"/>
          </p:cNvSpPr>
          <p:nvPr/>
        </p:nvSpPr>
        <p:spPr>
          <a:xfrm>
            <a:off x="2403684" y="5752773"/>
            <a:ext cx="28398" cy="28398"/>
          </a:xfrm>
          <a:prstGeom prst="ellipse">
            <a:avLst/>
          </a:prstGeom>
          <a:solidFill>
            <a:srgbClr val="B57442">
              <a:alpha val="30000"/>
            </a:srgbClr>
          </a:solidFill>
          <a:ln w="0">
            <a:noFill/>
            <a:prstDash val="solid"/>
          </a:ln>
        </p:spPr>
      </p:sp>
      <p:sp>
        <p:nvSpPr>
          <p:cNvPr id="1477" name="02_predicted_pose_4776">
            <a:extLst>
              <a:ext uri="{FF2B5EF4-FFF2-40B4-BE49-F238E27FC236}">
                <a16:creationId xmlns:a16="http://schemas.microsoft.com/office/drawing/2014/main" id="{5B72E69E-D333-45CC-B46E-5F56EE94E9FD}"/>
              </a:ext>
            </a:extLst>
          </p:cNvPr>
          <p:cNvSpPr>
            <a:spLocks noGrp="1"/>
          </p:cNvSpPr>
          <p:nvPr/>
        </p:nvSpPr>
        <p:spPr>
          <a:xfrm>
            <a:off x="2351660" y="5579893"/>
            <a:ext cx="28398" cy="28398"/>
          </a:xfrm>
          <a:prstGeom prst="ellipse">
            <a:avLst/>
          </a:prstGeom>
          <a:solidFill>
            <a:srgbClr val="B57442">
              <a:alpha val="30000"/>
            </a:srgbClr>
          </a:solidFill>
          <a:ln w="0">
            <a:noFill/>
            <a:prstDash val="solid"/>
          </a:ln>
        </p:spPr>
      </p:sp>
      <p:sp>
        <p:nvSpPr>
          <p:cNvPr id="1478" name="02_predicted_pose_4777">
            <a:extLst>
              <a:ext uri="{FF2B5EF4-FFF2-40B4-BE49-F238E27FC236}">
                <a16:creationId xmlns:a16="http://schemas.microsoft.com/office/drawing/2014/main" id="{EAEF3959-6601-459A-8B97-D6DE68972366}"/>
              </a:ext>
            </a:extLst>
          </p:cNvPr>
          <p:cNvSpPr>
            <a:spLocks noGrp="1"/>
          </p:cNvSpPr>
          <p:nvPr/>
        </p:nvSpPr>
        <p:spPr>
          <a:xfrm>
            <a:off x="2483960" y="5858559"/>
            <a:ext cx="28398" cy="28398"/>
          </a:xfrm>
          <a:prstGeom prst="ellipse">
            <a:avLst/>
          </a:prstGeom>
          <a:solidFill>
            <a:srgbClr val="B57442">
              <a:alpha val="30000"/>
            </a:srgbClr>
          </a:solidFill>
          <a:ln w="0">
            <a:noFill/>
            <a:prstDash val="solid"/>
          </a:ln>
        </p:spPr>
      </p:sp>
      <p:sp>
        <p:nvSpPr>
          <p:cNvPr id="1479" name="02_predicted_pose_4778">
            <a:extLst>
              <a:ext uri="{FF2B5EF4-FFF2-40B4-BE49-F238E27FC236}">
                <a16:creationId xmlns:a16="http://schemas.microsoft.com/office/drawing/2014/main" id="{66657D3C-0551-4B77-B473-6538AC4AAE00}"/>
              </a:ext>
            </a:extLst>
          </p:cNvPr>
          <p:cNvSpPr>
            <a:spLocks noGrp="1"/>
          </p:cNvSpPr>
          <p:nvPr/>
        </p:nvSpPr>
        <p:spPr>
          <a:xfrm>
            <a:off x="2497741" y="5914801"/>
            <a:ext cx="28398" cy="28398"/>
          </a:xfrm>
          <a:prstGeom prst="ellipse">
            <a:avLst/>
          </a:prstGeom>
          <a:solidFill>
            <a:srgbClr val="B57442">
              <a:alpha val="30000"/>
            </a:srgbClr>
          </a:solidFill>
          <a:ln w="0">
            <a:noFill/>
            <a:prstDash val="solid"/>
          </a:ln>
        </p:spPr>
      </p:sp>
      <p:sp>
        <p:nvSpPr>
          <p:cNvPr id="1480" name="02_predicted_pose_4779">
            <a:extLst>
              <a:ext uri="{FF2B5EF4-FFF2-40B4-BE49-F238E27FC236}">
                <a16:creationId xmlns:a16="http://schemas.microsoft.com/office/drawing/2014/main" id="{4F23BD77-5C1D-480D-A059-6549CB7EEC11}"/>
              </a:ext>
            </a:extLst>
          </p:cNvPr>
          <p:cNvSpPr>
            <a:spLocks noGrp="1"/>
          </p:cNvSpPr>
          <p:nvPr/>
        </p:nvSpPr>
        <p:spPr>
          <a:xfrm>
            <a:off x="2511522" y="5879093"/>
            <a:ext cx="28398" cy="28398"/>
          </a:xfrm>
          <a:prstGeom prst="ellipse">
            <a:avLst/>
          </a:prstGeom>
          <a:solidFill>
            <a:srgbClr val="B57442">
              <a:alpha val="30000"/>
            </a:srgbClr>
          </a:solidFill>
          <a:ln w="0">
            <a:noFill/>
            <a:prstDash val="solid"/>
          </a:ln>
        </p:spPr>
      </p:sp>
      <p:sp>
        <p:nvSpPr>
          <p:cNvPr id="1481" name="02_predicted_pose_4780">
            <a:extLst>
              <a:ext uri="{FF2B5EF4-FFF2-40B4-BE49-F238E27FC236}">
                <a16:creationId xmlns:a16="http://schemas.microsoft.com/office/drawing/2014/main" id="{BE423908-3DC6-42D4-8093-5719B823D72C}"/>
              </a:ext>
            </a:extLst>
          </p:cNvPr>
          <p:cNvSpPr>
            <a:spLocks noGrp="1"/>
          </p:cNvSpPr>
          <p:nvPr/>
        </p:nvSpPr>
        <p:spPr>
          <a:xfrm>
            <a:off x="2525303" y="5628990"/>
            <a:ext cx="28398" cy="28398"/>
          </a:xfrm>
          <a:prstGeom prst="ellipse">
            <a:avLst/>
          </a:prstGeom>
          <a:solidFill>
            <a:srgbClr val="B57442">
              <a:alpha val="30000"/>
            </a:srgbClr>
          </a:solidFill>
          <a:ln w="0">
            <a:noFill/>
            <a:prstDash val="solid"/>
          </a:ln>
        </p:spPr>
      </p:sp>
      <p:sp>
        <p:nvSpPr>
          <p:cNvPr id="1482" name="02_predicted_pose_4781">
            <a:extLst>
              <a:ext uri="{FF2B5EF4-FFF2-40B4-BE49-F238E27FC236}">
                <a16:creationId xmlns:a16="http://schemas.microsoft.com/office/drawing/2014/main" id="{80B639B5-6F11-4030-AD8A-F2632D4FB9BE}"/>
              </a:ext>
            </a:extLst>
          </p:cNvPr>
          <p:cNvSpPr>
            <a:spLocks noGrp="1"/>
          </p:cNvSpPr>
          <p:nvPr/>
        </p:nvSpPr>
        <p:spPr>
          <a:xfrm>
            <a:off x="2320308" y="5851032"/>
            <a:ext cx="28398" cy="28398"/>
          </a:xfrm>
          <a:prstGeom prst="ellipse">
            <a:avLst/>
          </a:prstGeom>
          <a:solidFill>
            <a:srgbClr val="B57442">
              <a:alpha val="30000"/>
            </a:srgbClr>
          </a:solidFill>
          <a:ln w="0">
            <a:noFill/>
            <a:prstDash val="solid"/>
          </a:ln>
        </p:spPr>
      </p:sp>
      <p:sp>
        <p:nvSpPr>
          <p:cNvPr id="1483" name="02_predicted_pose_4782">
            <a:extLst>
              <a:ext uri="{FF2B5EF4-FFF2-40B4-BE49-F238E27FC236}">
                <a16:creationId xmlns:a16="http://schemas.microsoft.com/office/drawing/2014/main" id="{FAB0669E-288B-4F02-86C6-6DED640D88E5}"/>
              </a:ext>
            </a:extLst>
          </p:cNvPr>
          <p:cNvSpPr>
            <a:spLocks noGrp="1"/>
          </p:cNvSpPr>
          <p:nvPr/>
        </p:nvSpPr>
        <p:spPr>
          <a:xfrm>
            <a:off x="2347870" y="5775301"/>
            <a:ext cx="28398" cy="28398"/>
          </a:xfrm>
          <a:prstGeom prst="ellipse">
            <a:avLst/>
          </a:prstGeom>
          <a:solidFill>
            <a:srgbClr val="B57442">
              <a:alpha val="30000"/>
            </a:srgbClr>
          </a:solidFill>
          <a:ln w="0">
            <a:noFill/>
            <a:prstDash val="solid"/>
          </a:ln>
        </p:spPr>
      </p:sp>
      <p:sp>
        <p:nvSpPr>
          <p:cNvPr id="1484" name="02_predicted_pose_4783">
            <a:extLst>
              <a:ext uri="{FF2B5EF4-FFF2-40B4-BE49-F238E27FC236}">
                <a16:creationId xmlns:a16="http://schemas.microsoft.com/office/drawing/2014/main" id="{181FCAEC-632C-4E56-9047-1C68D383751B}"/>
              </a:ext>
            </a:extLst>
          </p:cNvPr>
          <p:cNvSpPr>
            <a:spLocks noGrp="1"/>
          </p:cNvSpPr>
          <p:nvPr/>
        </p:nvSpPr>
        <p:spPr>
          <a:xfrm>
            <a:off x="2559412" y="5541008"/>
            <a:ext cx="28398" cy="28398"/>
          </a:xfrm>
          <a:prstGeom prst="ellipse">
            <a:avLst/>
          </a:prstGeom>
          <a:solidFill>
            <a:srgbClr val="B57442">
              <a:alpha val="30000"/>
            </a:srgbClr>
          </a:solidFill>
          <a:ln w="0">
            <a:noFill/>
            <a:prstDash val="solid"/>
          </a:ln>
        </p:spPr>
      </p:sp>
      <p:sp>
        <p:nvSpPr>
          <p:cNvPr id="1485" name="02_predicted_pose_4784">
            <a:extLst>
              <a:ext uri="{FF2B5EF4-FFF2-40B4-BE49-F238E27FC236}">
                <a16:creationId xmlns:a16="http://schemas.microsoft.com/office/drawing/2014/main" id="{0C6828E9-D6C6-4104-AF15-DDCD07ABD5B1}"/>
              </a:ext>
            </a:extLst>
          </p:cNvPr>
          <p:cNvSpPr>
            <a:spLocks noGrp="1"/>
          </p:cNvSpPr>
          <p:nvPr/>
        </p:nvSpPr>
        <p:spPr>
          <a:xfrm>
            <a:off x="2594210" y="5524792"/>
            <a:ext cx="28398" cy="28398"/>
          </a:xfrm>
          <a:prstGeom prst="ellipse">
            <a:avLst/>
          </a:prstGeom>
          <a:solidFill>
            <a:srgbClr val="B57442">
              <a:alpha val="30000"/>
            </a:srgbClr>
          </a:solidFill>
          <a:ln w="0">
            <a:noFill/>
            <a:prstDash val="solid"/>
          </a:ln>
        </p:spPr>
      </p:sp>
      <p:sp>
        <p:nvSpPr>
          <p:cNvPr id="1486" name="02_predicted_pose_4785">
            <a:extLst>
              <a:ext uri="{FF2B5EF4-FFF2-40B4-BE49-F238E27FC236}">
                <a16:creationId xmlns:a16="http://schemas.microsoft.com/office/drawing/2014/main" id="{33B9F5F2-DC45-42F5-ADAA-53411FB0668E}"/>
              </a:ext>
            </a:extLst>
          </p:cNvPr>
          <p:cNvSpPr>
            <a:spLocks noGrp="1"/>
          </p:cNvSpPr>
          <p:nvPr/>
        </p:nvSpPr>
        <p:spPr>
          <a:xfrm>
            <a:off x="712800" y="481068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1487" name="02_predicted_pose_4786">
            <a:extLst>
              <a:ext uri="{FF2B5EF4-FFF2-40B4-BE49-F238E27FC236}">
                <a16:creationId xmlns:a16="http://schemas.microsoft.com/office/drawing/2014/main" id="{26758A8E-E00E-4580-8726-85980643406C}"/>
              </a:ext>
            </a:extLst>
          </p:cNvPr>
          <p:cNvSpPr>
            <a:spLocks noGrp="1"/>
          </p:cNvSpPr>
          <p:nvPr/>
        </p:nvSpPr>
        <p:spPr>
          <a:xfrm>
            <a:off x="712800" y="635580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1488" name="02_predicted_pose_4787">
            <a:extLst>
              <a:ext uri="{FF2B5EF4-FFF2-40B4-BE49-F238E27FC236}">
                <a16:creationId xmlns:a16="http://schemas.microsoft.com/office/drawing/2014/main" id="{96575DA0-2200-4F0A-BA32-0F5B273C2317}"/>
              </a:ext>
            </a:extLst>
          </p:cNvPr>
          <p:cNvSpPr>
            <a:spLocks noGrp="1"/>
          </p:cNvSpPr>
          <p:nvPr/>
        </p:nvSpPr>
        <p:spPr>
          <a:xfrm>
            <a:off x="1198933" y="5660676"/>
            <a:ext cx="285961" cy="253381"/>
          </a:xfrm>
          <a:custGeom>
            <a:avLst/>
            <a:gdLst/>
            <a:ahLst/>
            <a:cxnLst/>
            <a:rect l="0" t="0" r="0" b="0"/>
            <a:pathLst>
              <a:path w="285961" h="253381">
                <a:moveTo>
                  <a:pt x="0" y="253381"/>
                </a:moveTo>
                <a:lnTo>
                  <a:pt x="285961" y="253381"/>
                </a:lnTo>
                <a:lnTo>
                  <a:pt x="285961" y="0"/>
                </a:lnTo>
                <a:lnTo>
                  <a:pt x="0" y="0"/>
                </a:lnTo>
                <a:lnTo>
                  <a:pt x="0" y="253381"/>
                </a:lnTo>
                <a:lnTo>
                  <a:pt x="0" y="253381"/>
                </a:lnTo>
                <a:close/>
              </a:path>
            </a:pathLst>
          </a:custGeom>
          <a:solidFill>
            <a:srgbClr val="FFFFFF"/>
          </a:solidFill>
          <a:ln w="12700">
            <a:solidFill>
              <a:srgbClr val="5879BD"/>
            </a:solidFill>
            <a:prstDash val="solid"/>
          </a:ln>
        </p:spPr>
      </p:sp>
      <p:sp>
        <p:nvSpPr>
          <p:cNvPr id="1489" name="02_predicted_pose_4788">
            <a:extLst>
              <a:ext uri="{FF2B5EF4-FFF2-40B4-BE49-F238E27FC236}">
                <a16:creationId xmlns:a16="http://schemas.microsoft.com/office/drawing/2014/main" id="{F9BD8B60-971D-4685-8502-C1399821DF40}"/>
              </a:ext>
            </a:extLst>
          </p:cNvPr>
          <p:cNvSpPr>
            <a:spLocks noGrp="1"/>
          </p:cNvSpPr>
          <p:nvPr/>
        </p:nvSpPr>
        <p:spPr>
          <a:xfrm>
            <a:off x="1341913" y="5914057"/>
            <a:ext cx="191" cy="99180"/>
          </a:xfrm>
          <a:custGeom>
            <a:avLst/>
            <a:gdLst/>
            <a:ahLst/>
            <a:cxnLst/>
            <a:rect l="0" t="0" r="0" b="0"/>
            <a:pathLst>
              <a:path w="191" h="99180">
                <a:moveTo>
                  <a:pt x="0" y="0"/>
                </a:moveTo>
                <a:lnTo>
                  <a:pt x="0" y="99180"/>
                </a:lnTo>
              </a:path>
            </a:pathLst>
          </a:custGeom>
          <a:noFill/>
          <a:ln w="8890">
            <a:solidFill>
              <a:srgbClr val="5879BD"/>
            </a:solidFill>
            <a:prstDash val="solid"/>
          </a:ln>
        </p:spPr>
      </p:sp>
      <p:sp>
        <p:nvSpPr>
          <p:cNvPr id="1490" name="02_predicted_pose_4789">
            <a:extLst>
              <a:ext uri="{FF2B5EF4-FFF2-40B4-BE49-F238E27FC236}">
                <a16:creationId xmlns:a16="http://schemas.microsoft.com/office/drawing/2014/main" id="{6D900941-4096-43D4-B6D4-A4689F681A0C}"/>
              </a:ext>
            </a:extLst>
          </p:cNvPr>
          <p:cNvSpPr>
            <a:spLocks noGrp="1"/>
          </p:cNvSpPr>
          <p:nvPr/>
        </p:nvSpPr>
        <p:spPr>
          <a:xfrm>
            <a:off x="1341913" y="5121920"/>
            <a:ext cx="191" cy="538755"/>
          </a:xfrm>
          <a:custGeom>
            <a:avLst/>
            <a:gdLst/>
            <a:ahLst/>
            <a:cxnLst/>
            <a:rect l="0" t="0" r="0" b="0"/>
            <a:pathLst>
              <a:path w="191" h="538755">
                <a:moveTo>
                  <a:pt x="0" y="538755"/>
                </a:moveTo>
                <a:lnTo>
                  <a:pt x="0" y="0"/>
                </a:lnTo>
              </a:path>
            </a:pathLst>
          </a:custGeom>
          <a:noFill/>
          <a:ln w="8890">
            <a:solidFill>
              <a:srgbClr val="5879BD"/>
            </a:solidFill>
            <a:prstDash val="solid"/>
          </a:ln>
        </p:spPr>
      </p:sp>
      <p:sp>
        <p:nvSpPr>
          <p:cNvPr id="1491" name="02_predicted_pose_4790">
            <a:extLst>
              <a:ext uri="{FF2B5EF4-FFF2-40B4-BE49-F238E27FC236}">
                <a16:creationId xmlns:a16="http://schemas.microsoft.com/office/drawing/2014/main" id="{9FF9A736-A848-4EC1-9724-743218A73E3D}"/>
              </a:ext>
            </a:extLst>
          </p:cNvPr>
          <p:cNvSpPr>
            <a:spLocks noGrp="1"/>
          </p:cNvSpPr>
          <p:nvPr/>
        </p:nvSpPr>
        <p:spPr>
          <a:xfrm>
            <a:off x="1270423" y="6013236"/>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492" name="02_predicted_pose_4791">
            <a:extLst>
              <a:ext uri="{FF2B5EF4-FFF2-40B4-BE49-F238E27FC236}">
                <a16:creationId xmlns:a16="http://schemas.microsoft.com/office/drawing/2014/main" id="{39C3C07C-59F3-478D-86AD-4AFD2F9E0805}"/>
              </a:ext>
            </a:extLst>
          </p:cNvPr>
          <p:cNvSpPr>
            <a:spLocks noGrp="1"/>
          </p:cNvSpPr>
          <p:nvPr/>
        </p:nvSpPr>
        <p:spPr>
          <a:xfrm>
            <a:off x="1270423" y="5121920"/>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493" name="02_predicted_pose_4792">
            <a:extLst>
              <a:ext uri="{FF2B5EF4-FFF2-40B4-BE49-F238E27FC236}">
                <a16:creationId xmlns:a16="http://schemas.microsoft.com/office/drawing/2014/main" id="{C762C67F-CA56-4AB6-BC82-AE9AAC5204E3}"/>
              </a:ext>
            </a:extLst>
          </p:cNvPr>
          <p:cNvSpPr>
            <a:spLocks noGrp="1"/>
          </p:cNvSpPr>
          <p:nvPr/>
        </p:nvSpPr>
        <p:spPr>
          <a:xfrm>
            <a:off x="2342775" y="5569076"/>
            <a:ext cx="285961" cy="199850"/>
          </a:xfrm>
          <a:custGeom>
            <a:avLst/>
            <a:gdLst/>
            <a:ahLst/>
            <a:cxnLst/>
            <a:rect l="0" t="0" r="0" b="0"/>
            <a:pathLst>
              <a:path w="285961" h="199850">
                <a:moveTo>
                  <a:pt x="0" y="199850"/>
                </a:moveTo>
                <a:lnTo>
                  <a:pt x="285961" y="199850"/>
                </a:lnTo>
                <a:lnTo>
                  <a:pt x="285961" y="0"/>
                </a:lnTo>
                <a:lnTo>
                  <a:pt x="0" y="0"/>
                </a:lnTo>
                <a:lnTo>
                  <a:pt x="0" y="199850"/>
                </a:lnTo>
                <a:lnTo>
                  <a:pt x="0" y="199850"/>
                </a:lnTo>
                <a:close/>
              </a:path>
            </a:pathLst>
          </a:custGeom>
          <a:solidFill>
            <a:srgbClr val="FFFFFF"/>
          </a:solidFill>
          <a:ln w="12700">
            <a:solidFill>
              <a:srgbClr val="B57442"/>
            </a:solidFill>
            <a:prstDash val="solid"/>
          </a:ln>
        </p:spPr>
      </p:sp>
      <p:sp>
        <p:nvSpPr>
          <p:cNvPr id="1494" name="02_predicted_pose_4793">
            <a:extLst>
              <a:ext uri="{FF2B5EF4-FFF2-40B4-BE49-F238E27FC236}">
                <a16:creationId xmlns:a16="http://schemas.microsoft.com/office/drawing/2014/main" id="{6F1AE81E-33E4-4035-A269-5488E6081371}"/>
              </a:ext>
            </a:extLst>
          </p:cNvPr>
          <p:cNvSpPr>
            <a:spLocks noGrp="1"/>
          </p:cNvSpPr>
          <p:nvPr/>
        </p:nvSpPr>
        <p:spPr>
          <a:xfrm>
            <a:off x="2485756" y="5768926"/>
            <a:ext cx="191" cy="104611"/>
          </a:xfrm>
          <a:custGeom>
            <a:avLst/>
            <a:gdLst/>
            <a:ahLst/>
            <a:cxnLst/>
            <a:rect l="0" t="0" r="0" b="0"/>
            <a:pathLst>
              <a:path w="191" h="104611">
                <a:moveTo>
                  <a:pt x="0" y="0"/>
                </a:moveTo>
                <a:lnTo>
                  <a:pt x="0" y="104611"/>
                </a:lnTo>
              </a:path>
            </a:pathLst>
          </a:custGeom>
          <a:noFill/>
          <a:ln w="8890">
            <a:solidFill>
              <a:srgbClr val="B57442"/>
            </a:solidFill>
            <a:prstDash val="solid"/>
          </a:ln>
        </p:spPr>
      </p:sp>
      <p:sp>
        <p:nvSpPr>
          <p:cNvPr id="1495" name="02_predicted_pose_4794">
            <a:extLst>
              <a:ext uri="{FF2B5EF4-FFF2-40B4-BE49-F238E27FC236}">
                <a16:creationId xmlns:a16="http://schemas.microsoft.com/office/drawing/2014/main" id="{1326202F-ABE9-4B9E-B403-54B798BC92A6}"/>
              </a:ext>
            </a:extLst>
          </p:cNvPr>
          <p:cNvSpPr>
            <a:spLocks noGrp="1"/>
          </p:cNvSpPr>
          <p:nvPr/>
        </p:nvSpPr>
        <p:spPr>
          <a:xfrm>
            <a:off x="2485756" y="5204161"/>
            <a:ext cx="191" cy="364916"/>
          </a:xfrm>
          <a:custGeom>
            <a:avLst/>
            <a:gdLst/>
            <a:ahLst/>
            <a:cxnLst/>
            <a:rect l="0" t="0" r="0" b="0"/>
            <a:pathLst>
              <a:path w="191" h="364916">
                <a:moveTo>
                  <a:pt x="0" y="364916"/>
                </a:moveTo>
                <a:lnTo>
                  <a:pt x="0" y="0"/>
                </a:lnTo>
              </a:path>
            </a:pathLst>
          </a:custGeom>
          <a:noFill/>
          <a:ln w="8890">
            <a:solidFill>
              <a:srgbClr val="B57442"/>
            </a:solidFill>
            <a:prstDash val="solid"/>
          </a:ln>
        </p:spPr>
      </p:sp>
      <p:sp>
        <p:nvSpPr>
          <p:cNvPr id="1496" name="02_predicted_pose_4795">
            <a:extLst>
              <a:ext uri="{FF2B5EF4-FFF2-40B4-BE49-F238E27FC236}">
                <a16:creationId xmlns:a16="http://schemas.microsoft.com/office/drawing/2014/main" id="{591EC23B-5ECD-4087-A042-27C2185EF488}"/>
              </a:ext>
            </a:extLst>
          </p:cNvPr>
          <p:cNvSpPr>
            <a:spLocks noGrp="1"/>
          </p:cNvSpPr>
          <p:nvPr/>
        </p:nvSpPr>
        <p:spPr>
          <a:xfrm>
            <a:off x="2414266" y="5873538"/>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497" name="02_predicted_pose_4796">
            <a:extLst>
              <a:ext uri="{FF2B5EF4-FFF2-40B4-BE49-F238E27FC236}">
                <a16:creationId xmlns:a16="http://schemas.microsoft.com/office/drawing/2014/main" id="{EED73448-E740-4DB1-BF79-F027B1C72F3D}"/>
              </a:ext>
            </a:extLst>
          </p:cNvPr>
          <p:cNvSpPr>
            <a:spLocks noGrp="1"/>
          </p:cNvSpPr>
          <p:nvPr/>
        </p:nvSpPr>
        <p:spPr>
          <a:xfrm>
            <a:off x="2414266" y="5204161"/>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498" name="text_4797">
            <a:extLst>
              <a:ext uri="{FF2B5EF4-FFF2-40B4-BE49-F238E27FC236}">
                <a16:creationId xmlns:a16="http://schemas.microsoft.com/office/drawing/2014/main" id="{9544E4F0-3641-41CF-9032-ED1B94BA0F9A}"/>
              </a:ext>
            </a:extLst>
          </p:cNvPr>
          <p:cNvSpPr>
            <a:spLocks noGrp="1"/>
          </p:cNvSpPr>
          <p:nvPr/>
        </p:nvSpPr>
        <p:spPr>
          <a:xfrm>
            <a:off x="280428" y="464674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499" name="text_4798">
            <a:extLst>
              <a:ext uri="{FF2B5EF4-FFF2-40B4-BE49-F238E27FC236}">
                <a16:creationId xmlns:a16="http://schemas.microsoft.com/office/drawing/2014/main" id="{591C09F7-A499-4CF4-9C19-83DFF5D1FA26}"/>
              </a:ext>
            </a:extLst>
          </p:cNvPr>
          <p:cNvSpPr>
            <a:spLocks noGrp="1"/>
          </p:cNvSpPr>
          <p:nvPr/>
        </p:nvSpPr>
        <p:spPr>
          <a:xfrm>
            <a:off x="712800" y="4598399"/>
            <a:ext cx="828476"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CA2, Top-1 pose</a:t>
            </a:r>
          </a:p>
        </p:txBody>
      </p:sp>
      <p:sp>
        <p:nvSpPr>
          <p:cNvPr id="1500" name="02_predicted_pose_4799">
            <a:extLst>
              <a:ext uri="{FF2B5EF4-FFF2-40B4-BE49-F238E27FC236}">
                <a16:creationId xmlns:a16="http://schemas.microsoft.com/office/drawing/2014/main" id="{8E6100D6-9AA5-453B-A055-52335535436E}"/>
              </a:ext>
            </a:extLst>
          </p:cNvPr>
          <p:cNvSpPr>
            <a:spLocks noGrp="1"/>
          </p:cNvSpPr>
          <p:nvPr/>
        </p:nvSpPr>
        <p:spPr>
          <a:xfrm>
            <a:off x="1198933" y="5834317"/>
            <a:ext cx="285961" cy="191"/>
          </a:xfrm>
          <a:custGeom>
            <a:avLst/>
            <a:gdLst/>
            <a:ahLst/>
            <a:cxnLst/>
            <a:rect l="0" t="0" r="0" b="0"/>
            <a:pathLst>
              <a:path w="285961" h="191">
                <a:moveTo>
                  <a:pt x="0" y="0"/>
                </a:moveTo>
                <a:lnTo>
                  <a:pt x="285961" y="0"/>
                </a:lnTo>
              </a:path>
            </a:pathLst>
          </a:custGeom>
          <a:noFill/>
          <a:ln w="19050">
            <a:solidFill>
              <a:srgbClr val="5879BD"/>
            </a:solidFill>
            <a:prstDash val="solid"/>
          </a:ln>
        </p:spPr>
      </p:sp>
      <p:sp>
        <p:nvSpPr>
          <p:cNvPr id="1501" name="02_predicted_pose_4800">
            <a:extLst>
              <a:ext uri="{FF2B5EF4-FFF2-40B4-BE49-F238E27FC236}">
                <a16:creationId xmlns:a16="http://schemas.microsoft.com/office/drawing/2014/main" id="{21DC69D9-82DF-4C4B-B67E-3481E2B54CB1}"/>
              </a:ext>
            </a:extLst>
          </p:cNvPr>
          <p:cNvSpPr>
            <a:spLocks noGrp="1"/>
          </p:cNvSpPr>
          <p:nvPr/>
        </p:nvSpPr>
        <p:spPr>
          <a:xfrm>
            <a:off x="2342775" y="5648000"/>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502" name="02_predicted_pose_4801">
            <a:extLst>
              <a:ext uri="{FF2B5EF4-FFF2-40B4-BE49-F238E27FC236}">
                <a16:creationId xmlns:a16="http://schemas.microsoft.com/office/drawing/2014/main" id="{21568936-1364-425C-BE59-F8BBA3183BDA}"/>
              </a:ext>
            </a:extLst>
          </p:cNvPr>
          <p:cNvSpPr>
            <a:spLocks noGrp="1"/>
          </p:cNvSpPr>
          <p:nvPr/>
        </p:nvSpPr>
        <p:spPr>
          <a:xfrm>
            <a:off x="3883531" y="481068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1503" name="02_predicted_pose_4802">
            <a:extLst>
              <a:ext uri="{FF2B5EF4-FFF2-40B4-BE49-F238E27FC236}">
                <a16:creationId xmlns:a16="http://schemas.microsoft.com/office/drawing/2014/main" id="{D3294BDB-A8B7-4EB0-8C73-FFADF5DED6C6}"/>
              </a:ext>
            </a:extLst>
          </p:cNvPr>
          <p:cNvSpPr>
            <a:spLocks noGrp="1"/>
          </p:cNvSpPr>
          <p:nvPr/>
        </p:nvSpPr>
        <p:spPr>
          <a:xfrm>
            <a:off x="3883531" y="561894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504" name="02_predicted_pose_4803">
            <a:extLst>
              <a:ext uri="{FF2B5EF4-FFF2-40B4-BE49-F238E27FC236}">
                <a16:creationId xmlns:a16="http://schemas.microsoft.com/office/drawing/2014/main" id="{1C0A7DF1-DC94-4246-A436-A9882BA7FAF1}"/>
              </a:ext>
            </a:extLst>
          </p:cNvPr>
          <p:cNvSpPr>
            <a:spLocks noGrp="1"/>
          </p:cNvSpPr>
          <p:nvPr/>
        </p:nvSpPr>
        <p:spPr>
          <a:xfrm>
            <a:off x="3883531" y="548919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505" name="02_predicted_pose_4804">
            <a:extLst>
              <a:ext uri="{FF2B5EF4-FFF2-40B4-BE49-F238E27FC236}">
                <a16:creationId xmlns:a16="http://schemas.microsoft.com/office/drawing/2014/main" id="{80E6889B-DCF3-4ACC-8939-CD4FA25362DC}"/>
              </a:ext>
            </a:extLst>
          </p:cNvPr>
          <p:cNvSpPr>
            <a:spLocks noGrp="1"/>
          </p:cNvSpPr>
          <p:nvPr/>
        </p:nvSpPr>
        <p:spPr>
          <a:xfrm>
            <a:off x="4512644"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506" name="text_4805">
            <a:extLst>
              <a:ext uri="{FF2B5EF4-FFF2-40B4-BE49-F238E27FC236}">
                <a16:creationId xmlns:a16="http://schemas.microsoft.com/office/drawing/2014/main" id="{8F40B05E-924D-45AD-99C3-3DBA1D9860FF}"/>
              </a:ext>
            </a:extLst>
          </p:cNvPr>
          <p:cNvSpPr>
            <a:spLocks noGrp="1"/>
          </p:cNvSpPr>
          <p:nvPr/>
        </p:nvSpPr>
        <p:spPr>
          <a:xfrm>
            <a:off x="4149488" y="642540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1507" name="02_predicted_pose_4806">
            <a:extLst>
              <a:ext uri="{FF2B5EF4-FFF2-40B4-BE49-F238E27FC236}">
                <a16:creationId xmlns:a16="http://schemas.microsoft.com/office/drawing/2014/main" id="{401AF41B-B639-469D-96B2-D334373B9C15}"/>
              </a:ext>
            </a:extLst>
          </p:cNvPr>
          <p:cNvSpPr>
            <a:spLocks noGrp="1"/>
          </p:cNvSpPr>
          <p:nvPr/>
        </p:nvSpPr>
        <p:spPr>
          <a:xfrm>
            <a:off x="5656487"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508" name="text_4807">
            <a:extLst>
              <a:ext uri="{FF2B5EF4-FFF2-40B4-BE49-F238E27FC236}">
                <a16:creationId xmlns:a16="http://schemas.microsoft.com/office/drawing/2014/main" id="{5172BDC5-A727-4E1E-88F3-F825C03DDDD4}"/>
              </a:ext>
            </a:extLst>
          </p:cNvPr>
          <p:cNvSpPr>
            <a:spLocks noGrp="1"/>
          </p:cNvSpPr>
          <p:nvPr/>
        </p:nvSpPr>
        <p:spPr>
          <a:xfrm>
            <a:off x="5357605" y="642566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1509" name="02_predicted_pose_4808">
            <a:extLst>
              <a:ext uri="{FF2B5EF4-FFF2-40B4-BE49-F238E27FC236}">
                <a16:creationId xmlns:a16="http://schemas.microsoft.com/office/drawing/2014/main" id="{396DD424-7D7E-4468-9593-95C58563EB97}"/>
              </a:ext>
            </a:extLst>
          </p:cNvPr>
          <p:cNvSpPr>
            <a:spLocks noGrp="1"/>
          </p:cNvSpPr>
          <p:nvPr/>
        </p:nvSpPr>
        <p:spPr>
          <a:xfrm>
            <a:off x="3845431" y="635580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0" name="text_4809">
            <a:extLst>
              <a:ext uri="{FF2B5EF4-FFF2-40B4-BE49-F238E27FC236}">
                <a16:creationId xmlns:a16="http://schemas.microsoft.com/office/drawing/2014/main" id="{D4192957-496F-46D3-8E14-000370303714}"/>
              </a:ext>
            </a:extLst>
          </p:cNvPr>
          <p:cNvSpPr>
            <a:spLocks noGrp="1"/>
          </p:cNvSpPr>
          <p:nvPr/>
        </p:nvSpPr>
        <p:spPr>
          <a:xfrm>
            <a:off x="3683760" y="631738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511" name="02_predicted_pose_4810">
            <a:extLst>
              <a:ext uri="{FF2B5EF4-FFF2-40B4-BE49-F238E27FC236}">
                <a16:creationId xmlns:a16="http://schemas.microsoft.com/office/drawing/2014/main" id="{866350F9-D39A-4C34-A9CE-C886413E34A4}"/>
              </a:ext>
            </a:extLst>
          </p:cNvPr>
          <p:cNvSpPr>
            <a:spLocks noGrp="1"/>
          </p:cNvSpPr>
          <p:nvPr/>
        </p:nvSpPr>
        <p:spPr>
          <a:xfrm>
            <a:off x="3845431" y="606257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2" name="text_4811">
            <a:extLst>
              <a:ext uri="{FF2B5EF4-FFF2-40B4-BE49-F238E27FC236}">
                <a16:creationId xmlns:a16="http://schemas.microsoft.com/office/drawing/2014/main" id="{E1AF6FE8-635F-489F-8DE3-EA939421CEF2}"/>
              </a:ext>
            </a:extLst>
          </p:cNvPr>
          <p:cNvSpPr>
            <a:spLocks noGrp="1"/>
          </p:cNvSpPr>
          <p:nvPr/>
        </p:nvSpPr>
        <p:spPr>
          <a:xfrm>
            <a:off x="3683760" y="602416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513" name="02_predicted_pose_4812">
            <a:extLst>
              <a:ext uri="{FF2B5EF4-FFF2-40B4-BE49-F238E27FC236}">
                <a16:creationId xmlns:a16="http://schemas.microsoft.com/office/drawing/2014/main" id="{BE7CB8B0-23E6-4871-B036-15F99D3D177A}"/>
              </a:ext>
            </a:extLst>
          </p:cNvPr>
          <p:cNvSpPr>
            <a:spLocks noGrp="1"/>
          </p:cNvSpPr>
          <p:nvPr/>
        </p:nvSpPr>
        <p:spPr>
          <a:xfrm>
            <a:off x="3845431" y="584076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4" name="text_4813">
            <a:extLst>
              <a:ext uri="{FF2B5EF4-FFF2-40B4-BE49-F238E27FC236}">
                <a16:creationId xmlns:a16="http://schemas.microsoft.com/office/drawing/2014/main" id="{A3B98CCF-9692-4063-8121-CE4012ABF4E3}"/>
              </a:ext>
            </a:extLst>
          </p:cNvPr>
          <p:cNvSpPr>
            <a:spLocks noGrp="1"/>
          </p:cNvSpPr>
          <p:nvPr/>
        </p:nvSpPr>
        <p:spPr>
          <a:xfrm>
            <a:off x="3757903" y="580234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515" name="02_predicted_pose_4814">
            <a:extLst>
              <a:ext uri="{FF2B5EF4-FFF2-40B4-BE49-F238E27FC236}">
                <a16:creationId xmlns:a16="http://schemas.microsoft.com/office/drawing/2014/main" id="{25F5512D-685B-4792-A8D2-1048B4C431F5}"/>
              </a:ext>
            </a:extLst>
          </p:cNvPr>
          <p:cNvSpPr>
            <a:spLocks noGrp="1"/>
          </p:cNvSpPr>
          <p:nvPr/>
        </p:nvSpPr>
        <p:spPr>
          <a:xfrm>
            <a:off x="3845431" y="561894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6" name="text_4815">
            <a:extLst>
              <a:ext uri="{FF2B5EF4-FFF2-40B4-BE49-F238E27FC236}">
                <a16:creationId xmlns:a16="http://schemas.microsoft.com/office/drawing/2014/main" id="{25376698-CB5A-42B6-B0BF-4CBC07A0F836}"/>
              </a:ext>
            </a:extLst>
          </p:cNvPr>
          <p:cNvSpPr>
            <a:spLocks noGrp="1"/>
          </p:cNvSpPr>
          <p:nvPr/>
        </p:nvSpPr>
        <p:spPr>
          <a:xfrm>
            <a:off x="3757903" y="558053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517" name="02_predicted_pose_4816">
            <a:extLst>
              <a:ext uri="{FF2B5EF4-FFF2-40B4-BE49-F238E27FC236}">
                <a16:creationId xmlns:a16="http://schemas.microsoft.com/office/drawing/2014/main" id="{BFB63D00-8839-402A-9807-5C907BE09AC1}"/>
              </a:ext>
            </a:extLst>
          </p:cNvPr>
          <p:cNvSpPr>
            <a:spLocks noGrp="1"/>
          </p:cNvSpPr>
          <p:nvPr/>
        </p:nvSpPr>
        <p:spPr>
          <a:xfrm>
            <a:off x="3845431" y="548919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8" name="text_4817">
            <a:extLst>
              <a:ext uri="{FF2B5EF4-FFF2-40B4-BE49-F238E27FC236}">
                <a16:creationId xmlns:a16="http://schemas.microsoft.com/office/drawing/2014/main" id="{6501C640-75AE-4015-8D4A-080A7B631377}"/>
              </a:ext>
            </a:extLst>
          </p:cNvPr>
          <p:cNvSpPr>
            <a:spLocks noGrp="1"/>
          </p:cNvSpPr>
          <p:nvPr/>
        </p:nvSpPr>
        <p:spPr>
          <a:xfrm>
            <a:off x="3757903" y="545077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519" name="02_predicted_pose_4818">
            <a:extLst>
              <a:ext uri="{FF2B5EF4-FFF2-40B4-BE49-F238E27FC236}">
                <a16:creationId xmlns:a16="http://schemas.microsoft.com/office/drawing/2014/main" id="{76F457BA-F078-4FDA-8BBB-B7EBF87251B0}"/>
              </a:ext>
            </a:extLst>
          </p:cNvPr>
          <p:cNvSpPr>
            <a:spLocks noGrp="1"/>
          </p:cNvSpPr>
          <p:nvPr/>
        </p:nvSpPr>
        <p:spPr>
          <a:xfrm>
            <a:off x="3845431" y="53257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0" name="text_4819">
            <a:extLst>
              <a:ext uri="{FF2B5EF4-FFF2-40B4-BE49-F238E27FC236}">
                <a16:creationId xmlns:a16="http://schemas.microsoft.com/office/drawing/2014/main" id="{5B902B21-9522-43B4-8CF8-235F263BD8BD}"/>
              </a:ext>
            </a:extLst>
          </p:cNvPr>
          <p:cNvSpPr>
            <a:spLocks noGrp="1"/>
          </p:cNvSpPr>
          <p:nvPr/>
        </p:nvSpPr>
        <p:spPr>
          <a:xfrm>
            <a:off x="3757903" y="528730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1521" name="02_predicted_pose_4820">
            <a:extLst>
              <a:ext uri="{FF2B5EF4-FFF2-40B4-BE49-F238E27FC236}">
                <a16:creationId xmlns:a16="http://schemas.microsoft.com/office/drawing/2014/main" id="{11FB072D-D13B-4162-BC58-36E49B2B5591}"/>
              </a:ext>
            </a:extLst>
          </p:cNvPr>
          <p:cNvSpPr>
            <a:spLocks noGrp="1"/>
          </p:cNvSpPr>
          <p:nvPr/>
        </p:nvSpPr>
        <p:spPr>
          <a:xfrm>
            <a:off x="3845431" y="510390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2" name="text_4821">
            <a:extLst>
              <a:ext uri="{FF2B5EF4-FFF2-40B4-BE49-F238E27FC236}">
                <a16:creationId xmlns:a16="http://schemas.microsoft.com/office/drawing/2014/main" id="{9B2D7078-64B5-430F-A6CF-F0CAE12C839D}"/>
              </a:ext>
            </a:extLst>
          </p:cNvPr>
          <p:cNvSpPr>
            <a:spLocks noGrp="1"/>
          </p:cNvSpPr>
          <p:nvPr/>
        </p:nvSpPr>
        <p:spPr>
          <a:xfrm>
            <a:off x="3708474" y="506549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1523" name="02_predicted_pose_4822">
            <a:extLst>
              <a:ext uri="{FF2B5EF4-FFF2-40B4-BE49-F238E27FC236}">
                <a16:creationId xmlns:a16="http://schemas.microsoft.com/office/drawing/2014/main" id="{A86BD2D9-C88A-4C68-BDCF-40F696E8F6EB}"/>
              </a:ext>
            </a:extLst>
          </p:cNvPr>
          <p:cNvSpPr>
            <a:spLocks noGrp="1"/>
          </p:cNvSpPr>
          <p:nvPr/>
        </p:nvSpPr>
        <p:spPr>
          <a:xfrm>
            <a:off x="3845431" y="488208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4" name="text_4823">
            <a:extLst>
              <a:ext uri="{FF2B5EF4-FFF2-40B4-BE49-F238E27FC236}">
                <a16:creationId xmlns:a16="http://schemas.microsoft.com/office/drawing/2014/main" id="{71DB6F5D-6D93-4AB2-9EE1-CFF1C70F8EDF}"/>
              </a:ext>
            </a:extLst>
          </p:cNvPr>
          <p:cNvSpPr>
            <a:spLocks noGrp="1"/>
          </p:cNvSpPr>
          <p:nvPr/>
        </p:nvSpPr>
        <p:spPr>
          <a:xfrm>
            <a:off x="3708474" y="484367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1525" name="text_4824">
            <a:extLst>
              <a:ext uri="{FF2B5EF4-FFF2-40B4-BE49-F238E27FC236}">
                <a16:creationId xmlns:a16="http://schemas.microsoft.com/office/drawing/2014/main" id="{A0CA7835-8D74-49FA-9C3E-DE67A20AC4BF}"/>
              </a:ext>
            </a:extLst>
          </p:cNvPr>
          <p:cNvSpPr>
            <a:spLocks noGrp="1"/>
          </p:cNvSpPr>
          <p:nvPr/>
        </p:nvSpPr>
        <p:spPr>
          <a:xfrm rot="-5400000">
            <a:off x="3363418" y="551974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1526" name="02_predicted_pose_4825">
            <a:extLst>
              <a:ext uri="{FF2B5EF4-FFF2-40B4-BE49-F238E27FC236}">
                <a16:creationId xmlns:a16="http://schemas.microsoft.com/office/drawing/2014/main" id="{13F58A47-4562-4D2D-AB6B-B63C14C75563}"/>
              </a:ext>
            </a:extLst>
          </p:cNvPr>
          <p:cNvSpPr>
            <a:spLocks noGrp="1"/>
          </p:cNvSpPr>
          <p:nvPr/>
        </p:nvSpPr>
        <p:spPr>
          <a:xfrm>
            <a:off x="4438841" y="5961041"/>
            <a:ext cx="28398" cy="28398"/>
          </a:xfrm>
          <a:prstGeom prst="ellipse">
            <a:avLst/>
          </a:prstGeom>
          <a:solidFill>
            <a:srgbClr val="5879BD">
              <a:alpha val="30000"/>
            </a:srgbClr>
          </a:solidFill>
          <a:ln w="0">
            <a:noFill/>
            <a:prstDash val="solid"/>
          </a:ln>
        </p:spPr>
      </p:sp>
      <p:sp>
        <p:nvSpPr>
          <p:cNvPr id="1527" name="02_predicted_pose_4826">
            <a:extLst>
              <a:ext uri="{FF2B5EF4-FFF2-40B4-BE49-F238E27FC236}">
                <a16:creationId xmlns:a16="http://schemas.microsoft.com/office/drawing/2014/main" id="{26820DB3-1A0C-4793-8F40-84C4BDD85983}"/>
              </a:ext>
            </a:extLst>
          </p:cNvPr>
          <p:cNvSpPr>
            <a:spLocks noGrp="1"/>
          </p:cNvSpPr>
          <p:nvPr/>
        </p:nvSpPr>
        <p:spPr>
          <a:xfrm>
            <a:off x="4452623" y="5925384"/>
            <a:ext cx="28398" cy="28398"/>
          </a:xfrm>
          <a:prstGeom prst="ellipse">
            <a:avLst/>
          </a:prstGeom>
          <a:solidFill>
            <a:srgbClr val="5879BD">
              <a:alpha val="30000"/>
            </a:srgbClr>
          </a:solidFill>
          <a:ln w="0">
            <a:noFill/>
            <a:prstDash val="solid"/>
          </a:ln>
        </p:spPr>
      </p:sp>
      <p:sp>
        <p:nvSpPr>
          <p:cNvPr id="1528" name="02_predicted_pose_4827">
            <a:extLst>
              <a:ext uri="{FF2B5EF4-FFF2-40B4-BE49-F238E27FC236}">
                <a16:creationId xmlns:a16="http://schemas.microsoft.com/office/drawing/2014/main" id="{2A16C723-92FD-416F-B6A7-A501B7638C5A}"/>
              </a:ext>
            </a:extLst>
          </p:cNvPr>
          <p:cNvSpPr>
            <a:spLocks noGrp="1"/>
          </p:cNvSpPr>
          <p:nvPr/>
        </p:nvSpPr>
        <p:spPr>
          <a:xfrm>
            <a:off x="4466404" y="5930135"/>
            <a:ext cx="28398" cy="28398"/>
          </a:xfrm>
          <a:prstGeom prst="ellipse">
            <a:avLst/>
          </a:prstGeom>
          <a:solidFill>
            <a:srgbClr val="5879BD">
              <a:alpha val="30000"/>
            </a:srgbClr>
          </a:solidFill>
          <a:ln w="0">
            <a:noFill/>
            <a:prstDash val="solid"/>
          </a:ln>
        </p:spPr>
      </p:sp>
      <p:sp>
        <p:nvSpPr>
          <p:cNvPr id="1529" name="02_predicted_pose_4828">
            <a:extLst>
              <a:ext uri="{FF2B5EF4-FFF2-40B4-BE49-F238E27FC236}">
                <a16:creationId xmlns:a16="http://schemas.microsoft.com/office/drawing/2014/main" id="{5EE2A466-5A21-426A-80E1-B2D0A82DBBB1}"/>
              </a:ext>
            </a:extLst>
          </p:cNvPr>
          <p:cNvSpPr>
            <a:spLocks noGrp="1"/>
          </p:cNvSpPr>
          <p:nvPr/>
        </p:nvSpPr>
        <p:spPr>
          <a:xfrm>
            <a:off x="4480185" y="5901938"/>
            <a:ext cx="28398" cy="28398"/>
          </a:xfrm>
          <a:prstGeom prst="ellipse">
            <a:avLst/>
          </a:prstGeom>
          <a:solidFill>
            <a:srgbClr val="5879BD">
              <a:alpha val="30000"/>
            </a:srgbClr>
          </a:solidFill>
          <a:ln w="0">
            <a:noFill/>
            <a:prstDash val="solid"/>
          </a:ln>
        </p:spPr>
      </p:sp>
      <p:sp>
        <p:nvSpPr>
          <p:cNvPr id="1530" name="02_predicted_pose_4829">
            <a:extLst>
              <a:ext uri="{FF2B5EF4-FFF2-40B4-BE49-F238E27FC236}">
                <a16:creationId xmlns:a16="http://schemas.microsoft.com/office/drawing/2014/main" id="{0CB7D06C-F3F5-42C5-A7D6-FFA7A1E4A259}"/>
              </a:ext>
            </a:extLst>
          </p:cNvPr>
          <p:cNvSpPr>
            <a:spLocks noGrp="1"/>
          </p:cNvSpPr>
          <p:nvPr/>
        </p:nvSpPr>
        <p:spPr>
          <a:xfrm>
            <a:off x="4493966" y="5978492"/>
            <a:ext cx="28398" cy="28398"/>
          </a:xfrm>
          <a:prstGeom prst="ellipse">
            <a:avLst/>
          </a:prstGeom>
          <a:solidFill>
            <a:srgbClr val="5879BD">
              <a:alpha val="30000"/>
            </a:srgbClr>
          </a:solidFill>
          <a:ln w="0">
            <a:noFill/>
            <a:prstDash val="solid"/>
          </a:ln>
        </p:spPr>
      </p:sp>
      <p:sp>
        <p:nvSpPr>
          <p:cNvPr id="1531" name="02_predicted_pose_4830">
            <a:extLst>
              <a:ext uri="{FF2B5EF4-FFF2-40B4-BE49-F238E27FC236}">
                <a16:creationId xmlns:a16="http://schemas.microsoft.com/office/drawing/2014/main" id="{BF93BB1E-27FB-4A99-ACB4-EA62157A8313}"/>
              </a:ext>
            </a:extLst>
          </p:cNvPr>
          <p:cNvSpPr>
            <a:spLocks noGrp="1"/>
          </p:cNvSpPr>
          <p:nvPr/>
        </p:nvSpPr>
        <p:spPr>
          <a:xfrm>
            <a:off x="4507748" y="5965183"/>
            <a:ext cx="28398" cy="28398"/>
          </a:xfrm>
          <a:prstGeom prst="ellipse">
            <a:avLst/>
          </a:prstGeom>
          <a:solidFill>
            <a:srgbClr val="5879BD">
              <a:alpha val="30000"/>
            </a:srgbClr>
          </a:solidFill>
          <a:ln w="0">
            <a:noFill/>
            <a:prstDash val="solid"/>
          </a:ln>
        </p:spPr>
      </p:sp>
      <p:sp>
        <p:nvSpPr>
          <p:cNvPr id="1532" name="02_predicted_pose_4831">
            <a:extLst>
              <a:ext uri="{FF2B5EF4-FFF2-40B4-BE49-F238E27FC236}">
                <a16:creationId xmlns:a16="http://schemas.microsoft.com/office/drawing/2014/main" id="{75D5129A-D630-4AFF-BCC2-8B981EAC1478}"/>
              </a:ext>
            </a:extLst>
          </p:cNvPr>
          <p:cNvSpPr>
            <a:spLocks noGrp="1"/>
          </p:cNvSpPr>
          <p:nvPr/>
        </p:nvSpPr>
        <p:spPr>
          <a:xfrm>
            <a:off x="4521529" y="5905737"/>
            <a:ext cx="28398" cy="28398"/>
          </a:xfrm>
          <a:prstGeom prst="ellipse">
            <a:avLst/>
          </a:prstGeom>
          <a:solidFill>
            <a:srgbClr val="5879BD">
              <a:alpha val="30000"/>
            </a:srgbClr>
          </a:solidFill>
          <a:ln w="0">
            <a:noFill/>
            <a:prstDash val="solid"/>
          </a:ln>
        </p:spPr>
      </p:sp>
      <p:sp>
        <p:nvSpPr>
          <p:cNvPr id="1533" name="02_predicted_pose_4832">
            <a:extLst>
              <a:ext uri="{FF2B5EF4-FFF2-40B4-BE49-F238E27FC236}">
                <a16:creationId xmlns:a16="http://schemas.microsoft.com/office/drawing/2014/main" id="{FBC30C9A-5467-4A07-A74D-3F24196DC1CE}"/>
              </a:ext>
            </a:extLst>
          </p:cNvPr>
          <p:cNvSpPr>
            <a:spLocks noGrp="1"/>
          </p:cNvSpPr>
          <p:nvPr/>
        </p:nvSpPr>
        <p:spPr>
          <a:xfrm>
            <a:off x="4535310" y="5929372"/>
            <a:ext cx="28398" cy="28398"/>
          </a:xfrm>
          <a:prstGeom prst="ellipse">
            <a:avLst/>
          </a:prstGeom>
          <a:solidFill>
            <a:srgbClr val="5879BD">
              <a:alpha val="30000"/>
            </a:srgbClr>
          </a:solidFill>
          <a:ln w="0">
            <a:noFill/>
            <a:prstDash val="solid"/>
          </a:ln>
        </p:spPr>
      </p:sp>
      <p:sp>
        <p:nvSpPr>
          <p:cNvPr id="1534" name="02_predicted_pose_4833">
            <a:extLst>
              <a:ext uri="{FF2B5EF4-FFF2-40B4-BE49-F238E27FC236}">
                <a16:creationId xmlns:a16="http://schemas.microsoft.com/office/drawing/2014/main" id="{29A465CD-CD2B-47D9-A43A-6E1D5CAFA3CB}"/>
              </a:ext>
            </a:extLst>
          </p:cNvPr>
          <p:cNvSpPr>
            <a:spLocks noGrp="1"/>
          </p:cNvSpPr>
          <p:nvPr/>
        </p:nvSpPr>
        <p:spPr>
          <a:xfrm>
            <a:off x="4549091" y="5987639"/>
            <a:ext cx="28398" cy="28398"/>
          </a:xfrm>
          <a:prstGeom prst="ellipse">
            <a:avLst/>
          </a:prstGeom>
          <a:solidFill>
            <a:srgbClr val="5879BD">
              <a:alpha val="30000"/>
            </a:srgbClr>
          </a:solidFill>
          <a:ln w="0">
            <a:noFill/>
            <a:prstDash val="solid"/>
          </a:ln>
        </p:spPr>
      </p:sp>
      <p:sp>
        <p:nvSpPr>
          <p:cNvPr id="1535" name="02_predicted_pose_4834">
            <a:extLst>
              <a:ext uri="{FF2B5EF4-FFF2-40B4-BE49-F238E27FC236}">
                <a16:creationId xmlns:a16="http://schemas.microsoft.com/office/drawing/2014/main" id="{4DC4D6AE-F271-4CE9-B449-4044D4E9FAFB}"/>
              </a:ext>
            </a:extLst>
          </p:cNvPr>
          <p:cNvSpPr>
            <a:spLocks noGrp="1"/>
          </p:cNvSpPr>
          <p:nvPr/>
        </p:nvSpPr>
        <p:spPr>
          <a:xfrm>
            <a:off x="4562873" y="5909504"/>
            <a:ext cx="28398" cy="28398"/>
          </a:xfrm>
          <a:prstGeom prst="ellipse">
            <a:avLst/>
          </a:prstGeom>
          <a:solidFill>
            <a:srgbClr val="5879BD">
              <a:alpha val="30000"/>
            </a:srgbClr>
          </a:solidFill>
          <a:ln w="0">
            <a:noFill/>
            <a:prstDash val="solid"/>
          </a:ln>
        </p:spPr>
      </p:sp>
      <p:sp>
        <p:nvSpPr>
          <p:cNvPr id="1536" name="02_predicted_pose_4835">
            <a:extLst>
              <a:ext uri="{FF2B5EF4-FFF2-40B4-BE49-F238E27FC236}">
                <a16:creationId xmlns:a16="http://schemas.microsoft.com/office/drawing/2014/main" id="{CB119D3F-DDB8-4F87-8ACE-480C0662CAC0}"/>
              </a:ext>
            </a:extLst>
          </p:cNvPr>
          <p:cNvSpPr>
            <a:spLocks noGrp="1"/>
          </p:cNvSpPr>
          <p:nvPr/>
        </p:nvSpPr>
        <p:spPr>
          <a:xfrm>
            <a:off x="4452278" y="5909608"/>
            <a:ext cx="28398" cy="28398"/>
          </a:xfrm>
          <a:prstGeom prst="ellipse">
            <a:avLst/>
          </a:prstGeom>
          <a:solidFill>
            <a:srgbClr val="5879BD">
              <a:alpha val="30000"/>
            </a:srgbClr>
          </a:solidFill>
          <a:ln w="0">
            <a:noFill/>
            <a:prstDash val="solid"/>
          </a:ln>
        </p:spPr>
      </p:sp>
      <p:sp>
        <p:nvSpPr>
          <p:cNvPr id="1537" name="02_predicted_pose_4836">
            <a:extLst>
              <a:ext uri="{FF2B5EF4-FFF2-40B4-BE49-F238E27FC236}">
                <a16:creationId xmlns:a16="http://schemas.microsoft.com/office/drawing/2014/main" id="{0292FEFF-4044-4C05-A505-DB76B0B325E7}"/>
              </a:ext>
            </a:extLst>
          </p:cNvPr>
          <p:cNvSpPr>
            <a:spLocks noGrp="1"/>
          </p:cNvSpPr>
          <p:nvPr/>
        </p:nvSpPr>
        <p:spPr>
          <a:xfrm>
            <a:off x="4545302" y="5942689"/>
            <a:ext cx="28398" cy="28398"/>
          </a:xfrm>
          <a:prstGeom prst="ellipse">
            <a:avLst/>
          </a:prstGeom>
          <a:solidFill>
            <a:srgbClr val="5879BD">
              <a:alpha val="30000"/>
            </a:srgbClr>
          </a:solidFill>
          <a:ln w="0">
            <a:noFill/>
            <a:prstDash val="solid"/>
          </a:ln>
        </p:spPr>
      </p:sp>
      <p:sp>
        <p:nvSpPr>
          <p:cNvPr id="1538" name="02_predicted_pose_4837">
            <a:extLst>
              <a:ext uri="{FF2B5EF4-FFF2-40B4-BE49-F238E27FC236}">
                <a16:creationId xmlns:a16="http://schemas.microsoft.com/office/drawing/2014/main" id="{AA7D8B99-19E4-4F82-B248-E74A713A0681}"/>
              </a:ext>
            </a:extLst>
          </p:cNvPr>
          <p:cNvSpPr>
            <a:spLocks noGrp="1"/>
          </p:cNvSpPr>
          <p:nvPr/>
        </p:nvSpPr>
        <p:spPr>
          <a:xfrm>
            <a:off x="4638325" y="5949803"/>
            <a:ext cx="28398" cy="28398"/>
          </a:xfrm>
          <a:prstGeom prst="ellipse">
            <a:avLst/>
          </a:prstGeom>
          <a:solidFill>
            <a:srgbClr val="5879BD">
              <a:alpha val="30000"/>
            </a:srgbClr>
          </a:solidFill>
          <a:ln w="0">
            <a:noFill/>
            <a:prstDash val="solid"/>
          </a:ln>
        </p:spPr>
      </p:sp>
      <p:sp>
        <p:nvSpPr>
          <p:cNvPr id="1539" name="02_predicted_pose_4838">
            <a:extLst>
              <a:ext uri="{FF2B5EF4-FFF2-40B4-BE49-F238E27FC236}">
                <a16:creationId xmlns:a16="http://schemas.microsoft.com/office/drawing/2014/main" id="{BBD238F2-BFB2-4984-BF96-1306F596364E}"/>
              </a:ext>
            </a:extLst>
          </p:cNvPr>
          <p:cNvSpPr>
            <a:spLocks noGrp="1"/>
          </p:cNvSpPr>
          <p:nvPr/>
        </p:nvSpPr>
        <p:spPr>
          <a:xfrm>
            <a:off x="4387851" y="5937747"/>
            <a:ext cx="28398" cy="28398"/>
          </a:xfrm>
          <a:prstGeom prst="ellipse">
            <a:avLst/>
          </a:prstGeom>
          <a:solidFill>
            <a:srgbClr val="5879BD">
              <a:alpha val="30000"/>
            </a:srgbClr>
          </a:solidFill>
          <a:ln w="0">
            <a:noFill/>
            <a:prstDash val="solid"/>
          </a:ln>
        </p:spPr>
      </p:sp>
      <p:sp>
        <p:nvSpPr>
          <p:cNvPr id="1540" name="02_predicted_pose_4839">
            <a:extLst>
              <a:ext uri="{FF2B5EF4-FFF2-40B4-BE49-F238E27FC236}">
                <a16:creationId xmlns:a16="http://schemas.microsoft.com/office/drawing/2014/main" id="{16C2FDA3-2ABA-4665-840B-14A0741B14C2}"/>
              </a:ext>
            </a:extLst>
          </p:cNvPr>
          <p:cNvSpPr>
            <a:spLocks noGrp="1"/>
          </p:cNvSpPr>
          <p:nvPr/>
        </p:nvSpPr>
        <p:spPr>
          <a:xfrm>
            <a:off x="4480874" y="6002476"/>
            <a:ext cx="28398" cy="28398"/>
          </a:xfrm>
          <a:prstGeom prst="ellipse">
            <a:avLst/>
          </a:prstGeom>
          <a:solidFill>
            <a:srgbClr val="5879BD">
              <a:alpha val="30000"/>
            </a:srgbClr>
          </a:solidFill>
          <a:ln w="0">
            <a:noFill/>
            <a:prstDash val="solid"/>
          </a:ln>
        </p:spPr>
      </p:sp>
      <p:sp>
        <p:nvSpPr>
          <p:cNvPr id="1541" name="02_predicted_pose_4840">
            <a:extLst>
              <a:ext uri="{FF2B5EF4-FFF2-40B4-BE49-F238E27FC236}">
                <a16:creationId xmlns:a16="http://schemas.microsoft.com/office/drawing/2014/main" id="{9A265EBA-DF8C-42C4-860E-0A0640846746}"/>
              </a:ext>
            </a:extLst>
          </p:cNvPr>
          <p:cNvSpPr>
            <a:spLocks noGrp="1"/>
          </p:cNvSpPr>
          <p:nvPr/>
        </p:nvSpPr>
        <p:spPr>
          <a:xfrm>
            <a:off x="4573898" y="5942026"/>
            <a:ext cx="28398" cy="28398"/>
          </a:xfrm>
          <a:prstGeom prst="ellipse">
            <a:avLst/>
          </a:prstGeom>
          <a:solidFill>
            <a:srgbClr val="5879BD">
              <a:alpha val="30000"/>
            </a:srgbClr>
          </a:solidFill>
          <a:ln w="0">
            <a:noFill/>
            <a:prstDash val="solid"/>
          </a:ln>
        </p:spPr>
      </p:sp>
      <p:sp>
        <p:nvSpPr>
          <p:cNvPr id="1542" name="02_predicted_pose_4841">
            <a:extLst>
              <a:ext uri="{FF2B5EF4-FFF2-40B4-BE49-F238E27FC236}">
                <a16:creationId xmlns:a16="http://schemas.microsoft.com/office/drawing/2014/main" id="{356837F3-F271-4354-8420-FA4C23FE396D}"/>
              </a:ext>
            </a:extLst>
          </p:cNvPr>
          <p:cNvSpPr>
            <a:spLocks noGrp="1"/>
          </p:cNvSpPr>
          <p:nvPr/>
        </p:nvSpPr>
        <p:spPr>
          <a:xfrm>
            <a:off x="4666921" y="5935286"/>
            <a:ext cx="28398" cy="28398"/>
          </a:xfrm>
          <a:prstGeom prst="ellipse">
            <a:avLst/>
          </a:prstGeom>
          <a:solidFill>
            <a:srgbClr val="5879BD">
              <a:alpha val="30000"/>
            </a:srgbClr>
          </a:solidFill>
          <a:ln w="0">
            <a:noFill/>
            <a:prstDash val="solid"/>
          </a:ln>
        </p:spPr>
      </p:sp>
      <p:sp>
        <p:nvSpPr>
          <p:cNvPr id="1543" name="02_predicted_pose_4842">
            <a:extLst>
              <a:ext uri="{FF2B5EF4-FFF2-40B4-BE49-F238E27FC236}">
                <a16:creationId xmlns:a16="http://schemas.microsoft.com/office/drawing/2014/main" id="{D93F7D16-8AA4-423F-8F86-B46CF1A78BE8}"/>
              </a:ext>
            </a:extLst>
          </p:cNvPr>
          <p:cNvSpPr>
            <a:spLocks noGrp="1"/>
          </p:cNvSpPr>
          <p:nvPr/>
        </p:nvSpPr>
        <p:spPr>
          <a:xfrm>
            <a:off x="4416447" y="6024605"/>
            <a:ext cx="28398" cy="28398"/>
          </a:xfrm>
          <a:prstGeom prst="ellipse">
            <a:avLst/>
          </a:prstGeom>
          <a:solidFill>
            <a:srgbClr val="5879BD">
              <a:alpha val="30000"/>
            </a:srgbClr>
          </a:solidFill>
          <a:ln w="0">
            <a:noFill/>
            <a:prstDash val="solid"/>
          </a:ln>
        </p:spPr>
      </p:sp>
      <p:sp>
        <p:nvSpPr>
          <p:cNvPr id="1544" name="02_predicted_pose_4843">
            <a:extLst>
              <a:ext uri="{FF2B5EF4-FFF2-40B4-BE49-F238E27FC236}">
                <a16:creationId xmlns:a16="http://schemas.microsoft.com/office/drawing/2014/main" id="{88F9A9CD-8B8D-466F-B10E-1BF4B0937C02}"/>
              </a:ext>
            </a:extLst>
          </p:cNvPr>
          <p:cNvSpPr>
            <a:spLocks noGrp="1"/>
          </p:cNvSpPr>
          <p:nvPr/>
        </p:nvSpPr>
        <p:spPr>
          <a:xfrm>
            <a:off x="4509470" y="5942406"/>
            <a:ext cx="28398" cy="28398"/>
          </a:xfrm>
          <a:prstGeom prst="ellipse">
            <a:avLst/>
          </a:prstGeom>
          <a:solidFill>
            <a:srgbClr val="5879BD">
              <a:alpha val="30000"/>
            </a:srgbClr>
          </a:solidFill>
          <a:ln w="0">
            <a:noFill/>
            <a:prstDash val="solid"/>
          </a:ln>
        </p:spPr>
      </p:sp>
      <p:sp>
        <p:nvSpPr>
          <p:cNvPr id="1545" name="02_predicted_pose_4844">
            <a:extLst>
              <a:ext uri="{FF2B5EF4-FFF2-40B4-BE49-F238E27FC236}">
                <a16:creationId xmlns:a16="http://schemas.microsoft.com/office/drawing/2014/main" id="{E5969B2C-B36B-4A6E-8A31-C20F98C18A98}"/>
              </a:ext>
            </a:extLst>
          </p:cNvPr>
          <p:cNvSpPr>
            <a:spLocks noGrp="1"/>
          </p:cNvSpPr>
          <p:nvPr/>
        </p:nvSpPr>
        <p:spPr>
          <a:xfrm>
            <a:off x="4602494" y="5928543"/>
            <a:ext cx="28398" cy="28398"/>
          </a:xfrm>
          <a:prstGeom prst="ellipse">
            <a:avLst/>
          </a:prstGeom>
          <a:solidFill>
            <a:srgbClr val="5879BD">
              <a:alpha val="30000"/>
            </a:srgbClr>
          </a:solidFill>
          <a:ln w="0">
            <a:noFill/>
            <a:prstDash val="solid"/>
          </a:ln>
        </p:spPr>
      </p:sp>
      <p:sp>
        <p:nvSpPr>
          <p:cNvPr id="1546" name="02_predicted_pose_4845">
            <a:extLst>
              <a:ext uri="{FF2B5EF4-FFF2-40B4-BE49-F238E27FC236}">
                <a16:creationId xmlns:a16="http://schemas.microsoft.com/office/drawing/2014/main" id="{2905AE55-9738-4137-B177-C5E59368D4FB}"/>
              </a:ext>
            </a:extLst>
          </p:cNvPr>
          <p:cNvSpPr>
            <a:spLocks noGrp="1"/>
          </p:cNvSpPr>
          <p:nvPr/>
        </p:nvSpPr>
        <p:spPr>
          <a:xfrm>
            <a:off x="4466059" y="5966417"/>
            <a:ext cx="28398" cy="28398"/>
          </a:xfrm>
          <a:prstGeom prst="ellipse">
            <a:avLst/>
          </a:prstGeom>
          <a:solidFill>
            <a:srgbClr val="5879BD">
              <a:alpha val="30000"/>
            </a:srgbClr>
          </a:solidFill>
          <a:ln w="0">
            <a:noFill/>
            <a:prstDash val="solid"/>
          </a:ln>
        </p:spPr>
      </p:sp>
      <p:sp>
        <p:nvSpPr>
          <p:cNvPr id="1547" name="02_predicted_pose_4846">
            <a:extLst>
              <a:ext uri="{FF2B5EF4-FFF2-40B4-BE49-F238E27FC236}">
                <a16:creationId xmlns:a16="http://schemas.microsoft.com/office/drawing/2014/main" id="{6BE813CD-9A9E-4E10-980A-179AB16128DE}"/>
              </a:ext>
            </a:extLst>
          </p:cNvPr>
          <p:cNvSpPr>
            <a:spLocks noGrp="1"/>
          </p:cNvSpPr>
          <p:nvPr/>
        </p:nvSpPr>
        <p:spPr>
          <a:xfrm>
            <a:off x="4559083" y="5965003"/>
            <a:ext cx="28398" cy="28398"/>
          </a:xfrm>
          <a:prstGeom prst="ellipse">
            <a:avLst/>
          </a:prstGeom>
          <a:solidFill>
            <a:srgbClr val="5879BD">
              <a:alpha val="30000"/>
            </a:srgbClr>
          </a:solidFill>
          <a:ln w="0">
            <a:noFill/>
            <a:prstDash val="solid"/>
          </a:ln>
        </p:spPr>
      </p:sp>
      <p:sp>
        <p:nvSpPr>
          <p:cNvPr id="1548" name="02_predicted_pose_4847">
            <a:extLst>
              <a:ext uri="{FF2B5EF4-FFF2-40B4-BE49-F238E27FC236}">
                <a16:creationId xmlns:a16="http://schemas.microsoft.com/office/drawing/2014/main" id="{487B0687-473F-4C8F-80D9-F9D4AE52394B}"/>
              </a:ext>
            </a:extLst>
          </p:cNvPr>
          <p:cNvSpPr>
            <a:spLocks noGrp="1"/>
          </p:cNvSpPr>
          <p:nvPr/>
        </p:nvSpPr>
        <p:spPr>
          <a:xfrm>
            <a:off x="4652106" y="5932287"/>
            <a:ext cx="28398" cy="28398"/>
          </a:xfrm>
          <a:prstGeom prst="ellipse">
            <a:avLst/>
          </a:prstGeom>
          <a:solidFill>
            <a:srgbClr val="5879BD">
              <a:alpha val="30000"/>
            </a:srgbClr>
          </a:solidFill>
          <a:ln w="0">
            <a:noFill/>
            <a:prstDash val="solid"/>
          </a:ln>
        </p:spPr>
      </p:sp>
      <p:sp>
        <p:nvSpPr>
          <p:cNvPr id="1549" name="02_predicted_pose_4848">
            <a:extLst>
              <a:ext uri="{FF2B5EF4-FFF2-40B4-BE49-F238E27FC236}">
                <a16:creationId xmlns:a16="http://schemas.microsoft.com/office/drawing/2014/main" id="{2C42F692-68AE-496A-9782-0F01F48443EE}"/>
              </a:ext>
            </a:extLst>
          </p:cNvPr>
          <p:cNvSpPr>
            <a:spLocks noGrp="1"/>
          </p:cNvSpPr>
          <p:nvPr/>
        </p:nvSpPr>
        <p:spPr>
          <a:xfrm>
            <a:off x="4401632" y="5950101"/>
            <a:ext cx="28398" cy="28398"/>
          </a:xfrm>
          <a:prstGeom prst="ellipse">
            <a:avLst/>
          </a:prstGeom>
          <a:solidFill>
            <a:srgbClr val="5879BD">
              <a:alpha val="30000"/>
            </a:srgbClr>
          </a:solidFill>
          <a:ln w="0">
            <a:noFill/>
            <a:prstDash val="solid"/>
          </a:ln>
        </p:spPr>
      </p:sp>
      <p:sp>
        <p:nvSpPr>
          <p:cNvPr id="1550" name="02_predicted_pose_4849">
            <a:extLst>
              <a:ext uri="{FF2B5EF4-FFF2-40B4-BE49-F238E27FC236}">
                <a16:creationId xmlns:a16="http://schemas.microsoft.com/office/drawing/2014/main" id="{566A53AE-C550-42AC-BAB1-864B142C452B}"/>
              </a:ext>
            </a:extLst>
          </p:cNvPr>
          <p:cNvSpPr>
            <a:spLocks noGrp="1"/>
          </p:cNvSpPr>
          <p:nvPr/>
        </p:nvSpPr>
        <p:spPr>
          <a:xfrm>
            <a:off x="4494655" y="5934908"/>
            <a:ext cx="28398" cy="28398"/>
          </a:xfrm>
          <a:prstGeom prst="ellipse">
            <a:avLst/>
          </a:prstGeom>
          <a:solidFill>
            <a:srgbClr val="5879BD">
              <a:alpha val="30000"/>
            </a:srgbClr>
          </a:solidFill>
          <a:ln w="0">
            <a:noFill/>
            <a:prstDash val="solid"/>
          </a:ln>
        </p:spPr>
      </p:sp>
      <p:sp>
        <p:nvSpPr>
          <p:cNvPr id="1551" name="02_predicted_pose_4850">
            <a:extLst>
              <a:ext uri="{FF2B5EF4-FFF2-40B4-BE49-F238E27FC236}">
                <a16:creationId xmlns:a16="http://schemas.microsoft.com/office/drawing/2014/main" id="{3E4E1455-607E-4375-8519-8FE9EE21D34F}"/>
              </a:ext>
            </a:extLst>
          </p:cNvPr>
          <p:cNvSpPr>
            <a:spLocks noGrp="1"/>
          </p:cNvSpPr>
          <p:nvPr/>
        </p:nvSpPr>
        <p:spPr>
          <a:xfrm>
            <a:off x="4587679" y="5876958"/>
            <a:ext cx="28398" cy="28398"/>
          </a:xfrm>
          <a:prstGeom prst="ellipse">
            <a:avLst/>
          </a:prstGeom>
          <a:solidFill>
            <a:srgbClr val="5879BD">
              <a:alpha val="30000"/>
            </a:srgbClr>
          </a:solidFill>
          <a:ln w="0">
            <a:noFill/>
            <a:prstDash val="solid"/>
          </a:ln>
        </p:spPr>
      </p:sp>
      <p:sp>
        <p:nvSpPr>
          <p:cNvPr id="1552" name="02_predicted_pose_4851">
            <a:extLst>
              <a:ext uri="{FF2B5EF4-FFF2-40B4-BE49-F238E27FC236}">
                <a16:creationId xmlns:a16="http://schemas.microsoft.com/office/drawing/2014/main" id="{0C30EEC1-6991-4EA2-B50C-308C97368BA6}"/>
              </a:ext>
            </a:extLst>
          </p:cNvPr>
          <p:cNvSpPr>
            <a:spLocks noGrp="1"/>
          </p:cNvSpPr>
          <p:nvPr/>
        </p:nvSpPr>
        <p:spPr>
          <a:xfrm>
            <a:off x="4337205" y="5914165"/>
            <a:ext cx="28398" cy="28398"/>
          </a:xfrm>
          <a:prstGeom prst="ellipse">
            <a:avLst/>
          </a:prstGeom>
          <a:solidFill>
            <a:srgbClr val="5879BD">
              <a:alpha val="30000"/>
            </a:srgbClr>
          </a:solidFill>
          <a:ln w="0">
            <a:noFill/>
            <a:prstDash val="solid"/>
          </a:ln>
        </p:spPr>
      </p:sp>
      <p:sp>
        <p:nvSpPr>
          <p:cNvPr id="1553" name="02_predicted_pose_4852">
            <a:extLst>
              <a:ext uri="{FF2B5EF4-FFF2-40B4-BE49-F238E27FC236}">
                <a16:creationId xmlns:a16="http://schemas.microsoft.com/office/drawing/2014/main" id="{0BD9572E-ADA6-411C-8E48-5CF53909592E}"/>
              </a:ext>
            </a:extLst>
          </p:cNvPr>
          <p:cNvSpPr>
            <a:spLocks noGrp="1"/>
          </p:cNvSpPr>
          <p:nvPr/>
        </p:nvSpPr>
        <p:spPr>
          <a:xfrm>
            <a:off x="4430228" y="5926201"/>
            <a:ext cx="28398" cy="28398"/>
          </a:xfrm>
          <a:prstGeom prst="ellipse">
            <a:avLst/>
          </a:prstGeom>
          <a:solidFill>
            <a:srgbClr val="5879BD">
              <a:alpha val="30000"/>
            </a:srgbClr>
          </a:solidFill>
          <a:ln w="0">
            <a:noFill/>
            <a:prstDash val="solid"/>
          </a:ln>
        </p:spPr>
      </p:sp>
      <p:sp>
        <p:nvSpPr>
          <p:cNvPr id="1554" name="02_predicted_pose_4853">
            <a:extLst>
              <a:ext uri="{FF2B5EF4-FFF2-40B4-BE49-F238E27FC236}">
                <a16:creationId xmlns:a16="http://schemas.microsoft.com/office/drawing/2014/main" id="{DD2FA900-4D8C-4532-AE60-0C7D34AB0317}"/>
              </a:ext>
            </a:extLst>
          </p:cNvPr>
          <p:cNvSpPr>
            <a:spLocks noGrp="1"/>
          </p:cNvSpPr>
          <p:nvPr/>
        </p:nvSpPr>
        <p:spPr>
          <a:xfrm>
            <a:off x="4523252" y="5921895"/>
            <a:ext cx="28398" cy="28398"/>
          </a:xfrm>
          <a:prstGeom prst="ellipse">
            <a:avLst/>
          </a:prstGeom>
          <a:solidFill>
            <a:srgbClr val="5879BD">
              <a:alpha val="30000"/>
            </a:srgbClr>
          </a:solidFill>
          <a:ln w="0">
            <a:noFill/>
            <a:prstDash val="solid"/>
          </a:ln>
        </p:spPr>
      </p:sp>
      <p:sp>
        <p:nvSpPr>
          <p:cNvPr id="1555" name="02_predicted_pose_4854">
            <a:extLst>
              <a:ext uri="{FF2B5EF4-FFF2-40B4-BE49-F238E27FC236}">
                <a16:creationId xmlns:a16="http://schemas.microsoft.com/office/drawing/2014/main" id="{EE7B488D-6334-4E83-8E2D-BE1EA6A48799}"/>
              </a:ext>
            </a:extLst>
          </p:cNvPr>
          <p:cNvSpPr>
            <a:spLocks noGrp="1"/>
          </p:cNvSpPr>
          <p:nvPr/>
        </p:nvSpPr>
        <p:spPr>
          <a:xfrm>
            <a:off x="4616275" y="5984997"/>
            <a:ext cx="28398" cy="28398"/>
          </a:xfrm>
          <a:prstGeom prst="ellipse">
            <a:avLst/>
          </a:prstGeom>
          <a:solidFill>
            <a:srgbClr val="5879BD">
              <a:alpha val="30000"/>
            </a:srgbClr>
          </a:solidFill>
          <a:ln w="0">
            <a:noFill/>
            <a:prstDash val="solid"/>
          </a:ln>
        </p:spPr>
      </p:sp>
      <p:sp>
        <p:nvSpPr>
          <p:cNvPr id="1556" name="02_predicted_pose_4855">
            <a:extLst>
              <a:ext uri="{FF2B5EF4-FFF2-40B4-BE49-F238E27FC236}">
                <a16:creationId xmlns:a16="http://schemas.microsoft.com/office/drawing/2014/main" id="{271E0489-00CC-4ABF-ADAE-3932CE55604E}"/>
              </a:ext>
            </a:extLst>
          </p:cNvPr>
          <p:cNvSpPr>
            <a:spLocks noGrp="1"/>
          </p:cNvSpPr>
          <p:nvPr/>
        </p:nvSpPr>
        <p:spPr>
          <a:xfrm>
            <a:off x="4479841" y="5998309"/>
            <a:ext cx="28398" cy="28398"/>
          </a:xfrm>
          <a:prstGeom prst="ellipse">
            <a:avLst/>
          </a:prstGeom>
          <a:solidFill>
            <a:srgbClr val="5879BD">
              <a:alpha val="30000"/>
            </a:srgbClr>
          </a:solidFill>
          <a:ln w="0">
            <a:noFill/>
            <a:prstDash val="solid"/>
          </a:ln>
        </p:spPr>
      </p:sp>
      <p:sp>
        <p:nvSpPr>
          <p:cNvPr id="1557" name="02_predicted_pose_4856">
            <a:extLst>
              <a:ext uri="{FF2B5EF4-FFF2-40B4-BE49-F238E27FC236}">
                <a16:creationId xmlns:a16="http://schemas.microsoft.com/office/drawing/2014/main" id="{9893078B-21B7-4900-BF5D-6751A9DCC1C0}"/>
              </a:ext>
            </a:extLst>
          </p:cNvPr>
          <p:cNvSpPr>
            <a:spLocks noGrp="1"/>
          </p:cNvSpPr>
          <p:nvPr/>
        </p:nvSpPr>
        <p:spPr>
          <a:xfrm>
            <a:off x="4572864" y="5954106"/>
            <a:ext cx="28398" cy="28398"/>
          </a:xfrm>
          <a:prstGeom prst="ellipse">
            <a:avLst/>
          </a:prstGeom>
          <a:solidFill>
            <a:srgbClr val="5879BD">
              <a:alpha val="30000"/>
            </a:srgbClr>
          </a:solidFill>
          <a:ln w="0">
            <a:noFill/>
            <a:prstDash val="solid"/>
          </a:ln>
        </p:spPr>
      </p:sp>
      <p:sp>
        <p:nvSpPr>
          <p:cNvPr id="1558" name="02_predicted_pose_4857">
            <a:extLst>
              <a:ext uri="{FF2B5EF4-FFF2-40B4-BE49-F238E27FC236}">
                <a16:creationId xmlns:a16="http://schemas.microsoft.com/office/drawing/2014/main" id="{2FC93C63-F444-419A-ADAE-AB4324E9AC36}"/>
              </a:ext>
            </a:extLst>
          </p:cNvPr>
          <p:cNvSpPr>
            <a:spLocks noGrp="1"/>
          </p:cNvSpPr>
          <p:nvPr/>
        </p:nvSpPr>
        <p:spPr>
          <a:xfrm>
            <a:off x="4665887" y="5940396"/>
            <a:ext cx="28398" cy="28398"/>
          </a:xfrm>
          <a:prstGeom prst="ellipse">
            <a:avLst/>
          </a:prstGeom>
          <a:solidFill>
            <a:srgbClr val="5879BD">
              <a:alpha val="30000"/>
            </a:srgbClr>
          </a:solidFill>
          <a:ln w="0">
            <a:noFill/>
            <a:prstDash val="solid"/>
          </a:ln>
        </p:spPr>
      </p:sp>
      <p:sp>
        <p:nvSpPr>
          <p:cNvPr id="1559" name="02_predicted_pose_4858">
            <a:extLst>
              <a:ext uri="{FF2B5EF4-FFF2-40B4-BE49-F238E27FC236}">
                <a16:creationId xmlns:a16="http://schemas.microsoft.com/office/drawing/2014/main" id="{A5C96841-1BFD-4D40-98A0-B7DD1FC8C488}"/>
              </a:ext>
            </a:extLst>
          </p:cNvPr>
          <p:cNvSpPr>
            <a:spLocks noGrp="1"/>
          </p:cNvSpPr>
          <p:nvPr/>
        </p:nvSpPr>
        <p:spPr>
          <a:xfrm>
            <a:off x="4415413" y="6010019"/>
            <a:ext cx="28398" cy="28398"/>
          </a:xfrm>
          <a:prstGeom prst="ellipse">
            <a:avLst/>
          </a:prstGeom>
          <a:solidFill>
            <a:srgbClr val="5879BD">
              <a:alpha val="30000"/>
            </a:srgbClr>
          </a:solidFill>
          <a:ln w="0">
            <a:noFill/>
            <a:prstDash val="solid"/>
          </a:ln>
        </p:spPr>
      </p:sp>
      <p:sp>
        <p:nvSpPr>
          <p:cNvPr id="1560" name="02_predicted_pose_4859">
            <a:extLst>
              <a:ext uri="{FF2B5EF4-FFF2-40B4-BE49-F238E27FC236}">
                <a16:creationId xmlns:a16="http://schemas.microsoft.com/office/drawing/2014/main" id="{780A3576-C7A4-4B18-91E4-8690B4B2188F}"/>
              </a:ext>
            </a:extLst>
          </p:cNvPr>
          <p:cNvSpPr>
            <a:spLocks noGrp="1"/>
          </p:cNvSpPr>
          <p:nvPr/>
        </p:nvSpPr>
        <p:spPr>
          <a:xfrm>
            <a:off x="4508437" y="5933910"/>
            <a:ext cx="28398" cy="28398"/>
          </a:xfrm>
          <a:prstGeom prst="ellipse">
            <a:avLst/>
          </a:prstGeom>
          <a:solidFill>
            <a:srgbClr val="5879BD">
              <a:alpha val="30000"/>
            </a:srgbClr>
          </a:solidFill>
          <a:ln w="0">
            <a:noFill/>
            <a:prstDash val="solid"/>
          </a:ln>
        </p:spPr>
      </p:sp>
      <p:sp>
        <p:nvSpPr>
          <p:cNvPr id="1561" name="02_predicted_pose_4860">
            <a:extLst>
              <a:ext uri="{FF2B5EF4-FFF2-40B4-BE49-F238E27FC236}">
                <a16:creationId xmlns:a16="http://schemas.microsoft.com/office/drawing/2014/main" id="{22680ED6-D91F-4C05-9B84-B48DAA523FAA}"/>
              </a:ext>
            </a:extLst>
          </p:cNvPr>
          <p:cNvSpPr>
            <a:spLocks noGrp="1"/>
          </p:cNvSpPr>
          <p:nvPr/>
        </p:nvSpPr>
        <p:spPr>
          <a:xfrm>
            <a:off x="4601460" y="5975896"/>
            <a:ext cx="28398" cy="28398"/>
          </a:xfrm>
          <a:prstGeom prst="ellipse">
            <a:avLst/>
          </a:prstGeom>
          <a:solidFill>
            <a:srgbClr val="5879BD">
              <a:alpha val="30000"/>
            </a:srgbClr>
          </a:solidFill>
          <a:ln w="0">
            <a:noFill/>
            <a:prstDash val="solid"/>
          </a:ln>
        </p:spPr>
      </p:sp>
      <p:sp>
        <p:nvSpPr>
          <p:cNvPr id="1562" name="02_predicted_pose_4861">
            <a:extLst>
              <a:ext uri="{FF2B5EF4-FFF2-40B4-BE49-F238E27FC236}">
                <a16:creationId xmlns:a16="http://schemas.microsoft.com/office/drawing/2014/main" id="{C56C5B43-9CD9-459F-9908-1EBABDBF92B7}"/>
              </a:ext>
            </a:extLst>
          </p:cNvPr>
          <p:cNvSpPr>
            <a:spLocks noGrp="1"/>
          </p:cNvSpPr>
          <p:nvPr/>
        </p:nvSpPr>
        <p:spPr>
          <a:xfrm>
            <a:off x="4350986" y="5919219"/>
            <a:ext cx="28398" cy="28398"/>
          </a:xfrm>
          <a:prstGeom prst="ellipse">
            <a:avLst/>
          </a:prstGeom>
          <a:solidFill>
            <a:srgbClr val="5879BD">
              <a:alpha val="30000"/>
            </a:srgbClr>
          </a:solidFill>
          <a:ln w="0">
            <a:noFill/>
            <a:prstDash val="solid"/>
          </a:ln>
        </p:spPr>
      </p:sp>
      <p:sp>
        <p:nvSpPr>
          <p:cNvPr id="1563" name="02_predicted_pose_4862">
            <a:extLst>
              <a:ext uri="{FF2B5EF4-FFF2-40B4-BE49-F238E27FC236}">
                <a16:creationId xmlns:a16="http://schemas.microsoft.com/office/drawing/2014/main" id="{2355BFC0-2D79-4F85-93AC-9A36C8F1BECF}"/>
              </a:ext>
            </a:extLst>
          </p:cNvPr>
          <p:cNvSpPr>
            <a:spLocks noGrp="1"/>
          </p:cNvSpPr>
          <p:nvPr/>
        </p:nvSpPr>
        <p:spPr>
          <a:xfrm>
            <a:off x="4444009" y="5921969"/>
            <a:ext cx="28398" cy="28398"/>
          </a:xfrm>
          <a:prstGeom prst="ellipse">
            <a:avLst/>
          </a:prstGeom>
          <a:solidFill>
            <a:srgbClr val="5879BD">
              <a:alpha val="30000"/>
            </a:srgbClr>
          </a:solidFill>
          <a:ln w="0">
            <a:noFill/>
            <a:prstDash val="solid"/>
          </a:ln>
        </p:spPr>
      </p:sp>
      <p:sp>
        <p:nvSpPr>
          <p:cNvPr id="1564" name="02_predicted_pose_4863">
            <a:extLst>
              <a:ext uri="{FF2B5EF4-FFF2-40B4-BE49-F238E27FC236}">
                <a16:creationId xmlns:a16="http://schemas.microsoft.com/office/drawing/2014/main" id="{AE5CDA31-D233-49BE-877F-D80B919DBBD2}"/>
              </a:ext>
            </a:extLst>
          </p:cNvPr>
          <p:cNvSpPr>
            <a:spLocks noGrp="1"/>
          </p:cNvSpPr>
          <p:nvPr/>
        </p:nvSpPr>
        <p:spPr>
          <a:xfrm>
            <a:off x="4537033" y="5979721"/>
            <a:ext cx="28398" cy="28398"/>
          </a:xfrm>
          <a:prstGeom prst="ellipse">
            <a:avLst/>
          </a:prstGeom>
          <a:solidFill>
            <a:srgbClr val="5879BD">
              <a:alpha val="30000"/>
            </a:srgbClr>
          </a:solidFill>
          <a:ln w="0">
            <a:noFill/>
            <a:prstDash val="solid"/>
          </a:ln>
        </p:spPr>
      </p:sp>
      <p:sp>
        <p:nvSpPr>
          <p:cNvPr id="1565" name="02_predicted_pose_4864">
            <a:extLst>
              <a:ext uri="{FF2B5EF4-FFF2-40B4-BE49-F238E27FC236}">
                <a16:creationId xmlns:a16="http://schemas.microsoft.com/office/drawing/2014/main" id="{AEE1D5AB-8C87-4338-840D-3DDC55B59F68}"/>
              </a:ext>
            </a:extLst>
          </p:cNvPr>
          <p:cNvSpPr>
            <a:spLocks noGrp="1"/>
          </p:cNvSpPr>
          <p:nvPr/>
        </p:nvSpPr>
        <p:spPr>
          <a:xfrm>
            <a:off x="4630056" y="5974037"/>
            <a:ext cx="28398" cy="28398"/>
          </a:xfrm>
          <a:prstGeom prst="ellipse">
            <a:avLst/>
          </a:prstGeom>
          <a:solidFill>
            <a:srgbClr val="5879BD">
              <a:alpha val="30000"/>
            </a:srgbClr>
          </a:solidFill>
          <a:ln w="0">
            <a:noFill/>
            <a:prstDash val="solid"/>
          </a:ln>
        </p:spPr>
      </p:sp>
      <p:sp>
        <p:nvSpPr>
          <p:cNvPr id="1566" name="02_predicted_pose_4865">
            <a:extLst>
              <a:ext uri="{FF2B5EF4-FFF2-40B4-BE49-F238E27FC236}">
                <a16:creationId xmlns:a16="http://schemas.microsoft.com/office/drawing/2014/main" id="{01553DE1-A591-4495-A19D-E66D8D295F79}"/>
              </a:ext>
            </a:extLst>
          </p:cNvPr>
          <p:cNvSpPr>
            <a:spLocks noGrp="1"/>
          </p:cNvSpPr>
          <p:nvPr/>
        </p:nvSpPr>
        <p:spPr>
          <a:xfrm>
            <a:off x="4493622" y="5930770"/>
            <a:ext cx="28398" cy="28398"/>
          </a:xfrm>
          <a:prstGeom prst="ellipse">
            <a:avLst/>
          </a:prstGeom>
          <a:solidFill>
            <a:srgbClr val="5879BD">
              <a:alpha val="30000"/>
            </a:srgbClr>
          </a:solidFill>
          <a:ln w="0">
            <a:noFill/>
            <a:prstDash val="solid"/>
          </a:ln>
        </p:spPr>
      </p:sp>
      <p:sp>
        <p:nvSpPr>
          <p:cNvPr id="1567" name="02_predicted_pose_4866">
            <a:extLst>
              <a:ext uri="{FF2B5EF4-FFF2-40B4-BE49-F238E27FC236}">
                <a16:creationId xmlns:a16="http://schemas.microsoft.com/office/drawing/2014/main" id="{6DE0DB2F-6D4A-4F46-A6C9-34CD3B94FEFC}"/>
              </a:ext>
            </a:extLst>
          </p:cNvPr>
          <p:cNvSpPr>
            <a:spLocks noGrp="1"/>
          </p:cNvSpPr>
          <p:nvPr/>
        </p:nvSpPr>
        <p:spPr>
          <a:xfrm>
            <a:off x="4586645" y="6015053"/>
            <a:ext cx="28398" cy="28398"/>
          </a:xfrm>
          <a:prstGeom prst="ellipse">
            <a:avLst/>
          </a:prstGeom>
          <a:solidFill>
            <a:srgbClr val="5879BD">
              <a:alpha val="30000"/>
            </a:srgbClr>
          </a:solidFill>
          <a:ln w="0">
            <a:noFill/>
            <a:prstDash val="solid"/>
          </a:ln>
        </p:spPr>
      </p:sp>
      <p:sp>
        <p:nvSpPr>
          <p:cNvPr id="1568" name="02_predicted_pose_4867">
            <a:extLst>
              <a:ext uri="{FF2B5EF4-FFF2-40B4-BE49-F238E27FC236}">
                <a16:creationId xmlns:a16="http://schemas.microsoft.com/office/drawing/2014/main" id="{1693F81B-17A6-4ADC-A8FB-E5C6C01B7FD5}"/>
              </a:ext>
            </a:extLst>
          </p:cNvPr>
          <p:cNvSpPr>
            <a:spLocks noGrp="1"/>
          </p:cNvSpPr>
          <p:nvPr/>
        </p:nvSpPr>
        <p:spPr>
          <a:xfrm>
            <a:off x="4336171" y="5932752"/>
            <a:ext cx="28398" cy="28398"/>
          </a:xfrm>
          <a:prstGeom prst="ellipse">
            <a:avLst/>
          </a:prstGeom>
          <a:solidFill>
            <a:srgbClr val="5879BD">
              <a:alpha val="30000"/>
            </a:srgbClr>
          </a:solidFill>
          <a:ln w="0">
            <a:noFill/>
            <a:prstDash val="solid"/>
          </a:ln>
        </p:spPr>
      </p:sp>
      <p:sp>
        <p:nvSpPr>
          <p:cNvPr id="1569" name="02_predicted_pose_4868">
            <a:extLst>
              <a:ext uri="{FF2B5EF4-FFF2-40B4-BE49-F238E27FC236}">
                <a16:creationId xmlns:a16="http://schemas.microsoft.com/office/drawing/2014/main" id="{7D66421F-B7E8-4CB5-8634-B6D520248EEE}"/>
              </a:ext>
            </a:extLst>
          </p:cNvPr>
          <p:cNvSpPr>
            <a:spLocks noGrp="1"/>
          </p:cNvSpPr>
          <p:nvPr/>
        </p:nvSpPr>
        <p:spPr>
          <a:xfrm>
            <a:off x="4429195" y="6003173"/>
            <a:ext cx="28398" cy="28398"/>
          </a:xfrm>
          <a:prstGeom prst="ellipse">
            <a:avLst/>
          </a:prstGeom>
          <a:solidFill>
            <a:srgbClr val="5879BD">
              <a:alpha val="30000"/>
            </a:srgbClr>
          </a:solidFill>
          <a:ln w="0">
            <a:noFill/>
            <a:prstDash val="solid"/>
          </a:ln>
        </p:spPr>
      </p:sp>
      <p:sp>
        <p:nvSpPr>
          <p:cNvPr id="1570" name="02_predicted_pose_4869">
            <a:extLst>
              <a:ext uri="{FF2B5EF4-FFF2-40B4-BE49-F238E27FC236}">
                <a16:creationId xmlns:a16="http://schemas.microsoft.com/office/drawing/2014/main" id="{E02F710C-9C1D-45E1-9995-48BC6458322E}"/>
              </a:ext>
            </a:extLst>
          </p:cNvPr>
          <p:cNvSpPr>
            <a:spLocks noGrp="1"/>
          </p:cNvSpPr>
          <p:nvPr/>
        </p:nvSpPr>
        <p:spPr>
          <a:xfrm>
            <a:off x="4522218" y="5975525"/>
            <a:ext cx="28398" cy="28398"/>
          </a:xfrm>
          <a:prstGeom prst="ellipse">
            <a:avLst/>
          </a:prstGeom>
          <a:solidFill>
            <a:srgbClr val="5879BD">
              <a:alpha val="30000"/>
            </a:srgbClr>
          </a:solidFill>
          <a:ln w="0">
            <a:noFill/>
            <a:prstDash val="solid"/>
          </a:ln>
        </p:spPr>
      </p:sp>
      <p:sp>
        <p:nvSpPr>
          <p:cNvPr id="1571" name="02_predicted_pose_4870">
            <a:extLst>
              <a:ext uri="{FF2B5EF4-FFF2-40B4-BE49-F238E27FC236}">
                <a16:creationId xmlns:a16="http://schemas.microsoft.com/office/drawing/2014/main" id="{8A390004-ADC6-4F49-A575-68E622C4D794}"/>
              </a:ext>
            </a:extLst>
          </p:cNvPr>
          <p:cNvSpPr>
            <a:spLocks noGrp="1"/>
          </p:cNvSpPr>
          <p:nvPr/>
        </p:nvSpPr>
        <p:spPr>
          <a:xfrm>
            <a:off x="4615241" y="5929797"/>
            <a:ext cx="28398" cy="28398"/>
          </a:xfrm>
          <a:prstGeom prst="ellipse">
            <a:avLst/>
          </a:prstGeom>
          <a:solidFill>
            <a:srgbClr val="5879BD">
              <a:alpha val="30000"/>
            </a:srgbClr>
          </a:solidFill>
          <a:ln w="0">
            <a:noFill/>
            <a:prstDash val="solid"/>
          </a:ln>
        </p:spPr>
      </p:sp>
      <p:sp>
        <p:nvSpPr>
          <p:cNvPr id="1572" name="02_predicted_pose_4871">
            <a:extLst>
              <a:ext uri="{FF2B5EF4-FFF2-40B4-BE49-F238E27FC236}">
                <a16:creationId xmlns:a16="http://schemas.microsoft.com/office/drawing/2014/main" id="{BBC2E39D-7FEC-45A8-9731-E895DBBF31D9}"/>
              </a:ext>
            </a:extLst>
          </p:cNvPr>
          <p:cNvSpPr>
            <a:spLocks noGrp="1"/>
          </p:cNvSpPr>
          <p:nvPr/>
        </p:nvSpPr>
        <p:spPr>
          <a:xfrm>
            <a:off x="4364767" y="6044248"/>
            <a:ext cx="28398" cy="28398"/>
          </a:xfrm>
          <a:prstGeom prst="ellipse">
            <a:avLst/>
          </a:prstGeom>
          <a:solidFill>
            <a:srgbClr val="5879BD">
              <a:alpha val="30000"/>
            </a:srgbClr>
          </a:solidFill>
          <a:ln w="0">
            <a:noFill/>
            <a:prstDash val="solid"/>
          </a:ln>
        </p:spPr>
      </p:sp>
      <p:sp>
        <p:nvSpPr>
          <p:cNvPr id="1573" name="02_predicted_pose_4872">
            <a:extLst>
              <a:ext uri="{FF2B5EF4-FFF2-40B4-BE49-F238E27FC236}">
                <a16:creationId xmlns:a16="http://schemas.microsoft.com/office/drawing/2014/main" id="{DD2F5AAD-1563-4FFD-9CD6-273BBD2A5071}"/>
              </a:ext>
            </a:extLst>
          </p:cNvPr>
          <p:cNvSpPr>
            <a:spLocks noGrp="1"/>
          </p:cNvSpPr>
          <p:nvPr/>
        </p:nvSpPr>
        <p:spPr>
          <a:xfrm>
            <a:off x="4457791" y="5948223"/>
            <a:ext cx="28398" cy="28398"/>
          </a:xfrm>
          <a:prstGeom prst="ellipse">
            <a:avLst/>
          </a:prstGeom>
          <a:solidFill>
            <a:srgbClr val="5879BD">
              <a:alpha val="30000"/>
            </a:srgbClr>
          </a:solidFill>
          <a:ln w="0">
            <a:noFill/>
            <a:prstDash val="solid"/>
          </a:ln>
        </p:spPr>
      </p:sp>
      <p:sp>
        <p:nvSpPr>
          <p:cNvPr id="1574" name="02_predicted_pose_4873">
            <a:extLst>
              <a:ext uri="{FF2B5EF4-FFF2-40B4-BE49-F238E27FC236}">
                <a16:creationId xmlns:a16="http://schemas.microsoft.com/office/drawing/2014/main" id="{03BA3240-C153-46D1-9C2F-674BE2DE0199}"/>
              </a:ext>
            </a:extLst>
          </p:cNvPr>
          <p:cNvSpPr>
            <a:spLocks noGrp="1"/>
          </p:cNvSpPr>
          <p:nvPr/>
        </p:nvSpPr>
        <p:spPr>
          <a:xfrm>
            <a:off x="4550814" y="5939390"/>
            <a:ext cx="28398" cy="28398"/>
          </a:xfrm>
          <a:prstGeom prst="ellipse">
            <a:avLst/>
          </a:prstGeom>
          <a:solidFill>
            <a:srgbClr val="5879BD">
              <a:alpha val="30000"/>
            </a:srgbClr>
          </a:solidFill>
          <a:ln w="0">
            <a:noFill/>
            <a:prstDash val="solid"/>
          </a:ln>
        </p:spPr>
      </p:sp>
      <p:sp>
        <p:nvSpPr>
          <p:cNvPr id="1575" name="02_predicted_pose_4874">
            <a:extLst>
              <a:ext uri="{FF2B5EF4-FFF2-40B4-BE49-F238E27FC236}">
                <a16:creationId xmlns:a16="http://schemas.microsoft.com/office/drawing/2014/main" id="{03560676-42EA-4B1D-8230-26D677F8ABFF}"/>
              </a:ext>
            </a:extLst>
          </p:cNvPr>
          <p:cNvSpPr>
            <a:spLocks noGrp="1"/>
          </p:cNvSpPr>
          <p:nvPr/>
        </p:nvSpPr>
        <p:spPr>
          <a:xfrm>
            <a:off x="4643837" y="5925672"/>
            <a:ext cx="28398" cy="28398"/>
          </a:xfrm>
          <a:prstGeom prst="ellipse">
            <a:avLst/>
          </a:prstGeom>
          <a:solidFill>
            <a:srgbClr val="5879BD">
              <a:alpha val="30000"/>
            </a:srgbClr>
          </a:solidFill>
          <a:ln w="0">
            <a:noFill/>
            <a:prstDash val="solid"/>
          </a:ln>
        </p:spPr>
      </p:sp>
      <p:sp>
        <p:nvSpPr>
          <p:cNvPr id="1576" name="02_predicted_pose_4875">
            <a:extLst>
              <a:ext uri="{FF2B5EF4-FFF2-40B4-BE49-F238E27FC236}">
                <a16:creationId xmlns:a16="http://schemas.microsoft.com/office/drawing/2014/main" id="{DD7640A9-1D2A-4A2A-9895-B379AD9E50D2}"/>
              </a:ext>
            </a:extLst>
          </p:cNvPr>
          <p:cNvSpPr>
            <a:spLocks noGrp="1"/>
          </p:cNvSpPr>
          <p:nvPr/>
        </p:nvSpPr>
        <p:spPr>
          <a:xfrm>
            <a:off x="4507403" y="5948426"/>
            <a:ext cx="28398" cy="28398"/>
          </a:xfrm>
          <a:prstGeom prst="ellipse">
            <a:avLst/>
          </a:prstGeom>
          <a:solidFill>
            <a:srgbClr val="5879BD">
              <a:alpha val="30000"/>
            </a:srgbClr>
          </a:solidFill>
          <a:ln w="0">
            <a:noFill/>
            <a:prstDash val="solid"/>
          </a:ln>
        </p:spPr>
      </p:sp>
      <p:sp>
        <p:nvSpPr>
          <p:cNvPr id="1577" name="02_predicted_pose_4876">
            <a:extLst>
              <a:ext uri="{FF2B5EF4-FFF2-40B4-BE49-F238E27FC236}">
                <a16:creationId xmlns:a16="http://schemas.microsoft.com/office/drawing/2014/main" id="{15A9A533-1C8A-4E31-93C7-653259E11B50}"/>
              </a:ext>
            </a:extLst>
          </p:cNvPr>
          <p:cNvSpPr>
            <a:spLocks noGrp="1"/>
          </p:cNvSpPr>
          <p:nvPr/>
        </p:nvSpPr>
        <p:spPr>
          <a:xfrm>
            <a:off x="4600426" y="5934790"/>
            <a:ext cx="28398" cy="28398"/>
          </a:xfrm>
          <a:prstGeom prst="ellipse">
            <a:avLst/>
          </a:prstGeom>
          <a:solidFill>
            <a:srgbClr val="5879BD">
              <a:alpha val="30000"/>
            </a:srgbClr>
          </a:solidFill>
          <a:ln w="0">
            <a:noFill/>
            <a:prstDash val="solid"/>
          </a:ln>
        </p:spPr>
      </p:sp>
      <p:sp>
        <p:nvSpPr>
          <p:cNvPr id="1578" name="02_predicted_pose_4877">
            <a:extLst>
              <a:ext uri="{FF2B5EF4-FFF2-40B4-BE49-F238E27FC236}">
                <a16:creationId xmlns:a16="http://schemas.microsoft.com/office/drawing/2014/main" id="{B285A96C-AAE3-44C9-B435-3F645E0DB1E1}"/>
              </a:ext>
            </a:extLst>
          </p:cNvPr>
          <p:cNvSpPr>
            <a:spLocks noGrp="1"/>
          </p:cNvSpPr>
          <p:nvPr/>
        </p:nvSpPr>
        <p:spPr>
          <a:xfrm>
            <a:off x="4349953" y="6008244"/>
            <a:ext cx="28398" cy="28398"/>
          </a:xfrm>
          <a:prstGeom prst="ellipse">
            <a:avLst/>
          </a:prstGeom>
          <a:solidFill>
            <a:srgbClr val="5879BD">
              <a:alpha val="30000"/>
            </a:srgbClr>
          </a:solidFill>
          <a:ln w="0">
            <a:noFill/>
            <a:prstDash val="solid"/>
          </a:ln>
        </p:spPr>
      </p:sp>
      <p:sp>
        <p:nvSpPr>
          <p:cNvPr id="1579" name="02_predicted_pose_4878">
            <a:extLst>
              <a:ext uri="{FF2B5EF4-FFF2-40B4-BE49-F238E27FC236}">
                <a16:creationId xmlns:a16="http://schemas.microsoft.com/office/drawing/2014/main" id="{B18B8B14-75DD-4288-A1A7-D3884909C932}"/>
              </a:ext>
            </a:extLst>
          </p:cNvPr>
          <p:cNvSpPr>
            <a:spLocks noGrp="1"/>
          </p:cNvSpPr>
          <p:nvPr/>
        </p:nvSpPr>
        <p:spPr>
          <a:xfrm>
            <a:off x="4442976" y="5904788"/>
            <a:ext cx="28398" cy="28398"/>
          </a:xfrm>
          <a:prstGeom prst="ellipse">
            <a:avLst/>
          </a:prstGeom>
          <a:solidFill>
            <a:srgbClr val="5879BD">
              <a:alpha val="30000"/>
            </a:srgbClr>
          </a:solidFill>
          <a:ln w="0">
            <a:noFill/>
            <a:prstDash val="solid"/>
          </a:ln>
        </p:spPr>
      </p:sp>
      <p:sp>
        <p:nvSpPr>
          <p:cNvPr id="1580" name="02_predicted_pose_4879">
            <a:extLst>
              <a:ext uri="{FF2B5EF4-FFF2-40B4-BE49-F238E27FC236}">
                <a16:creationId xmlns:a16="http://schemas.microsoft.com/office/drawing/2014/main" id="{E93E42A2-939E-417B-822E-A236C5015E68}"/>
              </a:ext>
            </a:extLst>
          </p:cNvPr>
          <p:cNvSpPr>
            <a:spLocks noGrp="1"/>
          </p:cNvSpPr>
          <p:nvPr/>
        </p:nvSpPr>
        <p:spPr>
          <a:xfrm>
            <a:off x="4535999" y="5981633"/>
            <a:ext cx="28398" cy="28398"/>
          </a:xfrm>
          <a:prstGeom prst="ellipse">
            <a:avLst/>
          </a:prstGeom>
          <a:solidFill>
            <a:srgbClr val="5879BD">
              <a:alpha val="30000"/>
            </a:srgbClr>
          </a:solidFill>
          <a:ln w="0">
            <a:noFill/>
            <a:prstDash val="solid"/>
          </a:ln>
        </p:spPr>
      </p:sp>
      <p:sp>
        <p:nvSpPr>
          <p:cNvPr id="1581" name="02_predicted_pose_4880">
            <a:extLst>
              <a:ext uri="{FF2B5EF4-FFF2-40B4-BE49-F238E27FC236}">
                <a16:creationId xmlns:a16="http://schemas.microsoft.com/office/drawing/2014/main" id="{8F095B10-9547-4179-89FA-3C3625EDED02}"/>
              </a:ext>
            </a:extLst>
          </p:cNvPr>
          <p:cNvSpPr>
            <a:spLocks noGrp="1"/>
          </p:cNvSpPr>
          <p:nvPr/>
        </p:nvSpPr>
        <p:spPr>
          <a:xfrm>
            <a:off x="4629022" y="5980025"/>
            <a:ext cx="28398" cy="28398"/>
          </a:xfrm>
          <a:prstGeom prst="ellipse">
            <a:avLst/>
          </a:prstGeom>
          <a:solidFill>
            <a:srgbClr val="5879BD">
              <a:alpha val="30000"/>
            </a:srgbClr>
          </a:solidFill>
          <a:ln w="0">
            <a:noFill/>
            <a:prstDash val="solid"/>
          </a:ln>
        </p:spPr>
      </p:sp>
      <p:sp>
        <p:nvSpPr>
          <p:cNvPr id="1582" name="02_predicted_pose_4881">
            <a:extLst>
              <a:ext uri="{FF2B5EF4-FFF2-40B4-BE49-F238E27FC236}">
                <a16:creationId xmlns:a16="http://schemas.microsoft.com/office/drawing/2014/main" id="{269DAB37-9CBC-46BB-B0F4-DF61C176408B}"/>
              </a:ext>
            </a:extLst>
          </p:cNvPr>
          <p:cNvSpPr>
            <a:spLocks noGrp="1"/>
          </p:cNvSpPr>
          <p:nvPr/>
        </p:nvSpPr>
        <p:spPr>
          <a:xfrm>
            <a:off x="4378549" y="6015246"/>
            <a:ext cx="28398" cy="28398"/>
          </a:xfrm>
          <a:prstGeom prst="ellipse">
            <a:avLst/>
          </a:prstGeom>
          <a:solidFill>
            <a:srgbClr val="5879BD">
              <a:alpha val="30000"/>
            </a:srgbClr>
          </a:solidFill>
          <a:ln w="0">
            <a:noFill/>
            <a:prstDash val="solid"/>
          </a:ln>
        </p:spPr>
      </p:sp>
      <p:sp>
        <p:nvSpPr>
          <p:cNvPr id="1583" name="02_predicted_pose_4882">
            <a:extLst>
              <a:ext uri="{FF2B5EF4-FFF2-40B4-BE49-F238E27FC236}">
                <a16:creationId xmlns:a16="http://schemas.microsoft.com/office/drawing/2014/main" id="{7B41EFA2-B943-4761-80D4-4407E3571C10}"/>
              </a:ext>
            </a:extLst>
          </p:cNvPr>
          <p:cNvSpPr>
            <a:spLocks noGrp="1"/>
          </p:cNvSpPr>
          <p:nvPr/>
        </p:nvSpPr>
        <p:spPr>
          <a:xfrm>
            <a:off x="4471572" y="5965230"/>
            <a:ext cx="28398" cy="28398"/>
          </a:xfrm>
          <a:prstGeom prst="ellipse">
            <a:avLst/>
          </a:prstGeom>
          <a:solidFill>
            <a:srgbClr val="5879BD">
              <a:alpha val="30000"/>
            </a:srgbClr>
          </a:solidFill>
          <a:ln w="0">
            <a:noFill/>
            <a:prstDash val="solid"/>
          </a:ln>
        </p:spPr>
      </p:sp>
      <p:sp>
        <p:nvSpPr>
          <p:cNvPr id="1584" name="02_predicted_pose_4883">
            <a:extLst>
              <a:ext uri="{FF2B5EF4-FFF2-40B4-BE49-F238E27FC236}">
                <a16:creationId xmlns:a16="http://schemas.microsoft.com/office/drawing/2014/main" id="{47A5A586-C7B4-41F6-8ACF-DCAECC60982E}"/>
              </a:ext>
            </a:extLst>
          </p:cNvPr>
          <p:cNvSpPr>
            <a:spLocks noGrp="1"/>
          </p:cNvSpPr>
          <p:nvPr/>
        </p:nvSpPr>
        <p:spPr>
          <a:xfrm>
            <a:off x="4564595" y="5938964"/>
            <a:ext cx="28398" cy="28398"/>
          </a:xfrm>
          <a:prstGeom prst="ellipse">
            <a:avLst/>
          </a:prstGeom>
          <a:solidFill>
            <a:srgbClr val="5879BD">
              <a:alpha val="30000"/>
            </a:srgbClr>
          </a:solidFill>
          <a:ln w="0">
            <a:noFill/>
            <a:prstDash val="solid"/>
          </a:ln>
        </p:spPr>
      </p:sp>
      <p:sp>
        <p:nvSpPr>
          <p:cNvPr id="1585" name="02_predicted_pose_4884">
            <a:extLst>
              <a:ext uri="{FF2B5EF4-FFF2-40B4-BE49-F238E27FC236}">
                <a16:creationId xmlns:a16="http://schemas.microsoft.com/office/drawing/2014/main" id="{B246D9BB-2376-425B-8936-F8B9E05CA822}"/>
              </a:ext>
            </a:extLst>
          </p:cNvPr>
          <p:cNvSpPr>
            <a:spLocks noGrp="1"/>
          </p:cNvSpPr>
          <p:nvPr/>
        </p:nvSpPr>
        <p:spPr>
          <a:xfrm>
            <a:off x="4657619" y="5969539"/>
            <a:ext cx="28398" cy="28398"/>
          </a:xfrm>
          <a:prstGeom prst="ellipse">
            <a:avLst/>
          </a:prstGeom>
          <a:solidFill>
            <a:srgbClr val="5879BD">
              <a:alpha val="30000"/>
            </a:srgbClr>
          </a:solidFill>
          <a:ln w="0">
            <a:noFill/>
            <a:prstDash val="solid"/>
          </a:ln>
        </p:spPr>
      </p:sp>
      <p:sp>
        <p:nvSpPr>
          <p:cNvPr id="1586" name="02_predicted_pose_4885">
            <a:extLst>
              <a:ext uri="{FF2B5EF4-FFF2-40B4-BE49-F238E27FC236}">
                <a16:creationId xmlns:a16="http://schemas.microsoft.com/office/drawing/2014/main" id="{D06BA5A2-B0D1-4D3D-AEAB-EB64E8354F3E}"/>
              </a:ext>
            </a:extLst>
          </p:cNvPr>
          <p:cNvSpPr>
            <a:spLocks noGrp="1"/>
          </p:cNvSpPr>
          <p:nvPr/>
        </p:nvSpPr>
        <p:spPr>
          <a:xfrm>
            <a:off x="4614208" y="5959015"/>
            <a:ext cx="28398" cy="28398"/>
          </a:xfrm>
          <a:prstGeom prst="ellipse">
            <a:avLst/>
          </a:prstGeom>
          <a:solidFill>
            <a:srgbClr val="5879BD">
              <a:alpha val="30000"/>
            </a:srgbClr>
          </a:solidFill>
          <a:ln w="0">
            <a:noFill/>
            <a:prstDash val="solid"/>
          </a:ln>
        </p:spPr>
      </p:sp>
      <p:sp>
        <p:nvSpPr>
          <p:cNvPr id="1587" name="02_predicted_pose_4886">
            <a:extLst>
              <a:ext uri="{FF2B5EF4-FFF2-40B4-BE49-F238E27FC236}">
                <a16:creationId xmlns:a16="http://schemas.microsoft.com/office/drawing/2014/main" id="{8141BFBF-48AF-4636-A84B-BABB4F16F3F7}"/>
              </a:ext>
            </a:extLst>
          </p:cNvPr>
          <p:cNvSpPr>
            <a:spLocks noGrp="1"/>
          </p:cNvSpPr>
          <p:nvPr/>
        </p:nvSpPr>
        <p:spPr>
          <a:xfrm>
            <a:off x="4363734" y="5957409"/>
            <a:ext cx="28398" cy="28398"/>
          </a:xfrm>
          <a:prstGeom prst="ellipse">
            <a:avLst/>
          </a:prstGeom>
          <a:solidFill>
            <a:srgbClr val="5879BD">
              <a:alpha val="30000"/>
            </a:srgbClr>
          </a:solidFill>
          <a:ln w="0">
            <a:noFill/>
            <a:prstDash val="solid"/>
          </a:ln>
        </p:spPr>
      </p:sp>
      <p:sp>
        <p:nvSpPr>
          <p:cNvPr id="1588" name="02_predicted_pose_4887">
            <a:extLst>
              <a:ext uri="{FF2B5EF4-FFF2-40B4-BE49-F238E27FC236}">
                <a16:creationId xmlns:a16="http://schemas.microsoft.com/office/drawing/2014/main" id="{0AA03ABF-D9A7-48CF-8C55-90CCE40247DA}"/>
              </a:ext>
            </a:extLst>
          </p:cNvPr>
          <p:cNvSpPr>
            <a:spLocks noGrp="1"/>
          </p:cNvSpPr>
          <p:nvPr/>
        </p:nvSpPr>
        <p:spPr>
          <a:xfrm>
            <a:off x="4456757" y="5963404"/>
            <a:ext cx="28398" cy="28398"/>
          </a:xfrm>
          <a:prstGeom prst="ellipse">
            <a:avLst/>
          </a:prstGeom>
          <a:solidFill>
            <a:srgbClr val="5879BD">
              <a:alpha val="30000"/>
            </a:srgbClr>
          </a:solidFill>
          <a:ln w="0">
            <a:noFill/>
            <a:prstDash val="solid"/>
          </a:ln>
        </p:spPr>
      </p:sp>
      <p:sp>
        <p:nvSpPr>
          <p:cNvPr id="1589" name="02_predicted_pose_4888">
            <a:extLst>
              <a:ext uri="{FF2B5EF4-FFF2-40B4-BE49-F238E27FC236}">
                <a16:creationId xmlns:a16="http://schemas.microsoft.com/office/drawing/2014/main" id="{5B653DD1-6748-4554-A1EF-CE8FA40DAE08}"/>
              </a:ext>
            </a:extLst>
          </p:cNvPr>
          <p:cNvSpPr>
            <a:spLocks noGrp="1"/>
          </p:cNvSpPr>
          <p:nvPr/>
        </p:nvSpPr>
        <p:spPr>
          <a:xfrm>
            <a:off x="4549780" y="5913837"/>
            <a:ext cx="28398" cy="28398"/>
          </a:xfrm>
          <a:prstGeom prst="ellipse">
            <a:avLst/>
          </a:prstGeom>
          <a:solidFill>
            <a:srgbClr val="5879BD">
              <a:alpha val="30000"/>
            </a:srgbClr>
          </a:solidFill>
          <a:ln w="0">
            <a:noFill/>
            <a:prstDash val="solid"/>
          </a:ln>
        </p:spPr>
      </p:sp>
      <p:sp>
        <p:nvSpPr>
          <p:cNvPr id="1590" name="02_predicted_pose_4889">
            <a:extLst>
              <a:ext uri="{FF2B5EF4-FFF2-40B4-BE49-F238E27FC236}">
                <a16:creationId xmlns:a16="http://schemas.microsoft.com/office/drawing/2014/main" id="{9C7069B9-71A7-4958-BB44-14CB581FC918}"/>
              </a:ext>
            </a:extLst>
          </p:cNvPr>
          <p:cNvSpPr>
            <a:spLocks noGrp="1"/>
          </p:cNvSpPr>
          <p:nvPr/>
        </p:nvSpPr>
        <p:spPr>
          <a:xfrm>
            <a:off x="4642804" y="5954321"/>
            <a:ext cx="28398" cy="28398"/>
          </a:xfrm>
          <a:prstGeom prst="ellipse">
            <a:avLst/>
          </a:prstGeom>
          <a:solidFill>
            <a:srgbClr val="5879BD">
              <a:alpha val="30000"/>
            </a:srgbClr>
          </a:solidFill>
          <a:ln w="0">
            <a:noFill/>
            <a:prstDash val="solid"/>
          </a:ln>
        </p:spPr>
      </p:sp>
      <p:sp>
        <p:nvSpPr>
          <p:cNvPr id="1591" name="02_predicted_pose_4890">
            <a:extLst>
              <a:ext uri="{FF2B5EF4-FFF2-40B4-BE49-F238E27FC236}">
                <a16:creationId xmlns:a16="http://schemas.microsoft.com/office/drawing/2014/main" id="{C3E572CE-42B0-4C91-8A39-8ACA45E8131C}"/>
              </a:ext>
            </a:extLst>
          </p:cNvPr>
          <p:cNvSpPr>
            <a:spLocks noGrp="1"/>
          </p:cNvSpPr>
          <p:nvPr/>
        </p:nvSpPr>
        <p:spPr>
          <a:xfrm>
            <a:off x="4392330" y="5980356"/>
            <a:ext cx="28398" cy="28398"/>
          </a:xfrm>
          <a:prstGeom prst="ellipse">
            <a:avLst/>
          </a:prstGeom>
          <a:solidFill>
            <a:srgbClr val="5879BD">
              <a:alpha val="30000"/>
            </a:srgbClr>
          </a:solidFill>
          <a:ln w="0">
            <a:noFill/>
            <a:prstDash val="solid"/>
          </a:ln>
        </p:spPr>
      </p:sp>
      <p:sp>
        <p:nvSpPr>
          <p:cNvPr id="1592" name="02_predicted_pose_4891">
            <a:extLst>
              <a:ext uri="{FF2B5EF4-FFF2-40B4-BE49-F238E27FC236}">
                <a16:creationId xmlns:a16="http://schemas.microsoft.com/office/drawing/2014/main" id="{8CCA4408-F7C3-4B8C-A83F-BEEF5862FE53}"/>
              </a:ext>
            </a:extLst>
          </p:cNvPr>
          <p:cNvSpPr>
            <a:spLocks noGrp="1"/>
          </p:cNvSpPr>
          <p:nvPr/>
        </p:nvSpPr>
        <p:spPr>
          <a:xfrm>
            <a:off x="4485353" y="6052043"/>
            <a:ext cx="28398" cy="28398"/>
          </a:xfrm>
          <a:prstGeom prst="ellipse">
            <a:avLst/>
          </a:prstGeom>
          <a:solidFill>
            <a:srgbClr val="5879BD">
              <a:alpha val="30000"/>
            </a:srgbClr>
          </a:solidFill>
          <a:ln w="0">
            <a:noFill/>
            <a:prstDash val="solid"/>
          </a:ln>
        </p:spPr>
      </p:sp>
      <p:sp>
        <p:nvSpPr>
          <p:cNvPr id="1593" name="02_predicted_pose_4892">
            <a:extLst>
              <a:ext uri="{FF2B5EF4-FFF2-40B4-BE49-F238E27FC236}">
                <a16:creationId xmlns:a16="http://schemas.microsoft.com/office/drawing/2014/main" id="{8A5E4B99-6AB8-48CE-88CD-FA7F3ABCD999}"/>
              </a:ext>
            </a:extLst>
          </p:cNvPr>
          <p:cNvSpPr>
            <a:spLocks noGrp="1"/>
          </p:cNvSpPr>
          <p:nvPr/>
        </p:nvSpPr>
        <p:spPr>
          <a:xfrm>
            <a:off x="4578376" y="5990731"/>
            <a:ext cx="28398" cy="28398"/>
          </a:xfrm>
          <a:prstGeom prst="ellipse">
            <a:avLst/>
          </a:prstGeom>
          <a:solidFill>
            <a:srgbClr val="5879BD">
              <a:alpha val="30000"/>
            </a:srgbClr>
          </a:solidFill>
          <a:ln w="0">
            <a:noFill/>
            <a:prstDash val="solid"/>
          </a:ln>
        </p:spPr>
      </p:sp>
      <p:sp>
        <p:nvSpPr>
          <p:cNvPr id="1594" name="02_predicted_pose_4893">
            <a:extLst>
              <a:ext uri="{FF2B5EF4-FFF2-40B4-BE49-F238E27FC236}">
                <a16:creationId xmlns:a16="http://schemas.microsoft.com/office/drawing/2014/main" id="{E537FFAC-345C-49F6-8764-D8EDBFB68C4B}"/>
              </a:ext>
            </a:extLst>
          </p:cNvPr>
          <p:cNvSpPr>
            <a:spLocks noGrp="1"/>
          </p:cNvSpPr>
          <p:nvPr/>
        </p:nvSpPr>
        <p:spPr>
          <a:xfrm>
            <a:off x="4327903" y="5856674"/>
            <a:ext cx="28398" cy="28398"/>
          </a:xfrm>
          <a:prstGeom prst="ellipse">
            <a:avLst/>
          </a:prstGeom>
          <a:solidFill>
            <a:srgbClr val="5879BD">
              <a:alpha val="30000"/>
            </a:srgbClr>
          </a:solidFill>
          <a:ln w="0">
            <a:noFill/>
            <a:prstDash val="solid"/>
          </a:ln>
        </p:spPr>
      </p:sp>
      <p:sp>
        <p:nvSpPr>
          <p:cNvPr id="1595" name="02_predicted_pose_4894">
            <a:extLst>
              <a:ext uri="{FF2B5EF4-FFF2-40B4-BE49-F238E27FC236}">
                <a16:creationId xmlns:a16="http://schemas.microsoft.com/office/drawing/2014/main" id="{1BEF51FA-13EC-43BF-9E2F-F4F8F33BB307}"/>
              </a:ext>
            </a:extLst>
          </p:cNvPr>
          <p:cNvSpPr>
            <a:spLocks noGrp="1"/>
          </p:cNvSpPr>
          <p:nvPr/>
        </p:nvSpPr>
        <p:spPr>
          <a:xfrm>
            <a:off x="4534966" y="5940967"/>
            <a:ext cx="28398" cy="28398"/>
          </a:xfrm>
          <a:prstGeom prst="ellipse">
            <a:avLst/>
          </a:prstGeom>
          <a:solidFill>
            <a:srgbClr val="5879BD">
              <a:alpha val="30000"/>
            </a:srgbClr>
          </a:solidFill>
          <a:ln w="0">
            <a:noFill/>
            <a:prstDash val="solid"/>
          </a:ln>
        </p:spPr>
      </p:sp>
      <p:sp>
        <p:nvSpPr>
          <p:cNvPr id="1596" name="02_predicted_pose_4895">
            <a:extLst>
              <a:ext uri="{FF2B5EF4-FFF2-40B4-BE49-F238E27FC236}">
                <a16:creationId xmlns:a16="http://schemas.microsoft.com/office/drawing/2014/main" id="{3AA6085C-6984-492B-BBA6-4CD8356FEC29}"/>
              </a:ext>
            </a:extLst>
          </p:cNvPr>
          <p:cNvSpPr>
            <a:spLocks noGrp="1"/>
          </p:cNvSpPr>
          <p:nvPr/>
        </p:nvSpPr>
        <p:spPr>
          <a:xfrm>
            <a:off x="4627989" y="5980580"/>
            <a:ext cx="28398" cy="28398"/>
          </a:xfrm>
          <a:prstGeom prst="ellipse">
            <a:avLst/>
          </a:prstGeom>
          <a:solidFill>
            <a:srgbClr val="5879BD">
              <a:alpha val="30000"/>
            </a:srgbClr>
          </a:solidFill>
          <a:ln w="0">
            <a:noFill/>
            <a:prstDash val="solid"/>
          </a:ln>
        </p:spPr>
      </p:sp>
      <p:sp>
        <p:nvSpPr>
          <p:cNvPr id="1597" name="02_predicted_pose_4896">
            <a:extLst>
              <a:ext uri="{FF2B5EF4-FFF2-40B4-BE49-F238E27FC236}">
                <a16:creationId xmlns:a16="http://schemas.microsoft.com/office/drawing/2014/main" id="{FDEDED2E-C68A-4B14-AA2C-D6451CC7D77D}"/>
              </a:ext>
            </a:extLst>
          </p:cNvPr>
          <p:cNvSpPr>
            <a:spLocks noGrp="1"/>
          </p:cNvSpPr>
          <p:nvPr/>
        </p:nvSpPr>
        <p:spPr>
          <a:xfrm>
            <a:off x="4377515" y="5953166"/>
            <a:ext cx="28398" cy="28398"/>
          </a:xfrm>
          <a:prstGeom prst="ellipse">
            <a:avLst/>
          </a:prstGeom>
          <a:solidFill>
            <a:srgbClr val="5879BD">
              <a:alpha val="30000"/>
            </a:srgbClr>
          </a:solidFill>
          <a:ln w="0">
            <a:noFill/>
            <a:prstDash val="solid"/>
          </a:ln>
        </p:spPr>
      </p:sp>
      <p:sp>
        <p:nvSpPr>
          <p:cNvPr id="1598" name="02_predicted_pose_4897">
            <a:extLst>
              <a:ext uri="{FF2B5EF4-FFF2-40B4-BE49-F238E27FC236}">
                <a16:creationId xmlns:a16="http://schemas.microsoft.com/office/drawing/2014/main" id="{626EE968-CCD4-4ECA-9C6E-85C9C6498101}"/>
              </a:ext>
            </a:extLst>
          </p:cNvPr>
          <p:cNvSpPr>
            <a:spLocks noGrp="1"/>
          </p:cNvSpPr>
          <p:nvPr/>
        </p:nvSpPr>
        <p:spPr>
          <a:xfrm>
            <a:off x="4470538" y="5980687"/>
            <a:ext cx="28398" cy="28398"/>
          </a:xfrm>
          <a:prstGeom prst="ellipse">
            <a:avLst/>
          </a:prstGeom>
          <a:solidFill>
            <a:srgbClr val="5879BD">
              <a:alpha val="30000"/>
            </a:srgbClr>
          </a:solidFill>
          <a:ln w="0">
            <a:noFill/>
            <a:prstDash val="solid"/>
          </a:ln>
        </p:spPr>
      </p:sp>
      <p:sp>
        <p:nvSpPr>
          <p:cNvPr id="1599" name="02_predicted_pose_4898">
            <a:extLst>
              <a:ext uri="{FF2B5EF4-FFF2-40B4-BE49-F238E27FC236}">
                <a16:creationId xmlns:a16="http://schemas.microsoft.com/office/drawing/2014/main" id="{4033CA6A-057C-4995-A87C-814499E3FFEB}"/>
              </a:ext>
            </a:extLst>
          </p:cNvPr>
          <p:cNvSpPr>
            <a:spLocks noGrp="1"/>
          </p:cNvSpPr>
          <p:nvPr/>
        </p:nvSpPr>
        <p:spPr>
          <a:xfrm>
            <a:off x="4563562" y="5929627"/>
            <a:ext cx="28398" cy="28398"/>
          </a:xfrm>
          <a:prstGeom prst="ellipse">
            <a:avLst/>
          </a:prstGeom>
          <a:solidFill>
            <a:srgbClr val="5879BD">
              <a:alpha val="30000"/>
            </a:srgbClr>
          </a:solidFill>
          <a:ln w="0">
            <a:noFill/>
            <a:prstDash val="solid"/>
          </a:ln>
        </p:spPr>
      </p:sp>
      <p:sp>
        <p:nvSpPr>
          <p:cNvPr id="1600" name="02_predicted_pose_4899">
            <a:extLst>
              <a:ext uri="{FF2B5EF4-FFF2-40B4-BE49-F238E27FC236}">
                <a16:creationId xmlns:a16="http://schemas.microsoft.com/office/drawing/2014/main" id="{80DD2618-F7DA-4305-A8B3-141586D82352}"/>
              </a:ext>
            </a:extLst>
          </p:cNvPr>
          <p:cNvSpPr>
            <a:spLocks noGrp="1"/>
          </p:cNvSpPr>
          <p:nvPr/>
        </p:nvSpPr>
        <p:spPr>
          <a:xfrm>
            <a:off x="4656585" y="5924501"/>
            <a:ext cx="28398" cy="28398"/>
          </a:xfrm>
          <a:prstGeom prst="ellipse">
            <a:avLst/>
          </a:prstGeom>
          <a:solidFill>
            <a:srgbClr val="5879BD">
              <a:alpha val="30000"/>
            </a:srgbClr>
          </a:solidFill>
          <a:ln w="0">
            <a:noFill/>
            <a:prstDash val="solid"/>
          </a:ln>
        </p:spPr>
      </p:sp>
      <p:sp>
        <p:nvSpPr>
          <p:cNvPr id="1601" name="02_predicted_pose_4900">
            <a:extLst>
              <a:ext uri="{FF2B5EF4-FFF2-40B4-BE49-F238E27FC236}">
                <a16:creationId xmlns:a16="http://schemas.microsoft.com/office/drawing/2014/main" id="{79D26F9A-C98B-4B68-8706-658390C8ED37}"/>
              </a:ext>
            </a:extLst>
          </p:cNvPr>
          <p:cNvSpPr>
            <a:spLocks noGrp="1"/>
          </p:cNvSpPr>
          <p:nvPr/>
        </p:nvSpPr>
        <p:spPr>
          <a:xfrm>
            <a:off x="4406111" y="5927636"/>
            <a:ext cx="28398" cy="28398"/>
          </a:xfrm>
          <a:prstGeom prst="ellipse">
            <a:avLst/>
          </a:prstGeom>
          <a:solidFill>
            <a:srgbClr val="5879BD">
              <a:alpha val="30000"/>
            </a:srgbClr>
          </a:solidFill>
          <a:ln w="0">
            <a:noFill/>
            <a:prstDash val="solid"/>
          </a:ln>
        </p:spPr>
      </p:sp>
      <p:sp>
        <p:nvSpPr>
          <p:cNvPr id="1602" name="02_predicted_pose_4901">
            <a:extLst>
              <a:ext uri="{FF2B5EF4-FFF2-40B4-BE49-F238E27FC236}">
                <a16:creationId xmlns:a16="http://schemas.microsoft.com/office/drawing/2014/main" id="{EACC1C72-A0CC-4820-BD9D-381AEB22909B}"/>
              </a:ext>
            </a:extLst>
          </p:cNvPr>
          <p:cNvSpPr>
            <a:spLocks noGrp="1"/>
          </p:cNvSpPr>
          <p:nvPr/>
        </p:nvSpPr>
        <p:spPr>
          <a:xfrm>
            <a:off x="4499134" y="5984942"/>
            <a:ext cx="28398" cy="28398"/>
          </a:xfrm>
          <a:prstGeom prst="ellipse">
            <a:avLst/>
          </a:prstGeom>
          <a:solidFill>
            <a:srgbClr val="5879BD">
              <a:alpha val="30000"/>
            </a:srgbClr>
          </a:solidFill>
          <a:ln w="0">
            <a:noFill/>
            <a:prstDash val="solid"/>
          </a:ln>
        </p:spPr>
      </p:sp>
      <p:sp>
        <p:nvSpPr>
          <p:cNvPr id="1603" name="02_predicted_pose_4902">
            <a:extLst>
              <a:ext uri="{FF2B5EF4-FFF2-40B4-BE49-F238E27FC236}">
                <a16:creationId xmlns:a16="http://schemas.microsoft.com/office/drawing/2014/main" id="{7ADBFE5C-A3A0-4813-B88A-858E2A992D4D}"/>
              </a:ext>
            </a:extLst>
          </p:cNvPr>
          <p:cNvSpPr>
            <a:spLocks noGrp="1"/>
          </p:cNvSpPr>
          <p:nvPr/>
        </p:nvSpPr>
        <p:spPr>
          <a:xfrm>
            <a:off x="4463303" y="6105566"/>
            <a:ext cx="28398" cy="28398"/>
          </a:xfrm>
          <a:prstGeom prst="ellipse">
            <a:avLst/>
          </a:prstGeom>
          <a:solidFill>
            <a:srgbClr val="5879BD">
              <a:alpha val="30000"/>
            </a:srgbClr>
          </a:solidFill>
          <a:ln w="0">
            <a:noFill/>
            <a:prstDash val="solid"/>
          </a:ln>
        </p:spPr>
      </p:sp>
      <p:sp>
        <p:nvSpPr>
          <p:cNvPr id="1604" name="02_predicted_pose_4903">
            <a:extLst>
              <a:ext uri="{FF2B5EF4-FFF2-40B4-BE49-F238E27FC236}">
                <a16:creationId xmlns:a16="http://schemas.microsoft.com/office/drawing/2014/main" id="{009E044D-E036-4C05-8A4D-D4E3781452DF}"/>
              </a:ext>
            </a:extLst>
          </p:cNvPr>
          <p:cNvSpPr>
            <a:spLocks noGrp="1"/>
          </p:cNvSpPr>
          <p:nvPr/>
        </p:nvSpPr>
        <p:spPr>
          <a:xfrm>
            <a:off x="4477084" y="5990539"/>
            <a:ext cx="28398" cy="28398"/>
          </a:xfrm>
          <a:prstGeom prst="ellipse">
            <a:avLst/>
          </a:prstGeom>
          <a:solidFill>
            <a:srgbClr val="5879BD">
              <a:alpha val="30000"/>
            </a:srgbClr>
          </a:solidFill>
          <a:ln w="0">
            <a:noFill/>
            <a:prstDash val="solid"/>
          </a:ln>
        </p:spPr>
      </p:sp>
      <p:sp>
        <p:nvSpPr>
          <p:cNvPr id="1605" name="02_predicted_pose_4904">
            <a:extLst>
              <a:ext uri="{FF2B5EF4-FFF2-40B4-BE49-F238E27FC236}">
                <a16:creationId xmlns:a16="http://schemas.microsoft.com/office/drawing/2014/main" id="{3CAAD756-C47D-4A23-AF74-1843DCD7494D}"/>
              </a:ext>
            </a:extLst>
          </p:cNvPr>
          <p:cNvSpPr>
            <a:spLocks noGrp="1"/>
          </p:cNvSpPr>
          <p:nvPr/>
        </p:nvSpPr>
        <p:spPr>
          <a:xfrm>
            <a:off x="4455034" y="5937330"/>
            <a:ext cx="28398" cy="28398"/>
          </a:xfrm>
          <a:prstGeom prst="ellipse">
            <a:avLst/>
          </a:prstGeom>
          <a:solidFill>
            <a:srgbClr val="5879BD">
              <a:alpha val="30000"/>
            </a:srgbClr>
          </a:solidFill>
          <a:ln w="0">
            <a:noFill/>
            <a:prstDash val="solid"/>
          </a:ln>
        </p:spPr>
      </p:sp>
      <p:sp>
        <p:nvSpPr>
          <p:cNvPr id="1606" name="02_predicted_pose_4905">
            <a:extLst>
              <a:ext uri="{FF2B5EF4-FFF2-40B4-BE49-F238E27FC236}">
                <a16:creationId xmlns:a16="http://schemas.microsoft.com/office/drawing/2014/main" id="{EB4E24BD-C9A9-403C-8270-25D96163D910}"/>
              </a:ext>
            </a:extLst>
          </p:cNvPr>
          <p:cNvSpPr>
            <a:spLocks noGrp="1"/>
          </p:cNvSpPr>
          <p:nvPr/>
        </p:nvSpPr>
        <p:spPr>
          <a:xfrm>
            <a:off x="4482597" y="5963407"/>
            <a:ext cx="28398" cy="28398"/>
          </a:xfrm>
          <a:prstGeom prst="ellipse">
            <a:avLst/>
          </a:prstGeom>
          <a:solidFill>
            <a:srgbClr val="5879BD">
              <a:alpha val="30000"/>
            </a:srgbClr>
          </a:solidFill>
          <a:ln w="0">
            <a:noFill/>
            <a:prstDash val="solid"/>
          </a:ln>
        </p:spPr>
      </p:sp>
      <p:sp>
        <p:nvSpPr>
          <p:cNvPr id="1607" name="02_predicted_pose_4906">
            <a:extLst>
              <a:ext uri="{FF2B5EF4-FFF2-40B4-BE49-F238E27FC236}">
                <a16:creationId xmlns:a16="http://schemas.microsoft.com/office/drawing/2014/main" id="{B03420B6-4B50-459D-A3FC-7F13021F427D}"/>
              </a:ext>
            </a:extLst>
          </p:cNvPr>
          <p:cNvSpPr>
            <a:spLocks noGrp="1"/>
          </p:cNvSpPr>
          <p:nvPr/>
        </p:nvSpPr>
        <p:spPr>
          <a:xfrm>
            <a:off x="4510159" y="5930953"/>
            <a:ext cx="28398" cy="28398"/>
          </a:xfrm>
          <a:prstGeom prst="ellipse">
            <a:avLst/>
          </a:prstGeom>
          <a:solidFill>
            <a:srgbClr val="5879BD">
              <a:alpha val="30000"/>
            </a:srgbClr>
          </a:solidFill>
          <a:ln w="0">
            <a:noFill/>
            <a:prstDash val="solid"/>
          </a:ln>
        </p:spPr>
      </p:sp>
      <p:sp>
        <p:nvSpPr>
          <p:cNvPr id="1608" name="02_predicted_pose_4907">
            <a:extLst>
              <a:ext uri="{FF2B5EF4-FFF2-40B4-BE49-F238E27FC236}">
                <a16:creationId xmlns:a16="http://schemas.microsoft.com/office/drawing/2014/main" id="{E7C2FFA4-A8F8-4BC6-AEC1-3EF76B335571}"/>
              </a:ext>
            </a:extLst>
          </p:cNvPr>
          <p:cNvSpPr>
            <a:spLocks noGrp="1"/>
          </p:cNvSpPr>
          <p:nvPr/>
        </p:nvSpPr>
        <p:spPr>
          <a:xfrm>
            <a:off x="4492588" y="5883541"/>
            <a:ext cx="28398" cy="28398"/>
          </a:xfrm>
          <a:prstGeom prst="ellipse">
            <a:avLst/>
          </a:prstGeom>
          <a:solidFill>
            <a:srgbClr val="5879BD">
              <a:alpha val="30000"/>
            </a:srgbClr>
          </a:solidFill>
          <a:ln w="0">
            <a:noFill/>
            <a:prstDash val="solid"/>
          </a:ln>
        </p:spPr>
      </p:sp>
      <p:sp>
        <p:nvSpPr>
          <p:cNvPr id="1609" name="02_predicted_pose_4908">
            <a:extLst>
              <a:ext uri="{FF2B5EF4-FFF2-40B4-BE49-F238E27FC236}">
                <a16:creationId xmlns:a16="http://schemas.microsoft.com/office/drawing/2014/main" id="{872A92A3-A01A-49BD-A446-35CC4FD34C95}"/>
              </a:ext>
            </a:extLst>
          </p:cNvPr>
          <p:cNvSpPr>
            <a:spLocks noGrp="1"/>
          </p:cNvSpPr>
          <p:nvPr/>
        </p:nvSpPr>
        <p:spPr>
          <a:xfrm>
            <a:off x="4335138" y="6075909"/>
            <a:ext cx="28398" cy="28398"/>
          </a:xfrm>
          <a:prstGeom prst="ellipse">
            <a:avLst/>
          </a:prstGeom>
          <a:solidFill>
            <a:srgbClr val="5879BD">
              <a:alpha val="30000"/>
            </a:srgbClr>
          </a:solidFill>
          <a:ln w="0">
            <a:noFill/>
            <a:prstDash val="solid"/>
          </a:ln>
        </p:spPr>
      </p:sp>
      <p:sp>
        <p:nvSpPr>
          <p:cNvPr id="1610" name="02_predicted_pose_4909">
            <a:extLst>
              <a:ext uri="{FF2B5EF4-FFF2-40B4-BE49-F238E27FC236}">
                <a16:creationId xmlns:a16="http://schemas.microsoft.com/office/drawing/2014/main" id="{52271327-8024-4117-8B0D-B347FECA43BC}"/>
              </a:ext>
            </a:extLst>
          </p:cNvPr>
          <p:cNvSpPr>
            <a:spLocks noGrp="1"/>
          </p:cNvSpPr>
          <p:nvPr/>
        </p:nvSpPr>
        <p:spPr>
          <a:xfrm>
            <a:off x="4521184" y="6007849"/>
            <a:ext cx="28398" cy="28398"/>
          </a:xfrm>
          <a:prstGeom prst="ellipse">
            <a:avLst/>
          </a:prstGeom>
          <a:solidFill>
            <a:srgbClr val="5879BD">
              <a:alpha val="30000"/>
            </a:srgbClr>
          </a:solidFill>
          <a:ln w="0">
            <a:noFill/>
            <a:prstDash val="solid"/>
          </a:ln>
        </p:spPr>
      </p:sp>
      <p:sp>
        <p:nvSpPr>
          <p:cNvPr id="1611" name="02_predicted_pose_4910">
            <a:extLst>
              <a:ext uri="{FF2B5EF4-FFF2-40B4-BE49-F238E27FC236}">
                <a16:creationId xmlns:a16="http://schemas.microsoft.com/office/drawing/2014/main" id="{8083ACA0-E5A6-4530-8472-43C4806E4403}"/>
              </a:ext>
            </a:extLst>
          </p:cNvPr>
          <p:cNvSpPr>
            <a:spLocks noGrp="1"/>
          </p:cNvSpPr>
          <p:nvPr/>
        </p:nvSpPr>
        <p:spPr>
          <a:xfrm>
            <a:off x="4363734" y="5961109"/>
            <a:ext cx="28398" cy="28398"/>
          </a:xfrm>
          <a:prstGeom prst="ellipse">
            <a:avLst/>
          </a:prstGeom>
          <a:solidFill>
            <a:srgbClr val="5879BD">
              <a:alpha val="30000"/>
            </a:srgbClr>
          </a:solidFill>
          <a:ln w="0">
            <a:noFill/>
            <a:prstDash val="solid"/>
          </a:ln>
        </p:spPr>
      </p:sp>
      <p:sp>
        <p:nvSpPr>
          <p:cNvPr id="1612" name="02_predicted_pose_4911">
            <a:extLst>
              <a:ext uri="{FF2B5EF4-FFF2-40B4-BE49-F238E27FC236}">
                <a16:creationId xmlns:a16="http://schemas.microsoft.com/office/drawing/2014/main" id="{F51DAA87-B3F2-45BC-810B-BC42733B56D3}"/>
              </a:ext>
            </a:extLst>
          </p:cNvPr>
          <p:cNvSpPr>
            <a:spLocks noGrp="1"/>
          </p:cNvSpPr>
          <p:nvPr/>
        </p:nvSpPr>
        <p:spPr>
          <a:xfrm>
            <a:off x="4501546" y="6107150"/>
            <a:ext cx="28398" cy="28398"/>
          </a:xfrm>
          <a:prstGeom prst="ellipse">
            <a:avLst/>
          </a:prstGeom>
          <a:solidFill>
            <a:srgbClr val="5879BD">
              <a:alpha val="30000"/>
            </a:srgbClr>
          </a:solidFill>
          <a:ln w="0">
            <a:noFill/>
            <a:prstDash val="solid"/>
          </a:ln>
        </p:spPr>
      </p:sp>
      <p:sp>
        <p:nvSpPr>
          <p:cNvPr id="1613" name="02_predicted_pose_4912">
            <a:extLst>
              <a:ext uri="{FF2B5EF4-FFF2-40B4-BE49-F238E27FC236}">
                <a16:creationId xmlns:a16="http://schemas.microsoft.com/office/drawing/2014/main" id="{957B8279-F3FB-4CD2-84FF-2F862F455BA1}"/>
              </a:ext>
            </a:extLst>
          </p:cNvPr>
          <p:cNvSpPr>
            <a:spLocks noGrp="1"/>
          </p:cNvSpPr>
          <p:nvPr/>
        </p:nvSpPr>
        <p:spPr>
          <a:xfrm>
            <a:off x="4515327" y="6134567"/>
            <a:ext cx="28398" cy="28398"/>
          </a:xfrm>
          <a:prstGeom prst="ellipse">
            <a:avLst/>
          </a:prstGeom>
          <a:solidFill>
            <a:srgbClr val="5879BD">
              <a:alpha val="30000"/>
            </a:srgbClr>
          </a:solidFill>
          <a:ln w="0">
            <a:noFill/>
            <a:prstDash val="solid"/>
          </a:ln>
        </p:spPr>
      </p:sp>
      <p:sp>
        <p:nvSpPr>
          <p:cNvPr id="1614" name="02_predicted_pose_4913">
            <a:extLst>
              <a:ext uri="{FF2B5EF4-FFF2-40B4-BE49-F238E27FC236}">
                <a16:creationId xmlns:a16="http://schemas.microsoft.com/office/drawing/2014/main" id="{95DC0CA4-AC7D-47D1-9D9B-F870EB4AD5A7}"/>
              </a:ext>
            </a:extLst>
          </p:cNvPr>
          <p:cNvSpPr>
            <a:spLocks noGrp="1"/>
          </p:cNvSpPr>
          <p:nvPr/>
        </p:nvSpPr>
        <p:spPr>
          <a:xfrm>
            <a:off x="4556671" y="6001617"/>
            <a:ext cx="28398" cy="28398"/>
          </a:xfrm>
          <a:prstGeom prst="ellipse">
            <a:avLst/>
          </a:prstGeom>
          <a:solidFill>
            <a:srgbClr val="5879BD">
              <a:alpha val="30000"/>
            </a:srgbClr>
          </a:solidFill>
          <a:ln w="0">
            <a:noFill/>
            <a:prstDash val="solid"/>
          </a:ln>
        </p:spPr>
      </p:sp>
      <p:sp>
        <p:nvSpPr>
          <p:cNvPr id="1615" name="02_predicted_pose_4914">
            <a:extLst>
              <a:ext uri="{FF2B5EF4-FFF2-40B4-BE49-F238E27FC236}">
                <a16:creationId xmlns:a16="http://schemas.microsoft.com/office/drawing/2014/main" id="{4386E151-CA86-4A89-B828-3CA77029BA66}"/>
              </a:ext>
            </a:extLst>
          </p:cNvPr>
          <p:cNvSpPr>
            <a:spLocks noGrp="1"/>
          </p:cNvSpPr>
          <p:nvPr/>
        </p:nvSpPr>
        <p:spPr>
          <a:xfrm>
            <a:off x="4570452" y="6115080"/>
            <a:ext cx="28398" cy="28398"/>
          </a:xfrm>
          <a:prstGeom prst="ellipse">
            <a:avLst/>
          </a:prstGeom>
          <a:solidFill>
            <a:srgbClr val="5879BD">
              <a:alpha val="30000"/>
            </a:srgbClr>
          </a:solidFill>
          <a:ln w="0">
            <a:noFill/>
            <a:prstDash val="solid"/>
          </a:ln>
        </p:spPr>
      </p:sp>
      <p:sp>
        <p:nvSpPr>
          <p:cNvPr id="1616" name="02_predicted_pose_4915">
            <a:extLst>
              <a:ext uri="{FF2B5EF4-FFF2-40B4-BE49-F238E27FC236}">
                <a16:creationId xmlns:a16="http://schemas.microsoft.com/office/drawing/2014/main" id="{BD49C69A-3318-4027-A5CE-532E3B2A5FB7}"/>
              </a:ext>
            </a:extLst>
          </p:cNvPr>
          <p:cNvSpPr>
            <a:spLocks noGrp="1"/>
          </p:cNvSpPr>
          <p:nvPr/>
        </p:nvSpPr>
        <p:spPr>
          <a:xfrm>
            <a:off x="4611796" y="6163450"/>
            <a:ext cx="28398" cy="28398"/>
          </a:xfrm>
          <a:prstGeom prst="ellipse">
            <a:avLst/>
          </a:prstGeom>
          <a:solidFill>
            <a:srgbClr val="5879BD">
              <a:alpha val="30000"/>
            </a:srgbClr>
          </a:solidFill>
          <a:ln w="0">
            <a:noFill/>
            <a:prstDash val="solid"/>
          </a:ln>
        </p:spPr>
      </p:sp>
      <p:sp>
        <p:nvSpPr>
          <p:cNvPr id="1617" name="02_predicted_pose_4916">
            <a:extLst>
              <a:ext uri="{FF2B5EF4-FFF2-40B4-BE49-F238E27FC236}">
                <a16:creationId xmlns:a16="http://schemas.microsoft.com/office/drawing/2014/main" id="{913E947B-385F-40CB-BA0C-DB6C275F820D}"/>
              </a:ext>
            </a:extLst>
          </p:cNvPr>
          <p:cNvSpPr>
            <a:spLocks noGrp="1"/>
          </p:cNvSpPr>
          <p:nvPr/>
        </p:nvSpPr>
        <p:spPr>
          <a:xfrm>
            <a:off x="4625577" y="6168820"/>
            <a:ext cx="28398" cy="28398"/>
          </a:xfrm>
          <a:prstGeom prst="ellipse">
            <a:avLst/>
          </a:prstGeom>
          <a:solidFill>
            <a:srgbClr val="5879BD">
              <a:alpha val="30000"/>
            </a:srgbClr>
          </a:solidFill>
          <a:ln w="0">
            <a:noFill/>
            <a:prstDash val="solid"/>
          </a:ln>
        </p:spPr>
      </p:sp>
      <p:sp>
        <p:nvSpPr>
          <p:cNvPr id="1618" name="02_predicted_pose_4917">
            <a:extLst>
              <a:ext uri="{FF2B5EF4-FFF2-40B4-BE49-F238E27FC236}">
                <a16:creationId xmlns:a16="http://schemas.microsoft.com/office/drawing/2014/main" id="{9CACF9E7-C470-40D5-A390-6AA2A4134DB8}"/>
              </a:ext>
            </a:extLst>
          </p:cNvPr>
          <p:cNvSpPr>
            <a:spLocks noGrp="1"/>
          </p:cNvSpPr>
          <p:nvPr/>
        </p:nvSpPr>
        <p:spPr>
          <a:xfrm>
            <a:off x="4357532" y="6266537"/>
            <a:ext cx="28398" cy="28398"/>
          </a:xfrm>
          <a:prstGeom prst="ellipse">
            <a:avLst/>
          </a:prstGeom>
          <a:solidFill>
            <a:srgbClr val="5879BD">
              <a:alpha val="30000"/>
            </a:srgbClr>
          </a:solidFill>
          <a:ln w="0">
            <a:noFill/>
            <a:prstDash val="solid"/>
          </a:ln>
        </p:spPr>
      </p:sp>
      <p:sp>
        <p:nvSpPr>
          <p:cNvPr id="1619" name="02_predicted_pose_4918">
            <a:extLst>
              <a:ext uri="{FF2B5EF4-FFF2-40B4-BE49-F238E27FC236}">
                <a16:creationId xmlns:a16="http://schemas.microsoft.com/office/drawing/2014/main" id="{EBF148DA-DCBB-46A1-A984-95C23327162A}"/>
              </a:ext>
            </a:extLst>
          </p:cNvPr>
          <p:cNvSpPr>
            <a:spLocks noGrp="1"/>
          </p:cNvSpPr>
          <p:nvPr/>
        </p:nvSpPr>
        <p:spPr>
          <a:xfrm>
            <a:off x="4450556" y="6042440"/>
            <a:ext cx="28398" cy="28398"/>
          </a:xfrm>
          <a:prstGeom prst="ellipse">
            <a:avLst/>
          </a:prstGeom>
          <a:solidFill>
            <a:srgbClr val="5879BD">
              <a:alpha val="30000"/>
            </a:srgbClr>
          </a:solidFill>
          <a:ln w="0">
            <a:noFill/>
            <a:prstDash val="solid"/>
          </a:ln>
        </p:spPr>
      </p:sp>
      <p:sp>
        <p:nvSpPr>
          <p:cNvPr id="1620" name="02_predicted_pose_4919">
            <a:extLst>
              <a:ext uri="{FF2B5EF4-FFF2-40B4-BE49-F238E27FC236}">
                <a16:creationId xmlns:a16="http://schemas.microsoft.com/office/drawing/2014/main" id="{35AFCFEC-F3B6-4361-A853-C81A5EE69CB1}"/>
              </a:ext>
            </a:extLst>
          </p:cNvPr>
          <p:cNvSpPr>
            <a:spLocks noGrp="1"/>
          </p:cNvSpPr>
          <p:nvPr/>
        </p:nvSpPr>
        <p:spPr>
          <a:xfrm>
            <a:off x="4386128" y="5879557"/>
            <a:ext cx="28398" cy="28398"/>
          </a:xfrm>
          <a:prstGeom prst="ellipse">
            <a:avLst/>
          </a:prstGeom>
          <a:solidFill>
            <a:srgbClr val="5879BD">
              <a:alpha val="30000"/>
            </a:srgbClr>
          </a:solidFill>
          <a:ln w="0">
            <a:noFill/>
            <a:prstDash val="solid"/>
          </a:ln>
        </p:spPr>
      </p:sp>
      <p:sp>
        <p:nvSpPr>
          <p:cNvPr id="1621" name="02_predicted_pose_4920">
            <a:extLst>
              <a:ext uri="{FF2B5EF4-FFF2-40B4-BE49-F238E27FC236}">
                <a16:creationId xmlns:a16="http://schemas.microsoft.com/office/drawing/2014/main" id="{A57F4FCE-DFCF-4EEB-BAC0-55FA6121F90A}"/>
              </a:ext>
            </a:extLst>
          </p:cNvPr>
          <p:cNvSpPr>
            <a:spLocks noGrp="1"/>
          </p:cNvSpPr>
          <p:nvPr/>
        </p:nvSpPr>
        <p:spPr>
          <a:xfrm>
            <a:off x="4479152" y="5927156"/>
            <a:ext cx="28398" cy="28398"/>
          </a:xfrm>
          <a:prstGeom prst="ellipse">
            <a:avLst/>
          </a:prstGeom>
          <a:solidFill>
            <a:srgbClr val="5879BD">
              <a:alpha val="30000"/>
            </a:srgbClr>
          </a:solidFill>
          <a:ln w="0">
            <a:noFill/>
            <a:prstDash val="solid"/>
          </a:ln>
        </p:spPr>
      </p:sp>
      <p:sp>
        <p:nvSpPr>
          <p:cNvPr id="1622" name="02_predicted_pose_4921">
            <a:extLst>
              <a:ext uri="{FF2B5EF4-FFF2-40B4-BE49-F238E27FC236}">
                <a16:creationId xmlns:a16="http://schemas.microsoft.com/office/drawing/2014/main" id="{30283449-8B87-4AD6-A456-B1E37A36B418}"/>
              </a:ext>
            </a:extLst>
          </p:cNvPr>
          <p:cNvSpPr>
            <a:spLocks noGrp="1"/>
          </p:cNvSpPr>
          <p:nvPr/>
        </p:nvSpPr>
        <p:spPr>
          <a:xfrm>
            <a:off x="4528419" y="5995813"/>
            <a:ext cx="28398" cy="28398"/>
          </a:xfrm>
          <a:prstGeom prst="ellipse">
            <a:avLst/>
          </a:prstGeom>
          <a:solidFill>
            <a:srgbClr val="5879BD">
              <a:alpha val="30000"/>
            </a:srgbClr>
          </a:solidFill>
          <a:ln w="0">
            <a:noFill/>
            <a:prstDash val="solid"/>
          </a:ln>
        </p:spPr>
      </p:sp>
      <p:sp>
        <p:nvSpPr>
          <p:cNvPr id="1623" name="02_predicted_pose_4922">
            <a:extLst>
              <a:ext uri="{FF2B5EF4-FFF2-40B4-BE49-F238E27FC236}">
                <a16:creationId xmlns:a16="http://schemas.microsoft.com/office/drawing/2014/main" id="{DDBA933B-E52B-45AD-AF45-5420F390B7F7}"/>
              </a:ext>
            </a:extLst>
          </p:cNvPr>
          <p:cNvSpPr>
            <a:spLocks noGrp="1"/>
          </p:cNvSpPr>
          <p:nvPr/>
        </p:nvSpPr>
        <p:spPr>
          <a:xfrm>
            <a:off x="4365801" y="5999807"/>
            <a:ext cx="28398" cy="28398"/>
          </a:xfrm>
          <a:prstGeom prst="ellipse">
            <a:avLst/>
          </a:prstGeom>
          <a:solidFill>
            <a:srgbClr val="5879BD">
              <a:alpha val="30000"/>
            </a:srgbClr>
          </a:solidFill>
          <a:ln w="0">
            <a:noFill/>
            <a:prstDash val="solid"/>
          </a:ln>
        </p:spPr>
      </p:sp>
      <p:sp>
        <p:nvSpPr>
          <p:cNvPr id="1624" name="02_predicted_pose_4923">
            <a:extLst>
              <a:ext uri="{FF2B5EF4-FFF2-40B4-BE49-F238E27FC236}">
                <a16:creationId xmlns:a16="http://schemas.microsoft.com/office/drawing/2014/main" id="{C4344DC4-541A-42A5-B922-92F1DB19FFB7}"/>
              </a:ext>
            </a:extLst>
          </p:cNvPr>
          <p:cNvSpPr>
            <a:spLocks noGrp="1"/>
          </p:cNvSpPr>
          <p:nvPr/>
        </p:nvSpPr>
        <p:spPr>
          <a:xfrm>
            <a:off x="4619376" y="5788437"/>
            <a:ext cx="28398" cy="28398"/>
          </a:xfrm>
          <a:prstGeom prst="ellipse">
            <a:avLst/>
          </a:prstGeom>
          <a:solidFill>
            <a:srgbClr val="5879BD">
              <a:alpha val="30000"/>
            </a:srgbClr>
          </a:solidFill>
          <a:ln w="0">
            <a:noFill/>
            <a:prstDash val="solid"/>
          </a:ln>
        </p:spPr>
      </p:sp>
      <p:sp>
        <p:nvSpPr>
          <p:cNvPr id="1625" name="02_predicted_pose_4924">
            <a:extLst>
              <a:ext uri="{FF2B5EF4-FFF2-40B4-BE49-F238E27FC236}">
                <a16:creationId xmlns:a16="http://schemas.microsoft.com/office/drawing/2014/main" id="{EDD8F9EB-6AA4-43B4-B0D5-F43759974113}"/>
              </a:ext>
            </a:extLst>
          </p:cNvPr>
          <p:cNvSpPr>
            <a:spLocks noGrp="1"/>
          </p:cNvSpPr>
          <p:nvPr/>
        </p:nvSpPr>
        <p:spPr>
          <a:xfrm>
            <a:off x="4493622" y="5946633"/>
            <a:ext cx="28398" cy="28398"/>
          </a:xfrm>
          <a:prstGeom prst="ellipse">
            <a:avLst/>
          </a:prstGeom>
          <a:solidFill>
            <a:srgbClr val="5879BD">
              <a:alpha val="30000"/>
            </a:srgbClr>
          </a:solidFill>
          <a:ln w="0">
            <a:noFill/>
            <a:prstDash val="solid"/>
          </a:ln>
        </p:spPr>
      </p:sp>
      <p:sp>
        <p:nvSpPr>
          <p:cNvPr id="1626" name="02_predicted_pose_4925">
            <a:extLst>
              <a:ext uri="{FF2B5EF4-FFF2-40B4-BE49-F238E27FC236}">
                <a16:creationId xmlns:a16="http://schemas.microsoft.com/office/drawing/2014/main" id="{1A7ED03A-68CC-45D9-972D-F0612C1C49BC}"/>
              </a:ext>
            </a:extLst>
          </p:cNvPr>
          <p:cNvSpPr>
            <a:spLocks noGrp="1"/>
          </p:cNvSpPr>
          <p:nvPr/>
        </p:nvSpPr>
        <p:spPr>
          <a:xfrm>
            <a:off x="4372002" y="5998945"/>
            <a:ext cx="28398" cy="28398"/>
          </a:xfrm>
          <a:prstGeom prst="ellipse">
            <a:avLst/>
          </a:prstGeom>
          <a:solidFill>
            <a:srgbClr val="5879BD">
              <a:alpha val="30000"/>
            </a:srgbClr>
          </a:solidFill>
          <a:ln w="0">
            <a:noFill/>
            <a:prstDash val="solid"/>
          </a:ln>
        </p:spPr>
      </p:sp>
      <p:sp>
        <p:nvSpPr>
          <p:cNvPr id="1627" name="02_predicted_pose_4926">
            <a:extLst>
              <a:ext uri="{FF2B5EF4-FFF2-40B4-BE49-F238E27FC236}">
                <a16:creationId xmlns:a16="http://schemas.microsoft.com/office/drawing/2014/main" id="{25D25813-2898-4924-A431-B598491D274A}"/>
              </a:ext>
            </a:extLst>
          </p:cNvPr>
          <p:cNvSpPr>
            <a:spLocks noGrp="1"/>
          </p:cNvSpPr>
          <p:nvPr/>
        </p:nvSpPr>
        <p:spPr>
          <a:xfrm>
            <a:off x="4413346" y="5829004"/>
            <a:ext cx="28398" cy="28398"/>
          </a:xfrm>
          <a:prstGeom prst="ellipse">
            <a:avLst/>
          </a:prstGeom>
          <a:solidFill>
            <a:srgbClr val="5879BD">
              <a:alpha val="30000"/>
            </a:srgbClr>
          </a:solidFill>
          <a:ln w="0">
            <a:noFill/>
            <a:prstDash val="solid"/>
          </a:ln>
        </p:spPr>
      </p:sp>
      <p:sp>
        <p:nvSpPr>
          <p:cNvPr id="1628" name="02_predicted_pose_4927">
            <a:extLst>
              <a:ext uri="{FF2B5EF4-FFF2-40B4-BE49-F238E27FC236}">
                <a16:creationId xmlns:a16="http://schemas.microsoft.com/office/drawing/2014/main" id="{A3D9B0CE-DE84-4CB6-B3C0-A52ADFC4D05A}"/>
              </a:ext>
            </a:extLst>
          </p:cNvPr>
          <p:cNvSpPr>
            <a:spLocks noGrp="1"/>
          </p:cNvSpPr>
          <p:nvPr/>
        </p:nvSpPr>
        <p:spPr>
          <a:xfrm>
            <a:off x="4454690" y="5839455"/>
            <a:ext cx="28398" cy="28398"/>
          </a:xfrm>
          <a:prstGeom prst="ellipse">
            <a:avLst/>
          </a:prstGeom>
          <a:solidFill>
            <a:srgbClr val="5879BD">
              <a:alpha val="30000"/>
            </a:srgbClr>
          </a:solidFill>
          <a:ln w="0">
            <a:noFill/>
            <a:prstDash val="solid"/>
          </a:ln>
        </p:spPr>
      </p:sp>
      <p:sp>
        <p:nvSpPr>
          <p:cNvPr id="1629" name="02_predicted_pose_4928">
            <a:extLst>
              <a:ext uri="{FF2B5EF4-FFF2-40B4-BE49-F238E27FC236}">
                <a16:creationId xmlns:a16="http://schemas.microsoft.com/office/drawing/2014/main" id="{FB901249-E856-4EC3-A370-34B53FEC2E9B}"/>
              </a:ext>
            </a:extLst>
          </p:cNvPr>
          <p:cNvSpPr>
            <a:spLocks noGrp="1"/>
          </p:cNvSpPr>
          <p:nvPr/>
        </p:nvSpPr>
        <p:spPr>
          <a:xfrm>
            <a:off x="4629022" y="5867391"/>
            <a:ext cx="28398" cy="28398"/>
          </a:xfrm>
          <a:prstGeom prst="ellipse">
            <a:avLst/>
          </a:prstGeom>
          <a:solidFill>
            <a:srgbClr val="5879BD">
              <a:alpha val="30000"/>
            </a:srgbClr>
          </a:solidFill>
          <a:ln w="0">
            <a:noFill/>
            <a:prstDash val="solid"/>
          </a:ln>
        </p:spPr>
      </p:sp>
      <p:sp>
        <p:nvSpPr>
          <p:cNvPr id="1630" name="02_predicted_pose_4929">
            <a:extLst>
              <a:ext uri="{FF2B5EF4-FFF2-40B4-BE49-F238E27FC236}">
                <a16:creationId xmlns:a16="http://schemas.microsoft.com/office/drawing/2014/main" id="{82FDEAAC-456A-4806-826A-21219D9112E8}"/>
              </a:ext>
            </a:extLst>
          </p:cNvPr>
          <p:cNvSpPr>
            <a:spLocks noGrp="1"/>
          </p:cNvSpPr>
          <p:nvPr/>
        </p:nvSpPr>
        <p:spPr>
          <a:xfrm>
            <a:off x="4326869" y="5773362"/>
            <a:ext cx="28398" cy="28398"/>
          </a:xfrm>
          <a:prstGeom prst="ellipse">
            <a:avLst/>
          </a:prstGeom>
          <a:solidFill>
            <a:srgbClr val="5879BD">
              <a:alpha val="30000"/>
            </a:srgbClr>
          </a:solidFill>
          <a:ln w="0">
            <a:noFill/>
            <a:prstDash val="solid"/>
          </a:ln>
        </p:spPr>
      </p:sp>
      <p:sp>
        <p:nvSpPr>
          <p:cNvPr id="1631" name="02_predicted_pose_4930">
            <a:extLst>
              <a:ext uri="{FF2B5EF4-FFF2-40B4-BE49-F238E27FC236}">
                <a16:creationId xmlns:a16="http://schemas.microsoft.com/office/drawing/2014/main" id="{C0A34434-C9C2-4996-99E4-1B83A696C1D0}"/>
              </a:ext>
            </a:extLst>
          </p:cNvPr>
          <p:cNvSpPr>
            <a:spLocks noGrp="1"/>
          </p:cNvSpPr>
          <p:nvPr/>
        </p:nvSpPr>
        <p:spPr>
          <a:xfrm>
            <a:off x="4536688" y="5698720"/>
            <a:ext cx="28398" cy="28398"/>
          </a:xfrm>
          <a:prstGeom prst="ellipse">
            <a:avLst/>
          </a:prstGeom>
          <a:solidFill>
            <a:srgbClr val="5879BD">
              <a:alpha val="30000"/>
            </a:srgbClr>
          </a:solidFill>
          <a:ln w="0">
            <a:noFill/>
            <a:prstDash val="solid"/>
          </a:ln>
        </p:spPr>
      </p:sp>
      <p:sp>
        <p:nvSpPr>
          <p:cNvPr id="1632" name="02_predicted_pose_4931">
            <a:extLst>
              <a:ext uri="{FF2B5EF4-FFF2-40B4-BE49-F238E27FC236}">
                <a16:creationId xmlns:a16="http://schemas.microsoft.com/office/drawing/2014/main" id="{7A11A828-6E86-460A-A91F-98AFD03019C3}"/>
              </a:ext>
            </a:extLst>
          </p:cNvPr>
          <p:cNvSpPr>
            <a:spLocks noGrp="1"/>
          </p:cNvSpPr>
          <p:nvPr/>
        </p:nvSpPr>
        <p:spPr>
          <a:xfrm>
            <a:off x="4629712" y="5435797"/>
            <a:ext cx="28398" cy="28398"/>
          </a:xfrm>
          <a:prstGeom prst="ellipse">
            <a:avLst/>
          </a:prstGeom>
          <a:solidFill>
            <a:srgbClr val="5879BD">
              <a:alpha val="30000"/>
            </a:srgbClr>
          </a:solidFill>
          <a:ln w="0">
            <a:noFill/>
            <a:prstDash val="solid"/>
          </a:ln>
        </p:spPr>
      </p:sp>
      <p:sp>
        <p:nvSpPr>
          <p:cNvPr id="1633" name="02_predicted_pose_4932">
            <a:extLst>
              <a:ext uri="{FF2B5EF4-FFF2-40B4-BE49-F238E27FC236}">
                <a16:creationId xmlns:a16="http://schemas.microsoft.com/office/drawing/2014/main" id="{FABA26C2-2170-4F4B-A99F-FE06A8C492F5}"/>
              </a:ext>
            </a:extLst>
          </p:cNvPr>
          <p:cNvSpPr>
            <a:spLocks noGrp="1"/>
          </p:cNvSpPr>
          <p:nvPr/>
        </p:nvSpPr>
        <p:spPr>
          <a:xfrm>
            <a:off x="4460547" y="5297315"/>
            <a:ext cx="28398" cy="28398"/>
          </a:xfrm>
          <a:prstGeom prst="ellipse">
            <a:avLst/>
          </a:prstGeom>
          <a:solidFill>
            <a:srgbClr val="5879BD">
              <a:alpha val="30000"/>
            </a:srgbClr>
          </a:solidFill>
          <a:ln w="0">
            <a:noFill/>
            <a:prstDash val="solid"/>
          </a:ln>
        </p:spPr>
      </p:sp>
      <p:sp>
        <p:nvSpPr>
          <p:cNvPr id="1634" name="02_predicted_pose_4933">
            <a:extLst>
              <a:ext uri="{FF2B5EF4-FFF2-40B4-BE49-F238E27FC236}">
                <a16:creationId xmlns:a16="http://schemas.microsoft.com/office/drawing/2014/main" id="{2A18E4C5-2006-496D-8625-8E950EBCF35C}"/>
              </a:ext>
            </a:extLst>
          </p:cNvPr>
          <p:cNvSpPr>
            <a:spLocks noGrp="1"/>
          </p:cNvSpPr>
          <p:nvPr/>
        </p:nvSpPr>
        <p:spPr>
          <a:xfrm>
            <a:off x="4474328" y="5649757"/>
            <a:ext cx="28398" cy="28398"/>
          </a:xfrm>
          <a:prstGeom prst="ellipse">
            <a:avLst/>
          </a:prstGeom>
          <a:solidFill>
            <a:srgbClr val="5879BD">
              <a:alpha val="30000"/>
            </a:srgbClr>
          </a:solidFill>
          <a:ln w="0">
            <a:noFill/>
            <a:prstDash val="solid"/>
          </a:ln>
        </p:spPr>
      </p:sp>
      <p:sp>
        <p:nvSpPr>
          <p:cNvPr id="1635" name="02_predicted_pose_4934">
            <a:extLst>
              <a:ext uri="{FF2B5EF4-FFF2-40B4-BE49-F238E27FC236}">
                <a16:creationId xmlns:a16="http://schemas.microsoft.com/office/drawing/2014/main" id="{FA2883AB-97AC-427E-8D7C-DF56EDA6477E}"/>
              </a:ext>
            </a:extLst>
          </p:cNvPr>
          <p:cNvSpPr>
            <a:spLocks noGrp="1"/>
          </p:cNvSpPr>
          <p:nvPr/>
        </p:nvSpPr>
        <p:spPr>
          <a:xfrm>
            <a:off x="4396120" y="5783920"/>
            <a:ext cx="28398" cy="28398"/>
          </a:xfrm>
          <a:prstGeom prst="ellipse">
            <a:avLst/>
          </a:prstGeom>
          <a:solidFill>
            <a:srgbClr val="5879BD">
              <a:alpha val="30000"/>
            </a:srgbClr>
          </a:solidFill>
          <a:ln w="0">
            <a:noFill/>
            <a:prstDash val="solid"/>
          </a:ln>
        </p:spPr>
      </p:sp>
      <p:sp>
        <p:nvSpPr>
          <p:cNvPr id="1636" name="02_predicted_pose_4935">
            <a:extLst>
              <a:ext uri="{FF2B5EF4-FFF2-40B4-BE49-F238E27FC236}">
                <a16:creationId xmlns:a16="http://schemas.microsoft.com/office/drawing/2014/main" id="{ED9D6AD5-E456-4B45-A45E-8D845E517CA2}"/>
              </a:ext>
            </a:extLst>
          </p:cNvPr>
          <p:cNvSpPr>
            <a:spLocks noGrp="1"/>
          </p:cNvSpPr>
          <p:nvPr/>
        </p:nvSpPr>
        <p:spPr>
          <a:xfrm>
            <a:off x="4409901" y="5732307"/>
            <a:ext cx="28398" cy="28398"/>
          </a:xfrm>
          <a:prstGeom prst="ellipse">
            <a:avLst/>
          </a:prstGeom>
          <a:solidFill>
            <a:srgbClr val="5879BD">
              <a:alpha val="30000"/>
            </a:srgbClr>
          </a:solidFill>
          <a:ln w="0">
            <a:noFill/>
            <a:prstDash val="solid"/>
          </a:ln>
        </p:spPr>
      </p:sp>
      <p:sp>
        <p:nvSpPr>
          <p:cNvPr id="1637" name="02_predicted_pose_4936">
            <a:extLst>
              <a:ext uri="{FF2B5EF4-FFF2-40B4-BE49-F238E27FC236}">
                <a16:creationId xmlns:a16="http://schemas.microsoft.com/office/drawing/2014/main" id="{7DA04B8A-9DA9-44B2-8BC1-278F057A81F9}"/>
              </a:ext>
            </a:extLst>
          </p:cNvPr>
          <p:cNvSpPr>
            <a:spLocks noGrp="1"/>
          </p:cNvSpPr>
          <p:nvPr/>
        </p:nvSpPr>
        <p:spPr>
          <a:xfrm>
            <a:off x="4423682" y="5693446"/>
            <a:ext cx="28398" cy="28398"/>
          </a:xfrm>
          <a:prstGeom prst="ellipse">
            <a:avLst/>
          </a:prstGeom>
          <a:solidFill>
            <a:srgbClr val="5879BD">
              <a:alpha val="30000"/>
            </a:srgbClr>
          </a:solidFill>
          <a:ln w="0">
            <a:noFill/>
            <a:prstDash val="solid"/>
          </a:ln>
        </p:spPr>
      </p:sp>
      <p:sp>
        <p:nvSpPr>
          <p:cNvPr id="1638" name="02_predicted_pose_4937">
            <a:extLst>
              <a:ext uri="{FF2B5EF4-FFF2-40B4-BE49-F238E27FC236}">
                <a16:creationId xmlns:a16="http://schemas.microsoft.com/office/drawing/2014/main" id="{DF3CE125-1CFC-4731-87C7-E10078CEC42F}"/>
              </a:ext>
            </a:extLst>
          </p:cNvPr>
          <p:cNvSpPr>
            <a:spLocks noGrp="1"/>
          </p:cNvSpPr>
          <p:nvPr/>
        </p:nvSpPr>
        <p:spPr>
          <a:xfrm>
            <a:off x="4437463" y="5708155"/>
            <a:ext cx="28398" cy="28398"/>
          </a:xfrm>
          <a:prstGeom prst="ellipse">
            <a:avLst/>
          </a:prstGeom>
          <a:solidFill>
            <a:srgbClr val="5879BD">
              <a:alpha val="30000"/>
            </a:srgbClr>
          </a:solidFill>
          <a:ln w="0">
            <a:noFill/>
            <a:prstDash val="solid"/>
          </a:ln>
        </p:spPr>
      </p:sp>
      <p:sp>
        <p:nvSpPr>
          <p:cNvPr id="1639" name="02_predicted_pose_4938">
            <a:extLst>
              <a:ext uri="{FF2B5EF4-FFF2-40B4-BE49-F238E27FC236}">
                <a16:creationId xmlns:a16="http://schemas.microsoft.com/office/drawing/2014/main" id="{0E3CFCB4-1FC0-4FE6-9FC5-544A0FA0962C}"/>
              </a:ext>
            </a:extLst>
          </p:cNvPr>
          <p:cNvSpPr>
            <a:spLocks noGrp="1"/>
          </p:cNvSpPr>
          <p:nvPr/>
        </p:nvSpPr>
        <p:spPr>
          <a:xfrm>
            <a:off x="4451245" y="5865736"/>
            <a:ext cx="28398" cy="28398"/>
          </a:xfrm>
          <a:prstGeom prst="ellipse">
            <a:avLst/>
          </a:prstGeom>
          <a:solidFill>
            <a:srgbClr val="5879BD">
              <a:alpha val="30000"/>
            </a:srgbClr>
          </a:solidFill>
          <a:ln w="0">
            <a:noFill/>
            <a:prstDash val="solid"/>
          </a:ln>
        </p:spPr>
      </p:sp>
      <p:sp>
        <p:nvSpPr>
          <p:cNvPr id="1640" name="02_predicted_pose_4939">
            <a:extLst>
              <a:ext uri="{FF2B5EF4-FFF2-40B4-BE49-F238E27FC236}">
                <a16:creationId xmlns:a16="http://schemas.microsoft.com/office/drawing/2014/main" id="{60F5A1B3-6450-4F88-9E88-50D3A3873E5E}"/>
              </a:ext>
            </a:extLst>
          </p:cNvPr>
          <p:cNvSpPr>
            <a:spLocks noGrp="1"/>
          </p:cNvSpPr>
          <p:nvPr/>
        </p:nvSpPr>
        <p:spPr>
          <a:xfrm>
            <a:off x="4465026" y="5633980"/>
            <a:ext cx="28398" cy="28398"/>
          </a:xfrm>
          <a:prstGeom prst="ellipse">
            <a:avLst/>
          </a:prstGeom>
          <a:solidFill>
            <a:srgbClr val="5879BD">
              <a:alpha val="30000"/>
            </a:srgbClr>
          </a:solidFill>
          <a:ln w="0">
            <a:noFill/>
            <a:prstDash val="solid"/>
          </a:ln>
        </p:spPr>
      </p:sp>
      <p:sp>
        <p:nvSpPr>
          <p:cNvPr id="1641" name="02_predicted_pose_4940">
            <a:extLst>
              <a:ext uri="{FF2B5EF4-FFF2-40B4-BE49-F238E27FC236}">
                <a16:creationId xmlns:a16="http://schemas.microsoft.com/office/drawing/2014/main" id="{0F534FFE-341E-4D54-BD0B-8304BB88DF7B}"/>
              </a:ext>
            </a:extLst>
          </p:cNvPr>
          <p:cNvSpPr>
            <a:spLocks noGrp="1"/>
          </p:cNvSpPr>
          <p:nvPr/>
        </p:nvSpPr>
        <p:spPr>
          <a:xfrm>
            <a:off x="4478807" y="5775711"/>
            <a:ext cx="28398" cy="28398"/>
          </a:xfrm>
          <a:prstGeom prst="ellipse">
            <a:avLst/>
          </a:prstGeom>
          <a:solidFill>
            <a:srgbClr val="5879BD">
              <a:alpha val="30000"/>
            </a:srgbClr>
          </a:solidFill>
          <a:ln w="0">
            <a:noFill/>
            <a:prstDash val="solid"/>
          </a:ln>
        </p:spPr>
      </p:sp>
      <p:sp>
        <p:nvSpPr>
          <p:cNvPr id="1642" name="02_predicted_pose_4941">
            <a:extLst>
              <a:ext uri="{FF2B5EF4-FFF2-40B4-BE49-F238E27FC236}">
                <a16:creationId xmlns:a16="http://schemas.microsoft.com/office/drawing/2014/main" id="{C875C4DD-1C5B-4FCB-A695-90DC48C8A966}"/>
              </a:ext>
            </a:extLst>
          </p:cNvPr>
          <p:cNvSpPr>
            <a:spLocks noGrp="1"/>
          </p:cNvSpPr>
          <p:nvPr/>
        </p:nvSpPr>
        <p:spPr>
          <a:xfrm>
            <a:off x="4492588" y="5629271"/>
            <a:ext cx="28398" cy="28398"/>
          </a:xfrm>
          <a:prstGeom prst="ellipse">
            <a:avLst/>
          </a:prstGeom>
          <a:solidFill>
            <a:srgbClr val="5879BD">
              <a:alpha val="30000"/>
            </a:srgbClr>
          </a:solidFill>
          <a:ln w="0">
            <a:noFill/>
            <a:prstDash val="solid"/>
          </a:ln>
        </p:spPr>
      </p:sp>
      <p:sp>
        <p:nvSpPr>
          <p:cNvPr id="1643" name="02_predicted_pose_4942">
            <a:extLst>
              <a:ext uri="{FF2B5EF4-FFF2-40B4-BE49-F238E27FC236}">
                <a16:creationId xmlns:a16="http://schemas.microsoft.com/office/drawing/2014/main" id="{6E2BF348-8418-4181-A1F5-D0D49B26ADED}"/>
              </a:ext>
            </a:extLst>
          </p:cNvPr>
          <p:cNvSpPr>
            <a:spLocks noGrp="1"/>
          </p:cNvSpPr>
          <p:nvPr/>
        </p:nvSpPr>
        <p:spPr>
          <a:xfrm>
            <a:off x="4506370" y="5635049"/>
            <a:ext cx="28398" cy="28398"/>
          </a:xfrm>
          <a:prstGeom prst="ellipse">
            <a:avLst/>
          </a:prstGeom>
          <a:solidFill>
            <a:srgbClr val="5879BD">
              <a:alpha val="30000"/>
            </a:srgbClr>
          </a:solidFill>
          <a:ln w="0">
            <a:noFill/>
            <a:prstDash val="solid"/>
          </a:ln>
        </p:spPr>
      </p:sp>
      <p:sp>
        <p:nvSpPr>
          <p:cNvPr id="1644" name="02_predicted_pose_4943">
            <a:extLst>
              <a:ext uri="{FF2B5EF4-FFF2-40B4-BE49-F238E27FC236}">
                <a16:creationId xmlns:a16="http://schemas.microsoft.com/office/drawing/2014/main" id="{9A4BC586-3409-41AE-9C67-B5D6B4E7C994}"/>
              </a:ext>
            </a:extLst>
          </p:cNvPr>
          <p:cNvSpPr>
            <a:spLocks noGrp="1"/>
          </p:cNvSpPr>
          <p:nvPr/>
        </p:nvSpPr>
        <p:spPr>
          <a:xfrm>
            <a:off x="4520151" y="5785506"/>
            <a:ext cx="28398" cy="28398"/>
          </a:xfrm>
          <a:prstGeom prst="ellipse">
            <a:avLst/>
          </a:prstGeom>
          <a:solidFill>
            <a:srgbClr val="5879BD">
              <a:alpha val="30000"/>
            </a:srgbClr>
          </a:solidFill>
          <a:ln w="0">
            <a:noFill/>
            <a:prstDash val="solid"/>
          </a:ln>
        </p:spPr>
      </p:sp>
      <p:sp>
        <p:nvSpPr>
          <p:cNvPr id="1645" name="02_predicted_pose_4944">
            <a:extLst>
              <a:ext uri="{FF2B5EF4-FFF2-40B4-BE49-F238E27FC236}">
                <a16:creationId xmlns:a16="http://schemas.microsoft.com/office/drawing/2014/main" id="{0907C3D0-7608-4428-A114-F6D81C90A76A}"/>
              </a:ext>
            </a:extLst>
          </p:cNvPr>
          <p:cNvSpPr>
            <a:spLocks noGrp="1"/>
          </p:cNvSpPr>
          <p:nvPr/>
        </p:nvSpPr>
        <p:spPr>
          <a:xfrm>
            <a:off x="4409556" y="5752229"/>
            <a:ext cx="28398" cy="28398"/>
          </a:xfrm>
          <a:prstGeom prst="ellipse">
            <a:avLst/>
          </a:prstGeom>
          <a:solidFill>
            <a:srgbClr val="5879BD">
              <a:alpha val="30000"/>
            </a:srgbClr>
          </a:solidFill>
          <a:ln w="0">
            <a:noFill/>
            <a:prstDash val="solid"/>
          </a:ln>
        </p:spPr>
      </p:sp>
      <p:sp>
        <p:nvSpPr>
          <p:cNvPr id="1646" name="02_predicted_pose_4945">
            <a:extLst>
              <a:ext uri="{FF2B5EF4-FFF2-40B4-BE49-F238E27FC236}">
                <a16:creationId xmlns:a16="http://schemas.microsoft.com/office/drawing/2014/main" id="{81FD289B-2BDB-4814-892B-5A2DD1D19FBD}"/>
              </a:ext>
            </a:extLst>
          </p:cNvPr>
          <p:cNvSpPr>
            <a:spLocks noGrp="1"/>
          </p:cNvSpPr>
          <p:nvPr/>
        </p:nvSpPr>
        <p:spPr>
          <a:xfrm>
            <a:off x="4600771" y="6218419"/>
            <a:ext cx="28398" cy="28398"/>
          </a:xfrm>
          <a:prstGeom prst="ellipse">
            <a:avLst/>
          </a:prstGeom>
          <a:solidFill>
            <a:srgbClr val="5879BD">
              <a:alpha val="30000"/>
            </a:srgbClr>
          </a:solidFill>
          <a:ln w="0">
            <a:noFill/>
            <a:prstDash val="solid"/>
          </a:ln>
        </p:spPr>
      </p:sp>
      <p:sp>
        <p:nvSpPr>
          <p:cNvPr id="1647" name="02_predicted_pose_4946">
            <a:extLst>
              <a:ext uri="{FF2B5EF4-FFF2-40B4-BE49-F238E27FC236}">
                <a16:creationId xmlns:a16="http://schemas.microsoft.com/office/drawing/2014/main" id="{83683988-A46F-4D36-A7F3-CEE5C370AD38}"/>
              </a:ext>
            </a:extLst>
          </p:cNvPr>
          <p:cNvSpPr>
            <a:spLocks noGrp="1"/>
          </p:cNvSpPr>
          <p:nvPr/>
        </p:nvSpPr>
        <p:spPr>
          <a:xfrm>
            <a:off x="4471916" y="6117898"/>
            <a:ext cx="28398" cy="28398"/>
          </a:xfrm>
          <a:prstGeom prst="ellipse">
            <a:avLst/>
          </a:prstGeom>
          <a:solidFill>
            <a:srgbClr val="5879BD">
              <a:alpha val="30000"/>
            </a:srgbClr>
          </a:solidFill>
          <a:ln w="0">
            <a:noFill/>
            <a:prstDash val="solid"/>
          </a:ln>
        </p:spPr>
      </p:sp>
      <p:sp>
        <p:nvSpPr>
          <p:cNvPr id="1648" name="02_predicted_pose_4947">
            <a:extLst>
              <a:ext uri="{FF2B5EF4-FFF2-40B4-BE49-F238E27FC236}">
                <a16:creationId xmlns:a16="http://schemas.microsoft.com/office/drawing/2014/main" id="{0C40074F-BB5A-4C4E-B19A-B4D242376139}"/>
              </a:ext>
            </a:extLst>
          </p:cNvPr>
          <p:cNvSpPr>
            <a:spLocks noGrp="1"/>
          </p:cNvSpPr>
          <p:nvPr/>
        </p:nvSpPr>
        <p:spPr>
          <a:xfrm>
            <a:off x="4364078" y="6160657"/>
            <a:ext cx="28398" cy="28398"/>
          </a:xfrm>
          <a:prstGeom prst="ellipse">
            <a:avLst/>
          </a:prstGeom>
          <a:solidFill>
            <a:srgbClr val="5879BD">
              <a:alpha val="30000"/>
            </a:srgbClr>
          </a:solidFill>
          <a:ln w="0">
            <a:noFill/>
            <a:prstDash val="solid"/>
          </a:ln>
        </p:spPr>
      </p:sp>
      <p:sp>
        <p:nvSpPr>
          <p:cNvPr id="1649" name="02_predicted_pose_4948">
            <a:extLst>
              <a:ext uri="{FF2B5EF4-FFF2-40B4-BE49-F238E27FC236}">
                <a16:creationId xmlns:a16="http://schemas.microsoft.com/office/drawing/2014/main" id="{28F2D447-8B5F-459C-88E3-92B358C6A04B}"/>
              </a:ext>
            </a:extLst>
          </p:cNvPr>
          <p:cNvSpPr>
            <a:spLocks noGrp="1"/>
          </p:cNvSpPr>
          <p:nvPr/>
        </p:nvSpPr>
        <p:spPr>
          <a:xfrm>
            <a:off x="4485698" y="6161083"/>
            <a:ext cx="28398" cy="28398"/>
          </a:xfrm>
          <a:prstGeom prst="ellipse">
            <a:avLst/>
          </a:prstGeom>
          <a:solidFill>
            <a:srgbClr val="5879BD">
              <a:alpha val="30000"/>
            </a:srgbClr>
          </a:solidFill>
          <a:ln w="0">
            <a:noFill/>
            <a:prstDash val="solid"/>
          </a:ln>
        </p:spPr>
      </p:sp>
      <p:sp>
        <p:nvSpPr>
          <p:cNvPr id="1650" name="02_predicted_pose_4949">
            <a:extLst>
              <a:ext uri="{FF2B5EF4-FFF2-40B4-BE49-F238E27FC236}">
                <a16:creationId xmlns:a16="http://schemas.microsoft.com/office/drawing/2014/main" id="{29935CF3-7937-4239-81C0-2DF85785B566}"/>
              </a:ext>
            </a:extLst>
          </p:cNvPr>
          <p:cNvSpPr>
            <a:spLocks noGrp="1"/>
          </p:cNvSpPr>
          <p:nvPr/>
        </p:nvSpPr>
        <p:spPr>
          <a:xfrm>
            <a:off x="4592847" y="5892643"/>
            <a:ext cx="28398" cy="28398"/>
          </a:xfrm>
          <a:prstGeom prst="ellipse">
            <a:avLst/>
          </a:prstGeom>
          <a:solidFill>
            <a:srgbClr val="5879BD">
              <a:alpha val="30000"/>
            </a:srgbClr>
          </a:solidFill>
          <a:ln w="0">
            <a:noFill/>
            <a:prstDash val="solid"/>
          </a:ln>
        </p:spPr>
      </p:sp>
      <p:sp>
        <p:nvSpPr>
          <p:cNvPr id="1651" name="02_predicted_pose_4950">
            <a:extLst>
              <a:ext uri="{FF2B5EF4-FFF2-40B4-BE49-F238E27FC236}">
                <a16:creationId xmlns:a16="http://schemas.microsoft.com/office/drawing/2014/main" id="{9D43102B-1EEF-4959-96CD-8436B97DD317}"/>
              </a:ext>
            </a:extLst>
          </p:cNvPr>
          <p:cNvSpPr>
            <a:spLocks noGrp="1"/>
          </p:cNvSpPr>
          <p:nvPr/>
        </p:nvSpPr>
        <p:spPr>
          <a:xfrm>
            <a:off x="4647972" y="5898697"/>
            <a:ext cx="28398" cy="28398"/>
          </a:xfrm>
          <a:prstGeom prst="ellipse">
            <a:avLst/>
          </a:prstGeom>
          <a:solidFill>
            <a:srgbClr val="5879BD">
              <a:alpha val="30000"/>
            </a:srgbClr>
          </a:solidFill>
          <a:ln w="0">
            <a:noFill/>
            <a:prstDash val="solid"/>
          </a:ln>
        </p:spPr>
      </p:sp>
      <p:sp>
        <p:nvSpPr>
          <p:cNvPr id="1652" name="02_predicted_pose_4951">
            <a:extLst>
              <a:ext uri="{FF2B5EF4-FFF2-40B4-BE49-F238E27FC236}">
                <a16:creationId xmlns:a16="http://schemas.microsoft.com/office/drawing/2014/main" id="{BD64EB0C-445A-4E9B-B935-EB8E637391FA}"/>
              </a:ext>
            </a:extLst>
          </p:cNvPr>
          <p:cNvSpPr>
            <a:spLocks noGrp="1"/>
          </p:cNvSpPr>
          <p:nvPr/>
        </p:nvSpPr>
        <p:spPr>
          <a:xfrm>
            <a:off x="4441253" y="5680147"/>
            <a:ext cx="28398" cy="28398"/>
          </a:xfrm>
          <a:prstGeom prst="ellipse">
            <a:avLst/>
          </a:prstGeom>
          <a:solidFill>
            <a:srgbClr val="5879BD">
              <a:alpha val="30000"/>
            </a:srgbClr>
          </a:solidFill>
          <a:ln w="0">
            <a:noFill/>
            <a:prstDash val="solid"/>
          </a:ln>
        </p:spPr>
      </p:sp>
      <p:sp>
        <p:nvSpPr>
          <p:cNvPr id="1653" name="02_predicted_pose_4952">
            <a:extLst>
              <a:ext uri="{FF2B5EF4-FFF2-40B4-BE49-F238E27FC236}">
                <a16:creationId xmlns:a16="http://schemas.microsoft.com/office/drawing/2014/main" id="{B1696EBF-5FC5-4D0D-BB31-E1A33140B933}"/>
              </a:ext>
            </a:extLst>
          </p:cNvPr>
          <p:cNvSpPr>
            <a:spLocks noGrp="1"/>
          </p:cNvSpPr>
          <p:nvPr/>
        </p:nvSpPr>
        <p:spPr>
          <a:xfrm>
            <a:off x="4468816" y="5681590"/>
            <a:ext cx="28398" cy="28398"/>
          </a:xfrm>
          <a:prstGeom prst="ellipse">
            <a:avLst/>
          </a:prstGeom>
          <a:solidFill>
            <a:srgbClr val="5879BD">
              <a:alpha val="30000"/>
            </a:srgbClr>
          </a:solidFill>
          <a:ln w="0">
            <a:noFill/>
            <a:prstDash val="solid"/>
          </a:ln>
        </p:spPr>
      </p:sp>
      <p:sp>
        <p:nvSpPr>
          <p:cNvPr id="1654" name="02_predicted_pose_4953">
            <a:extLst>
              <a:ext uri="{FF2B5EF4-FFF2-40B4-BE49-F238E27FC236}">
                <a16:creationId xmlns:a16="http://schemas.microsoft.com/office/drawing/2014/main" id="{66924556-ADD4-4BBF-A1E3-A51C9E0BC7A3}"/>
              </a:ext>
            </a:extLst>
          </p:cNvPr>
          <p:cNvSpPr>
            <a:spLocks noGrp="1"/>
          </p:cNvSpPr>
          <p:nvPr/>
        </p:nvSpPr>
        <p:spPr>
          <a:xfrm>
            <a:off x="4510159" y="5682473"/>
            <a:ext cx="28398" cy="28398"/>
          </a:xfrm>
          <a:prstGeom prst="ellipse">
            <a:avLst/>
          </a:prstGeom>
          <a:solidFill>
            <a:srgbClr val="5879BD">
              <a:alpha val="30000"/>
            </a:srgbClr>
          </a:solidFill>
          <a:ln w="0">
            <a:noFill/>
            <a:prstDash val="solid"/>
          </a:ln>
        </p:spPr>
      </p:sp>
      <p:sp>
        <p:nvSpPr>
          <p:cNvPr id="1655" name="02_predicted_pose_4954">
            <a:extLst>
              <a:ext uri="{FF2B5EF4-FFF2-40B4-BE49-F238E27FC236}">
                <a16:creationId xmlns:a16="http://schemas.microsoft.com/office/drawing/2014/main" id="{61739C79-D1B2-44FD-9E5A-663DB4A3A854}"/>
              </a:ext>
            </a:extLst>
          </p:cNvPr>
          <p:cNvSpPr>
            <a:spLocks noGrp="1"/>
          </p:cNvSpPr>
          <p:nvPr/>
        </p:nvSpPr>
        <p:spPr>
          <a:xfrm>
            <a:off x="4537722" y="5674889"/>
            <a:ext cx="28398" cy="28398"/>
          </a:xfrm>
          <a:prstGeom prst="ellipse">
            <a:avLst/>
          </a:prstGeom>
          <a:solidFill>
            <a:srgbClr val="5879BD">
              <a:alpha val="30000"/>
            </a:srgbClr>
          </a:solidFill>
          <a:ln w="0">
            <a:noFill/>
            <a:prstDash val="solid"/>
          </a:ln>
        </p:spPr>
      </p:sp>
      <p:sp>
        <p:nvSpPr>
          <p:cNvPr id="1656" name="02_predicted_pose_4955">
            <a:extLst>
              <a:ext uri="{FF2B5EF4-FFF2-40B4-BE49-F238E27FC236}">
                <a16:creationId xmlns:a16="http://schemas.microsoft.com/office/drawing/2014/main" id="{3C15267C-98B2-4E17-AB07-0C0255C372AD}"/>
              </a:ext>
            </a:extLst>
          </p:cNvPr>
          <p:cNvSpPr>
            <a:spLocks noGrp="1"/>
          </p:cNvSpPr>
          <p:nvPr/>
        </p:nvSpPr>
        <p:spPr>
          <a:xfrm>
            <a:off x="4551503" y="5685031"/>
            <a:ext cx="28398" cy="28398"/>
          </a:xfrm>
          <a:prstGeom prst="ellipse">
            <a:avLst/>
          </a:prstGeom>
          <a:solidFill>
            <a:srgbClr val="5879BD">
              <a:alpha val="30000"/>
            </a:srgbClr>
          </a:solidFill>
          <a:ln w="0">
            <a:noFill/>
            <a:prstDash val="solid"/>
          </a:ln>
        </p:spPr>
      </p:sp>
      <p:sp>
        <p:nvSpPr>
          <p:cNvPr id="1657" name="02_predicted_pose_4956">
            <a:extLst>
              <a:ext uri="{FF2B5EF4-FFF2-40B4-BE49-F238E27FC236}">
                <a16:creationId xmlns:a16="http://schemas.microsoft.com/office/drawing/2014/main" id="{C5323AD7-4748-4EB7-813D-F8F4B197AA78}"/>
              </a:ext>
            </a:extLst>
          </p:cNvPr>
          <p:cNvSpPr>
            <a:spLocks noGrp="1"/>
          </p:cNvSpPr>
          <p:nvPr/>
        </p:nvSpPr>
        <p:spPr>
          <a:xfrm>
            <a:off x="4454690" y="5674650"/>
            <a:ext cx="28398" cy="28398"/>
          </a:xfrm>
          <a:prstGeom prst="ellipse">
            <a:avLst/>
          </a:prstGeom>
          <a:solidFill>
            <a:srgbClr val="5879BD">
              <a:alpha val="30000"/>
            </a:srgbClr>
          </a:solidFill>
          <a:ln w="0">
            <a:noFill/>
            <a:prstDash val="solid"/>
          </a:ln>
        </p:spPr>
      </p:sp>
      <p:sp>
        <p:nvSpPr>
          <p:cNvPr id="1658" name="02_predicted_pose_4957">
            <a:extLst>
              <a:ext uri="{FF2B5EF4-FFF2-40B4-BE49-F238E27FC236}">
                <a16:creationId xmlns:a16="http://schemas.microsoft.com/office/drawing/2014/main" id="{569EB6D4-EFBC-4012-9B17-00562A047874}"/>
              </a:ext>
            </a:extLst>
          </p:cNvPr>
          <p:cNvSpPr>
            <a:spLocks noGrp="1"/>
          </p:cNvSpPr>
          <p:nvPr/>
        </p:nvSpPr>
        <p:spPr>
          <a:xfrm>
            <a:off x="4557360" y="5931556"/>
            <a:ext cx="28398" cy="28398"/>
          </a:xfrm>
          <a:prstGeom prst="ellipse">
            <a:avLst/>
          </a:prstGeom>
          <a:solidFill>
            <a:srgbClr val="5879BD">
              <a:alpha val="30000"/>
            </a:srgbClr>
          </a:solidFill>
          <a:ln w="0">
            <a:noFill/>
            <a:prstDash val="solid"/>
          </a:ln>
        </p:spPr>
      </p:sp>
      <p:sp>
        <p:nvSpPr>
          <p:cNvPr id="1659" name="02_predicted_pose_4958">
            <a:extLst>
              <a:ext uri="{FF2B5EF4-FFF2-40B4-BE49-F238E27FC236}">
                <a16:creationId xmlns:a16="http://schemas.microsoft.com/office/drawing/2014/main" id="{E4BE64D2-2A26-4806-9BF3-9753C4496B44}"/>
              </a:ext>
            </a:extLst>
          </p:cNvPr>
          <p:cNvSpPr>
            <a:spLocks noGrp="1"/>
          </p:cNvSpPr>
          <p:nvPr/>
        </p:nvSpPr>
        <p:spPr>
          <a:xfrm>
            <a:off x="4584923" y="5866203"/>
            <a:ext cx="28398" cy="28398"/>
          </a:xfrm>
          <a:prstGeom prst="ellipse">
            <a:avLst/>
          </a:prstGeom>
          <a:solidFill>
            <a:srgbClr val="5879BD">
              <a:alpha val="30000"/>
            </a:srgbClr>
          </a:solidFill>
          <a:ln w="0">
            <a:noFill/>
            <a:prstDash val="solid"/>
          </a:ln>
        </p:spPr>
      </p:sp>
      <p:sp>
        <p:nvSpPr>
          <p:cNvPr id="1660" name="02_predicted_pose_4959">
            <a:extLst>
              <a:ext uri="{FF2B5EF4-FFF2-40B4-BE49-F238E27FC236}">
                <a16:creationId xmlns:a16="http://schemas.microsoft.com/office/drawing/2014/main" id="{784B4DD2-0410-4100-8929-D0F1AEF699CB}"/>
              </a:ext>
            </a:extLst>
          </p:cNvPr>
          <p:cNvSpPr>
            <a:spLocks noGrp="1"/>
          </p:cNvSpPr>
          <p:nvPr/>
        </p:nvSpPr>
        <p:spPr>
          <a:xfrm>
            <a:off x="4612485" y="5524764"/>
            <a:ext cx="28398" cy="28398"/>
          </a:xfrm>
          <a:prstGeom prst="ellipse">
            <a:avLst/>
          </a:prstGeom>
          <a:solidFill>
            <a:srgbClr val="5879BD">
              <a:alpha val="30000"/>
            </a:srgbClr>
          </a:solidFill>
          <a:ln w="0">
            <a:noFill/>
            <a:prstDash val="solid"/>
          </a:ln>
        </p:spPr>
      </p:sp>
      <p:sp>
        <p:nvSpPr>
          <p:cNvPr id="1661" name="02_predicted_pose_4960">
            <a:extLst>
              <a:ext uri="{FF2B5EF4-FFF2-40B4-BE49-F238E27FC236}">
                <a16:creationId xmlns:a16="http://schemas.microsoft.com/office/drawing/2014/main" id="{AF9D6A18-C898-4685-B197-E6E53B320EEA}"/>
              </a:ext>
            </a:extLst>
          </p:cNvPr>
          <p:cNvSpPr>
            <a:spLocks noGrp="1"/>
          </p:cNvSpPr>
          <p:nvPr/>
        </p:nvSpPr>
        <p:spPr>
          <a:xfrm>
            <a:off x="4640047" y="5964328"/>
            <a:ext cx="28398" cy="28398"/>
          </a:xfrm>
          <a:prstGeom prst="ellipse">
            <a:avLst/>
          </a:prstGeom>
          <a:solidFill>
            <a:srgbClr val="5879BD">
              <a:alpha val="30000"/>
            </a:srgbClr>
          </a:solidFill>
          <a:ln w="0">
            <a:noFill/>
            <a:prstDash val="solid"/>
          </a:ln>
        </p:spPr>
      </p:sp>
      <p:sp>
        <p:nvSpPr>
          <p:cNvPr id="1662" name="02_predicted_pose_4961">
            <a:extLst>
              <a:ext uri="{FF2B5EF4-FFF2-40B4-BE49-F238E27FC236}">
                <a16:creationId xmlns:a16="http://schemas.microsoft.com/office/drawing/2014/main" id="{11A7DB32-1E69-43ED-B050-43E5682E9323}"/>
              </a:ext>
            </a:extLst>
          </p:cNvPr>
          <p:cNvSpPr>
            <a:spLocks noGrp="1"/>
          </p:cNvSpPr>
          <p:nvPr/>
        </p:nvSpPr>
        <p:spPr>
          <a:xfrm>
            <a:off x="4409212" y="6020377"/>
            <a:ext cx="28398" cy="28398"/>
          </a:xfrm>
          <a:prstGeom prst="ellipse">
            <a:avLst/>
          </a:prstGeom>
          <a:solidFill>
            <a:srgbClr val="5879BD">
              <a:alpha val="30000"/>
            </a:srgbClr>
          </a:solidFill>
          <a:ln w="0">
            <a:noFill/>
            <a:prstDash val="solid"/>
          </a:ln>
        </p:spPr>
      </p:sp>
      <p:sp>
        <p:nvSpPr>
          <p:cNvPr id="1663" name="02_predicted_pose_4962">
            <a:extLst>
              <a:ext uri="{FF2B5EF4-FFF2-40B4-BE49-F238E27FC236}">
                <a16:creationId xmlns:a16="http://schemas.microsoft.com/office/drawing/2014/main" id="{D8EEF0C5-28C5-49D9-AECC-9C7474357B82}"/>
              </a:ext>
            </a:extLst>
          </p:cNvPr>
          <p:cNvSpPr>
            <a:spLocks noGrp="1"/>
          </p:cNvSpPr>
          <p:nvPr/>
        </p:nvSpPr>
        <p:spPr>
          <a:xfrm>
            <a:off x="4422993" y="6077583"/>
            <a:ext cx="28398" cy="28398"/>
          </a:xfrm>
          <a:prstGeom prst="ellipse">
            <a:avLst/>
          </a:prstGeom>
          <a:solidFill>
            <a:srgbClr val="5879BD">
              <a:alpha val="30000"/>
            </a:srgbClr>
          </a:solidFill>
          <a:ln w="0">
            <a:noFill/>
            <a:prstDash val="solid"/>
          </a:ln>
        </p:spPr>
      </p:sp>
      <p:sp>
        <p:nvSpPr>
          <p:cNvPr id="1664" name="02_predicted_pose_4963">
            <a:extLst>
              <a:ext uri="{FF2B5EF4-FFF2-40B4-BE49-F238E27FC236}">
                <a16:creationId xmlns:a16="http://schemas.microsoft.com/office/drawing/2014/main" id="{480B3328-DCBD-402E-A414-654952A2079C}"/>
              </a:ext>
            </a:extLst>
          </p:cNvPr>
          <p:cNvSpPr>
            <a:spLocks noGrp="1"/>
          </p:cNvSpPr>
          <p:nvPr/>
        </p:nvSpPr>
        <p:spPr>
          <a:xfrm>
            <a:off x="4450556" y="6010079"/>
            <a:ext cx="28398" cy="28398"/>
          </a:xfrm>
          <a:prstGeom prst="ellipse">
            <a:avLst/>
          </a:prstGeom>
          <a:solidFill>
            <a:srgbClr val="5879BD">
              <a:alpha val="30000"/>
            </a:srgbClr>
          </a:solidFill>
          <a:ln w="0">
            <a:noFill/>
            <a:prstDash val="solid"/>
          </a:ln>
        </p:spPr>
      </p:sp>
      <p:sp>
        <p:nvSpPr>
          <p:cNvPr id="1665" name="02_predicted_pose_4964">
            <a:extLst>
              <a:ext uri="{FF2B5EF4-FFF2-40B4-BE49-F238E27FC236}">
                <a16:creationId xmlns:a16="http://schemas.microsoft.com/office/drawing/2014/main" id="{57233FED-0E02-400C-8EA9-DB0EE6FC25D6}"/>
              </a:ext>
            </a:extLst>
          </p:cNvPr>
          <p:cNvSpPr>
            <a:spLocks noGrp="1"/>
          </p:cNvSpPr>
          <p:nvPr/>
        </p:nvSpPr>
        <p:spPr>
          <a:xfrm>
            <a:off x="4478118" y="6057489"/>
            <a:ext cx="28398" cy="28398"/>
          </a:xfrm>
          <a:prstGeom prst="ellipse">
            <a:avLst/>
          </a:prstGeom>
          <a:solidFill>
            <a:srgbClr val="5879BD">
              <a:alpha val="30000"/>
            </a:srgbClr>
          </a:solidFill>
          <a:ln w="0">
            <a:noFill/>
            <a:prstDash val="solid"/>
          </a:ln>
        </p:spPr>
      </p:sp>
      <p:sp>
        <p:nvSpPr>
          <p:cNvPr id="1666" name="02_predicted_pose_4965">
            <a:extLst>
              <a:ext uri="{FF2B5EF4-FFF2-40B4-BE49-F238E27FC236}">
                <a16:creationId xmlns:a16="http://schemas.microsoft.com/office/drawing/2014/main" id="{BAA5B480-8596-4C01-9564-64CCACDF9792}"/>
              </a:ext>
            </a:extLst>
          </p:cNvPr>
          <p:cNvSpPr>
            <a:spLocks noGrp="1"/>
          </p:cNvSpPr>
          <p:nvPr/>
        </p:nvSpPr>
        <p:spPr>
          <a:xfrm>
            <a:off x="4505680" y="6013673"/>
            <a:ext cx="28398" cy="28398"/>
          </a:xfrm>
          <a:prstGeom prst="ellipse">
            <a:avLst/>
          </a:prstGeom>
          <a:solidFill>
            <a:srgbClr val="5879BD">
              <a:alpha val="30000"/>
            </a:srgbClr>
          </a:solidFill>
          <a:ln w="0">
            <a:noFill/>
            <a:prstDash val="solid"/>
          </a:ln>
        </p:spPr>
      </p:sp>
      <p:sp>
        <p:nvSpPr>
          <p:cNvPr id="1667" name="02_predicted_pose_4966">
            <a:extLst>
              <a:ext uri="{FF2B5EF4-FFF2-40B4-BE49-F238E27FC236}">
                <a16:creationId xmlns:a16="http://schemas.microsoft.com/office/drawing/2014/main" id="{7D510D1F-6F35-4352-B94F-D99A86B8BB28}"/>
              </a:ext>
            </a:extLst>
          </p:cNvPr>
          <p:cNvSpPr>
            <a:spLocks noGrp="1"/>
          </p:cNvSpPr>
          <p:nvPr/>
        </p:nvSpPr>
        <p:spPr>
          <a:xfrm>
            <a:off x="4530487" y="5352444"/>
            <a:ext cx="28398" cy="28398"/>
          </a:xfrm>
          <a:prstGeom prst="ellipse">
            <a:avLst/>
          </a:prstGeom>
          <a:solidFill>
            <a:srgbClr val="5879BD">
              <a:alpha val="30000"/>
            </a:srgbClr>
          </a:solidFill>
          <a:ln w="0">
            <a:noFill/>
            <a:prstDash val="solid"/>
          </a:ln>
        </p:spPr>
      </p:sp>
      <p:sp>
        <p:nvSpPr>
          <p:cNvPr id="1668" name="02_predicted_pose_4967">
            <a:extLst>
              <a:ext uri="{FF2B5EF4-FFF2-40B4-BE49-F238E27FC236}">
                <a16:creationId xmlns:a16="http://schemas.microsoft.com/office/drawing/2014/main" id="{B01945C7-3B67-420E-812C-014817052EC5}"/>
              </a:ext>
            </a:extLst>
          </p:cNvPr>
          <p:cNvSpPr>
            <a:spLocks noGrp="1"/>
          </p:cNvSpPr>
          <p:nvPr/>
        </p:nvSpPr>
        <p:spPr>
          <a:xfrm>
            <a:off x="4544268" y="5309724"/>
            <a:ext cx="28398" cy="28398"/>
          </a:xfrm>
          <a:prstGeom prst="ellipse">
            <a:avLst/>
          </a:prstGeom>
          <a:solidFill>
            <a:srgbClr val="5879BD">
              <a:alpha val="30000"/>
            </a:srgbClr>
          </a:solidFill>
          <a:ln w="0">
            <a:noFill/>
            <a:prstDash val="solid"/>
          </a:ln>
        </p:spPr>
      </p:sp>
      <p:sp>
        <p:nvSpPr>
          <p:cNvPr id="1669" name="02_predicted_pose_4968">
            <a:extLst>
              <a:ext uri="{FF2B5EF4-FFF2-40B4-BE49-F238E27FC236}">
                <a16:creationId xmlns:a16="http://schemas.microsoft.com/office/drawing/2014/main" id="{5EC0BC75-CCB0-431C-9F75-F79C03EFC883}"/>
              </a:ext>
            </a:extLst>
          </p:cNvPr>
          <p:cNvSpPr>
            <a:spLocks noGrp="1"/>
          </p:cNvSpPr>
          <p:nvPr/>
        </p:nvSpPr>
        <p:spPr>
          <a:xfrm>
            <a:off x="4475362" y="5925296"/>
            <a:ext cx="28398" cy="28398"/>
          </a:xfrm>
          <a:prstGeom prst="ellipse">
            <a:avLst/>
          </a:prstGeom>
          <a:solidFill>
            <a:srgbClr val="5879BD">
              <a:alpha val="30000"/>
            </a:srgbClr>
          </a:solidFill>
          <a:ln w="0">
            <a:noFill/>
            <a:prstDash val="solid"/>
          </a:ln>
        </p:spPr>
      </p:sp>
      <p:sp>
        <p:nvSpPr>
          <p:cNvPr id="1670" name="02_predicted_pose_4969">
            <a:extLst>
              <a:ext uri="{FF2B5EF4-FFF2-40B4-BE49-F238E27FC236}">
                <a16:creationId xmlns:a16="http://schemas.microsoft.com/office/drawing/2014/main" id="{04EDE26C-37C9-416E-978A-9C200BF5F6F4}"/>
              </a:ext>
            </a:extLst>
          </p:cNvPr>
          <p:cNvSpPr>
            <a:spLocks noGrp="1"/>
          </p:cNvSpPr>
          <p:nvPr/>
        </p:nvSpPr>
        <p:spPr>
          <a:xfrm>
            <a:off x="4422649" y="5965285"/>
            <a:ext cx="28398" cy="28398"/>
          </a:xfrm>
          <a:prstGeom prst="ellipse">
            <a:avLst/>
          </a:prstGeom>
          <a:solidFill>
            <a:srgbClr val="5879BD">
              <a:alpha val="30000"/>
            </a:srgbClr>
          </a:solidFill>
          <a:ln w="0">
            <a:noFill/>
            <a:prstDash val="solid"/>
          </a:ln>
        </p:spPr>
      </p:sp>
      <p:sp>
        <p:nvSpPr>
          <p:cNvPr id="1671" name="02_predicted_pose_4970">
            <a:extLst>
              <a:ext uri="{FF2B5EF4-FFF2-40B4-BE49-F238E27FC236}">
                <a16:creationId xmlns:a16="http://schemas.microsoft.com/office/drawing/2014/main" id="{E22588C5-70C3-4CE5-85EE-7EDA63FCEA5C}"/>
              </a:ext>
            </a:extLst>
          </p:cNvPr>
          <p:cNvSpPr>
            <a:spLocks noGrp="1"/>
          </p:cNvSpPr>
          <p:nvPr/>
        </p:nvSpPr>
        <p:spPr>
          <a:xfrm>
            <a:off x="4339272" y="5972734"/>
            <a:ext cx="28398" cy="28398"/>
          </a:xfrm>
          <a:prstGeom prst="ellipse">
            <a:avLst/>
          </a:prstGeom>
          <a:solidFill>
            <a:srgbClr val="5879BD">
              <a:alpha val="30000"/>
            </a:srgbClr>
          </a:solidFill>
          <a:ln w="0">
            <a:noFill/>
            <a:prstDash val="solid"/>
          </a:ln>
        </p:spPr>
      </p:sp>
      <p:sp>
        <p:nvSpPr>
          <p:cNvPr id="1672" name="02_predicted_pose_4971">
            <a:extLst>
              <a:ext uri="{FF2B5EF4-FFF2-40B4-BE49-F238E27FC236}">
                <a16:creationId xmlns:a16="http://schemas.microsoft.com/office/drawing/2014/main" id="{ED89F219-665C-4D7D-9529-ECE5E9E1EAA9}"/>
              </a:ext>
            </a:extLst>
          </p:cNvPr>
          <p:cNvSpPr>
            <a:spLocks noGrp="1"/>
          </p:cNvSpPr>
          <p:nvPr/>
        </p:nvSpPr>
        <p:spPr>
          <a:xfrm>
            <a:off x="4583200" y="5716986"/>
            <a:ext cx="28398" cy="28398"/>
          </a:xfrm>
          <a:prstGeom prst="ellipse">
            <a:avLst/>
          </a:prstGeom>
          <a:solidFill>
            <a:srgbClr val="5879BD">
              <a:alpha val="30000"/>
            </a:srgbClr>
          </a:solidFill>
          <a:ln w="0">
            <a:noFill/>
            <a:prstDash val="solid"/>
          </a:ln>
        </p:spPr>
      </p:sp>
      <p:sp>
        <p:nvSpPr>
          <p:cNvPr id="1673" name="02_predicted_pose_4972">
            <a:extLst>
              <a:ext uri="{FF2B5EF4-FFF2-40B4-BE49-F238E27FC236}">
                <a16:creationId xmlns:a16="http://schemas.microsoft.com/office/drawing/2014/main" id="{6D21F066-EA3D-47A8-A097-02F5815A6053}"/>
              </a:ext>
            </a:extLst>
          </p:cNvPr>
          <p:cNvSpPr>
            <a:spLocks noGrp="1"/>
          </p:cNvSpPr>
          <p:nvPr/>
        </p:nvSpPr>
        <p:spPr>
          <a:xfrm>
            <a:off x="4540134" y="5091819"/>
            <a:ext cx="28398" cy="28398"/>
          </a:xfrm>
          <a:prstGeom prst="ellipse">
            <a:avLst/>
          </a:prstGeom>
          <a:solidFill>
            <a:srgbClr val="5879BD">
              <a:alpha val="30000"/>
            </a:srgbClr>
          </a:solidFill>
          <a:ln w="0">
            <a:noFill/>
            <a:prstDash val="solid"/>
          </a:ln>
        </p:spPr>
      </p:sp>
      <p:sp>
        <p:nvSpPr>
          <p:cNvPr id="1674" name="02_predicted_pose_4973">
            <a:extLst>
              <a:ext uri="{FF2B5EF4-FFF2-40B4-BE49-F238E27FC236}">
                <a16:creationId xmlns:a16="http://schemas.microsoft.com/office/drawing/2014/main" id="{1B700B0A-CFFF-42BE-AF41-BC5AC2B414BD}"/>
              </a:ext>
            </a:extLst>
          </p:cNvPr>
          <p:cNvSpPr>
            <a:spLocks noGrp="1"/>
          </p:cNvSpPr>
          <p:nvPr/>
        </p:nvSpPr>
        <p:spPr>
          <a:xfrm>
            <a:off x="4553915" y="5014318"/>
            <a:ext cx="28398" cy="28398"/>
          </a:xfrm>
          <a:prstGeom prst="ellipse">
            <a:avLst/>
          </a:prstGeom>
          <a:solidFill>
            <a:srgbClr val="5879BD">
              <a:alpha val="30000"/>
            </a:srgbClr>
          </a:solidFill>
          <a:ln w="0">
            <a:noFill/>
            <a:prstDash val="solid"/>
          </a:ln>
        </p:spPr>
      </p:sp>
      <p:sp>
        <p:nvSpPr>
          <p:cNvPr id="1675" name="02_predicted_pose_4974">
            <a:extLst>
              <a:ext uri="{FF2B5EF4-FFF2-40B4-BE49-F238E27FC236}">
                <a16:creationId xmlns:a16="http://schemas.microsoft.com/office/drawing/2014/main" id="{4C740A64-5E71-47BE-B199-F2E9CECB6150}"/>
              </a:ext>
            </a:extLst>
          </p:cNvPr>
          <p:cNvSpPr>
            <a:spLocks noGrp="1"/>
          </p:cNvSpPr>
          <p:nvPr/>
        </p:nvSpPr>
        <p:spPr>
          <a:xfrm>
            <a:off x="4359944" y="5848594"/>
            <a:ext cx="28398" cy="28398"/>
          </a:xfrm>
          <a:prstGeom prst="ellipse">
            <a:avLst/>
          </a:prstGeom>
          <a:solidFill>
            <a:srgbClr val="5879BD">
              <a:alpha val="30000"/>
            </a:srgbClr>
          </a:solidFill>
          <a:ln w="0">
            <a:noFill/>
            <a:prstDash val="solid"/>
          </a:ln>
        </p:spPr>
      </p:sp>
      <p:sp>
        <p:nvSpPr>
          <p:cNvPr id="1676" name="02_predicted_pose_4975">
            <a:extLst>
              <a:ext uri="{FF2B5EF4-FFF2-40B4-BE49-F238E27FC236}">
                <a16:creationId xmlns:a16="http://schemas.microsoft.com/office/drawing/2014/main" id="{8FA245EF-C231-4576-8371-024572E3BDC7}"/>
              </a:ext>
            </a:extLst>
          </p:cNvPr>
          <p:cNvSpPr>
            <a:spLocks noGrp="1"/>
          </p:cNvSpPr>
          <p:nvPr/>
        </p:nvSpPr>
        <p:spPr>
          <a:xfrm>
            <a:off x="4540478" y="5821443"/>
            <a:ext cx="28398" cy="28398"/>
          </a:xfrm>
          <a:prstGeom prst="ellipse">
            <a:avLst/>
          </a:prstGeom>
          <a:solidFill>
            <a:srgbClr val="5879BD">
              <a:alpha val="30000"/>
            </a:srgbClr>
          </a:solidFill>
          <a:ln w="0">
            <a:noFill/>
            <a:prstDash val="solid"/>
          </a:ln>
        </p:spPr>
      </p:sp>
      <p:sp>
        <p:nvSpPr>
          <p:cNvPr id="1677" name="02_predicted_pose_4976">
            <a:extLst>
              <a:ext uri="{FF2B5EF4-FFF2-40B4-BE49-F238E27FC236}">
                <a16:creationId xmlns:a16="http://schemas.microsoft.com/office/drawing/2014/main" id="{B325EB71-E2AF-4FE8-B7E2-6FD17BBE6B76}"/>
              </a:ext>
            </a:extLst>
          </p:cNvPr>
          <p:cNvSpPr>
            <a:spLocks noGrp="1"/>
          </p:cNvSpPr>
          <p:nvPr/>
        </p:nvSpPr>
        <p:spPr>
          <a:xfrm>
            <a:off x="4554259" y="5803404"/>
            <a:ext cx="28398" cy="28398"/>
          </a:xfrm>
          <a:prstGeom prst="ellipse">
            <a:avLst/>
          </a:prstGeom>
          <a:solidFill>
            <a:srgbClr val="5879BD">
              <a:alpha val="30000"/>
            </a:srgbClr>
          </a:solidFill>
          <a:ln w="0">
            <a:noFill/>
            <a:prstDash val="solid"/>
          </a:ln>
        </p:spPr>
      </p:sp>
      <p:sp>
        <p:nvSpPr>
          <p:cNvPr id="1678" name="02_predicted_pose_4977">
            <a:extLst>
              <a:ext uri="{FF2B5EF4-FFF2-40B4-BE49-F238E27FC236}">
                <a16:creationId xmlns:a16="http://schemas.microsoft.com/office/drawing/2014/main" id="{02ADDCED-6F8D-4D2F-B77C-A9A829C00FB0}"/>
              </a:ext>
            </a:extLst>
          </p:cNvPr>
          <p:cNvSpPr>
            <a:spLocks noGrp="1"/>
          </p:cNvSpPr>
          <p:nvPr/>
        </p:nvSpPr>
        <p:spPr>
          <a:xfrm>
            <a:off x="4568041" y="5863728"/>
            <a:ext cx="28398" cy="28398"/>
          </a:xfrm>
          <a:prstGeom prst="ellipse">
            <a:avLst/>
          </a:prstGeom>
          <a:solidFill>
            <a:srgbClr val="5879BD">
              <a:alpha val="30000"/>
            </a:srgbClr>
          </a:solidFill>
          <a:ln w="0">
            <a:noFill/>
            <a:prstDash val="solid"/>
          </a:ln>
        </p:spPr>
      </p:sp>
      <p:sp>
        <p:nvSpPr>
          <p:cNvPr id="1679" name="02_predicted_pose_4978">
            <a:extLst>
              <a:ext uri="{FF2B5EF4-FFF2-40B4-BE49-F238E27FC236}">
                <a16:creationId xmlns:a16="http://schemas.microsoft.com/office/drawing/2014/main" id="{6C0F56E9-3329-4FA4-88A5-BE9243B798BF}"/>
              </a:ext>
            </a:extLst>
          </p:cNvPr>
          <p:cNvSpPr>
            <a:spLocks noGrp="1"/>
          </p:cNvSpPr>
          <p:nvPr/>
        </p:nvSpPr>
        <p:spPr>
          <a:xfrm>
            <a:off x="4581822" y="5541251"/>
            <a:ext cx="28398" cy="28398"/>
          </a:xfrm>
          <a:prstGeom prst="ellipse">
            <a:avLst/>
          </a:prstGeom>
          <a:solidFill>
            <a:srgbClr val="5879BD">
              <a:alpha val="30000"/>
            </a:srgbClr>
          </a:solidFill>
          <a:ln w="0">
            <a:noFill/>
            <a:prstDash val="solid"/>
          </a:ln>
        </p:spPr>
      </p:sp>
      <p:sp>
        <p:nvSpPr>
          <p:cNvPr id="1680" name="02_predicted_pose_4979">
            <a:extLst>
              <a:ext uri="{FF2B5EF4-FFF2-40B4-BE49-F238E27FC236}">
                <a16:creationId xmlns:a16="http://schemas.microsoft.com/office/drawing/2014/main" id="{1E161661-6701-4245-8730-B7280B74232A}"/>
              </a:ext>
            </a:extLst>
          </p:cNvPr>
          <p:cNvSpPr>
            <a:spLocks noGrp="1"/>
          </p:cNvSpPr>
          <p:nvPr/>
        </p:nvSpPr>
        <p:spPr>
          <a:xfrm>
            <a:off x="4595603" y="5854802"/>
            <a:ext cx="28398" cy="28398"/>
          </a:xfrm>
          <a:prstGeom prst="ellipse">
            <a:avLst/>
          </a:prstGeom>
          <a:solidFill>
            <a:srgbClr val="5879BD">
              <a:alpha val="30000"/>
            </a:srgbClr>
          </a:solidFill>
          <a:ln w="0">
            <a:noFill/>
            <a:prstDash val="solid"/>
          </a:ln>
        </p:spPr>
      </p:sp>
      <p:sp>
        <p:nvSpPr>
          <p:cNvPr id="1681" name="02_predicted_pose_4980">
            <a:extLst>
              <a:ext uri="{FF2B5EF4-FFF2-40B4-BE49-F238E27FC236}">
                <a16:creationId xmlns:a16="http://schemas.microsoft.com/office/drawing/2014/main" id="{3FAC37B1-46CE-4293-824C-3878A91C6416}"/>
              </a:ext>
            </a:extLst>
          </p:cNvPr>
          <p:cNvSpPr>
            <a:spLocks noGrp="1"/>
          </p:cNvSpPr>
          <p:nvPr/>
        </p:nvSpPr>
        <p:spPr>
          <a:xfrm>
            <a:off x="4422304" y="5736836"/>
            <a:ext cx="28398" cy="28398"/>
          </a:xfrm>
          <a:prstGeom prst="ellipse">
            <a:avLst/>
          </a:prstGeom>
          <a:solidFill>
            <a:srgbClr val="5879BD">
              <a:alpha val="30000"/>
            </a:srgbClr>
          </a:solidFill>
          <a:ln w="0">
            <a:noFill/>
            <a:prstDash val="solid"/>
          </a:ln>
        </p:spPr>
      </p:sp>
      <p:sp>
        <p:nvSpPr>
          <p:cNvPr id="1682" name="02_predicted_pose_4981">
            <a:extLst>
              <a:ext uri="{FF2B5EF4-FFF2-40B4-BE49-F238E27FC236}">
                <a16:creationId xmlns:a16="http://schemas.microsoft.com/office/drawing/2014/main" id="{C9F161B9-CC89-4F74-BA78-623AC99A0FFB}"/>
              </a:ext>
            </a:extLst>
          </p:cNvPr>
          <p:cNvSpPr>
            <a:spLocks noGrp="1"/>
          </p:cNvSpPr>
          <p:nvPr/>
        </p:nvSpPr>
        <p:spPr>
          <a:xfrm>
            <a:off x="4505680" y="5989377"/>
            <a:ext cx="28398" cy="28398"/>
          </a:xfrm>
          <a:prstGeom prst="ellipse">
            <a:avLst/>
          </a:prstGeom>
          <a:solidFill>
            <a:srgbClr val="5879BD">
              <a:alpha val="30000"/>
            </a:srgbClr>
          </a:solidFill>
          <a:ln w="0">
            <a:noFill/>
            <a:prstDash val="solid"/>
          </a:ln>
        </p:spPr>
      </p:sp>
      <p:sp>
        <p:nvSpPr>
          <p:cNvPr id="1683" name="02_predicted_pose_4982">
            <a:extLst>
              <a:ext uri="{FF2B5EF4-FFF2-40B4-BE49-F238E27FC236}">
                <a16:creationId xmlns:a16="http://schemas.microsoft.com/office/drawing/2014/main" id="{826E35C8-D644-40DC-8843-265795F6436C}"/>
              </a:ext>
            </a:extLst>
          </p:cNvPr>
          <p:cNvSpPr>
            <a:spLocks noGrp="1"/>
          </p:cNvSpPr>
          <p:nvPr/>
        </p:nvSpPr>
        <p:spPr>
          <a:xfrm>
            <a:off x="4533243" y="6028135"/>
            <a:ext cx="28398" cy="28398"/>
          </a:xfrm>
          <a:prstGeom prst="ellipse">
            <a:avLst/>
          </a:prstGeom>
          <a:solidFill>
            <a:srgbClr val="5879BD">
              <a:alpha val="30000"/>
            </a:srgbClr>
          </a:solidFill>
          <a:ln w="0">
            <a:noFill/>
            <a:prstDash val="solid"/>
          </a:ln>
        </p:spPr>
      </p:sp>
      <p:sp>
        <p:nvSpPr>
          <p:cNvPr id="1684" name="02_predicted_pose_4983">
            <a:extLst>
              <a:ext uri="{FF2B5EF4-FFF2-40B4-BE49-F238E27FC236}">
                <a16:creationId xmlns:a16="http://schemas.microsoft.com/office/drawing/2014/main" id="{29F7644D-9F22-464B-9139-B6871FEDD5CF}"/>
              </a:ext>
            </a:extLst>
          </p:cNvPr>
          <p:cNvSpPr>
            <a:spLocks noGrp="1"/>
          </p:cNvSpPr>
          <p:nvPr/>
        </p:nvSpPr>
        <p:spPr>
          <a:xfrm>
            <a:off x="4560805" y="6013502"/>
            <a:ext cx="28398" cy="28398"/>
          </a:xfrm>
          <a:prstGeom prst="ellipse">
            <a:avLst/>
          </a:prstGeom>
          <a:solidFill>
            <a:srgbClr val="5879BD">
              <a:alpha val="30000"/>
            </a:srgbClr>
          </a:solidFill>
          <a:ln w="0">
            <a:noFill/>
            <a:prstDash val="solid"/>
          </a:ln>
        </p:spPr>
      </p:sp>
      <p:sp>
        <p:nvSpPr>
          <p:cNvPr id="1685" name="02_predicted_pose_4984">
            <a:extLst>
              <a:ext uri="{FF2B5EF4-FFF2-40B4-BE49-F238E27FC236}">
                <a16:creationId xmlns:a16="http://schemas.microsoft.com/office/drawing/2014/main" id="{0DA37856-3C76-43F4-880E-2C7ABA9B01B9}"/>
              </a:ext>
            </a:extLst>
          </p:cNvPr>
          <p:cNvSpPr>
            <a:spLocks noGrp="1"/>
          </p:cNvSpPr>
          <p:nvPr/>
        </p:nvSpPr>
        <p:spPr>
          <a:xfrm>
            <a:off x="4588368" y="5978358"/>
            <a:ext cx="28398" cy="28398"/>
          </a:xfrm>
          <a:prstGeom prst="ellipse">
            <a:avLst/>
          </a:prstGeom>
          <a:solidFill>
            <a:srgbClr val="5879BD">
              <a:alpha val="30000"/>
            </a:srgbClr>
          </a:solidFill>
          <a:ln w="0">
            <a:noFill/>
            <a:prstDash val="solid"/>
          </a:ln>
        </p:spPr>
      </p:sp>
      <p:sp>
        <p:nvSpPr>
          <p:cNvPr id="1686" name="02_predicted_pose_4985">
            <a:extLst>
              <a:ext uri="{FF2B5EF4-FFF2-40B4-BE49-F238E27FC236}">
                <a16:creationId xmlns:a16="http://schemas.microsoft.com/office/drawing/2014/main" id="{36C2310D-4B42-4A0D-A55A-EF319FD1E98B}"/>
              </a:ext>
            </a:extLst>
          </p:cNvPr>
          <p:cNvSpPr>
            <a:spLocks noGrp="1"/>
          </p:cNvSpPr>
          <p:nvPr/>
        </p:nvSpPr>
        <p:spPr>
          <a:xfrm>
            <a:off x="4668299" y="5977719"/>
            <a:ext cx="28398" cy="28398"/>
          </a:xfrm>
          <a:prstGeom prst="ellipse">
            <a:avLst/>
          </a:prstGeom>
          <a:solidFill>
            <a:srgbClr val="5879BD">
              <a:alpha val="30000"/>
            </a:srgbClr>
          </a:solidFill>
          <a:ln w="0">
            <a:noFill/>
            <a:prstDash val="solid"/>
          </a:ln>
        </p:spPr>
      </p:sp>
      <p:sp>
        <p:nvSpPr>
          <p:cNvPr id="1687" name="02_predicted_pose_4986">
            <a:extLst>
              <a:ext uri="{FF2B5EF4-FFF2-40B4-BE49-F238E27FC236}">
                <a16:creationId xmlns:a16="http://schemas.microsoft.com/office/drawing/2014/main" id="{74E82B8F-2221-4668-B594-512F2327B181}"/>
              </a:ext>
            </a:extLst>
          </p:cNvPr>
          <p:cNvSpPr>
            <a:spLocks noGrp="1"/>
          </p:cNvSpPr>
          <p:nvPr/>
        </p:nvSpPr>
        <p:spPr>
          <a:xfrm>
            <a:off x="4352364" y="5927074"/>
            <a:ext cx="28398" cy="28398"/>
          </a:xfrm>
          <a:prstGeom prst="ellipse">
            <a:avLst/>
          </a:prstGeom>
          <a:solidFill>
            <a:srgbClr val="5879BD">
              <a:alpha val="30000"/>
            </a:srgbClr>
          </a:solidFill>
          <a:ln w="0">
            <a:noFill/>
            <a:prstDash val="solid"/>
          </a:ln>
        </p:spPr>
      </p:sp>
      <p:sp>
        <p:nvSpPr>
          <p:cNvPr id="1688" name="02_predicted_pose_4987">
            <a:extLst>
              <a:ext uri="{FF2B5EF4-FFF2-40B4-BE49-F238E27FC236}">
                <a16:creationId xmlns:a16="http://schemas.microsoft.com/office/drawing/2014/main" id="{705009FA-DAEB-484F-82AD-149771827174}"/>
              </a:ext>
            </a:extLst>
          </p:cNvPr>
          <p:cNvSpPr>
            <a:spLocks noGrp="1"/>
          </p:cNvSpPr>
          <p:nvPr/>
        </p:nvSpPr>
        <p:spPr>
          <a:xfrm>
            <a:off x="4379927" y="5922170"/>
            <a:ext cx="28398" cy="28398"/>
          </a:xfrm>
          <a:prstGeom prst="ellipse">
            <a:avLst/>
          </a:prstGeom>
          <a:solidFill>
            <a:srgbClr val="5879BD">
              <a:alpha val="30000"/>
            </a:srgbClr>
          </a:solidFill>
          <a:ln w="0">
            <a:noFill/>
            <a:prstDash val="solid"/>
          </a:ln>
        </p:spPr>
      </p:sp>
      <p:sp>
        <p:nvSpPr>
          <p:cNvPr id="1689" name="02_predicted_pose_4988">
            <a:extLst>
              <a:ext uri="{FF2B5EF4-FFF2-40B4-BE49-F238E27FC236}">
                <a16:creationId xmlns:a16="http://schemas.microsoft.com/office/drawing/2014/main" id="{698FC11A-C6F4-47C8-9546-9FC7D4A39398}"/>
              </a:ext>
            </a:extLst>
          </p:cNvPr>
          <p:cNvSpPr>
            <a:spLocks noGrp="1"/>
          </p:cNvSpPr>
          <p:nvPr/>
        </p:nvSpPr>
        <p:spPr>
          <a:xfrm>
            <a:off x="4407489" y="5950853"/>
            <a:ext cx="28398" cy="28398"/>
          </a:xfrm>
          <a:prstGeom prst="ellipse">
            <a:avLst/>
          </a:prstGeom>
          <a:solidFill>
            <a:srgbClr val="5879BD">
              <a:alpha val="30000"/>
            </a:srgbClr>
          </a:solidFill>
          <a:ln w="0">
            <a:noFill/>
            <a:prstDash val="solid"/>
          </a:ln>
        </p:spPr>
      </p:sp>
      <p:sp>
        <p:nvSpPr>
          <p:cNvPr id="1690" name="02_predicted_pose_4989">
            <a:extLst>
              <a:ext uri="{FF2B5EF4-FFF2-40B4-BE49-F238E27FC236}">
                <a16:creationId xmlns:a16="http://schemas.microsoft.com/office/drawing/2014/main" id="{6E157202-0C21-4174-8CFF-5F77D9567673}"/>
              </a:ext>
            </a:extLst>
          </p:cNvPr>
          <p:cNvSpPr>
            <a:spLocks noGrp="1"/>
          </p:cNvSpPr>
          <p:nvPr/>
        </p:nvSpPr>
        <p:spPr>
          <a:xfrm>
            <a:off x="4435052" y="5950086"/>
            <a:ext cx="28398" cy="28398"/>
          </a:xfrm>
          <a:prstGeom prst="ellipse">
            <a:avLst/>
          </a:prstGeom>
          <a:solidFill>
            <a:srgbClr val="5879BD">
              <a:alpha val="30000"/>
            </a:srgbClr>
          </a:solidFill>
          <a:ln w="0">
            <a:noFill/>
            <a:prstDash val="solid"/>
          </a:ln>
        </p:spPr>
      </p:sp>
      <p:sp>
        <p:nvSpPr>
          <p:cNvPr id="1691" name="02_predicted_pose_4990">
            <a:extLst>
              <a:ext uri="{FF2B5EF4-FFF2-40B4-BE49-F238E27FC236}">
                <a16:creationId xmlns:a16="http://schemas.microsoft.com/office/drawing/2014/main" id="{84729588-D993-41A8-8A25-ECEDD613F57C}"/>
              </a:ext>
            </a:extLst>
          </p:cNvPr>
          <p:cNvSpPr>
            <a:spLocks noGrp="1"/>
          </p:cNvSpPr>
          <p:nvPr/>
        </p:nvSpPr>
        <p:spPr>
          <a:xfrm>
            <a:off x="4338238" y="5937575"/>
            <a:ext cx="28398" cy="28398"/>
          </a:xfrm>
          <a:prstGeom prst="ellipse">
            <a:avLst/>
          </a:prstGeom>
          <a:solidFill>
            <a:srgbClr val="5879BD">
              <a:alpha val="30000"/>
            </a:srgbClr>
          </a:solidFill>
          <a:ln w="0">
            <a:noFill/>
            <a:prstDash val="solid"/>
          </a:ln>
        </p:spPr>
      </p:sp>
      <p:sp>
        <p:nvSpPr>
          <p:cNvPr id="1692" name="02_predicted_pose_4991">
            <a:extLst>
              <a:ext uri="{FF2B5EF4-FFF2-40B4-BE49-F238E27FC236}">
                <a16:creationId xmlns:a16="http://schemas.microsoft.com/office/drawing/2014/main" id="{A4567A17-FDFA-4997-B5D8-563CD087EFB7}"/>
              </a:ext>
            </a:extLst>
          </p:cNvPr>
          <p:cNvSpPr>
            <a:spLocks noGrp="1"/>
          </p:cNvSpPr>
          <p:nvPr/>
        </p:nvSpPr>
        <p:spPr>
          <a:xfrm>
            <a:off x="4387851" y="5737226"/>
            <a:ext cx="28398" cy="28398"/>
          </a:xfrm>
          <a:prstGeom prst="ellipse">
            <a:avLst/>
          </a:prstGeom>
          <a:solidFill>
            <a:srgbClr val="5879BD">
              <a:alpha val="30000"/>
            </a:srgbClr>
          </a:solidFill>
          <a:ln w="0">
            <a:noFill/>
            <a:prstDash val="solid"/>
          </a:ln>
        </p:spPr>
      </p:sp>
      <p:sp>
        <p:nvSpPr>
          <p:cNvPr id="1693" name="02_predicted_pose_4992">
            <a:extLst>
              <a:ext uri="{FF2B5EF4-FFF2-40B4-BE49-F238E27FC236}">
                <a16:creationId xmlns:a16="http://schemas.microsoft.com/office/drawing/2014/main" id="{A1C3703A-EE75-4FCA-B9BC-6EBA72968328}"/>
              </a:ext>
            </a:extLst>
          </p:cNvPr>
          <p:cNvSpPr>
            <a:spLocks noGrp="1"/>
          </p:cNvSpPr>
          <p:nvPr/>
        </p:nvSpPr>
        <p:spPr>
          <a:xfrm>
            <a:off x="4529798" y="6157338"/>
            <a:ext cx="28398" cy="28398"/>
          </a:xfrm>
          <a:prstGeom prst="ellipse">
            <a:avLst/>
          </a:prstGeom>
          <a:solidFill>
            <a:srgbClr val="5879BD">
              <a:alpha val="30000"/>
            </a:srgbClr>
          </a:solidFill>
          <a:ln w="0">
            <a:noFill/>
            <a:prstDash val="solid"/>
          </a:ln>
        </p:spPr>
      </p:sp>
      <p:sp>
        <p:nvSpPr>
          <p:cNvPr id="1694" name="02_predicted_pose_4993">
            <a:extLst>
              <a:ext uri="{FF2B5EF4-FFF2-40B4-BE49-F238E27FC236}">
                <a16:creationId xmlns:a16="http://schemas.microsoft.com/office/drawing/2014/main" id="{CDFCB96C-0F31-4267-8DD3-7CE6261F4CE0}"/>
              </a:ext>
            </a:extLst>
          </p:cNvPr>
          <p:cNvSpPr>
            <a:spLocks noGrp="1"/>
          </p:cNvSpPr>
          <p:nvPr/>
        </p:nvSpPr>
        <p:spPr>
          <a:xfrm>
            <a:off x="4557360" y="6107366"/>
            <a:ext cx="28398" cy="28398"/>
          </a:xfrm>
          <a:prstGeom prst="ellipse">
            <a:avLst/>
          </a:prstGeom>
          <a:solidFill>
            <a:srgbClr val="5879BD">
              <a:alpha val="30000"/>
            </a:srgbClr>
          </a:solidFill>
          <a:ln w="0">
            <a:noFill/>
            <a:prstDash val="solid"/>
          </a:ln>
        </p:spPr>
      </p:sp>
      <p:sp>
        <p:nvSpPr>
          <p:cNvPr id="1695" name="02_predicted_pose_4994">
            <a:extLst>
              <a:ext uri="{FF2B5EF4-FFF2-40B4-BE49-F238E27FC236}">
                <a16:creationId xmlns:a16="http://schemas.microsoft.com/office/drawing/2014/main" id="{B609566E-6B9D-400E-9307-E09FE763ECF8}"/>
              </a:ext>
            </a:extLst>
          </p:cNvPr>
          <p:cNvSpPr>
            <a:spLocks noGrp="1"/>
          </p:cNvSpPr>
          <p:nvPr/>
        </p:nvSpPr>
        <p:spPr>
          <a:xfrm>
            <a:off x="4598704" y="6066862"/>
            <a:ext cx="28398" cy="28398"/>
          </a:xfrm>
          <a:prstGeom prst="ellipse">
            <a:avLst/>
          </a:prstGeom>
          <a:solidFill>
            <a:srgbClr val="5879BD">
              <a:alpha val="30000"/>
            </a:srgbClr>
          </a:solidFill>
          <a:ln w="0">
            <a:noFill/>
            <a:prstDash val="solid"/>
          </a:ln>
        </p:spPr>
      </p:sp>
      <p:sp>
        <p:nvSpPr>
          <p:cNvPr id="1696" name="02_predicted_pose_4995">
            <a:extLst>
              <a:ext uri="{FF2B5EF4-FFF2-40B4-BE49-F238E27FC236}">
                <a16:creationId xmlns:a16="http://schemas.microsoft.com/office/drawing/2014/main" id="{9601BA8C-7C7A-4F3D-A6D5-6E24B37B102C}"/>
              </a:ext>
            </a:extLst>
          </p:cNvPr>
          <p:cNvSpPr>
            <a:spLocks noGrp="1"/>
          </p:cNvSpPr>
          <p:nvPr/>
        </p:nvSpPr>
        <p:spPr>
          <a:xfrm>
            <a:off x="4626266" y="6151628"/>
            <a:ext cx="28398" cy="28398"/>
          </a:xfrm>
          <a:prstGeom prst="ellipse">
            <a:avLst/>
          </a:prstGeom>
          <a:solidFill>
            <a:srgbClr val="5879BD">
              <a:alpha val="30000"/>
            </a:srgbClr>
          </a:solidFill>
          <a:ln w="0">
            <a:noFill/>
            <a:prstDash val="solid"/>
          </a:ln>
        </p:spPr>
      </p:sp>
      <p:sp>
        <p:nvSpPr>
          <p:cNvPr id="1697" name="02_predicted_pose_4996">
            <a:extLst>
              <a:ext uri="{FF2B5EF4-FFF2-40B4-BE49-F238E27FC236}">
                <a16:creationId xmlns:a16="http://schemas.microsoft.com/office/drawing/2014/main" id="{9A421D4D-4F50-404F-95DB-D8010388A583}"/>
              </a:ext>
            </a:extLst>
          </p:cNvPr>
          <p:cNvSpPr>
            <a:spLocks noGrp="1"/>
          </p:cNvSpPr>
          <p:nvPr/>
        </p:nvSpPr>
        <p:spPr>
          <a:xfrm>
            <a:off x="4653829" y="6084745"/>
            <a:ext cx="28398" cy="28398"/>
          </a:xfrm>
          <a:prstGeom prst="ellipse">
            <a:avLst/>
          </a:prstGeom>
          <a:solidFill>
            <a:srgbClr val="5879BD">
              <a:alpha val="30000"/>
            </a:srgbClr>
          </a:solidFill>
          <a:ln w="0">
            <a:noFill/>
            <a:prstDash val="solid"/>
          </a:ln>
        </p:spPr>
      </p:sp>
      <p:sp>
        <p:nvSpPr>
          <p:cNvPr id="1698" name="02_predicted_pose_4997">
            <a:extLst>
              <a:ext uri="{FF2B5EF4-FFF2-40B4-BE49-F238E27FC236}">
                <a16:creationId xmlns:a16="http://schemas.microsoft.com/office/drawing/2014/main" id="{C2C263C0-EA66-42A1-9447-10C7D955B4FD}"/>
              </a:ext>
            </a:extLst>
          </p:cNvPr>
          <p:cNvSpPr>
            <a:spLocks noGrp="1"/>
          </p:cNvSpPr>
          <p:nvPr/>
        </p:nvSpPr>
        <p:spPr>
          <a:xfrm>
            <a:off x="4636258" y="6053948"/>
            <a:ext cx="28398" cy="28398"/>
          </a:xfrm>
          <a:prstGeom prst="ellipse">
            <a:avLst/>
          </a:prstGeom>
          <a:solidFill>
            <a:srgbClr val="5879BD">
              <a:alpha val="30000"/>
            </a:srgbClr>
          </a:solidFill>
          <a:ln w="0">
            <a:noFill/>
            <a:prstDash val="solid"/>
          </a:ln>
        </p:spPr>
      </p:sp>
      <p:sp>
        <p:nvSpPr>
          <p:cNvPr id="1699" name="02_predicted_pose_4998">
            <a:extLst>
              <a:ext uri="{FF2B5EF4-FFF2-40B4-BE49-F238E27FC236}">
                <a16:creationId xmlns:a16="http://schemas.microsoft.com/office/drawing/2014/main" id="{BB0BC8A4-9FC2-447E-A987-B7ECAEF2FD6A}"/>
              </a:ext>
            </a:extLst>
          </p:cNvPr>
          <p:cNvSpPr>
            <a:spLocks noGrp="1"/>
          </p:cNvSpPr>
          <p:nvPr/>
        </p:nvSpPr>
        <p:spPr>
          <a:xfrm>
            <a:off x="4385784" y="6051945"/>
            <a:ext cx="28398" cy="28398"/>
          </a:xfrm>
          <a:prstGeom prst="ellipse">
            <a:avLst/>
          </a:prstGeom>
          <a:solidFill>
            <a:srgbClr val="5879BD">
              <a:alpha val="30000"/>
            </a:srgbClr>
          </a:solidFill>
          <a:ln w="0">
            <a:noFill/>
            <a:prstDash val="solid"/>
          </a:ln>
        </p:spPr>
      </p:sp>
      <p:sp>
        <p:nvSpPr>
          <p:cNvPr id="1700" name="02_predicted_pose_4999">
            <a:extLst>
              <a:ext uri="{FF2B5EF4-FFF2-40B4-BE49-F238E27FC236}">
                <a16:creationId xmlns:a16="http://schemas.microsoft.com/office/drawing/2014/main" id="{3C4E1375-822F-416E-BD51-46D82D62558A}"/>
              </a:ext>
            </a:extLst>
          </p:cNvPr>
          <p:cNvSpPr>
            <a:spLocks noGrp="1"/>
          </p:cNvSpPr>
          <p:nvPr/>
        </p:nvSpPr>
        <p:spPr>
          <a:xfrm>
            <a:off x="4664854" y="6089033"/>
            <a:ext cx="28398" cy="28398"/>
          </a:xfrm>
          <a:prstGeom prst="ellipse">
            <a:avLst/>
          </a:prstGeom>
          <a:solidFill>
            <a:srgbClr val="5879BD">
              <a:alpha val="30000"/>
            </a:srgbClr>
          </a:solidFill>
          <a:ln w="0">
            <a:noFill/>
            <a:prstDash val="solid"/>
          </a:ln>
        </p:spPr>
      </p:sp>
      <p:sp>
        <p:nvSpPr>
          <p:cNvPr id="1701" name="02_predicted_pose_5000">
            <a:extLst>
              <a:ext uri="{FF2B5EF4-FFF2-40B4-BE49-F238E27FC236}">
                <a16:creationId xmlns:a16="http://schemas.microsoft.com/office/drawing/2014/main" id="{04661BF1-C237-48A8-AE3F-BCEC076EA4F9}"/>
              </a:ext>
            </a:extLst>
          </p:cNvPr>
          <p:cNvSpPr>
            <a:spLocks noGrp="1"/>
          </p:cNvSpPr>
          <p:nvPr/>
        </p:nvSpPr>
        <p:spPr>
          <a:xfrm>
            <a:off x="4507403" y="6086581"/>
            <a:ext cx="28398" cy="28398"/>
          </a:xfrm>
          <a:prstGeom prst="ellipse">
            <a:avLst/>
          </a:prstGeom>
          <a:solidFill>
            <a:srgbClr val="5879BD">
              <a:alpha val="30000"/>
            </a:srgbClr>
          </a:solidFill>
          <a:ln w="0">
            <a:noFill/>
            <a:prstDash val="solid"/>
          </a:ln>
        </p:spPr>
      </p:sp>
      <p:sp>
        <p:nvSpPr>
          <p:cNvPr id="1702" name="02_predicted_pose_5001">
            <a:extLst>
              <a:ext uri="{FF2B5EF4-FFF2-40B4-BE49-F238E27FC236}">
                <a16:creationId xmlns:a16="http://schemas.microsoft.com/office/drawing/2014/main" id="{096B63AA-BDDF-43DA-A743-78FBA0749429}"/>
              </a:ext>
            </a:extLst>
          </p:cNvPr>
          <p:cNvSpPr>
            <a:spLocks noGrp="1"/>
          </p:cNvSpPr>
          <p:nvPr/>
        </p:nvSpPr>
        <p:spPr>
          <a:xfrm>
            <a:off x="4600426" y="6151218"/>
            <a:ext cx="28398" cy="28398"/>
          </a:xfrm>
          <a:prstGeom prst="ellipse">
            <a:avLst/>
          </a:prstGeom>
          <a:solidFill>
            <a:srgbClr val="5879BD">
              <a:alpha val="30000"/>
            </a:srgbClr>
          </a:solidFill>
          <a:ln w="0">
            <a:noFill/>
            <a:prstDash val="solid"/>
          </a:ln>
        </p:spPr>
      </p:sp>
      <p:sp>
        <p:nvSpPr>
          <p:cNvPr id="1703" name="02_predicted_pose_5002">
            <a:extLst>
              <a:ext uri="{FF2B5EF4-FFF2-40B4-BE49-F238E27FC236}">
                <a16:creationId xmlns:a16="http://schemas.microsoft.com/office/drawing/2014/main" id="{7D03DFAF-7B44-4E69-8E70-F03830A9B750}"/>
              </a:ext>
            </a:extLst>
          </p:cNvPr>
          <p:cNvSpPr>
            <a:spLocks noGrp="1"/>
          </p:cNvSpPr>
          <p:nvPr/>
        </p:nvSpPr>
        <p:spPr>
          <a:xfrm>
            <a:off x="4345474" y="5887637"/>
            <a:ext cx="28398" cy="28398"/>
          </a:xfrm>
          <a:prstGeom prst="ellipse">
            <a:avLst/>
          </a:prstGeom>
          <a:solidFill>
            <a:srgbClr val="5879BD">
              <a:alpha val="30000"/>
            </a:srgbClr>
          </a:solidFill>
          <a:ln w="0">
            <a:noFill/>
            <a:prstDash val="solid"/>
          </a:ln>
        </p:spPr>
      </p:sp>
      <p:sp>
        <p:nvSpPr>
          <p:cNvPr id="1704" name="02_predicted_pose_5003">
            <a:extLst>
              <a:ext uri="{FF2B5EF4-FFF2-40B4-BE49-F238E27FC236}">
                <a16:creationId xmlns:a16="http://schemas.microsoft.com/office/drawing/2014/main" id="{6B0A129C-65FE-44C2-97E4-D2FA3079CF4E}"/>
              </a:ext>
            </a:extLst>
          </p:cNvPr>
          <p:cNvSpPr>
            <a:spLocks noGrp="1"/>
          </p:cNvSpPr>
          <p:nvPr/>
        </p:nvSpPr>
        <p:spPr>
          <a:xfrm>
            <a:off x="4359255" y="5894625"/>
            <a:ext cx="28398" cy="28398"/>
          </a:xfrm>
          <a:prstGeom prst="ellipse">
            <a:avLst/>
          </a:prstGeom>
          <a:solidFill>
            <a:srgbClr val="5879BD">
              <a:alpha val="30000"/>
            </a:srgbClr>
          </a:solidFill>
          <a:ln w="0">
            <a:noFill/>
            <a:prstDash val="solid"/>
          </a:ln>
        </p:spPr>
      </p:sp>
      <p:sp>
        <p:nvSpPr>
          <p:cNvPr id="1705" name="02_predicted_pose_5004">
            <a:extLst>
              <a:ext uri="{FF2B5EF4-FFF2-40B4-BE49-F238E27FC236}">
                <a16:creationId xmlns:a16="http://schemas.microsoft.com/office/drawing/2014/main" id="{FD84FC54-DD89-420F-9670-C145736B9D56}"/>
              </a:ext>
            </a:extLst>
          </p:cNvPr>
          <p:cNvSpPr>
            <a:spLocks noGrp="1"/>
          </p:cNvSpPr>
          <p:nvPr/>
        </p:nvSpPr>
        <p:spPr>
          <a:xfrm>
            <a:off x="4373036" y="5797767"/>
            <a:ext cx="28398" cy="28398"/>
          </a:xfrm>
          <a:prstGeom prst="ellipse">
            <a:avLst/>
          </a:prstGeom>
          <a:solidFill>
            <a:srgbClr val="5879BD">
              <a:alpha val="30000"/>
            </a:srgbClr>
          </a:solidFill>
          <a:ln w="0">
            <a:noFill/>
            <a:prstDash val="solid"/>
          </a:ln>
        </p:spPr>
      </p:sp>
      <p:sp>
        <p:nvSpPr>
          <p:cNvPr id="1706" name="02_predicted_pose_5005">
            <a:extLst>
              <a:ext uri="{FF2B5EF4-FFF2-40B4-BE49-F238E27FC236}">
                <a16:creationId xmlns:a16="http://schemas.microsoft.com/office/drawing/2014/main" id="{39EB8558-1ED1-4F49-BECB-FC320FDFB078}"/>
              </a:ext>
            </a:extLst>
          </p:cNvPr>
          <p:cNvSpPr>
            <a:spLocks noGrp="1"/>
          </p:cNvSpPr>
          <p:nvPr/>
        </p:nvSpPr>
        <p:spPr>
          <a:xfrm>
            <a:off x="4386817" y="5781577"/>
            <a:ext cx="28398" cy="28398"/>
          </a:xfrm>
          <a:prstGeom prst="ellipse">
            <a:avLst/>
          </a:prstGeom>
          <a:solidFill>
            <a:srgbClr val="5879BD">
              <a:alpha val="30000"/>
            </a:srgbClr>
          </a:solidFill>
          <a:ln w="0">
            <a:noFill/>
            <a:prstDash val="solid"/>
          </a:ln>
        </p:spPr>
      </p:sp>
      <p:sp>
        <p:nvSpPr>
          <p:cNvPr id="1707" name="02_predicted_pose_5006">
            <a:extLst>
              <a:ext uri="{FF2B5EF4-FFF2-40B4-BE49-F238E27FC236}">
                <a16:creationId xmlns:a16="http://schemas.microsoft.com/office/drawing/2014/main" id="{566FBDD7-6CA8-43C7-9BFF-F22A27299D20}"/>
              </a:ext>
            </a:extLst>
          </p:cNvPr>
          <p:cNvSpPr>
            <a:spLocks noGrp="1"/>
          </p:cNvSpPr>
          <p:nvPr/>
        </p:nvSpPr>
        <p:spPr>
          <a:xfrm>
            <a:off x="4342373" y="5900009"/>
            <a:ext cx="28398" cy="28398"/>
          </a:xfrm>
          <a:prstGeom prst="ellipse">
            <a:avLst/>
          </a:prstGeom>
          <a:solidFill>
            <a:srgbClr val="5879BD">
              <a:alpha val="30000"/>
            </a:srgbClr>
          </a:solidFill>
          <a:ln w="0">
            <a:noFill/>
            <a:prstDash val="solid"/>
          </a:ln>
        </p:spPr>
      </p:sp>
      <p:sp>
        <p:nvSpPr>
          <p:cNvPr id="1708" name="02_predicted_pose_5007">
            <a:extLst>
              <a:ext uri="{FF2B5EF4-FFF2-40B4-BE49-F238E27FC236}">
                <a16:creationId xmlns:a16="http://schemas.microsoft.com/office/drawing/2014/main" id="{57769E8A-8643-48E6-AD6B-AF854681BC04}"/>
              </a:ext>
            </a:extLst>
          </p:cNvPr>
          <p:cNvSpPr>
            <a:spLocks noGrp="1"/>
          </p:cNvSpPr>
          <p:nvPr/>
        </p:nvSpPr>
        <p:spPr>
          <a:xfrm>
            <a:off x="4369935" y="5671570"/>
            <a:ext cx="28398" cy="28398"/>
          </a:xfrm>
          <a:prstGeom prst="ellipse">
            <a:avLst/>
          </a:prstGeom>
          <a:solidFill>
            <a:srgbClr val="5879BD">
              <a:alpha val="30000"/>
            </a:srgbClr>
          </a:solidFill>
          <a:ln w="0">
            <a:noFill/>
            <a:prstDash val="solid"/>
          </a:ln>
        </p:spPr>
      </p:sp>
      <p:sp>
        <p:nvSpPr>
          <p:cNvPr id="1709" name="02_predicted_pose_5008">
            <a:extLst>
              <a:ext uri="{FF2B5EF4-FFF2-40B4-BE49-F238E27FC236}">
                <a16:creationId xmlns:a16="http://schemas.microsoft.com/office/drawing/2014/main" id="{3EE99710-56A5-40A8-B17E-228C4604C06A}"/>
              </a:ext>
            </a:extLst>
          </p:cNvPr>
          <p:cNvSpPr>
            <a:spLocks noGrp="1"/>
          </p:cNvSpPr>
          <p:nvPr/>
        </p:nvSpPr>
        <p:spPr>
          <a:xfrm>
            <a:off x="4454345" y="5982516"/>
            <a:ext cx="28398" cy="28398"/>
          </a:xfrm>
          <a:prstGeom prst="ellipse">
            <a:avLst/>
          </a:prstGeom>
          <a:solidFill>
            <a:srgbClr val="5879BD">
              <a:alpha val="30000"/>
            </a:srgbClr>
          </a:solidFill>
          <a:ln w="0">
            <a:noFill/>
            <a:prstDash val="solid"/>
          </a:ln>
        </p:spPr>
      </p:sp>
      <p:sp>
        <p:nvSpPr>
          <p:cNvPr id="1710" name="02_predicted_pose_5009">
            <a:extLst>
              <a:ext uri="{FF2B5EF4-FFF2-40B4-BE49-F238E27FC236}">
                <a16:creationId xmlns:a16="http://schemas.microsoft.com/office/drawing/2014/main" id="{878DA161-86B0-412B-933B-0B7D36055332}"/>
              </a:ext>
            </a:extLst>
          </p:cNvPr>
          <p:cNvSpPr>
            <a:spLocks noGrp="1"/>
          </p:cNvSpPr>
          <p:nvPr/>
        </p:nvSpPr>
        <p:spPr>
          <a:xfrm>
            <a:off x="4402321" y="5832119"/>
            <a:ext cx="28398" cy="28398"/>
          </a:xfrm>
          <a:prstGeom prst="ellipse">
            <a:avLst/>
          </a:prstGeom>
          <a:solidFill>
            <a:srgbClr val="5879BD">
              <a:alpha val="30000"/>
            </a:srgbClr>
          </a:solidFill>
          <a:ln w="0">
            <a:noFill/>
            <a:prstDash val="solid"/>
          </a:ln>
        </p:spPr>
      </p:sp>
      <p:sp>
        <p:nvSpPr>
          <p:cNvPr id="1711" name="02_predicted_pose_5010">
            <a:extLst>
              <a:ext uri="{FF2B5EF4-FFF2-40B4-BE49-F238E27FC236}">
                <a16:creationId xmlns:a16="http://schemas.microsoft.com/office/drawing/2014/main" id="{5FEFE0A8-E1C2-436A-AE36-204510D505C9}"/>
              </a:ext>
            </a:extLst>
          </p:cNvPr>
          <p:cNvSpPr>
            <a:spLocks noGrp="1"/>
          </p:cNvSpPr>
          <p:nvPr/>
        </p:nvSpPr>
        <p:spPr>
          <a:xfrm>
            <a:off x="4416102" y="6058143"/>
            <a:ext cx="28398" cy="28398"/>
          </a:xfrm>
          <a:prstGeom prst="ellipse">
            <a:avLst/>
          </a:prstGeom>
          <a:solidFill>
            <a:srgbClr val="5879BD">
              <a:alpha val="30000"/>
            </a:srgbClr>
          </a:solidFill>
          <a:ln w="0">
            <a:noFill/>
            <a:prstDash val="solid"/>
          </a:ln>
        </p:spPr>
      </p:sp>
      <p:sp>
        <p:nvSpPr>
          <p:cNvPr id="1712" name="02_predicted_pose_5011">
            <a:extLst>
              <a:ext uri="{FF2B5EF4-FFF2-40B4-BE49-F238E27FC236}">
                <a16:creationId xmlns:a16="http://schemas.microsoft.com/office/drawing/2014/main" id="{CB847FC6-8ED8-4946-BCCC-57C00B23B715}"/>
              </a:ext>
            </a:extLst>
          </p:cNvPr>
          <p:cNvSpPr>
            <a:spLocks noGrp="1"/>
          </p:cNvSpPr>
          <p:nvPr/>
        </p:nvSpPr>
        <p:spPr>
          <a:xfrm>
            <a:off x="4429884" y="5821634"/>
            <a:ext cx="28398" cy="28398"/>
          </a:xfrm>
          <a:prstGeom prst="ellipse">
            <a:avLst/>
          </a:prstGeom>
          <a:solidFill>
            <a:srgbClr val="5879BD">
              <a:alpha val="30000"/>
            </a:srgbClr>
          </a:solidFill>
          <a:ln w="0">
            <a:noFill/>
            <a:prstDash val="solid"/>
          </a:ln>
        </p:spPr>
      </p:sp>
      <p:sp>
        <p:nvSpPr>
          <p:cNvPr id="1713" name="02_predicted_pose_5012">
            <a:extLst>
              <a:ext uri="{FF2B5EF4-FFF2-40B4-BE49-F238E27FC236}">
                <a16:creationId xmlns:a16="http://schemas.microsoft.com/office/drawing/2014/main" id="{7E4371BF-1DC1-45F0-893B-F726A7F53F54}"/>
              </a:ext>
            </a:extLst>
          </p:cNvPr>
          <p:cNvSpPr>
            <a:spLocks noGrp="1"/>
          </p:cNvSpPr>
          <p:nvPr/>
        </p:nvSpPr>
        <p:spPr>
          <a:xfrm>
            <a:off x="4381305" y="5599900"/>
            <a:ext cx="28398" cy="28398"/>
          </a:xfrm>
          <a:prstGeom prst="ellipse">
            <a:avLst/>
          </a:prstGeom>
          <a:solidFill>
            <a:srgbClr val="5879BD">
              <a:alpha val="30000"/>
            </a:srgbClr>
          </a:solidFill>
          <a:ln w="0">
            <a:noFill/>
            <a:prstDash val="solid"/>
          </a:ln>
        </p:spPr>
      </p:sp>
      <p:sp>
        <p:nvSpPr>
          <p:cNvPr id="1714" name="02_predicted_pose_5013">
            <a:extLst>
              <a:ext uri="{FF2B5EF4-FFF2-40B4-BE49-F238E27FC236}">
                <a16:creationId xmlns:a16="http://schemas.microsoft.com/office/drawing/2014/main" id="{B535E60D-09AD-4B99-AA65-1150100EF9F9}"/>
              </a:ext>
            </a:extLst>
          </p:cNvPr>
          <p:cNvSpPr>
            <a:spLocks noGrp="1"/>
          </p:cNvSpPr>
          <p:nvPr/>
        </p:nvSpPr>
        <p:spPr>
          <a:xfrm>
            <a:off x="4395086" y="5688186"/>
            <a:ext cx="28398" cy="28398"/>
          </a:xfrm>
          <a:prstGeom prst="ellipse">
            <a:avLst/>
          </a:prstGeom>
          <a:solidFill>
            <a:srgbClr val="5879BD">
              <a:alpha val="30000"/>
            </a:srgbClr>
          </a:solidFill>
          <a:ln w="0">
            <a:noFill/>
            <a:prstDash val="solid"/>
          </a:ln>
        </p:spPr>
      </p:sp>
      <p:sp>
        <p:nvSpPr>
          <p:cNvPr id="1715" name="02_predicted_pose_5014">
            <a:extLst>
              <a:ext uri="{FF2B5EF4-FFF2-40B4-BE49-F238E27FC236}">
                <a16:creationId xmlns:a16="http://schemas.microsoft.com/office/drawing/2014/main" id="{098F857D-F9EE-4DCE-8A7C-D9D05E13DCFB}"/>
              </a:ext>
            </a:extLst>
          </p:cNvPr>
          <p:cNvSpPr>
            <a:spLocks noGrp="1"/>
          </p:cNvSpPr>
          <p:nvPr/>
        </p:nvSpPr>
        <p:spPr>
          <a:xfrm>
            <a:off x="4408867" y="5567047"/>
            <a:ext cx="28398" cy="28398"/>
          </a:xfrm>
          <a:prstGeom prst="ellipse">
            <a:avLst/>
          </a:prstGeom>
          <a:solidFill>
            <a:srgbClr val="5879BD">
              <a:alpha val="30000"/>
            </a:srgbClr>
          </a:solidFill>
          <a:ln w="0">
            <a:noFill/>
            <a:prstDash val="solid"/>
          </a:ln>
        </p:spPr>
      </p:sp>
      <p:sp>
        <p:nvSpPr>
          <p:cNvPr id="1716" name="02_predicted_pose_5015">
            <a:extLst>
              <a:ext uri="{FF2B5EF4-FFF2-40B4-BE49-F238E27FC236}">
                <a16:creationId xmlns:a16="http://schemas.microsoft.com/office/drawing/2014/main" id="{D6334936-3057-4B7D-A632-0A9A5423A484}"/>
              </a:ext>
            </a:extLst>
          </p:cNvPr>
          <p:cNvSpPr>
            <a:spLocks noGrp="1"/>
          </p:cNvSpPr>
          <p:nvPr/>
        </p:nvSpPr>
        <p:spPr>
          <a:xfrm>
            <a:off x="4428161" y="5339307"/>
            <a:ext cx="28398" cy="28398"/>
          </a:xfrm>
          <a:prstGeom prst="ellipse">
            <a:avLst/>
          </a:prstGeom>
          <a:solidFill>
            <a:srgbClr val="5879BD">
              <a:alpha val="30000"/>
            </a:srgbClr>
          </a:solidFill>
          <a:ln w="0">
            <a:noFill/>
            <a:prstDash val="solid"/>
          </a:ln>
        </p:spPr>
      </p:sp>
      <p:sp>
        <p:nvSpPr>
          <p:cNvPr id="1717" name="02_predicted_pose_5016">
            <a:extLst>
              <a:ext uri="{FF2B5EF4-FFF2-40B4-BE49-F238E27FC236}">
                <a16:creationId xmlns:a16="http://schemas.microsoft.com/office/drawing/2014/main" id="{78B31EFA-4B1B-4EB7-B31A-F20FBE746118}"/>
              </a:ext>
            </a:extLst>
          </p:cNvPr>
          <p:cNvSpPr>
            <a:spLocks noGrp="1"/>
          </p:cNvSpPr>
          <p:nvPr/>
        </p:nvSpPr>
        <p:spPr>
          <a:xfrm>
            <a:off x="4469505" y="5399751"/>
            <a:ext cx="28398" cy="28398"/>
          </a:xfrm>
          <a:prstGeom prst="ellipse">
            <a:avLst/>
          </a:prstGeom>
          <a:solidFill>
            <a:srgbClr val="5879BD">
              <a:alpha val="30000"/>
            </a:srgbClr>
          </a:solidFill>
          <a:ln w="0">
            <a:noFill/>
            <a:prstDash val="solid"/>
          </a:ln>
        </p:spPr>
      </p:sp>
      <p:sp>
        <p:nvSpPr>
          <p:cNvPr id="1718" name="02_predicted_pose_5017">
            <a:extLst>
              <a:ext uri="{FF2B5EF4-FFF2-40B4-BE49-F238E27FC236}">
                <a16:creationId xmlns:a16="http://schemas.microsoft.com/office/drawing/2014/main" id="{E01473D9-A70F-44D9-A795-DC7C9764D5AB}"/>
              </a:ext>
            </a:extLst>
          </p:cNvPr>
          <p:cNvSpPr>
            <a:spLocks noGrp="1"/>
          </p:cNvSpPr>
          <p:nvPr/>
        </p:nvSpPr>
        <p:spPr>
          <a:xfrm>
            <a:off x="4534621" y="5337972"/>
            <a:ext cx="28398" cy="28398"/>
          </a:xfrm>
          <a:prstGeom prst="ellipse">
            <a:avLst/>
          </a:prstGeom>
          <a:solidFill>
            <a:srgbClr val="5879BD">
              <a:alpha val="30000"/>
            </a:srgbClr>
          </a:solidFill>
          <a:ln w="0">
            <a:noFill/>
            <a:prstDash val="solid"/>
          </a:ln>
        </p:spPr>
      </p:sp>
      <p:sp>
        <p:nvSpPr>
          <p:cNvPr id="1719" name="02_predicted_pose_5018">
            <a:extLst>
              <a:ext uri="{FF2B5EF4-FFF2-40B4-BE49-F238E27FC236}">
                <a16:creationId xmlns:a16="http://schemas.microsoft.com/office/drawing/2014/main" id="{CCD62D76-8A5D-4D13-B463-0D3318D45483}"/>
              </a:ext>
            </a:extLst>
          </p:cNvPr>
          <p:cNvSpPr>
            <a:spLocks noGrp="1"/>
          </p:cNvSpPr>
          <p:nvPr/>
        </p:nvSpPr>
        <p:spPr>
          <a:xfrm>
            <a:off x="4656240" y="5499604"/>
            <a:ext cx="28398" cy="28398"/>
          </a:xfrm>
          <a:prstGeom prst="ellipse">
            <a:avLst/>
          </a:prstGeom>
          <a:solidFill>
            <a:srgbClr val="5879BD">
              <a:alpha val="30000"/>
            </a:srgbClr>
          </a:solidFill>
          <a:ln w="0">
            <a:noFill/>
            <a:prstDash val="solid"/>
          </a:ln>
        </p:spPr>
      </p:sp>
      <p:sp>
        <p:nvSpPr>
          <p:cNvPr id="1720" name="02_predicted_pose_5019">
            <a:extLst>
              <a:ext uri="{FF2B5EF4-FFF2-40B4-BE49-F238E27FC236}">
                <a16:creationId xmlns:a16="http://schemas.microsoft.com/office/drawing/2014/main" id="{3799D4E6-AEE2-4FCA-A862-2C7A30A9CAB1}"/>
              </a:ext>
            </a:extLst>
          </p:cNvPr>
          <p:cNvSpPr>
            <a:spLocks noGrp="1"/>
          </p:cNvSpPr>
          <p:nvPr/>
        </p:nvSpPr>
        <p:spPr>
          <a:xfrm>
            <a:off x="4405767" y="5364989"/>
            <a:ext cx="28398" cy="28398"/>
          </a:xfrm>
          <a:prstGeom prst="ellipse">
            <a:avLst/>
          </a:prstGeom>
          <a:solidFill>
            <a:srgbClr val="5879BD">
              <a:alpha val="30000"/>
            </a:srgbClr>
          </a:solidFill>
          <a:ln w="0">
            <a:noFill/>
            <a:prstDash val="solid"/>
          </a:ln>
        </p:spPr>
      </p:sp>
      <p:sp>
        <p:nvSpPr>
          <p:cNvPr id="1721" name="02_predicted_pose_5020">
            <a:extLst>
              <a:ext uri="{FF2B5EF4-FFF2-40B4-BE49-F238E27FC236}">
                <a16:creationId xmlns:a16="http://schemas.microsoft.com/office/drawing/2014/main" id="{B1CE5383-F24A-4665-A087-D8D4E4632D6C}"/>
              </a:ext>
            </a:extLst>
          </p:cNvPr>
          <p:cNvSpPr>
            <a:spLocks noGrp="1"/>
          </p:cNvSpPr>
          <p:nvPr/>
        </p:nvSpPr>
        <p:spPr>
          <a:xfrm>
            <a:off x="4552881" y="5758316"/>
            <a:ext cx="28398" cy="28398"/>
          </a:xfrm>
          <a:prstGeom prst="ellipse">
            <a:avLst/>
          </a:prstGeom>
          <a:solidFill>
            <a:srgbClr val="5879BD">
              <a:alpha val="30000"/>
            </a:srgbClr>
          </a:solidFill>
          <a:ln w="0">
            <a:noFill/>
            <a:prstDash val="solid"/>
          </a:ln>
        </p:spPr>
      </p:sp>
      <p:sp>
        <p:nvSpPr>
          <p:cNvPr id="1722" name="02_predicted_pose_5021">
            <a:extLst>
              <a:ext uri="{FF2B5EF4-FFF2-40B4-BE49-F238E27FC236}">
                <a16:creationId xmlns:a16="http://schemas.microsoft.com/office/drawing/2014/main" id="{25612B75-2ADA-41E5-9D0B-618DBA064D1B}"/>
              </a:ext>
            </a:extLst>
          </p:cNvPr>
          <p:cNvSpPr>
            <a:spLocks noGrp="1"/>
          </p:cNvSpPr>
          <p:nvPr/>
        </p:nvSpPr>
        <p:spPr>
          <a:xfrm>
            <a:off x="4566662" y="6057706"/>
            <a:ext cx="28398" cy="28398"/>
          </a:xfrm>
          <a:prstGeom prst="ellipse">
            <a:avLst/>
          </a:prstGeom>
          <a:solidFill>
            <a:srgbClr val="5879BD">
              <a:alpha val="30000"/>
            </a:srgbClr>
          </a:solidFill>
          <a:ln w="0">
            <a:noFill/>
            <a:prstDash val="solid"/>
          </a:ln>
        </p:spPr>
      </p:sp>
      <p:sp>
        <p:nvSpPr>
          <p:cNvPr id="1723" name="02_predicted_pose_5022">
            <a:extLst>
              <a:ext uri="{FF2B5EF4-FFF2-40B4-BE49-F238E27FC236}">
                <a16:creationId xmlns:a16="http://schemas.microsoft.com/office/drawing/2014/main" id="{7F79F441-9BD7-4669-9B57-A989FAACFB19}"/>
              </a:ext>
            </a:extLst>
          </p:cNvPr>
          <p:cNvSpPr>
            <a:spLocks noGrp="1"/>
          </p:cNvSpPr>
          <p:nvPr/>
        </p:nvSpPr>
        <p:spPr>
          <a:xfrm>
            <a:off x="4527041" y="5887048"/>
            <a:ext cx="28398" cy="28398"/>
          </a:xfrm>
          <a:prstGeom prst="ellipse">
            <a:avLst/>
          </a:prstGeom>
          <a:solidFill>
            <a:srgbClr val="5879BD">
              <a:alpha val="30000"/>
            </a:srgbClr>
          </a:solidFill>
          <a:ln w="0">
            <a:noFill/>
            <a:prstDash val="solid"/>
          </a:ln>
        </p:spPr>
      </p:sp>
      <p:sp>
        <p:nvSpPr>
          <p:cNvPr id="1724" name="02_predicted_pose_5023">
            <a:extLst>
              <a:ext uri="{FF2B5EF4-FFF2-40B4-BE49-F238E27FC236}">
                <a16:creationId xmlns:a16="http://schemas.microsoft.com/office/drawing/2014/main" id="{21948758-B4EB-45C9-9B62-7C5C4D0DD8F3}"/>
              </a:ext>
            </a:extLst>
          </p:cNvPr>
          <p:cNvSpPr>
            <a:spLocks noGrp="1"/>
          </p:cNvSpPr>
          <p:nvPr/>
        </p:nvSpPr>
        <p:spPr>
          <a:xfrm>
            <a:off x="4540823" y="5855552"/>
            <a:ext cx="28398" cy="28398"/>
          </a:xfrm>
          <a:prstGeom prst="ellipse">
            <a:avLst/>
          </a:prstGeom>
          <a:solidFill>
            <a:srgbClr val="5879BD">
              <a:alpha val="30000"/>
            </a:srgbClr>
          </a:solidFill>
          <a:ln w="0">
            <a:noFill/>
            <a:prstDash val="solid"/>
          </a:ln>
        </p:spPr>
      </p:sp>
      <p:sp>
        <p:nvSpPr>
          <p:cNvPr id="1725" name="02_predicted_pose_5024">
            <a:extLst>
              <a:ext uri="{FF2B5EF4-FFF2-40B4-BE49-F238E27FC236}">
                <a16:creationId xmlns:a16="http://schemas.microsoft.com/office/drawing/2014/main" id="{B8939042-30DF-4290-8667-36E60A4546FB}"/>
              </a:ext>
            </a:extLst>
          </p:cNvPr>
          <p:cNvSpPr>
            <a:spLocks noGrp="1"/>
          </p:cNvSpPr>
          <p:nvPr/>
        </p:nvSpPr>
        <p:spPr>
          <a:xfrm>
            <a:off x="4554604" y="5827606"/>
            <a:ext cx="28398" cy="28398"/>
          </a:xfrm>
          <a:prstGeom prst="ellipse">
            <a:avLst/>
          </a:prstGeom>
          <a:solidFill>
            <a:srgbClr val="5879BD">
              <a:alpha val="30000"/>
            </a:srgbClr>
          </a:solidFill>
          <a:ln w="0">
            <a:noFill/>
            <a:prstDash val="solid"/>
          </a:ln>
        </p:spPr>
      </p:sp>
      <p:sp>
        <p:nvSpPr>
          <p:cNvPr id="1726" name="02_predicted_pose_5025">
            <a:extLst>
              <a:ext uri="{FF2B5EF4-FFF2-40B4-BE49-F238E27FC236}">
                <a16:creationId xmlns:a16="http://schemas.microsoft.com/office/drawing/2014/main" id="{F81C6291-5851-46DC-A1F9-F0D6BDCB7857}"/>
              </a:ext>
            </a:extLst>
          </p:cNvPr>
          <p:cNvSpPr>
            <a:spLocks noGrp="1"/>
          </p:cNvSpPr>
          <p:nvPr/>
        </p:nvSpPr>
        <p:spPr>
          <a:xfrm>
            <a:off x="4582166" y="5868588"/>
            <a:ext cx="28398" cy="28398"/>
          </a:xfrm>
          <a:prstGeom prst="ellipse">
            <a:avLst/>
          </a:prstGeom>
          <a:solidFill>
            <a:srgbClr val="5879BD">
              <a:alpha val="30000"/>
            </a:srgbClr>
          </a:solidFill>
          <a:ln w="0">
            <a:noFill/>
            <a:prstDash val="solid"/>
          </a:ln>
        </p:spPr>
      </p:sp>
      <p:sp>
        <p:nvSpPr>
          <p:cNvPr id="1727" name="02_predicted_pose_5026">
            <a:extLst>
              <a:ext uri="{FF2B5EF4-FFF2-40B4-BE49-F238E27FC236}">
                <a16:creationId xmlns:a16="http://schemas.microsoft.com/office/drawing/2014/main" id="{FEA9140C-58CD-4F6E-8D28-015CF1E75BB9}"/>
              </a:ext>
            </a:extLst>
          </p:cNvPr>
          <p:cNvSpPr>
            <a:spLocks noGrp="1"/>
          </p:cNvSpPr>
          <p:nvPr/>
        </p:nvSpPr>
        <p:spPr>
          <a:xfrm>
            <a:off x="4595948" y="5708089"/>
            <a:ext cx="28398" cy="28398"/>
          </a:xfrm>
          <a:prstGeom prst="ellipse">
            <a:avLst/>
          </a:prstGeom>
          <a:solidFill>
            <a:srgbClr val="5879BD">
              <a:alpha val="30000"/>
            </a:srgbClr>
          </a:solidFill>
          <a:ln w="0">
            <a:noFill/>
            <a:prstDash val="solid"/>
          </a:ln>
        </p:spPr>
      </p:sp>
      <p:sp>
        <p:nvSpPr>
          <p:cNvPr id="1728" name="02_predicted_pose_5027">
            <a:extLst>
              <a:ext uri="{FF2B5EF4-FFF2-40B4-BE49-F238E27FC236}">
                <a16:creationId xmlns:a16="http://schemas.microsoft.com/office/drawing/2014/main" id="{2F82DDAD-02B8-4E56-8347-7D35ADB16172}"/>
              </a:ext>
            </a:extLst>
          </p:cNvPr>
          <p:cNvSpPr>
            <a:spLocks noGrp="1"/>
          </p:cNvSpPr>
          <p:nvPr/>
        </p:nvSpPr>
        <p:spPr>
          <a:xfrm>
            <a:off x="4409556" y="6009016"/>
            <a:ext cx="28398" cy="28398"/>
          </a:xfrm>
          <a:prstGeom prst="ellipse">
            <a:avLst/>
          </a:prstGeom>
          <a:solidFill>
            <a:srgbClr val="5879BD">
              <a:alpha val="30000"/>
            </a:srgbClr>
          </a:solidFill>
          <a:ln w="0">
            <a:noFill/>
            <a:prstDash val="solid"/>
          </a:ln>
        </p:spPr>
      </p:sp>
      <p:sp>
        <p:nvSpPr>
          <p:cNvPr id="1729" name="02_predicted_pose_5028">
            <a:extLst>
              <a:ext uri="{FF2B5EF4-FFF2-40B4-BE49-F238E27FC236}">
                <a16:creationId xmlns:a16="http://schemas.microsoft.com/office/drawing/2014/main" id="{401CC644-C7A7-4E67-8D22-2380F0EE2462}"/>
              </a:ext>
            </a:extLst>
          </p:cNvPr>
          <p:cNvSpPr>
            <a:spLocks noGrp="1"/>
          </p:cNvSpPr>
          <p:nvPr/>
        </p:nvSpPr>
        <p:spPr>
          <a:xfrm>
            <a:off x="4512227" y="5762222"/>
            <a:ext cx="28398" cy="28398"/>
          </a:xfrm>
          <a:prstGeom prst="ellipse">
            <a:avLst/>
          </a:prstGeom>
          <a:solidFill>
            <a:srgbClr val="5879BD">
              <a:alpha val="30000"/>
            </a:srgbClr>
          </a:solidFill>
          <a:ln w="0">
            <a:noFill/>
            <a:prstDash val="solid"/>
          </a:ln>
        </p:spPr>
      </p:sp>
      <p:sp>
        <p:nvSpPr>
          <p:cNvPr id="1730" name="02_predicted_pose_5029">
            <a:extLst>
              <a:ext uri="{FF2B5EF4-FFF2-40B4-BE49-F238E27FC236}">
                <a16:creationId xmlns:a16="http://schemas.microsoft.com/office/drawing/2014/main" id="{A14FE241-B4B4-4F10-B435-B7E6ACCE9F03}"/>
              </a:ext>
            </a:extLst>
          </p:cNvPr>
          <p:cNvSpPr>
            <a:spLocks noGrp="1"/>
          </p:cNvSpPr>
          <p:nvPr/>
        </p:nvSpPr>
        <p:spPr>
          <a:xfrm>
            <a:off x="4553570" y="5719067"/>
            <a:ext cx="28398" cy="28398"/>
          </a:xfrm>
          <a:prstGeom prst="ellipse">
            <a:avLst/>
          </a:prstGeom>
          <a:solidFill>
            <a:srgbClr val="5879BD">
              <a:alpha val="30000"/>
            </a:srgbClr>
          </a:solidFill>
          <a:ln w="0">
            <a:noFill/>
            <a:prstDash val="solid"/>
          </a:ln>
        </p:spPr>
      </p:sp>
      <p:sp>
        <p:nvSpPr>
          <p:cNvPr id="1731" name="02_predicted_pose_5030">
            <a:extLst>
              <a:ext uri="{FF2B5EF4-FFF2-40B4-BE49-F238E27FC236}">
                <a16:creationId xmlns:a16="http://schemas.microsoft.com/office/drawing/2014/main" id="{A19F068F-8252-4167-9E7C-2E7BCE907847}"/>
              </a:ext>
            </a:extLst>
          </p:cNvPr>
          <p:cNvSpPr>
            <a:spLocks noGrp="1"/>
          </p:cNvSpPr>
          <p:nvPr/>
        </p:nvSpPr>
        <p:spPr>
          <a:xfrm>
            <a:off x="4567351" y="5759311"/>
            <a:ext cx="28398" cy="28398"/>
          </a:xfrm>
          <a:prstGeom prst="ellipse">
            <a:avLst/>
          </a:prstGeom>
          <a:solidFill>
            <a:srgbClr val="5879BD">
              <a:alpha val="30000"/>
            </a:srgbClr>
          </a:solidFill>
          <a:ln w="0">
            <a:noFill/>
            <a:prstDash val="solid"/>
          </a:ln>
        </p:spPr>
      </p:sp>
      <p:sp>
        <p:nvSpPr>
          <p:cNvPr id="1732" name="02_predicted_pose_5031">
            <a:extLst>
              <a:ext uri="{FF2B5EF4-FFF2-40B4-BE49-F238E27FC236}">
                <a16:creationId xmlns:a16="http://schemas.microsoft.com/office/drawing/2014/main" id="{B0E4FA77-1628-4580-8D78-902751AC0DDE}"/>
              </a:ext>
            </a:extLst>
          </p:cNvPr>
          <p:cNvSpPr>
            <a:spLocks noGrp="1"/>
          </p:cNvSpPr>
          <p:nvPr/>
        </p:nvSpPr>
        <p:spPr>
          <a:xfrm>
            <a:off x="4594914" y="5734701"/>
            <a:ext cx="28398" cy="28398"/>
          </a:xfrm>
          <a:prstGeom prst="ellipse">
            <a:avLst/>
          </a:prstGeom>
          <a:solidFill>
            <a:srgbClr val="5879BD">
              <a:alpha val="30000"/>
            </a:srgbClr>
          </a:solidFill>
          <a:ln w="0">
            <a:noFill/>
            <a:prstDash val="solid"/>
          </a:ln>
        </p:spPr>
      </p:sp>
      <p:sp>
        <p:nvSpPr>
          <p:cNvPr id="1733" name="02_predicted_pose_5032">
            <a:extLst>
              <a:ext uri="{FF2B5EF4-FFF2-40B4-BE49-F238E27FC236}">
                <a16:creationId xmlns:a16="http://schemas.microsoft.com/office/drawing/2014/main" id="{380D76E6-62CD-4794-A317-914CEB694B87}"/>
              </a:ext>
            </a:extLst>
          </p:cNvPr>
          <p:cNvSpPr>
            <a:spLocks noGrp="1"/>
          </p:cNvSpPr>
          <p:nvPr/>
        </p:nvSpPr>
        <p:spPr>
          <a:xfrm>
            <a:off x="4485698" y="5964224"/>
            <a:ext cx="28398" cy="28398"/>
          </a:xfrm>
          <a:prstGeom prst="ellipse">
            <a:avLst/>
          </a:prstGeom>
          <a:solidFill>
            <a:srgbClr val="5879BD">
              <a:alpha val="30000"/>
            </a:srgbClr>
          </a:solidFill>
          <a:ln w="0">
            <a:noFill/>
            <a:prstDash val="solid"/>
          </a:ln>
        </p:spPr>
      </p:sp>
      <p:sp>
        <p:nvSpPr>
          <p:cNvPr id="1734" name="02_predicted_pose_5033">
            <a:extLst>
              <a:ext uri="{FF2B5EF4-FFF2-40B4-BE49-F238E27FC236}">
                <a16:creationId xmlns:a16="http://schemas.microsoft.com/office/drawing/2014/main" id="{EC0422AB-BA48-4E94-92D5-5EA23F18654B}"/>
              </a:ext>
            </a:extLst>
          </p:cNvPr>
          <p:cNvSpPr>
            <a:spLocks noGrp="1"/>
          </p:cNvSpPr>
          <p:nvPr/>
        </p:nvSpPr>
        <p:spPr>
          <a:xfrm>
            <a:off x="4513260" y="6030963"/>
            <a:ext cx="28398" cy="28398"/>
          </a:xfrm>
          <a:prstGeom prst="ellipse">
            <a:avLst/>
          </a:prstGeom>
          <a:solidFill>
            <a:srgbClr val="5879BD">
              <a:alpha val="30000"/>
            </a:srgbClr>
          </a:solidFill>
          <a:ln w="0">
            <a:noFill/>
            <a:prstDash val="solid"/>
          </a:ln>
        </p:spPr>
      </p:sp>
      <p:sp>
        <p:nvSpPr>
          <p:cNvPr id="1735" name="02_predicted_pose_5034">
            <a:extLst>
              <a:ext uri="{FF2B5EF4-FFF2-40B4-BE49-F238E27FC236}">
                <a16:creationId xmlns:a16="http://schemas.microsoft.com/office/drawing/2014/main" id="{0FF6B4AF-852C-484C-9EE1-6536E1B9C35A}"/>
              </a:ext>
            </a:extLst>
          </p:cNvPr>
          <p:cNvSpPr>
            <a:spLocks noGrp="1"/>
          </p:cNvSpPr>
          <p:nvPr/>
        </p:nvSpPr>
        <p:spPr>
          <a:xfrm>
            <a:off x="4540823" y="5897312"/>
            <a:ext cx="28398" cy="28398"/>
          </a:xfrm>
          <a:prstGeom prst="ellipse">
            <a:avLst/>
          </a:prstGeom>
          <a:solidFill>
            <a:srgbClr val="5879BD">
              <a:alpha val="30000"/>
            </a:srgbClr>
          </a:solidFill>
          <a:ln w="0">
            <a:noFill/>
            <a:prstDash val="solid"/>
          </a:ln>
        </p:spPr>
      </p:sp>
      <p:sp>
        <p:nvSpPr>
          <p:cNvPr id="1736" name="02_predicted_pose_5035">
            <a:extLst>
              <a:ext uri="{FF2B5EF4-FFF2-40B4-BE49-F238E27FC236}">
                <a16:creationId xmlns:a16="http://schemas.microsoft.com/office/drawing/2014/main" id="{71D031DA-1A01-4549-A2B1-050ADBDA1626}"/>
              </a:ext>
            </a:extLst>
          </p:cNvPr>
          <p:cNvSpPr>
            <a:spLocks noGrp="1"/>
          </p:cNvSpPr>
          <p:nvPr/>
        </p:nvSpPr>
        <p:spPr>
          <a:xfrm>
            <a:off x="4568385" y="5927009"/>
            <a:ext cx="28398" cy="28398"/>
          </a:xfrm>
          <a:prstGeom prst="ellipse">
            <a:avLst/>
          </a:prstGeom>
          <a:solidFill>
            <a:srgbClr val="5879BD">
              <a:alpha val="30000"/>
            </a:srgbClr>
          </a:solidFill>
          <a:ln w="0">
            <a:noFill/>
            <a:prstDash val="solid"/>
          </a:ln>
        </p:spPr>
      </p:sp>
      <p:sp>
        <p:nvSpPr>
          <p:cNvPr id="1737" name="02_predicted_pose_5036">
            <a:extLst>
              <a:ext uri="{FF2B5EF4-FFF2-40B4-BE49-F238E27FC236}">
                <a16:creationId xmlns:a16="http://schemas.microsoft.com/office/drawing/2014/main" id="{CBD1C45D-436B-4BA5-9296-CBD2D78E9F73}"/>
              </a:ext>
            </a:extLst>
          </p:cNvPr>
          <p:cNvSpPr>
            <a:spLocks noGrp="1"/>
          </p:cNvSpPr>
          <p:nvPr/>
        </p:nvSpPr>
        <p:spPr>
          <a:xfrm>
            <a:off x="4595948" y="6058809"/>
            <a:ext cx="28398" cy="28398"/>
          </a:xfrm>
          <a:prstGeom prst="ellipse">
            <a:avLst/>
          </a:prstGeom>
          <a:solidFill>
            <a:srgbClr val="5879BD">
              <a:alpha val="30000"/>
            </a:srgbClr>
          </a:solidFill>
          <a:ln w="0">
            <a:noFill/>
            <a:prstDash val="solid"/>
          </a:ln>
        </p:spPr>
      </p:sp>
      <p:sp>
        <p:nvSpPr>
          <p:cNvPr id="1738" name="02_predicted_pose_5037">
            <a:extLst>
              <a:ext uri="{FF2B5EF4-FFF2-40B4-BE49-F238E27FC236}">
                <a16:creationId xmlns:a16="http://schemas.microsoft.com/office/drawing/2014/main" id="{1EF8FE67-61FD-40A8-963A-9CC65FC9628E}"/>
              </a:ext>
            </a:extLst>
          </p:cNvPr>
          <p:cNvSpPr>
            <a:spLocks noGrp="1"/>
          </p:cNvSpPr>
          <p:nvPr/>
        </p:nvSpPr>
        <p:spPr>
          <a:xfrm>
            <a:off x="4499134" y="5943265"/>
            <a:ext cx="28398" cy="28398"/>
          </a:xfrm>
          <a:prstGeom prst="ellipse">
            <a:avLst/>
          </a:prstGeom>
          <a:solidFill>
            <a:srgbClr val="5879BD">
              <a:alpha val="30000"/>
            </a:srgbClr>
          </a:solidFill>
          <a:ln w="0">
            <a:noFill/>
            <a:prstDash val="solid"/>
          </a:ln>
        </p:spPr>
      </p:sp>
      <p:sp>
        <p:nvSpPr>
          <p:cNvPr id="1739" name="02_predicted_pose_5038">
            <a:extLst>
              <a:ext uri="{FF2B5EF4-FFF2-40B4-BE49-F238E27FC236}">
                <a16:creationId xmlns:a16="http://schemas.microsoft.com/office/drawing/2014/main" id="{E01C0B5B-5A0E-4C25-8405-35B85219BBF1}"/>
              </a:ext>
            </a:extLst>
          </p:cNvPr>
          <p:cNvSpPr>
            <a:spLocks noGrp="1"/>
          </p:cNvSpPr>
          <p:nvPr/>
        </p:nvSpPr>
        <p:spPr>
          <a:xfrm>
            <a:off x="4616275" y="5644779"/>
            <a:ext cx="28398" cy="28398"/>
          </a:xfrm>
          <a:prstGeom prst="ellipse">
            <a:avLst/>
          </a:prstGeom>
          <a:solidFill>
            <a:srgbClr val="5879BD">
              <a:alpha val="30000"/>
            </a:srgbClr>
          </a:solidFill>
          <a:ln w="0">
            <a:noFill/>
            <a:prstDash val="solid"/>
          </a:ln>
        </p:spPr>
      </p:sp>
      <p:sp>
        <p:nvSpPr>
          <p:cNvPr id="1740" name="02_predicted_pose_5039">
            <a:extLst>
              <a:ext uri="{FF2B5EF4-FFF2-40B4-BE49-F238E27FC236}">
                <a16:creationId xmlns:a16="http://schemas.microsoft.com/office/drawing/2014/main" id="{5558C6FF-D6B4-4E49-A7CD-8A4EB8E5D8C5}"/>
              </a:ext>
            </a:extLst>
          </p:cNvPr>
          <p:cNvSpPr>
            <a:spLocks noGrp="1"/>
          </p:cNvSpPr>
          <p:nvPr/>
        </p:nvSpPr>
        <p:spPr>
          <a:xfrm>
            <a:off x="4630056" y="5723612"/>
            <a:ext cx="28398" cy="28398"/>
          </a:xfrm>
          <a:prstGeom prst="ellipse">
            <a:avLst/>
          </a:prstGeom>
          <a:solidFill>
            <a:srgbClr val="5879BD">
              <a:alpha val="30000"/>
            </a:srgbClr>
          </a:solidFill>
          <a:ln w="0">
            <a:noFill/>
            <a:prstDash val="solid"/>
          </a:ln>
        </p:spPr>
      </p:sp>
      <p:sp>
        <p:nvSpPr>
          <p:cNvPr id="1741" name="02_predicted_pose_5040">
            <a:extLst>
              <a:ext uri="{FF2B5EF4-FFF2-40B4-BE49-F238E27FC236}">
                <a16:creationId xmlns:a16="http://schemas.microsoft.com/office/drawing/2014/main" id="{DD3808B7-5DA9-40EB-92A6-4D8AB04FCE46}"/>
              </a:ext>
            </a:extLst>
          </p:cNvPr>
          <p:cNvSpPr>
            <a:spLocks noGrp="1"/>
          </p:cNvSpPr>
          <p:nvPr/>
        </p:nvSpPr>
        <p:spPr>
          <a:xfrm>
            <a:off x="4413002" y="5506956"/>
            <a:ext cx="28398" cy="28398"/>
          </a:xfrm>
          <a:prstGeom prst="ellipse">
            <a:avLst/>
          </a:prstGeom>
          <a:solidFill>
            <a:srgbClr val="5879BD">
              <a:alpha val="30000"/>
            </a:srgbClr>
          </a:solidFill>
          <a:ln w="0">
            <a:noFill/>
            <a:prstDash val="solid"/>
          </a:ln>
        </p:spPr>
      </p:sp>
      <p:sp>
        <p:nvSpPr>
          <p:cNvPr id="1742" name="02_predicted_pose_5041">
            <a:extLst>
              <a:ext uri="{FF2B5EF4-FFF2-40B4-BE49-F238E27FC236}">
                <a16:creationId xmlns:a16="http://schemas.microsoft.com/office/drawing/2014/main" id="{E7F1E8F4-106F-4836-A93A-48208BE31258}"/>
              </a:ext>
            </a:extLst>
          </p:cNvPr>
          <p:cNvSpPr>
            <a:spLocks noGrp="1"/>
          </p:cNvSpPr>
          <p:nvPr/>
        </p:nvSpPr>
        <p:spPr>
          <a:xfrm>
            <a:off x="4425405" y="6107991"/>
            <a:ext cx="28398" cy="28398"/>
          </a:xfrm>
          <a:prstGeom prst="ellipse">
            <a:avLst/>
          </a:prstGeom>
          <a:solidFill>
            <a:srgbClr val="5879BD">
              <a:alpha val="30000"/>
            </a:srgbClr>
          </a:solidFill>
          <a:ln w="0">
            <a:noFill/>
            <a:prstDash val="solid"/>
          </a:ln>
        </p:spPr>
      </p:sp>
      <p:sp>
        <p:nvSpPr>
          <p:cNvPr id="1743" name="02_predicted_pose_5042">
            <a:extLst>
              <a:ext uri="{FF2B5EF4-FFF2-40B4-BE49-F238E27FC236}">
                <a16:creationId xmlns:a16="http://schemas.microsoft.com/office/drawing/2014/main" id="{6528FE48-FF74-4694-AA4A-37F9BEFFD7C5}"/>
              </a:ext>
            </a:extLst>
          </p:cNvPr>
          <p:cNvSpPr>
            <a:spLocks noGrp="1"/>
          </p:cNvSpPr>
          <p:nvPr/>
        </p:nvSpPr>
        <p:spPr>
          <a:xfrm>
            <a:off x="4467093" y="6009709"/>
            <a:ext cx="28398" cy="28398"/>
          </a:xfrm>
          <a:prstGeom prst="ellipse">
            <a:avLst/>
          </a:prstGeom>
          <a:solidFill>
            <a:srgbClr val="5879BD">
              <a:alpha val="30000"/>
            </a:srgbClr>
          </a:solidFill>
          <a:ln w="0">
            <a:noFill/>
            <a:prstDash val="solid"/>
          </a:ln>
        </p:spPr>
      </p:sp>
      <p:sp>
        <p:nvSpPr>
          <p:cNvPr id="1744" name="02_predicted_pose_5043">
            <a:extLst>
              <a:ext uri="{FF2B5EF4-FFF2-40B4-BE49-F238E27FC236}">
                <a16:creationId xmlns:a16="http://schemas.microsoft.com/office/drawing/2014/main" id="{1CF7FEF0-07A9-4471-9113-0B0A7E06B8AF}"/>
              </a:ext>
            </a:extLst>
          </p:cNvPr>
          <p:cNvSpPr>
            <a:spLocks noGrp="1"/>
          </p:cNvSpPr>
          <p:nvPr/>
        </p:nvSpPr>
        <p:spPr>
          <a:xfrm>
            <a:off x="4430573" y="5974547"/>
            <a:ext cx="28398" cy="28398"/>
          </a:xfrm>
          <a:prstGeom prst="ellipse">
            <a:avLst/>
          </a:prstGeom>
          <a:solidFill>
            <a:srgbClr val="5879BD">
              <a:alpha val="30000"/>
            </a:srgbClr>
          </a:solidFill>
          <a:ln w="0">
            <a:noFill/>
            <a:prstDash val="solid"/>
          </a:ln>
        </p:spPr>
      </p:sp>
      <p:sp>
        <p:nvSpPr>
          <p:cNvPr id="1745" name="02_predicted_pose_5044">
            <a:extLst>
              <a:ext uri="{FF2B5EF4-FFF2-40B4-BE49-F238E27FC236}">
                <a16:creationId xmlns:a16="http://schemas.microsoft.com/office/drawing/2014/main" id="{D065FD32-E3FD-4E82-9C9E-00AFCF3A473A}"/>
              </a:ext>
            </a:extLst>
          </p:cNvPr>
          <p:cNvSpPr>
            <a:spLocks noGrp="1"/>
          </p:cNvSpPr>
          <p:nvPr/>
        </p:nvSpPr>
        <p:spPr>
          <a:xfrm>
            <a:off x="4378549" y="6038084"/>
            <a:ext cx="28398" cy="28398"/>
          </a:xfrm>
          <a:prstGeom prst="ellipse">
            <a:avLst/>
          </a:prstGeom>
          <a:solidFill>
            <a:srgbClr val="5879BD">
              <a:alpha val="30000"/>
            </a:srgbClr>
          </a:solidFill>
          <a:ln w="0">
            <a:noFill/>
            <a:prstDash val="solid"/>
          </a:ln>
        </p:spPr>
      </p:sp>
      <p:sp>
        <p:nvSpPr>
          <p:cNvPr id="1746" name="02_predicted_pose_5045">
            <a:extLst>
              <a:ext uri="{FF2B5EF4-FFF2-40B4-BE49-F238E27FC236}">
                <a16:creationId xmlns:a16="http://schemas.microsoft.com/office/drawing/2014/main" id="{E1F1C0EC-132C-4DD5-8BB6-68957942799D}"/>
              </a:ext>
            </a:extLst>
          </p:cNvPr>
          <p:cNvSpPr>
            <a:spLocks noGrp="1"/>
          </p:cNvSpPr>
          <p:nvPr/>
        </p:nvSpPr>
        <p:spPr>
          <a:xfrm>
            <a:off x="4510848" y="6048893"/>
            <a:ext cx="28398" cy="28398"/>
          </a:xfrm>
          <a:prstGeom prst="ellipse">
            <a:avLst/>
          </a:prstGeom>
          <a:solidFill>
            <a:srgbClr val="5879BD">
              <a:alpha val="30000"/>
            </a:srgbClr>
          </a:solidFill>
          <a:ln w="0">
            <a:noFill/>
            <a:prstDash val="solid"/>
          </a:ln>
        </p:spPr>
      </p:sp>
      <p:sp>
        <p:nvSpPr>
          <p:cNvPr id="1747" name="02_predicted_pose_5046">
            <a:extLst>
              <a:ext uri="{FF2B5EF4-FFF2-40B4-BE49-F238E27FC236}">
                <a16:creationId xmlns:a16="http://schemas.microsoft.com/office/drawing/2014/main" id="{A43A0866-98BF-4FA3-B6ED-E7976CFF397C}"/>
              </a:ext>
            </a:extLst>
          </p:cNvPr>
          <p:cNvSpPr>
            <a:spLocks noGrp="1"/>
          </p:cNvSpPr>
          <p:nvPr/>
        </p:nvSpPr>
        <p:spPr>
          <a:xfrm>
            <a:off x="4524630" y="6066154"/>
            <a:ext cx="28398" cy="28398"/>
          </a:xfrm>
          <a:prstGeom prst="ellipse">
            <a:avLst/>
          </a:prstGeom>
          <a:solidFill>
            <a:srgbClr val="5879BD">
              <a:alpha val="30000"/>
            </a:srgbClr>
          </a:solidFill>
          <a:ln w="0">
            <a:noFill/>
            <a:prstDash val="solid"/>
          </a:ln>
        </p:spPr>
      </p:sp>
      <p:sp>
        <p:nvSpPr>
          <p:cNvPr id="1748" name="02_predicted_pose_5047">
            <a:extLst>
              <a:ext uri="{FF2B5EF4-FFF2-40B4-BE49-F238E27FC236}">
                <a16:creationId xmlns:a16="http://schemas.microsoft.com/office/drawing/2014/main" id="{427B3EE3-FFE1-4E2A-8B29-713810E490FB}"/>
              </a:ext>
            </a:extLst>
          </p:cNvPr>
          <p:cNvSpPr>
            <a:spLocks noGrp="1"/>
          </p:cNvSpPr>
          <p:nvPr/>
        </p:nvSpPr>
        <p:spPr>
          <a:xfrm>
            <a:off x="4538411" y="6060769"/>
            <a:ext cx="28398" cy="28398"/>
          </a:xfrm>
          <a:prstGeom prst="ellipse">
            <a:avLst/>
          </a:prstGeom>
          <a:solidFill>
            <a:srgbClr val="5879BD">
              <a:alpha val="30000"/>
            </a:srgbClr>
          </a:solidFill>
          <a:ln w="0">
            <a:noFill/>
            <a:prstDash val="solid"/>
          </a:ln>
        </p:spPr>
      </p:sp>
      <p:sp>
        <p:nvSpPr>
          <p:cNvPr id="1749" name="02_predicted_pose_5048">
            <a:extLst>
              <a:ext uri="{FF2B5EF4-FFF2-40B4-BE49-F238E27FC236}">
                <a16:creationId xmlns:a16="http://schemas.microsoft.com/office/drawing/2014/main" id="{020257D7-FA87-4A53-B487-A1AFCC4A616C}"/>
              </a:ext>
            </a:extLst>
          </p:cNvPr>
          <p:cNvSpPr>
            <a:spLocks noGrp="1"/>
          </p:cNvSpPr>
          <p:nvPr/>
        </p:nvSpPr>
        <p:spPr>
          <a:xfrm>
            <a:off x="4552192" y="6059070"/>
            <a:ext cx="28398" cy="28398"/>
          </a:xfrm>
          <a:prstGeom prst="ellipse">
            <a:avLst/>
          </a:prstGeom>
          <a:solidFill>
            <a:srgbClr val="5879BD">
              <a:alpha val="30000"/>
            </a:srgbClr>
          </a:solidFill>
          <a:ln w="0">
            <a:noFill/>
            <a:prstDash val="solid"/>
          </a:ln>
        </p:spPr>
      </p:sp>
      <p:sp>
        <p:nvSpPr>
          <p:cNvPr id="1750" name="02_predicted_pose_5049">
            <a:extLst>
              <a:ext uri="{FF2B5EF4-FFF2-40B4-BE49-F238E27FC236}">
                <a16:creationId xmlns:a16="http://schemas.microsoft.com/office/drawing/2014/main" id="{4FBE216C-1A47-4C54-A292-629CD47F0584}"/>
              </a:ext>
            </a:extLst>
          </p:cNvPr>
          <p:cNvSpPr>
            <a:spLocks noGrp="1"/>
          </p:cNvSpPr>
          <p:nvPr/>
        </p:nvSpPr>
        <p:spPr>
          <a:xfrm>
            <a:off x="4347196" y="6151437"/>
            <a:ext cx="28398" cy="28398"/>
          </a:xfrm>
          <a:prstGeom prst="ellipse">
            <a:avLst/>
          </a:prstGeom>
          <a:solidFill>
            <a:srgbClr val="5879BD">
              <a:alpha val="30000"/>
            </a:srgbClr>
          </a:solidFill>
          <a:ln w="0">
            <a:noFill/>
            <a:prstDash val="solid"/>
          </a:ln>
        </p:spPr>
      </p:sp>
      <p:sp>
        <p:nvSpPr>
          <p:cNvPr id="1751" name="02_predicted_pose_5050">
            <a:extLst>
              <a:ext uri="{FF2B5EF4-FFF2-40B4-BE49-F238E27FC236}">
                <a16:creationId xmlns:a16="http://schemas.microsoft.com/office/drawing/2014/main" id="{0A96BCC1-D82D-4275-87B0-3DAAF7F3E5D9}"/>
              </a:ext>
            </a:extLst>
          </p:cNvPr>
          <p:cNvSpPr>
            <a:spLocks noGrp="1"/>
          </p:cNvSpPr>
          <p:nvPr/>
        </p:nvSpPr>
        <p:spPr>
          <a:xfrm>
            <a:off x="4374759" y="6128889"/>
            <a:ext cx="28398" cy="28398"/>
          </a:xfrm>
          <a:prstGeom prst="ellipse">
            <a:avLst/>
          </a:prstGeom>
          <a:solidFill>
            <a:srgbClr val="5879BD">
              <a:alpha val="30000"/>
            </a:srgbClr>
          </a:solidFill>
          <a:ln w="0">
            <a:noFill/>
            <a:prstDash val="solid"/>
          </a:ln>
        </p:spPr>
      </p:sp>
      <p:sp>
        <p:nvSpPr>
          <p:cNvPr id="1752" name="02_predicted_pose_5051">
            <a:extLst>
              <a:ext uri="{FF2B5EF4-FFF2-40B4-BE49-F238E27FC236}">
                <a16:creationId xmlns:a16="http://schemas.microsoft.com/office/drawing/2014/main" id="{6E5102B4-BA1C-4DF0-92C8-4FEA17182CF1}"/>
              </a:ext>
            </a:extLst>
          </p:cNvPr>
          <p:cNvSpPr>
            <a:spLocks noGrp="1"/>
          </p:cNvSpPr>
          <p:nvPr/>
        </p:nvSpPr>
        <p:spPr>
          <a:xfrm>
            <a:off x="4586301" y="5570419"/>
            <a:ext cx="28398" cy="28398"/>
          </a:xfrm>
          <a:prstGeom prst="ellipse">
            <a:avLst/>
          </a:prstGeom>
          <a:solidFill>
            <a:srgbClr val="5879BD">
              <a:alpha val="30000"/>
            </a:srgbClr>
          </a:solidFill>
          <a:ln w="0">
            <a:noFill/>
            <a:prstDash val="solid"/>
          </a:ln>
        </p:spPr>
      </p:sp>
      <p:sp>
        <p:nvSpPr>
          <p:cNvPr id="1753" name="02_predicted_pose_5052">
            <a:extLst>
              <a:ext uri="{FF2B5EF4-FFF2-40B4-BE49-F238E27FC236}">
                <a16:creationId xmlns:a16="http://schemas.microsoft.com/office/drawing/2014/main" id="{4FDD7162-0137-4855-A899-2BF60B7157AD}"/>
              </a:ext>
            </a:extLst>
          </p:cNvPr>
          <p:cNvSpPr>
            <a:spLocks noGrp="1"/>
          </p:cNvSpPr>
          <p:nvPr/>
        </p:nvSpPr>
        <p:spPr>
          <a:xfrm>
            <a:off x="4621098" y="6092419"/>
            <a:ext cx="28398" cy="28398"/>
          </a:xfrm>
          <a:prstGeom prst="ellipse">
            <a:avLst/>
          </a:prstGeom>
          <a:solidFill>
            <a:srgbClr val="5879BD">
              <a:alpha val="30000"/>
            </a:srgbClr>
          </a:solidFill>
          <a:ln w="0">
            <a:noFill/>
            <a:prstDash val="solid"/>
          </a:ln>
        </p:spPr>
      </p:sp>
      <p:sp>
        <p:nvSpPr>
          <p:cNvPr id="1754" name="02_predicted_pose_5053">
            <a:extLst>
              <a:ext uri="{FF2B5EF4-FFF2-40B4-BE49-F238E27FC236}">
                <a16:creationId xmlns:a16="http://schemas.microsoft.com/office/drawing/2014/main" id="{E38A7BB1-C34C-4A5B-B59D-0A80B2474DCC}"/>
              </a:ext>
            </a:extLst>
          </p:cNvPr>
          <p:cNvSpPr>
            <a:spLocks noGrp="1"/>
          </p:cNvSpPr>
          <p:nvPr/>
        </p:nvSpPr>
        <p:spPr>
          <a:xfrm>
            <a:off x="5582684" y="5764135"/>
            <a:ext cx="28398" cy="28398"/>
          </a:xfrm>
          <a:prstGeom prst="ellipse">
            <a:avLst/>
          </a:prstGeom>
          <a:solidFill>
            <a:srgbClr val="B57442">
              <a:alpha val="30000"/>
            </a:srgbClr>
          </a:solidFill>
          <a:ln w="0">
            <a:noFill/>
            <a:prstDash val="solid"/>
          </a:ln>
        </p:spPr>
      </p:sp>
      <p:sp>
        <p:nvSpPr>
          <p:cNvPr id="1755" name="02_predicted_pose_5054">
            <a:extLst>
              <a:ext uri="{FF2B5EF4-FFF2-40B4-BE49-F238E27FC236}">
                <a16:creationId xmlns:a16="http://schemas.microsoft.com/office/drawing/2014/main" id="{6210E1F7-1B7B-4E53-940F-A59E4C99441A}"/>
              </a:ext>
            </a:extLst>
          </p:cNvPr>
          <p:cNvSpPr>
            <a:spLocks noGrp="1"/>
          </p:cNvSpPr>
          <p:nvPr/>
        </p:nvSpPr>
        <p:spPr>
          <a:xfrm>
            <a:off x="5596465" y="5759688"/>
            <a:ext cx="28398" cy="28398"/>
          </a:xfrm>
          <a:prstGeom prst="ellipse">
            <a:avLst/>
          </a:prstGeom>
          <a:solidFill>
            <a:srgbClr val="B57442">
              <a:alpha val="30000"/>
            </a:srgbClr>
          </a:solidFill>
          <a:ln w="0">
            <a:noFill/>
            <a:prstDash val="solid"/>
          </a:ln>
        </p:spPr>
      </p:sp>
      <p:sp>
        <p:nvSpPr>
          <p:cNvPr id="1756" name="02_predicted_pose_5055">
            <a:extLst>
              <a:ext uri="{FF2B5EF4-FFF2-40B4-BE49-F238E27FC236}">
                <a16:creationId xmlns:a16="http://schemas.microsoft.com/office/drawing/2014/main" id="{634425F7-632C-4D04-91FA-D768E7B7D50A}"/>
              </a:ext>
            </a:extLst>
          </p:cNvPr>
          <p:cNvSpPr>
            <a:spLocks noGrp="1"/>
          </p:cNvSpPr>
          <p:nvPr/>
        </p:nvSpPr>
        <p:spPr>
          <a:xfrm>
            <a:off x="5610246" y="5716239"/>
            <a:ext cx="28398" cy="28398"/>
          </a:xfrm>
          <a:prstGeom prst="ellipse">
            <a:avLst/>
          </a:prstGeom>
          <a:solidFill>
            <a:srgbClr val="B57442">
              <a:alpha val="30000"/>
            </a:srgbClr>
          </a:solidFill>
          <a:ln w="0">
            <a:noFill/>
            <a:prstDash val="solid"/>
          </a:ln>
        </p:spPr>
      </p:sp>
      <p:sp>
        <p:nvSpPr>
          <p:cNvPr id="1757" name="02_predicted_pose_5056">
            <a:extLst>
              <a:ext uri="{FF2B5EF4-FFF2-40B4-BE49-F238E27FC236}">
                <a16:creationId xmlns:a16="http://schemas.microsoft.com/office/drawing/2014/main" id="{41018E07-1729-48BA-9A16-AC55A6FEC25D}"/>
              </a:ext>
            </a:extLst>
          </p:cNvPr>
          <p:cNvSpPr>
            <a:spLocks noGrp="1"/>
          </p:cNvSpPr>
          <p:nvPr/>
        </p:nvSpPr>
        <p:spPr>
          <a:xfrm>
            <a:off x="5624028" y="5732080"/>
            <a:ext cx="28398" cy="28398"/>
          </a:xfrm>
          <a:prstGeom prst="ellipse">
            <a:avLst/>
          </a:prstGeom>
          <a:solidFill>
            <a:srgbClr val="B57442">
              <a:alpha val="30000"/>
            </a:srgbClr>
          </a:solidFill>
          <a:ln w="0">
            <a:noFill/>
            <a:prstDash val="solid"/>
          </a:ln>
        </p:spPr>
      </p:sp>
      <p:sp>
        <p:nvSpPr>
          <p:cNvPr id="1758" name="02_predicted_pose_5057">
            <a:extLst>
              <a:ext uri="{FF2B5EF4-FFF2-40B4-BE49-F238E27FC236}">
                <a16:creationId xmlns:a16="http://schemas.microsoft.com/office/drawing/2014/main" id="{BA03F1A1-2956-4541-8231-2AAEC00C6781}"/>
              </a:ext>
            </a:extLst>
          </p:cNvPr>
          <p:cNvSpPr>
            <a:spLocks noGrp="1"/>
          </p:cNvSpPr>
          <p:nvPr/>
        </p:nvSpPr>
        <p:spPr>
          <a:xfrm>
            <a:off x="5637809" y="5799459"/>
            <a:ext cx="28398" cy="28398"/>
          </a:xfrm>
          <a:prstGeom prst="ellipse">
            <a:avLst/>
          </a:prstGeom>
          <a:solidFill>
            <a:srgbClr val="B57442">
              <a:alpha val="30000"/>
            </a:srgbClr>
          </a:solidFill>
          <a:ln w="0">
            <a:noFill/>
            <a:prstDash val="solid"/>
          </a:ln>
        </p:spPr>
      </p:sp>
      <p:sp>
        <p:nvSpPr>
          <p:cNvPr id="1759" name="02_predicted_pose_5058">
            <a:extLst>
              <a:ext uri="{FF2B5EF4-FFF2-40B4-BE49-F238E27FC236}">
                <a16:creationId xmlns:a16="http://schemas.microsoft.com/office/drawing/2014/main" id="{606B2779-A579-4D4E-A89A-54C3273B4630}"/>
              </a:ext>
            </a:extLst>
          </p:cNvPr>
          <p:cNvSpPr>
            <a:spLocks noGrp="1"/>
          </p:cNvSpPr>
          <p:nvPr/>
        </p:nvSpPr>
        <p:spPr>
          <a:xfrm>
            <a:off x="5651590" y="5782317"/>
            <a:ext cx="28398" cy="28398"/>
          </a:xfrm>
          <a:prstGeom prst="ellipse">
            <a:avLst/>
          </a:prstGeom>
          <a:solidFill>
            <a:srgbClr val="B57442">
              <a:alpha val="30000"/>
            </a:srgbClr>
          </a:solidFill>
          <a:ln w="0">
            <a:noFill/>
            <a:prstDash val="solid"/>
          </a:ln>
        </p:spPr>
      </p:sp>
      <p:sp>
        <p:nvSpPr>
          <p:cNvPr id="1760" name="02_predicted_pose_5059">
            <a:extLst>
              <a:ext uri="{FF2B5EF4-FFF2-40B4-BE49-F238E27FC236}">
                <a16:creationId xmlns:a16="http://schemas.microsoft.com/office/drawing/2014/main" id="{F5BE9169-9FA7-49B7-9391-776AB9F16F86}"/>
              </a:ext>
            </a:extLst>
          </p:cNvPr>
          <p:cNvSpPr>
            <a:spLocks noGrp="1"/>
          </p:cNvSpPr>
          <p:nvPr/>
        </p:nvSpPr>
        <p:spPr>
          <a:xfrm>
            <a:off x="5665371" y="5782029"/>
            <a:ext cx="28398" cy="28398"/>
          </a:xfrm>
          <a:prstGeom prst="ellipse">
            <a:avLst/>
          </a:prstGeom>
          <a:solidFill>
            <a:srgbClr val="B57442">
              <a:alpha val="30000"/>
            </a:srgbClr>
          </a:solidFill>
          <a:ln w="0">
            <a:noFill/>
            <a:prstDash val="solid"/>
          </a:ln>
        </p:spPr>
      </p:sp>
      <p:sp>
        <p:nvSpPr>
          <p:cNvPr id="1761" name="02_predicted_pose_5060">
            <a:extLst>
              <a:ext uri="{FF2B5EF4-FFF2-40B4-BE49-F238E27FC236}">
                <a16:creationId xmlns:a16="http://schemas.microsoft.com/office/drawing/2014/main" id="{DF0308DD-62CB-4CFB-A05C-A06554BF792B}"/>
              </a:ext>
            </a:extLst>
          </p:cNvPr>
          <p:cNvSpPr>
            <a:spLocks noGrp="1"/>
          </p:cNvSpPr>
          <p:nvPr/>
        </p:nvSpPr>
        <p:spPr>
          <a:xfrm>
            <a:off x="5679152" y="5828056"/>
            <a:ext cx="28398" cy="28398"/>
          </a:xfrm>
          <a:prstGeom prst="ellipse">
            <a:avLst/>
          </a:prstGeom>
          <a:solidFill>
            <a:srgbClr val="B57442">
              <a:alpha val="30000"/>
            </a:srgbClr>
          </a:solidFill>
          <a:ln w="0">
            <a:noFill/>
            <a:prstDash val="solid"/>
          </a:ln>
        </p:spPr>
      </p:sp>
      <p:sp>
        <p:nvSpPr>
          <p:cNvPr id="1762" name="02_predicted_pose_5061">
            <a:extLst>
              <a:ext uri="{FF2B5EF4-FFF2-40B4-BE49-F238E27FC236}">
                <a16:creationId xmlns:a16="http://schemas.microsoft.com/office/drawing/2014/main" id="{B5BE3F4E-861F-405C-8BFC-A139F6FCEFA0}"/>
              </a:ext>
            </a:extLst>
          </p:cNvPr>
          <p:cNvSpPr>
            <a:spLocks noGrp="1"/>
          </p:cNvSpPr>
          <p:nvPr/>
        </p:nvSpPr>
        <p:spPr>
          <a:xfrm>
            <a:off x="5692934" y="5766546"/>
            <a:ext cx="28398" cy="28398"/>
          </a:xfrm>
          <a:prstGeom prst="ellipse">
            <a:avLst/>
          </a:prstGeom>
          <a:solidFill>
            <a:srgbClr val="B57442">
              <a:alpha val="30000"/>
            </a:srgbClr>
          </a:solidFill>
          <a:ln w="0">
            <a:noFill/>
            <a:prstDash val="solid"/>
          </a:ln>
        </p:spPr>
      </p:sp>
      <p:sp>
        <p:nvSpPr>
          <p:cNvPr id="1763" name="02_predicted_pose_5062">
            <a:extLst>
              <a:ext uri="{FF2B5EF4-FFF2-40B4-BE49-F238E27FC236}">
                <a16:creationId xmlns:a16="http://schemas.microsoft.com/office/drawing/2014/main" id="{CAE3693A-8EB1-40C5-BD15-37664331AF12}"/>
              </a:ext>
            </a:extLst>
          </p:cNvPr>
          <p:cNvSpPr>
            <a:spLocks noGrp="1"/>
          </p:cNvSpPr>
          <p:nvPr/>
        </p:nvSpPr>
        <p:spPr>
          <a:xfrm>
            <a:off x="5706715" y="5696407"/>
            <a:ext cx="28398" cy="28398"/>
          </a:xfrm>
          <a:prstGeom prst="ellipse">
            <a:avLst/>
          </a:prstGeom>
          <a:solidFill>
            <a:srgbClr val="B57442">
              <a:alpha val="30000"/>
            </a:srgbClr>
          </a:solidFill>
          <a:ln w="0">
            <a:noFill/>
            <a:prstDash val="solid"/>
          </a:ln>
        </p:spPr>
      </p:sp>
      <p:sp>
        <p:nvSpPr>
          <p:cNvPr id="1764" name="02_predicted_pose_5063">
            <a:extLst>
              <a:ext uri="{FF2B5EF4-FFF2-40B4-BE49-F238E27FC236}">
                <a16:creationId xmlns:a16="http://schemas.microsoft.com/office/drawing/2014/main" id="{DC78FC53-18B2-484B-AA09-B322B3F7096E}"/>
              </a:ext>
            </a:extLst>
          </p:cNvPr>
          <p:cNvSpPr>
            <a:spLocks noGrp="1"/>
          </p:cNvSpPr>
          <p:nvPr/>
        </p:nvSpPr>
        <p:spPr>
          <a:xfrm>
            <a:off x="5596121" y="5841118"/>
            <a:ext cx="28398" cy="28398"/>
          </a:xfrm>
          <a:prstGeom prst="ellipse">
            <a:avLst/>
          </a:prstGeom>
          <a:solidFill>
            <a:srgbClr val="B57442">
              <a:alpha val="30000"/>
            </a:srgbClr>
          </a:solidFill>
          <a:ln w="0">
            <a:noFill/>
            <a:prstDash val="solid"/>
          </a:ln>
        </p:spPr>
      </p:sp>
      <p:sp>
        <p:nvSpPr>
          <p:cNvPr id="1765" name="02_predicted_pose_5064">
            <a:extLst>
              <a:ext uri="{FF2B5EF4-FFF2-40B4-BE49-F238E27FC236}">
                <a16:creationId xmlns:a16="http://schemas.microsoft.com/office/drawing/2014/main" id="{AAA76A70-14DC-4EDA-ADFB-FEBAC4F5F92F}"/>
              </a:ext>
            </a:extLst>
          </p:cNvPr>
          <p:cNvSpPr>
            <a:spLocks noGrp="1"/>
          </p:cNvSpPr>
          <p:nvPr/>
        </p:nvSpPr>
        <p:spPr>
          <a:xfrm>
            <a:off x="5689144" y="5636252"/>
            <a:ext cx="28398" cy="28398"/>
          </a:xfrm>
          <a:prstGeom prst="ellipse">
            <a:avLst/>
          </a:prstGeom>
          <a:solidFill>
            <a:srgbClr val="B57442">
              <a:alpha val="30000"/>
            </a:srgbClr>
          </a:solidFill>
          <a:ln w="0">
            <a:noFill/>
            <a:prstDash val="solid"/>
          </a:ln>
        </p:spPr>
      </p:sp>
      <p:sp>
        <p:nvSpPr>
          <p:cNvPr id="1766" name="02_predicted_pose_5065">
            <a:extLst>
              <a:ext uri="{FF2B5EF4-FFF2-40B4-BE49-F238E27FC236}">
                <a16:creationId xmlns:a16="http://schemas.microsoft.com/office/drawing/2014/main" id="{2A041A9A-097A-4B27-A713-45DA2A1455B6}"/>
              </a:ext>
            </a:extLst>
          </p:cNvPr>
          <p:cNvSpPr>
            <a:spLocks noGrp="1"/>
          </p:cNvSpPr>
          <p:nvPr/>
        </p:nvSpPr>
        <p:spPr>
          <a:xfrm>
            <a:off x="5782167" y="5784339"/>
            <a:ext cx="28398" cy="28398"/>
          </a:xfrm>
          <a:prstGeom prst="ellipse">
            <a:avLst/>
          </a:prstGeom>
          <a:solidFill>
            <a:srgbClr val="B57442">
              <a:alpha val="30000"/>
            </a:srgbClr>
          </a:solidFill>
          <a:ln w="0">
            <a:noFill/>
            <a:prstDash val="solid"/>
          </a:ln>
        </p:spPr>
      </p:sp>
      <p:sp>
        <p:nvSpPr>
          <p:cNvPr id="1767" name="02_predicted_pose_5066">
            <a:extLst>
              <a:ext uri="{FF2B5EF4-FFF2-40B4-BE49-F238E27FC236}">
                <a16:creationId xmlns:a16="http://schemas.microsoft.com/office/drawing/2014/main" id="{DADF56BB-3102-4BE3-8304-5B38384E8397}"/>
              </a:ext>
            </a:extLst>
          </p:cNvPr>
          <p:cNvSpPr>
            <a:spLocks noGrp="1"/>
          </p:cNvSpPr>
          <p:nvPr/>
        </p:nvSpPr>
        <p:spPr>
          <a:xfrm>
            <a:off x="5531693" y="5805878"/>
            <a:ext cx="28398" cy="28398"/>
          </a:xfrm>
          <a:prstGeom prst="ellipse">
            <a:avLst/>
          </a:prstGeom>
          <a:solidFill>
            <a:srgbClr val="B57442">
              <a:alpha val="30000"/>
            </a:srgbClr>
          </a:solidFill>
          <a:ln w="0">
            <a:noFill/>
            <a:prstDash val="solid"/>
          </a:ln>
        </p:spPr>
      </p:sp>
      <p:sp>
        <p:nvSpPr>
          <p:cNvPr id="1768" name="02_predicted_pose_5067">
            <a:extLst>
              <a:ext uri="{FF2B5EF4-FFF2-40B4-BE49-F238E27FC236}">
                <a16:creationId xmlns:a16="http://schemas.microsoft.com/office/drawing/2014/main" id="{1C71789F-6B88-485F-9228-3532B3F955B3}"/>
              </a:ext>
            </a:extLst>
          </p:cNvPr>
          <p:cNvSpPr>
            <a:spLocks noGrp="1"/>
          </p:cNvSpPr>
          <p:nvPr/>
        </p:nvSpPr>
        <p:spPr>
          <a:xfrm>
            <a:off x="5624717" y="5632651"/>
            <a:ext cx="28398" cy="28398"/>
          </a:xfrm>
          <a:prstGeom prst="ellipse">
            <a:avLst/>
          </a:prstGeom>
          <a:solidFill>
            <a:srgbClr val="B57442">
              <a:alpha val="30000"/>
            </a:srgbClr>
          </a:solidFill>
          <a:ln w="0">
            <a:noFill/>
            <a:prstDash val="solid"/>
          </a:ln>
        </p:spPr>
      </p:sp>
      <p:sp>
        <p:nvSpPr>
          <p:cNvPr id="1769" name="02_predicted_pose_5068">
            <a:extLst>
              <a:ext uri="{FF2B5EF4-FFF2-40B4-BE49-F238E27FC236}">
                <a16:creationId xmlns:a16="http://schemas.microsoft.com/office/drawing/2014/main" id="{F05B47AA-A98F-4C37-8439-88C37A4D62F3}"/>
              </a:ext>
            </a:extLst>
          </p:cNvPr>
          <p:cNvSpPr>
            <a:spLocks noGrp="1"/>
          </p:cNvSpPr>
          <p:nvPr/>
        </p:nvSpPr>
        <p:spPr>
          <a:xfrm>
            <a:off x="5717740" y="5717727"/>
            <a:ext cx="28398" cy="28398"/>
          </a:xfrm>
          <a:prstGeom prst="ellipse">
            <a:avLst/>
          </a:prstGeom>
          <a:solidFill>
            <a:srgbClr val="B57442">
              <a:alpha val="30000"/>
            </a:srgbClr>
          </a:solidFill>
          <a:ln w="0">
            <a:noFill/>
            <a:prstDash val="solid"/>
          </a:ln>
        </p:spPr>
      </p:sp>
      <p:sp>
        <p:nvSpPr>
          <p:cNvPr id="1770" name="02_predicted_pose_5069">
            <a:extLst>
              <a:ext uri="{FF2B5EF4-FFF2-40B4-BE49-F238E27FC236}">
                <a16:creationId xmlns:a16="http://schemas.microsoft.com/office/drawing/2014/main" id="{E6B85B8E-7444-45D6-B1EC-DAEBABD8CA40}"/>
              </a:ext>
            </a:extLst>
          </p:cNvPr>
          <p:cNvSpPr>
            <a:spLocks noGrp="1"/>
          </p:cNvSpPr>
          <p:nvPr/>
        </p:nvSpPr>
        <p:spPr>
          <a:xfrm>
            <a:off x="5810763" y="5842192"/>
            <a:ext cx="28398" cy="28398"/>
          </a:xfrm>
          <a:prstGeom prst="ellipse">
            <a:avLst/>
          </a:prstGeom>
          <a:solidFill>
            <a:srgbClr val="B57442">
              <a:alpha val="30000"/>
            </a:srgbClr>
          </a:solidFill>
          <a:ln w="0">
            <a:noFill/>
            <a:prstDash val="solid"/>
          </a:ln>
        </p:spPr>
      </p:sp>
      <p:sp>
        <p:nvSpPr>
          <p:cNvPr id="1771" name="02_predicted_pose_5070">
            <a:extLst>
              <a:ext uri="{FF2B5EF4-FFF2-40B4-BE49-F238E27FC236}">
                <a16:creationId xmlns:a16="http://schemas.microsoft.com/office/drawing/2014/main" id="{7D738DAB-0E84-4E8F-912F-A568C44D2547}"/>
              </a:ext>
            </a:extLst>
          </p:cNvPr>
          <p:cNvSpPr>
            <a:spLocks noGrp="1"/>
          </p:cNvSpPr>
          <p:nvPr/>
        </p:nvSpPr>
        <p:spPr>
          <a:xfrm>
            <a:off x="5560289" y="5618184"/>
            <a:ext cx="28398" cy="28398"/>
          </a:xfrm>
          <a:prstGeom prst="ellipse">
            <a:avLst/>
          </a:prstGeom>
          <a:solidFill>
            <a:srgbClr val="B57442">
              <a:alpha val="30000"/>
            </a:srgbClr>
          </a:solidFill>
          <a:ln w="0">
            <a:noFill/>
            <a:prstDash val="solid"/>
          </a:ln>
        </p:spPr>
      </p:sp>
      <p:sp>
        <p:nvSpPr>
          <p:cNvPr id="1772" name="02_predicted_pose_5071">
            <a:extLst>
              <a:ext uri="{FF2B5EF4-FFF2-40B4-BE49-F238E27FC236}">
                <a16:creationId xmlns:a16="http://schemas.microsoft.com/office/drawing/2014/main" id="{BBF3D368-8096-4EF8-AA27-3EB70DB33A00}"/>
              </a:ext>
            </a:extLst>
          </p:cNvPr>
          <p:cNvSpPr>
            <a:spLocks noGrp="1"/>
          </p:cNvSpPr>
          <p:nvPr/>
        </p:nvSpPr>
        <p:spPr>
          <a:xfrm>
            <a:off x="5653313" y="5717886"/>
            <a:ext cx="28398" cy="28398"/>
          </a:xfrm>
          <a:prstGeom prst="ellipse">
            <a:avLst/>
          </a:prstGeom>
          <a:solidFill>
            <a:srgbClr val="B57442">
              <a:alpha val="30000"/>
            </a:srgbClr>
          </a:solidFill>
          <a:ln w="0">
            <a:noFill/>
            <a:prstDash val="solid"/>
          </a:ln>
        </p:spPr>
      </p:sp>
      <p:sp>
        <p:nvSpPr>
          <p:cNvPr id="1773" name="02_predicted_pose_5072">
            <a:extLst>
              <a:ext uri="{FF2B5EF4-FFF2-40B4-BE49-F238E27FC236}">
                <a16:creationId xmlns:a16="http://schemas.microsoft.com/office/drawing/2014/main" id="{71B95841-518B-47AF-AA98-831FCE719545}"/>
              </a:ext>
            </a:extLst>
          </p:cNvPr>
          <p:cNvSpPr>
            <a:spLocks noGrp="1"/>
          </p:cNvSpPr>
          <p:nvPr/>
        </p:nvSpPr>
        <p:spPr>
          <a:xfrm>
            <a:off x="5746336" y="5771935"/>
            <a:ext cx="28398" cy="28398"/>
          </a:xfrm>
          <a:prstGeom prst="ellipse">
            <a:avLst/>
          </a:prstGeom>
          <a:solidFill>
            <a:srgbClr val="B57442">
              <a:alpha val="30000"/>
            </a:srgbClr>
          </a:solidFill>
          <a:ln w="0">
            <a:noFill/>
            <a:prstDash val="solid"/>
          </a:ln>
        </p:spPr>
      </p:sp>
      <p:sp>
        <p:nvSpPr>
          <p:cNvPr id="1774" name="02_predicted_pose_5073">
            <a:extLst>
              <a:ext uri="{FF2B5EF4-FFF2-40B4-BE49-F238E27FC236}">
                <a16:creationId xmlns:a16="http://schemas.microsoft.com/office/drawing/2014/main" id="{C929DD68-ECC5-4630-BD93-5C3058B69EAD}"/>
              </a:ext>
            </a:extLst>
          </p:cNvPr>
          <p:cNvSpPr>
            <a:spLocks noGrp="1"/>
          </p:cNvSpPr>
          <p:nvPr/>
        </p:nvSpPr>
        <p:spPr>
          <a:xfrm>
            <a:off x="5609902" y="5756091"/>
            <a:ext cx="28398" cy="28398"/>
          </a:xfrm>
          <a:prstGeom prst="ellipse">
            <a:avLst/>
          </a:prstGeom>
          <a:solidFill>
            <a:srgbClr val="B57442">
              <a:alpha val="30000"/>
            </a:srgbClr>
          </a:solidFill>
          <a:ln w="0">
            <a:noFill/>
            <a:prstDash val="solid"/>
          </a:ln>
        </p:spPr>
      </p:sp>
      <p:sp>
        <p:nvSpPr>
          <p:cNvPr id="1775" name="02_predicted_pose_5074">
            <a:extLst>
              <a:ext uri="{FF2B5EF4-FFF2-40B4-BE49-F238E27FC236}">
                <a16:creationId xmlns:a16="http://schemas.microsoft.com/office/drawing/2014/main" id="{E763CD93-9DE1-4E75-BC46-FDB454B966FC}"/>
              </a:ext>
            </a:extLst>
          </p:cNvPr>
          <p:cNvSpPr>
            <a:spLocks noGrp="1"/>
          </p:cNvSpPr>
          <p:nvPr/>
        </p:nvSpPr>
        <p:spPr>
          <a:xfrm>
            <a:off x="5702925" y="5760440"/>
            <a:ext cx="28398" cy="28398"/>
          </a:xfrm>
          <a:prstGeom prst="ellipse">
            <a:avLst/>
          </a:prstGeom>
          <a:solidFill>
            <a:srgbClr val="B57442">
              <a:alpha val="30000"/>
            </a:srgbClr>
          </a:solidFill>
          <a:ln w="0">
            <a:noFill/>
            <a:prstDash val="solid"/>
          </a:ln>
        </p:spPr>
      </p:sp>
      <p:sp>
        <p:nvSpPr>
          <p:cNvPr id="1776" name="02_predicted_pose_5075">
            <a:extLst>
              <a:ext uri="{FF2B5EF4-FFF2-40B4-BE49-F238E27FC236}">
                <a16:creationId xmlns:a16="http://schemas.microsoft.com/office/drawing/2014/main" id="{080C9309-2497-44CD-99A8-5ACBF8FEEEF9}"/>
              </a:ext>
            </a:extLst>
          </p:cNvPr>
          <p:cNvSpPr>
            <a:spLocks noGrp="1"/>
          </p:cNvSpPr>
          <p:nvPr/>
        </p:nvSpPr>
        <p:spPr>
          <a:xfrm>
            <a:off x="5795948" y="5703794"/>
            <a:ext cx="28398" cy="28398"/>
          </a:xfrm>
          <a:prstGeom prst="ellipse">
            <a:avLst/>
          </a:prstGeom>
          <a:solidFill>
            <a:srgbClr val="B57442">
              <a:alpha val="30000"/>
            </a:srgbClr>
          </a:solidFill>
          <a:ln w="0">
            <a:noFill/>
            <a:prstDash val="solid"/>
          </a:ln>
        </p:spPr>
      </p:sp>
      <p:sp>
        <p:nvSpPr>
          <p:cNvPr id="1777" name="02_predicted_pose_5076">
            <a:extLst>
              <a:ext uri="{FF2B5EF4-FFF2-40B4-BE49-F238E27FC236}">
                <a16:creationId xmlns:a16="http://schemas.microsoft.com/office/drawing/2014/main" id="{3300B423-66A0-4A4D-817D-C73A43A6685E}"/>
              </a:ext>
            </a:extLst>
          </p:cNvPr>
          <p:cNvSpPr>
            <a:spLocks noGrp="1"/>
          </p:cNvSpPr>
          <p:nvPr/>
        </p:nvSpPr>
        <p:spPr>
          <a:xfrm>
            <a:off x="5545475" y="5744745"/>
            <a:ext cx="28398" cy="28398"/>
          </a:xfrm>
          <a:prstGeom prst="ellipse">
            <a:avLst/>
          </a:prstGeom>
          <a:solidFill>
            <a:srgbClr val="B57442">
              <a:alpha val="30000"/>
            </a:srgbClr>
          </a:solidFill>
          <a:ln w="0">
            <a:noFill/>
            <a:prstDash val="solid"/>
          </a:ln>
        </p:spPr>
      </p:sp>
      <p:sp>
        <p:nvSpPr>
          <p:cNvPr id="1778" name="02_predicted_pose_5077">
            <a:extLst>
              <a:ext uri="{FF2B5EF4-FFF2-40B4-BE49-F238E27FC236}">
                <a16:creationId xmlns:a16="http://schemas.microsoft.com/office/drawing/2014/main" id="{6DE84FB1-2B53-4B00-A3B7-42341DF49282}"/>
              </a:ext>
            </a:extLst>
          </p:cNvPr>
          <p:cNvSpPr>
            <a:spLocks noGrp="1"/>
          </p:cNvSpPr>
          <p:nvPr/>
        </p:nvSpPr>
        <p:spPr>
          <a:xfrm>
            <a:off x="5638498" y="5752076"/>
            <a:ext cx="28398" cy="28398"/>
          </a:xfrm>
          <a:prstGeom prst="ellipse">
            <a:avLst/>
          </a:prstGeom>
          <a:solidFill>
            <a:srgbClr val="B57442">
              <a:alpha val="30000"/>
            </a:srgbClr>
          </a:solidFill>
          <a:ln w="0">
            <a:noFill/>
            <a:prstDash val="solid"/>
          </a:ln>
        </p:spPr>
      </p:sp>
      <p:sp>
        <p:nvSpPr>
          <p:cNvPr id="1779" name="02_predicted_pose_5078">
            <a:extLst>
              <a:ext uri="{FF2B5EF4-FFF2-40B4-BE49-F238E27FC236}">
                <a16:creationId xmlns:a16="http://schemas.microsoft.com/office/drawing/2014/main" id="{BDD78CC9-1031-46B9-BC97-7A2DA5FED076}"/>
              </a:ext>
            </a:extLst>
          </p:cNvPr>
          <p:cNvSpPr>
            <a:spLocks noGrp="1"/>
          </p:cNvSpPr>
          <p:nvPr/>
        </p:nvSpPr>
        <p:spPr>
          <a:xfrm>
            <a:off x="5731521" y="5801506"/>
            <a:ext cx="28398" cy="28398"/>
          </a:xfrm>
          <a:prstGeom prst="ellipse">
            <a:avLst/>
          </a:prstGeom>
          <a:solidFill>
            <a:srgbClr val="B57442">
              <a:alpha val="30000"/>
            </a:srgbClr>
          </a:solidFill>
          <a:ln w="0">
            <a:noFill/>
            <a:prstDash val="solid"/>
          </a:ln>
        </p:spPr>
      </p:sp>
      <p:sp>
        <p:nvSpPr>
          <p:cNvPr id="1780" name="02_predicted_pose_5079">
            <a:extLst>
              <a:ext uri="{FF2B5EF4-FFF2-40B4-BE49-F238E27FC236}">
                <a16:creationId xmlns:a16="http://schemas.microsoft.com/office/drawing/2014/main" id="{D29415C9-EAC0-40CC-A249-B79EC6ED3A74}"/>
              </a:ext>
            </a:extLst>
          </p:cNvPr>
          <p:cNvSpPr>
            <a:spLocks noGrp="1"/>
          </p:cNvSpPr>
          <p:nvPr/>
        </p:nvSpPr>
        <p:spPr>
          <a:xfrm>
            <a:off x="5481047" y="5678191"/>
            <a:ext cx="28398" cy="28398"/>
          </a:xfrm>
          <a:prstGeom prst="ellipse">
            <a:avLst/>
          </a:prstGeom>
          <a:solidFill>
            <a:srgbClr val="B57442">
              <a:alpha val="30000"/>
            </a:srgbClr>
          </a:solidFill>
          <a:ln w="0">
            <a:noFill/>
            <a:prstDash val="solid"/>
          </a:ln>
        </p:spPr>
      </p:sp>
      <p:sp>
        <p:nvSpPr>
          <p:cNvPr id="1781" name="02_predicted_pose_5080">
            <a:extLst>
              <a:ext uri="{FF2B5EF4-FFF2-40B4-BE49-F238E27FC236}">
                <a16:creationId xmlns:a16="http://schemas.microsoft.com/office/drawing/2014/main" id="{98FF11E2-F3D6-4DE4-A2FF-6DBCC429D366}"/>
              </a:ext>
            </a:extLst>
          </p:cNvPr>
          <p:cNvSpPr>
            <a:spLocks noGrp="1"/>
          </p:cNvSpPr>
          <p:nvPr/>
        </p:nvSpPr>
        <p:spPr>
          <a:xfrm>
            <a:off x="5574071" y="5802415"/>
            <a:ext cx="28398" cy="28398"/>
          </a:xfrm>
          <a:prstGeom prst="ellipse">
            <a:avLst/>
          </a:prstGeom>
          <a:solidFill>
            <a:srgbClr val="B57442">
              <a:alpha val="30000"/>
            </a:srgbClr>
          </a:solidFill>
          <a:ln w="0">
            <a:noFill/>
            <a:prstDash val="solid"/>
          </a:ln>
        </p:spPr>
      </p:sp>
      <p:sp>
        <p:nvSpPr>
          <p:cNvPr id="1782" name="02_predicted_pose_5081">
            <a:extLst>
              <a:ext uri="{FF2B5EF4-FFF2-40B4-BE49-F238E27FC236}">
                <a16:creationId xmlns:a16="http://schemas.microsoft.com/office/drawing/2014/main" id="{4CEDB5D8-2469-4036-B594-7FF7436808AB}"/>
              </a:ext>
            </a:extLst>
          </p:cNvPr>
          <p:cNvSpPr>
            <a:spLocks noGrp="1"/>
          </p:cNvSpPr>
          <p:nvPr/>
        </p:nvSpPr>
        <p:spPr>
          <a:xfrm>
            <a:off x="5667094" y="5776460"/>
            <a:ext cx="28398" cy="28398"/>
          </a:xfrm>
          <a:prstGeom prst="ellipse">
            <a:avLst/>
          </a:prstGeom>
          <a:solidFill>
            <a:srgbClr val="B57442">
              <a:alpha val="30000"/>
            </a:srgbClr>
          </a:solidFill>
          <a:ln w="0">
            <a:noFill/>
            <a:prstDash val="solid"/>
          </a:ln>
        </p:spPr>
      </p:sp>
      <p:sp>
        <p:nvSpPr>
          <p:cNvPr id="1783" name="02_predicted_pose_5082">
            <a:extLst>
              <a:ext uri="{FF2B5EF4-FFF2-40B4-BE49-F238E27FC236}">
                <a16:creationId xmlns:a16="http://schemas.microsoft.com/office/drawing/2014/main" id="{7873BF24-A207-4B27-BD1C-408C7ACAAA63}"/>
              </a:ext>
            </a:extLst>
          </p:cNvPr>
          <p:cNvSpPr>
            <a:spLocks noGrp="1"/>
          </p:cNvSpPr>
          <p:nvPr/>
        </p:nvSpPr>
        <p:spPr>
          <a:xfrm>
            <a:off x="5760117" y="5662530"/>
            <a:ext cx="28398" cy="28398"/>
          </a:xfrm>
          <a:prstGeom prst="ellipse">
            <a:avLst/>
          </a:prstGeom>
          <a:solidFill>
            <a:srgbClr val="B57442">
              <a:alpha val="30000"/>
            </a:srgbClr>
          </a:solidFill>
          <a:ln w="0">
            <a:noFill/>
            <a:prstDash val="solid"/>
          </a:ln>
        </p:spPr>
      </p:sp>
      <p:sp>
        <p:nvSpPr>
          <p:cNvPr id="1784" name="02_predicted_pose_5083">
            <a:extLst>
              <a:ext uri="{FF2B5EF4-FFF2-40B4-BE49-F238E27FC236}">
                <a16:creationId xmlns:a16="http://schemas.microsoft.com/office/drawing/2014/main" id="{7103135B-C9F7-4900-84E9-27EE18392B9D}"/>
              </a:ext>
            </a:extLst>
          </p:cNvPr>
          <p:cNvSpPr>
            <a:spLocks noGrp="1"/>
          </p:cNvSpPr>
          <p:nvPr/>
        </p:nvSpPr>
        <p:spPr>
          <a:xfrm>
            <a:off x="5623683" y="5696706"/>
            <a:ext cx="28398" cy="28398"/>
          </a:xfrm>
          <a:prstGeom prst="ellipse">
            <a:avLst/>
          </a:prstGeom>
          <a:solidFill>
            <a:srgbClr val="B57442">
              <a:alpha val="30000"/>
            </a:srgbClr>
          </a:solidFill>
          <a:ln w="0">
            <a:noFill/>
            <a:prstDash val="solid"/>
          </a:ln>
        </p:spPr>
      </p:sp>
      <p:sp>
        <p:nvSpPr>
          <p:cNvPr id="1785" name="02_predicted_pose_5084">
            <a:extLst>
              <a:ext uri="{FF2B5EF4-FFF2-40B4-BE49-F238E27FC236}">
                <a16:creationId xmlns:a16="http://schemas.microsoft.com/office/drawing/2014/main" id="{791C9B30-9753-4C97-94E4-25DACE83DA88}"/>
              </a:ext>
            </a:extLst>
          </p:cNvPr>
          <p:cNvSpPr>
            <a:spLocks noGrp="1"/>
          </p:cNvSpPr>
          <p:nvPr/>
        </p:nvSpPr>
        <p:spPr>
          <a:xfrm>
            <a:off x="5716706" y="5684675"/>
            <a:ext cx="28398" cy="28398"/>
          </a:xfrm>
          <a:prstGeom prst="ellipse">
            <a:avLst/>
          </a:prstGeom>
          <a:solidFill>
            <a:srgbClr val="B57442">
              <a:alpha val="30000"/>
            </a:srgbClr>
          </a:solidFill>
          <a:ln w="0">
            <a:noFill/>
            <a:prstDash val="solid"/>
          </a:ln>
        </p:spPr>
      </p:sp>
      <p:sp>
        <p:nvSpPr>
          <p:cNvPr id="1786" name="02_predicted_pose_5085">
            <a:extLst>
              <a:ext uri="{FF2B5EF4-FFF2-40B4-BE49-F238E27FC236}">
                <a16:creationId xmlns:a16="http://schemas.microsoft.com/office/drawing/2014/main" id="{78906862-9898-4CCA-8548-85CBF1496CA0}"/>
              </a:ext>
            </a:extLst>
          </p:cNvPr>
          <p:cNvSpPr>
            <a:spLocks noGrp="1"/>
          </p:cNvSpPr>
          <p:nvPr/>
        </p:nvSpPr>
        <p:spPr>
          <a:xfrm>
            <a:off x="5809730" y="5734426"/>
            <a:ext cx="28398" cy="28398"/>
          </a:xfrm>
          <a:prstGeom prst="ellipse">
            <a:avLst/>
          </a:prstGeom>
          <a:solidFill>
            <a:srgbClr val="B57442">
              <a:alpha val="30000"/>
            </a:srgbClr>
          </a:solidFill>
          <a:ln w="0">
            <a:noFill/>
            <a:prstDash val="solid"/>
          </a:ln>
        </p:spPr>
      </p:sp>
      <p:sp>
        <p:nvSpPr>
          <p:cNvPr id="1787" name="02_predicted_pose_5086">
            <a:extLst>
              <a:ext uri="{FF2B5EF4-FFF2-40B4-BE49-F238E27FC236}">
                <a16:creationId xmlns:a16="http://schemas.microsoft.com/office/drawing/2014/main" id="{50668252-262B-4DF6-8931-444643EFCE1C}"/>
              </a:ext>
            </a:extLst>
          </p:cNvPr>
          <p:cNvSpPr>
            <a:spLocks noGrp="1"/>
          </p:cNvSpPr>
          <p:nvPr/>
        </p:nvSpPr>
        <p:spPr>
          <a:xfrm>
            <a:off x="5559256" y="5739241"/>
            <a:ext cx="28398" cy="28398"/>
          </a:xfrm>
          <a:prstGeom prst="ellipse">
            <a:avLst/>
          </a:prstGeom>
          <a:solidFill>
            <a:srgbClr val="B57442">
              <a:alpha val="30000"/>
            </a:srgbClr>
          </a:solidFill>
          <a:ln w="0">
            <a:noFill/>
            <a:prstDash val="solid"/>
          </a:ln>
        </p:spPr>
      </p:sp>
      <p:sp>
        <p:nvSpPr>
          <p:cNvPr id="1788" name="02_predicted_pose_5087">
            <a:extLst>
              <a:ext uri="{FF2B5EF4-FFF2-40B4-BE49-F238E27FC236}">
                <a16:creationId xmlns:a16="http://schemas.microsoft.com/office/drawing/2014/main" id="{46F334DC-8430-4C1F-A0DE-AAAE1A85E02C}"/>
              </a:ext>
            </a:extLst>
          </p:cNvPr>
          <p:cNvSpPr>
            <a:spLocks noGrp="1"/>
          </p:cNvSpPr>
          <p:nvPr/>
        </p:nvSpPr>
        <p:spPr>
          <a:xfrm>
            <a:off x="5652279" y="5778500"/>
            <a:ext cx="28398" cy="28398"/>
          </a:xfrm>
          <a:prstGeom prst="ellipse">
            <a:avLst/>
          </a:prstGeom>
          <a:solidFill>
            <a:srgbClr val="B57442">
              <a:alpha val="30000"/>
            </a:srgbClr>
          </a:solidFill>
          <a:ln w="0">
            <a:noFill/>
            <a:prstDash val="solid"/>
          </a:ln>
        </p:spPr>
      </p:sp>
      <p:sp>
        <p:nvSpPr>
          <p:cNvPr id="1789" name="02_predicted_pose_5088">
            <a:extLst>
              <a:ext uri="{FF2B5EF4-FFF2-40B4-BE49-F238E27FC236}">
                <a16:creationId xmlns:a16="http://schemas.microsoft.com/office/drawing/2014/main" id="{009CBC68-2A28-4858-9B0F-D053C78F713B}"/>
              </a:ext>
            </a:extLst>
          </p:cNvPr>
          <p:cNvSpPr>
            <a:spLocks noGrp="1"/>
          </p:cNvSpPr>
          <p:nvPr/>
        </p:nvSpPr>
        <p:spPr>
          <a:xfrm>
            <a:off x="5745302" y="5729266"/>
            <a:ext cx="28398" cy="28398"/>
          </a:xfrm>
          <a:prstGeom prst="ellipse">
            <a:avLst/>
          </a:prstGeom>
          <a:solidFill>
            <a:srgbClr val="B57442">
              <a:alpha val="30000"/>
            </a:srgbClr>
          </a:solidFill>
          <a:ln w="0">
            <a:noFill/>
            <a:prstDash val="solid"/>
          </a:ln>
        </p:spPr>
      </p:sp>
      <p:sp>
        <p:nvSpPr>
          <p:cNvPr id="1790" name="02_predicted_pose_5089">
            <a:extLst>
              <a:ext uri="{FF2B5EF4-FFF2-40B4-BE49-F238E27FC236}">
                <a16:creationId xmlns:a16="http://schemas.microsoft.com/office/drawing/2014/main" id="{8BA92620-B365-4E62-ABAA-E27FB8E7019F}"/>
              </a:ext>
            </a:extLst>
          </p:cNvPr>
          <p:cNvSpPr>
            <a:spLocks noGrp="1"/>
          </p:cNvSpPr>
          <p:nvPr/>
        </p:nvSpPr>
        <p:spPr>
          <a:xfrm>
            <a:off x="5494828" y="5660183"/>
            <a:ext cx="28398" cy="28398"/>
          </a:xfrm>
          <a:prstGeom prst="ellipse">
            <a:avLst/>
          </a:prstGeom>
          <a:solidFill>
            <a:srgbClr val="B57442">
              <a:alpha val="30000"/>
            </a:srgbClr>
          </a:solidFill>
          <a:ln w="0">
            <a:noFill/>
            <a:prstDash val="solid"/>
          </a:ln>
        </p:spPr>
      </p:sp>
      <p:sp>
        <p:nvSpPr>
          <p:cNvPr id="1791" name="02_predicted_pose_5090">
            <a:extLst>
              <a:ext uri="{FF2B5EF4-FFF2-40B4-BE49-F238E27FC236}">
                <a16:creationId xmlns:a16="http://schemas.microsoft.com/office/drawing/2014/main" id="{9470A739-3567-4F2B-B8A6-4CDEE5590C1A}"/>
              </a:ext>
            </a:extLst>
          </p:cNvPr>
          <p:cNvSpPr>
            <a:spLocks noGrp="1"/>
          </p:cNvSpPr>
          <p:nvPr/>
        </p:nvSpPr>
        <p:spPr>
          <a:xfrm>
            <a:off x="5587852" y="5769618"/>
            <a:ext cx="28398" cy="28398"/>
          </a:xfrm>
          <a:prstGeom prst="ellipse">
            <a:avLst/>
          </a:prstGeom>
          <a:solidFill>
            <a:srgbClr val="B57442">
              <a:alpha val="30000"/>
            </a:srgbClr>
          </a:solidFill>
          <a:ln w="0">
            <a:noFill/>
            <a:prstDash val="solid"/>
          </a:ln>
        </p:spPr>
      </p:sp>
      <p:sp>
        <p:nvSpPr>
          <p:cNvPr id="1792" name="02_predicted_pose_5091">
            <a:extLst>
              <a:ext uri="{FF2B5EF4-FFF2-40B4-BE49-F238E27FC236}">
                <a16:creationId xmlns:a16="http://schemas.microsoft.com/office/drawing/2014/main" id="{DB8B9B05-D5C0-4C1A-A3FA-0B26E5A238C0}"/>
              </a:ext>
            </a:extLst>
          </p:cNvPr>
          <p:cNvSpPr>
            <a:spLocks noGrp="1"/>
          </p:cNvSpPr>
          <p:nvPr/>
        </p:nvSpPr>
        <p:spPr>
          <a:xfrm>
            <a:off x="5680875" y="5766653"/>
            <a:ext cx="28398" cy="28398"/>
          </a:xfrm>
          <a:prstGeom prst="ellipse">
            <a:avLst/>
          </a:prstGeom>
          <a:solidFill>
            <a:srgbClr val="B57442">
              <a:alpha val="30000"/>
            </a:srgbClr>
          </a:solidFill>
          <a:ln w="0">
            <a:noFill/>
            <a:prstDash val="solid"/>
          </a:ln>
        </p:spPr>
      </p:sp>
      <p:sp>
        <p:nvSpPr>
          <p:cNvPr id="1793" name="02_predicted_pose_5092">
            <a:extLst>
              <a:ext uri="{FF2B5EF4-FFF2-40B4-BE49-F238E27FC236}">
                <a16:creationId xmlns:a16="http://schemas.microsoft.com/office/drawing/2014/main" id="{7E744232-0F66-4FE0-ADC0-0792BD1F5A6B}"/>
              </a:ext>
            </a:extLst>
          </p:cNvPr>
          <p:cNvSpPr>
            <a:spLocks noGrp="1"/>
          </p:cNvSpPr>
          <p:nvPr/>
        </p:nvSpPr>
        <p:spPr>
          <a:xfrm>
            <a:off x="5773898" y="5797934"/>
            <a:ext cx="28398" cy="28398"/>
          </a:xfrm>
          <a:prstGeom prst="ellipse">
            <a:avLst/>
          </a:prstGeom>
          <a:solidFill>
            <a:srgbClr val="B57442">
              <a:alpha val="30000"/>
            </a:srgbClr>
          </a:solidFill>
          <a:ln w="0">
            <a:noFill/>
            <a:prstDash val="solid"/>
          </a:ln>
        </p:spPr>
      </p:sp>
      <p:sp>
        <p:nvSpPr>
          <p:cNvPr id="1794" name="02_predicted_pose_5093">
            <a:extLst>
              <a:ext uri="{FF2B5EF4-FFF2-40B4-BE49-F238E27FC236}">
                <a16:creationId xmlns:a16="http://schemas.microsoft.com/office/drawing/2014/main" id="{B9D07D81-3121-4E45-A029-261A00159F8E}"/>
              </a:ext>
            </a:extLst>
          </p:cNvPr>
          <p:cNvSpPr>
            <a:spLocks noGrp="1"/>
          </p:cNvSpPr>
          <p:nvPr/>
        </p:nvSpPr>
        <p:spPr>
          <a:xfrm>
            <a:off x="5637464" y="5737669"/>
            <a:ext cx="28398" cy="28398"/>
          </a:xfrm>
          <a:prstGeom prst="ellipse">
            <a:avLst/>
          </a:prstGeom>
          <a:solidFill>
            <a:srgbClr val="B57442">
              <a:alpha val="30000"/>
            </a:srgbClr>
          </a:solidFill>
          <a:ln w="0">
            <a:noFill/>
            <a:prstDash val="solid"/>
          </a:ln>
        </p:spPr>
      </p:sp>
      <p:sp>
        <p:nvSpPr>
          <p:cNvPr id="1795" name="02_predicted_pose_5094">
            <a:extLst>
              <a:ext uri="{FF2B5EF4-FFF2-40B4-BE49-F238E27FC236}">
                <a16:creationId xmlns:a16="http://schemas.microsoft.com/office/drawing/2014/main" id="{9F7F75BC-CB65-40B2-BE7D-ED4ABF163D48}"/>
              </a:ext>
            </a:extLst>
          </p:cNvPr>
          <p:cNvSpPr>
            <a:spLocks noGrp="1"/>
          </p:cNvSpPr>
          <p:nvPr/>
        </p:nvSpPr>
        <p:spPr>
          <a:xfrm>
            <a:off x="5730488" y="5732041"/>
            <a:ext cx="28398" cy="28398"/>
          </a:xfrm>
          <a:prstGeom prst="ellipse">
            <a:avLst/>
          </a:prstGeom>
          <a:solidFill>
            <a:srgbClr val="B57442">
              <a:alpha val="30000"/>
            </a:srgbClr>
          </a:solidFill>
          <a:ln w="0">
            <a:noFill/>
            <a:prstDash val="solid"/>
          </a:ln>
        </p:spPr>
      </p:sp>
      <p:sp>
        <p:nvSpPr>
          <p:cNvPr id="1796" name="02_predicted_pose_5095">
            <a:extLst>
              <a:ext uri="{FF2B5EF4-FFF2-40B4-BE49-F238E27FC236}">
                <a16:creationId xmlns:a16="http://schemas.microsoft.com/office/drawing/2014/main" id="{5D55FB02-1A3E-46DA-A976-4E67EF529651}"/>
              </a:ext>
            </a:extLst>
          </p:cNvPr>
          <p:cNvSpPr>
            <a:spLocks noGrp="1"/>
          </p:cNvSpPr>
          <p:nvPr/>
        </p:nvSpPr>
        <p:spPr>
          <a:xfrm>
            <a:off x="5480014" y="5684598"/>
            <a:ext cx="28398" cy="28398"/>
          </a:xfrm>
          <a:prstGeom prst="ellipse">
            <a:avLst/>
          </a:prstGeom>
          <a:solidFill>
            <a:srgbClr val="B57442">
              <a:alpha val="30000"/>
            </a:srgbClr>
          </a:solidFill>
          <a:ln w="0">
            <a:noFill/>
            <a:prstDash val="solid"/>
          </a:ln>
        </p:spPr>
      </p:sp>
      <p:sp>
        <p:nvSpPr>
          <p:cNvPr id="1797" name="02_predicted_pose_5096">
            <a:extLst>
              <a:ext uri="{FF2B5EF4-FFF2-40B4-BE49-F238E27FC236}">
                <a16:creationId xmlns:a16="http://schemas.microsoft.com/office/drawing/2014/main" id="{86A76BA3-0082-4BA4-AFF2-AF42C37E9101}"/>
              </a:ext>
            </a:extLst>
          </p:cNvPr>
          <p:cNvSpPr>
            <a:spLocks noGrp="1"/>
          </p:cNvSpPr>
          <p:nvPr/>
        </p:nvSpPr>
        <p:spPr>
          <a:xfrm>
            <a:off x="5573037" y="5672398"/>
            <a:ext cx="28398" cy="28398"/>
          </a:xfrm>
          <a:prstGeom prst="ellipse">
            <a:avLst/>
          </a:prstGeom>
          <a:solidFill>
            <a:srgbClr val="B57442">
              <a:alpha val="30000"/>
            </a:srgbClr>
          </a:solidFill>
          <a:ln w="0">
            <a:noFill/>
            <a:prstDash val="solid"/>
          </a:ln>
        </p:spPr>
      </p:sp>
      <p:sp>
        <p:nvSpPr>
          <p:cNvPr id="1798" name="02_predicted_pose_5097">
            <a:extLst>
              <a:ext uri="{FF2B5EF4-FFF2-40B4-BE49-F238E27FC236}">
                <a16:creationId xmlns:a16="http://schemas.microsoft.com/office/drawing/2014/main" id="{9059BC60-6133-405A-90E0-CB7F67145381}"/>
              </a:ext>
            </a:extLst>
          </p:cNvPr>
          <p:cNvSpPr>
            <a:spLocks noGrp="1"/>
          </p:cNvSpPr>
          <p:nvPr/>
        </p:nvSpPr>
        <p:spPr>
          <a:xfrm>
            <a:off x="5666060" y="5859760"/>
            <a:ext cx="28398" cy="28398"/>
          </a:xfrm>
          <a:prstGeom prst="ellipse">
            <a:avLst/>
          </a:prstGeom>
          <a:solidFill>
            <a:srgbClr val="B57442">
              <a:alpha val="30000"/>
            </a:srgbClr>
          </a:solidFill>
          <a:ln w="0">
            <a:noFill/>
            <a:prstDash val="solid"/>
          </a:ln>
        </p:spPr>
      </p:sp>
      <p:sp>
        <p:nvSpPr>
          <p:cNvPr id="1799" name="02_predicted_pose_5098">
            <a:extLst>
              <a:ext uri="{FF2B5EF4-FFF2-40B4-BE49-F238E27FC236}">
                <a16:creationId xmlns:a16="http://schemas.microsoft.com/office/drawing/2014/main" id="{496C2411-E2C1-42B9-983E-9F9044A97A9D}"/>
              </a:ext>
            </a:extLst>
          </p:cNvPr>
          <p:cNvSpPr>
            <a:spLocks noGrp="1"/>
          </p:cNvSpPr>
          <p:nvPr/>
        </p:nvSpPr>
        <p:spPr>
          <a:xfrm>
            <a:off x="5759084" y="5796963"/>
            <a:ext cx="28398" cy="28398"/>
          </a:xfrm>
          <a:prstGeom prst="ellipse">
            <a:avLst/>
          </a:prstGeom>
          <a:solidFill>
            <a:srgbClr val="B57442">
              <a:alpha val="30000"/>
            </a:srgbClr>
          </a:solidFill>
          <a:ln w="0">
            <a:noFill/>
            <a:prstDash val="solid"/>
          </a:ln>
        </p:spPr>
      </p:sp>
      <p:sp>
        <p:nvSpPr>
          <p:cNvPr id="1800" name="02_predicted_pose_5099">
            <a:extLst>
              <a:ext uri="{FF2B5EF4-FFF2-40B4-BE49-F238E27FC236}">
                <a16:creationId xmlns:a16="http://schemas.microsoft.com/office/drawing/2014/main" id="{C3224920-40E6-4CAF-987B-AE8A560EC4E0}"/>
              </a:ext>
            </a:extLst>
          </p:cNvPr>
          <p:cNvSpPr>
            <a:spLocks noGrp="1"/>
          </p:cNvSpPr>
          <p:nvPr/>
        </p:nvSpPr>
        <p:spPr>
          <a:xfrm>
            <a:off x="5508610" y="5652305"/>
            <a:ext cx="28398" cy="28398"/>
          </a:xfrm>
          <a:prstGeom prst="ellipse">
            <a:avLst/>
          </a:prstGeom>
          <a:solidFill>
            <a:srgbClr val="B57442">
              <a:alpha val="30000"/>
            </a:srgbClr>
          </a:solidFill>
          <a:ln w="0">
            <a:noFill/>
            <a:prstDash val="solid"/>
          </a:ln>
        </p:spPr>
      </p:sp>
      <p:sp>
        <p:nvSpPr>
          <p:cNvPr id="1801" name="02_predicted_pose_5100">
            <a:extLst>
              <a:ext uri="{FF2B5EF4-FFF2-40B4-BE49-F238E27FC236}">
                <a16:creationId xmlns:a16="http://schemas.microsoft.com/office/drawing/2014/main" id="{F490A3E9-205D-4E80-B2F1-8E41C33D8D45}"/>
              </a:ext>
            </a:extLst>
          </p:cNvPr>
          <p:cNvSpPr>
            <a:spLocks noGrp="1"/>
          </p:cNvSpPr>
          <p:nvPr/>
        </p:nvSpPr>
        <p:spPr>
          <a:xfrm>
            <a:off x="5601633" y="5768552"/>
            <a:ext cx="28398" cy="28398"/>
          </a:xfrm>
          <a:prstGeom prst="ellipse">
            <a:avLst/>
          </a:prstGeom>
          <a:solidFill>
            <a:srgbClr val="B57442">
              <a:alpha val="30000"/>
            </a:srgbClr>
          </a:solidFill>
          <a:ln w="0">
            <a:noFill/>
            <a:prstDash val="solid"/>
          </a:ln>
        </p:spPr>
      </p:sp>
      <p:sp>
        <p:nvSpPr>
          <p:cNvPr id="1802" name="02_predicted_pose_5101">
            <a:extLst>
              <a:ext uri="{FF2B5EF4-FFF2-40B4-BE49-F238E27FC236}">
                <a16:creationId xmlns:a16="http://schemas.microsoft.com/office/drawing/2014/main" id="{A993FBF8-0D6C-47D0-AFAE-7EB07579ECDB}"/>
              </a:ext>
            </a:extLst>
          </p:cNvPr>
          <p:cNvSpPr>
            <a:spLocks noGrp="1"/>
          </p:cNvSpPr>
          <p:nvPr/>
        </p:nvSpPr>
        <p:spPr>
          <a:xfrm>
            <a:off x="5694656" y="5745585"/>
            <a:ext cx="28398" cy="28398"/>
          </a:xfrm>
          <a:prstGeom prst="ellipse">
            <a:avLst/>
          </a:prstGeom>
          <a:solidFill>
            <a:srgbClr val="B57442">
              <a:alpha val="30000"/>
            </a:srgbClr>
          </a:solidFill>
          <a:ln w="0">
            <a:noFill/>
            <a:prstDash val="solid"/>
          </a:ln>
        </p:spPr>
      </p:sp>
      <p:sp>
        <p:nvSpPr>
          <p:cNvPr id="1803" name="02_predicted_pose_5102">
            <a:extLst>
              <a:ext uri="{FF2B5EF4-FFF2-40B4-BE49-F238E27FC236}">
                <a16:creationId xmlns:a16="http://schemas.microsoft.com/office/drawing/2014/main" id="{A24038A5-57FE-49EB-A9DA-F9D38912ACCF}"/>
              </a:ext>
            </a:extLst>
          </p:cNvPr>
          <p:cNvSpPr>
            <a:spLocks noGrp="1"/>
          </p:cNvSpPr>
          <p:nvPr/>
        </p:nvSpPr>
        <p:spPr>
          <a:xfrm>
            <a:off x="5787680" y="5668534"/>
            <a:ext cx="28398" cy="28398"/>
          </a:xfrm>
          <a:prstGeom prst="ellipse">
            <a:avLst/>
          </a:prstGeom>
          <a:solidFill>
            <a:srgbClr val="B57442">
              <a:alpha val="30000"/>
            </a:srgbClr>
          </a:solidFill>
          <a:ln w="0">
            <a:noFill/>
            <a:prstDash val="solid"/>
          </a:ln>
        </p:spPr>
      </p:sp>
      <p:sp>
        <p:nvSpPr>
          <p:cNvPr id="1804" name="02_predicted_pose_5103">
            <a:extLst>
              <a:ext uri="{FF2B5EF4-FFF2-40B4-BE49-F238E27FC236}">
                <a16:creationId xmlns:a16="http://schemas.microsoft.com/office/drawing/2014/main" id="{78742307-2F5B-4555-A82A-DD8E85BAEB95}"/>
              </a:ext>
            </a:extLst>
          </p:cNvPr>
          <p:cNvSpPr>
            <a:spLocks noGrp="1"/>
          </p:cNvSpPr>
          <p:nvPr/>
        </p:nvSpPr>
        <p:spPr>
          <a:xfrm>
            <a:off x="5651245" y="5755046"/>
            <a:ext cx="28398" cy="28398"/>
          </a:xfrm>
          <a:prstGeom prst="ellipse">
            <a:avLst/>
          </a:prstGeom>
          <a:solidFill>
            <a:srgbClr val="B57442">
              <a:alpha val="30000"/>
            </a:srgbClr>
          </a:solidFill>
          <a:ln w="0">
            <a:noFill/>
            <a:prstDash val="solid"/>
          </a:ln>
        </p:spPr>
      </p:sp>
      <p:sp>
        <p:nvSpPr>
          <p:cNvPr id="1805" name="02_predicted_pose_5104">
            <a:extLst>
              <a:ext uri="{FF2B5EF4-FFF2-40B4-BE49-F238E27FC236}">
                <a16:creationId xmlns:a16="http://schemas.microsoft.com/office/drawing/2014/main" id="{5251A79F-5AB9-45E4-B3D9-C2DF8A6598D0}"/>
              </a:ext>
            </a:extLst>
          </p:cNvPr>
          <p:cNvSpPr>
            <a:spLocks noGrp="1"/>
          </p:cNvSpPr>
          <p:nvPr/>
        </p:nvSpPr>
        <p:spPr>
          <a:xfrm>
            <a:off x="5744269" y="5735884"/>
            <a:ext cx="28398" cy="28398"/>
          </a:xfrm>
          <a:prstGeom prst="ellipse">
            <a:avLst/>
          </a:prstGeom>
          <a:solidFill>
            <a:srgbClr val="B57442">
              <a:alpha val="30000"/>
            </a:srgbClr>
          </a:solidFill>
          <a:ln w="0">
            <a:noFill/>
            <a:prstDash val="solid"/>
          </a:ln>
        </p:spPr>
      </p:sp>
      <p:sp>
        <p:nvSpPr>
          <p:cNvPr id="1806" name="02_predicted_pose_5105">
            <a:extLst>
              <a:ext uri="{FF2B5EF4-FFF2-40B4-BE49-F238E27FC236}">
                <a16:creationId xmlns:a16="http://schemas.microsoft.com/office/drawing/2014/main" id="{44F375E6-7452-4253-BDAA-B55AC2ED7DB5}"/>
              </a:ext>
            </a:extLst>
          </p:cNvPr>
          <p:cNvSpPr>
            <a:spLocks noGrp="1"/>
          </p:cNvSpPr>
          <p:nvPr/>
        </p:nvSpPr>
        <p:spPr>
          <a:xfrm>
            <a:off x="5493795" y="5773276"/>
            <a:ext cx="28398" cy="28398"/>
          </a:xfrm>
          <a:prstGeom prst="ellipse">
            <a:avLst/>
          </a:prstGeom>
          <a:solidFill>
            <a:srgbClr val="B57442">
              <a:alpha val="30000"/>
            </a:srgbClr>
          </a:solidFill>
          <a:ln w="0">
            <a:noFill/>
            <a:prstDash val="solid"/>
          </a:ln>
        </p:spPr>
      </p:sp>
      <p:sp>
        <p:nvSpPr>
          <p:cNvPr id="1807" name="02_predicted_pose_5106">
            <a:extLst>
              <a:ext uri="{FF2B5EF4-FFF2-40B4-BE49-F238E27FC236}">
                <a16:creationId xmlns:a16="http://schemas.microsoft.com/office/drawing/2014/main" id="{BC0906E9-A671-4B96-B154-013C09A22BE8}"/>
              </a:ext>
            </a:extLst>
          </p:cNvPr>
          <p:cNvSpPr>
            <a:spLocks noGrp="1"/>
          </p:cNvSpPr>
          <p:nvPr/>
        </p:nvSpPr>
        <p:spPr>
          <a:xfrm>
            <a:off x="5586818" y="5820007"/>
            <a:ext cx="28398" cy="28398"/>
          </a:xfrm>
          <a:prstGeom prst="ellipse">
            <a:avLst/>
          </a:prstGeom>
          <a:solidFill>
            <a:srgbClr val="B57442">
              <a:alpha val="30000"/>
            </a:srgbClr>
          </a:solidFill>
          <a:ln w="0">
            <a:noFill/>
            <a:prstDash val="solid"/>
          </a:ln>
        </p:spPr>
      </p:sp>
      <p:sp>
        <p:nvSpPr>
          <p:cNvPr id="1808" name="02_predicted_pose_5107">
            <a:extLst>
              <a:ext uri="{FF2B5EF4-FFF2-40B4-BE49-F238E27FC236}">
                <a16:creationId xmlns:a16="http://schemas.microsoft.com/office/drawing/2014/main" id="{6376476B-55ED-475E-86ED-04CF2C506520}"/>
              </a:ext>
            </a:extLst>
          </p:cNvPr>
          <p:cNvSpPr>
            <a:spLocks noGrp="1"/>
          </p:cNvSpPr>
          <p:nvPr/>
        </p:nvSpPr>
        <p:spPr>
          <a:xfrm>
            <a:off x="5679842" y="5777730"/>
            <a:ext cx="28398" cy="28398"/>
          </a:xfrm>
          <a:prstGeom prst="ellipse">
            <a:avLst/>
          </a:prstGeom>
          <a:solidFill>
            <a:srgbClr val="B57442">
              <a:alpha val="30000"/>
            </a:srgbClr>
          </a:solidFill>
          <a:ln w="0">
            <a:noFill/>
            <a:prstDash val="solid"/>
          </a:ln>
        </p:spPr>
      </p:sp>
      <p:sp>
        <p:nvSpPr>
          <p:cNvPr id="1809" name="02_predicted_pose_5108">
            <a:extLst>
              <a:ext uri="{FF2B5EF4-FFF2-40B4-BE49-F238E27FC236}">
                <a16:creationId xmlns:a16="http://schemas.microsoft.com/office/drawing/2014/main" id="{77604A5E-CB46-401B-A395-0234CAEB2FA9}"/>
              </a:ext>
            </a:extLst>
          </p:cNvPr>
          <p:cNvSpPr>
            <a:spLocks noGrp="1"/>
          </p:cNvSpPr>
          <p:nvPr/>
        </p:nvSpPr>
        <p:spPr>
          <a:xfrm>
            <a:off x="5772865" y="5681196"/>
            <a:ext cx="28398" cy="28398"/>
          </a:xfrm>
          <a:prstGeom prst="ellipse">
            <a:avLst/>
          </a:prstGeom>
          <a:solidFill>
            <a:srgbClr val="B57442">
              <a:alpha val="30000"/>
            </a:srgbClr>
          </a:solidFill>
          <a:ln w="0">
            <a:noFill/>
            <a:prstDash val="solid"/>
          </a:ln>
        </p:spPr>
      </p:sp>
      <p:sp>
        <p:nvSpPr>
          <p:cNvPr id="1810" name="02_predicted_pose_5109">
            <a:extLst>
              <a:ext uri="{FF2B5EF4-FFF2-40B4-BE49-F238E27FC236}">
                <a16:creationId xmlns:a16="http://schemas.microsoft.com/office/drawing/2014/main" id="{B8F594EB-634B-458E-8274-734B9A15015E}"/>
              </a:ext>
            </a:extLst>
          </p:cNvPr>
          <p:cNvSpPr>
            <a:spLocks noGrp="1"/>
          </p:cNvSpPr>
          <p:nvPr/>
        </p:nvSpPr>
        <p:spPr>
          <a:xfrm>
            <a:off x="5522391" y="5816740"/>
            <a:ext cx="28398" cy="28398"/>
          </a:xfrm>
          <a:prstGeom prst="ellipse">
            <a:avLst/>
          </a:prstGeom>
          <a:solidFill>
            <a:srgbClr val="B57442">
              <a:alpha val="30000"/>
            </a:srgbClr>
          </a:solidFill>
          <a:ln w="0">
            <a:noFill/>
            <a:prstDash val="solid"/>
          </a:ln>
        </p:spPr>
      </p:sp>
      <p:sp>
        <p:nvSpPr>
          <p:cNvPr id="1811" name="02_predicted_pose_5110">
            <a:extLst>
              <a:ext uri="{FF2B5EF4-FFF2-40B4-BE49-F238E27FC236}">
                <a16:creationId xmlns:a16="http://schemas.microsoft.com/office/drawing/2014/main" id="{0EFCB66E-7D2C-4602-912C-915AE2875FF8}"/>
              </a:ext>
            </a:extLst>
          </p:cNvPr>
          <p:cNvSpPr>
            <a:spLocks noGrp="1"/>
          </p:cNvSpPr>
          <p:nvPr/>
        </p:nvSpPr>
        <p:spPr>
          <a:xfrm>
            <a:off x="5615414" y="5751314"/>
            <a:ext cx="28398" cy="28398"/>
          </a:xfrm>
          <a:prstGeom prst="ellipse">
            <a:avLst/>
          </a:prstGeom>
          <a:solidFill>
            <a:srgbClr val="B57442">
              <a:alpha val="30000"/>
            </a:srgbClr>
          </a:solidFill>
          <a:ln w="0">
            <a:noFill/>
            <a:prstDash val="solid"/>
          </a:ln>
        </p:spPr>
      </p:sp>
      <p:sp>
        <p:nvSpPr>
          <p:cNvPr id="1812" name="02_predicted_pose_5111">
            <a:extLst>
              <a:ext uri="{FF2B5EF4-FFF2-40B4-BE49-F238E27FC236}">
                <a16:creationId xmlns:a16="http://schemas.microsoft.com/office/drawing/2014/main" id="{95082F42-AE77-443C-B349-F6D69DD62AD5}"/>
              </a:ext>
            </a:extLst>
          </p:cNvPr>
          <p:cNvSpPr>
            <a:spLocks noGrp="1"/>
          </p:cNvSpPr>
          <p:nvPr/>
        </p:nvSpPr>
        <p:spPr>
          <a:xfrm>
            <a:off x="5708438" y="5678255"/>
            <a:ext cx="28398" cy="28398"/>
          </a:xfrm>
          <a:prstGeom prst="ellipse">
            <a:avLst/>
          </a:prstGeom>
          <a:solidFill>
            <a:srgbClr val="B57442">
              <a:alpha val="30000"/>
            </a:srgbClr>
          </a:solidFill>
          <a:ln w="0">
            <a:noFill/>
            <a:prstDash val="solid"/>
          </a:ln>
        </p:spPr>
      </p:sp>
      <p:sp>
        <p:nvSpPr>
          <p:cNvPr id="1813" name="02_predicted_pose_5112">
            <a:extLst>
              <a:ext uri="{FF2B5EF4-FFF2-40B4-BE49-F238E27FC236}">
                <a16:creationId xmlns:a16="http://schemas.microsoft.com/office/drawing/2014/main" id="{012F7FF6-0879-44B3-914A-DBF0D3F628C6}"/>
              </a:ext>
            </a:extLst>
          </p:cNvPr>
          <p:cNvSpPr>
            <a:spLocks noGrp="1"/>
          </p:cNvSpPr>
          <p:nvPr/>
        </p:nvSpPr>
        <p:spPr>
          <a:xfrm>
            <a:off x="5801461" y="5876300"/>
            <a:ext cx="28398" cy="28398"/>
          </a:xfrm>
          <a:prstGeom prst="ellipse">
            <a:avLst/>
          </a:prstGeom>
          <a:solidFill>
            <a:srgbClr val="B57442">
              <a:alpha val="30000"/>
            </a:srgbClr>
          </a:solidFill>
          <a:ln w="0">
            <a:noFill/>
            <a:prstDash val="solid"/>
          </a:ln>
        </p:spPr>
      </p:sp>
      <p:sp>
        <p:nvSpPr>
          <p:cNvPr id="1814" name="02_predicted_pose_5113">
            <a:extLst>
              <a:ext uri="{FF2B5EF4-FFF2-40B4-BE49-F238E27FC236}">
                <a16:creationId xmlns:a16="http://schemas.microsoft.com/office/drawing/2014/main" id="{FE19BF0D-65A0-4082-93ED-DDDEC4859A8A}"/>
              </a:ext>
            </a:extLst>
          </p:cNvPr>
          <p:cNvSpPr>
            <a:spLocks noGrp="1"/>
          </p:cNvSpPr>
          <p:nvPr/>
        </p:nvSpPr>
        <p:spPr>
          <a:xfrm>
            <a:off x="5758050" y="5696982"/>
            <a:ext cx="28398" cy="28398"/>
          </a:xfrm>
          <a:prstGeom prst="ellipse">
            <a:avLst/>
          </a:prstGeom>
          <a:solidFill>
            <a:srgbClr val="B57442">
              <a:alpha val="30000"/>
            </a:srgbClr>
          </a:solidFill>
          <a:ln w="0">
            <a:noFill/>
            <a:prstDash val="solid"/>
          </a:ln>
        </p:spPr>
      </p:sp>
      <p:sp>
        <p:nvSpPr>
          <p:cNvPr id="1815" name="02_predicted_pose_5114">
            <a:extLst>
              <a:ext uri="{FF2B5EF4-FFF2-40B4-BE49-F238E27FC236}">
                <a16:creationId xmlns:a16="http://schemas.microsoft.com/office/drawing/2014/main" id="{9DB5FF27-4F64-4883-ACEC-FFF23DC3AD10}"/>
              </a:ext>
            </a:extLst>
          </p:cNvPr>
          <p:cNvSpPr>
            <a:spLocks noGrp="1"/>
          </p:cNvSpPr>
          <p:nvPr/>
        </p:nvSpPr>
        <p:spPr>
          <a:xfrm>
            <a:off x="5507576" y="5760464"/>
            <a:ext cx="28398" cy="28398"/>
          </a:xfrm>
          <a:prstGeom prst="ellipse">
            <a:avLst/>
          </a:prstGeom>
          <a:solidFill>
            <a:srgbClr val="B57442">
              <a:alpha val="30000"/>
            </a:srgbClr>
          </a:solidFill>
          <a:ln w="0">
            <a:noFill/>
            <a:prstDash val="solid"/>
          </a:ln>
        </p:spPr>
      </p:sp>
      <p:sp>
        <p:nvSpPr>
          <p:cNvPr id="1816" name="02_predicted_pose_5115">
            <a:extLst>
              <a:ext uri="{FF2B5EF4-FFF2-40B4-BE49-F238E27FC236}">
                <a16:creationId xmlns:a16="http://schemas.microsoft.com/office/drawing/2014/main" id="{A19C19F4-0CE3-4690-9852-632FF52E2B00}"/>
              </a:ext>
            </a:extLst>
          </p:cNvPr>
          <p:cNvSpPr>
            <a:spLocks noGrp="1"/>
          </p:cNvSpPr>
          <p:nvPr/>
        </p:nvSpPr>
        <p:spPr>
          <a:xfrm>
            <a:off x="5600599" y="5779727"/>
            <a:ext cx="28398" cy="28398"/>
          </a:xfrm>
          <a:prstGeom prst="ellipse">
            <a:avLst/>
          </a:prstGeom>
          <a:solidFill>
            <a:srgbClr val="B57442">
              <a:alpha val="30000"/>
            </a:srgbClr>
          </a:solidFill>
          <a:ln w="0">
            <a:noFill/>
            <a:prstDash val="solid"/>
          </a:ln>
        </p:spPr>
      </p:sp>
      <p:sp>
        <p:nvSpPr>
          <p:cNvPr id="1817" name="02_predicted_pose_5116">
            <a:extLst>
              <a:ext uri="{FF2B5EF4-FFF2-40B4-BE49-F238E27FC236}">
                <a16:creationId xmlns:a16="http://schemas.microsoft.com/office/drawing/2014/main" id="{5A584AF6-BA8D-47C5-A7AD-24A559712690}"/>
              </a:ext>
            </a:extLst>
          </p:cNvPr>
          <p:cNvSpPr>
            <a:spLocks noGrp="1"/>
          </p:cNvSpPr>
          <p:nvPr/>
        </p:nvSpPr>
        <p:spPr>
          <a:xfrm>
            <a:off x="5693623" y="5616508"/>
            <a:ext cx="28398" cy="28398"/>
          </a:xfrm>
          <a:prstGeom prst="ellipse">
            <a:avLst/>
          </a:prstGeom>
          <a:solidFill>
            <a:srgbClr val="B57442">
              <a:alpha val="30000"/>
            </a:srgbClr>
          </a:solidFill>
          <a:ln w="0">
            <a:noFill/>
            <a:prstDash val="solid"/>
          </a:ln>
        </p:spPr>
      </p:sp>
      <p:sp>
        <p:nvSpPr>
          <p:cNvPr id="1818" name="02_predicted_pose_5117">
            <a:extLst>
              <a:ext uri="{FF2B5EF4-FFF2-40B4-BE49-F238E27FC236}">
                <a16:creationId xmlns:a16="http://schemas.microsoft.com/office/drawing/2014/main" id="{5943BC4F-F6BD-4D93-9A82-4A4A9028F836}"/>
              </a:ext>
            </a:extLst>
          </p:cNvPr>
          <p:cNvSpPr>
            <a:spLocks noGrp="1"/>
          </p:cNvSpPr>
          <p:nvPr/>
        </p:nvSpPr>
        <p:spPr>
          <a:xfrm>
            <a:off x="5786646" y="5777595"/>
            <a:ext cx="28398" cy="28398"/>
          </a:xfrm>
          <a:prstGeom prst="ellipse">
            <a:avLst/>
          </a:prstGeom>
          <a:solidFill>
            <a:srgbClr val="B57442">
              <a:alpha val="30000"/>
            </a:srgbClr>
          </a:solidFill>
          <a:ln w="0">
            <a:noFill/>
            <a:prstDash val="solid"/>
          </a:ln>
        </p:spPr>
      </p:sp>
      <p:sp>
        <p:nvSpPr>
          <p:cNvPr id="1819" name="02_predicted_pose_5118">
            <a:extLst>
              <a:ext uri="{FF2B5EF4-FFF2-40B4-BE49-F238E27FC236}">
                <a16:creationId xmlns:a16="http://schemas.microsoft.com/office/drawing/2014/main" id="{2AEB0390-A608-4A43-BBE0-F748B90F2111}"/>
              </a:ext>
            </a:extLst>
          </p:cNvPr>
          <p:cNvSpPr>
            <a:spLocks noGrp="1"/>
          </p:cNvSpPr>
          <p:nvPr/>
        </p:nvSpPr>
        <p:spPr>
          <a:xfrm>
            <a:off x="5536172" y="5764190"/>
            <a:ext cx="28398" cy="28398"/>
          </a:xfrm>
          <a:prstGeom prst="ellipse">
            <a:avLst/>
          </a:prstGeom>
          <a:solidFill>
            <a:srgbClr val="B57442">
              <a:alpha val="30000"/>
            </a:srgbClr>
          </a:solidFill>
          <a:ln w="0">
            <a:noFill/>
            <a:prstDash val="solid"/>
          </a:ln>
        </p:spPr>
      </p:sp>
      <p:sp>
        <p:nvSpPr>
          <p:cNvPr id="1820" name="02_predicted_pose_5119">
            <a:extLst>
              <a:ext uri="{FF2B5EF4-FFF2-40B4-BE49-F238E27FC236}">
                <a16:creationId xmlns:a16="http://schemas.microsoft.com/office/drawing/2014/main" id="{C7EE070C-8D81-42E5-9F80-DFA8ACB9B16C}"/>
              </a:ext>
            </a:extLst>
          </p:cNvPr>
          <p:cNvSpPr>
            <a:spLocks noGrp="1"/>
          </p:cNvSpPr>
          <p:nvPr/>
        </p:nvSpPr>
        <p:spPr>
          <a:xfrm>
            <a:off x="5629195" y="5663129"/>
            <a:ext cx="28398" cy="28398"/>
          </a:xfrm>
          <a:prstGeom prst="ellipse">
            <a:avLst/>
          </a:prstGeom>
          <a:solidFill>
            <a:srgbClr val="B57442">
              <a:alpha val="30000"/>
            </a:srgbClr>
          </a:solidFill>
          <a:ln w="0">
            <a:noFill/>
            <a:prstDash val="solid"/>
          </a:ln>
        </p:spPr>
      </p:sp>
      <p:sp>
        <p:nvSpPr>
          <p:cNvPr id="1821" name="02_predicted_pose_5120">
            <a:extLst>
              <a:ext uri="{FF2B5EF4-FFF2-40B4-BE49-F238E27FC236}">
                <a16:creationId xmlns:a16="http://schemas.microsoft.com/office/drawing/2014/main" id="{93428B4A-FDAE-4870-A389-F7F82FC3C012}"/>
              </a:ext>
            </a:extLst>
          </p:cNvPr>
          <p:cNvSpPr>
            <a:spLocks noGrp="1"/>
          </p:cNvSpPr>
          <p:nvPr/>
        </p:nvSpPr>
        <p:spPr>
          <a:xfrm>
            <a:off x="5722219" y="5787235"/>
            <a:ext cx="28398" cy="28398"/>
          </a:xfrm>
          <a:prstGeom prst="ellipse">
            <a:avLst/>
          </a:prstGeom>
          <a:solidFill>
            <a:srgbClr val="B57442">
              <a:alpha val="30000"/>
            </a:srgbClr>
          </a:solidFill>
          <a:ln w="0">
            <a:noFill/>
            <a:prstDash val="solid"/>
          </a:ln>
        </p:spPr>
      </p:sp>
      <p:sp>
        <p:nvSpPr>
          <p:cNvPr id="1822" name="02_predicted_pose_5121">
            <a:extLst>
              <a:ext uri="{FF2B5EF4-FFF2-40B4-BE49-F238E27FC236}">
                <a16:creationId xmlns:a16="http://schemas.microsoft.com/office/drawing/2014/main" id="{C3C744FF-AA3A-45AA-BE94-A52FC5B2F2DD}"/>
              </a:ext>
            </a:extLst>
          </p:cNvPr>
          <p:cNvSpPr>
            <a:spLocks noGrp="1"/>
          </p:cNvSpPr>
          <p:nvPr/>
        </p:nvSpPr>
        <p:spPr>
          <a:xfrm>
            <a:off x="5471745" y="5782048"/>
            <a:ext cx="28398" cy="28398"/>
          </a:xfrm>
          <a:prstGeom prst="ellipse">
            <a:avLst/>
          </a:prstGeom>
          <a:solidFill>
            <a:srgbClr val="B57442">
              <a:alpha val="30000"/>
            </a:srgbClr>
          </a:solidFill>
          <a:ln w="0">
            <a:noFill/>
            <a:prstDash val="solid"/>
          </a:ln>
        </p:spPr>
      </p:sp>
      <p:sp>
        <p:nvSpPr>
          <p:cNvPr id="1823" name="02_predicted_pose_5122">
            <a:extLst>
              <a:ext uri="{FF2B5EF4-FFF2-40B4-BE49-F238E27FC236}">
                <a16:creationId xmlns:a16="http://schemas.microsoft.com/office/drawing/2014/main" id="{56CEF754-99B1-44C3-8D34-A5981AFC76EE}"/>
              </a:ext>
            </a:extLst>
          </p:cNvPr>
          <p:cNvSpPr>
            <a:spLocks noGrp="1"/>
          </p:cNvSpPr>
          <p:nvPr/>
        </p:nvSpPr>
        <p:spPr>
          <a:xfrm>
            <a:off x="5678808" y="5700056"/>
            <a:ext cx="28398" cy="28398"/>
          </a:xfrm>
          <a:prstGeom prst="ellipse">
            <a:avLst/>
          </a:prstGeom>
          <a:solidFill>
            <a:srgbClr val="B57442">
              <a:alpha val="30000"/>
            </a:srgbClr>
          </a:solidFill>
          <a:ln w="0">
            <a:noFill/>
            <a:prstDash val="solid"/>
          </a:ln>
        </p:spPr>
      </p:sp>
      <p:sp>
        <p:nvSpPr>
          <p:cNvPr id="1824" name="02_predicted_pose_5123">
            <a:extLst>
              <a:ext uri="{FF2B5EF4-FFF2-40B4-BE49-F238E27FC236}">
                <a16:creationId xmlns:a16="http://schemas.microsoft.com/office/drawing/2014/main" id="{287A7173-A0FA-46B3-B62F-7CF782F9B1FD}"/>
              </a:ext>
            </a:extLst>
          </p:cNvPr>
          <p:cNvSpPr>
            <a:spLocks noGrp="1"/>
          </p:cNvSpPr>
          <p:nvPr/>
        </p:nvSpPr>
        <p:spPr>
          <a:xfrm>
            <a:off x="5771831" y="5760099"/>
            <a:ext cx="28398" cy="28398"/>
          </a:xfrm>
          <a:prstGeom prst="ellipse">
            <a:avLst/>
          </a:prstGeom>
          <a:solidFill>
            <a:srgbClr val="B57442">
              <a:alpha val="30000"/>
            </a:srgbClr>
          </a:solidFill>
          <a:ln w="0">
            <a:noFill/>
            <a:prstDash val="solid"/>
          </a:ln>
        </p:spPr>
      </p:sp>
      <p:sp>
        <p:nvSpPr>
          <p:cNvPr id="1825" name="02_predicted_pose_5124">
            <a:extLst>
              <a:ext uri="{FF2B5EF4-FFF2-40B4-BE49-F238E27FC236}">
                <a16:creationId xmlns:a16="http://schemas.microsoft.com/office/drawing/2014/main" id="{4D3293B8-2AFE-4CD1-B308-DDC7991DF928}"/>
              </a:ext>
            </a:extLst>
          </p:cNvPr>
          <p:cNvSpPr>
            <a:spLocks noGrp="1"/>
          </p:cNvSpPr>
          <p:nvPr/>
        </p:nvSpPr>
        <p:spPr>
          <a:xfrm>
            <a:off x="5521357" y="5793940"/>
            <a:ext cx="28398" cy="28398"/>
          </a:xfrm>
          <a:prstGeom prst="ellipse">
            <a:avLst/>
          </a:prstGeom>
          <a:solidFill>
            <a:srgbClr val="B57442">
              <a:alpha val="30000"/>
            </a:srgbClr>
          </a:solidFill>
          <a:ln w="0">
            <a:noFill/>
            <a:prstDash val="solid"/>
          </a:ln>
        </p:spPr>
      </p:sp>
      <p:sp>
        <p:nvSpPr>
          <p:cNvPr id="1826" name="02_predicted_pose_5125">
            <a:extLst>
              <a:ext uri="{FF2B5EF4-FFF2-40B4-BE49-F238E27FC236}">
                <a16:creationId xmlns:a16="http://schemas.microsoft.com/office/drawing/2014/main" id="{F6DA8592-B524-40E6-A4BB-4A3C3511C0F1}"/>
              </a:ext>
            </a:extLst>
          </p:cNvPr>
          <p:cNvSpPr>
            <a:spLocks noGrp="1"/>
          </p:cNvSpPr>
          <p:nvPr/>
        </p:nvSpPr>
        <p:spPr>
          <a:xfrm>
            <a:off x="5614381" y="5706490"/>
            <a:ext cx="28398" cy="28398"/>
          </a:xfrm>
          <a:prstGeom prst="ellipse">
            <a:avLst/>
          </a:prstGeom>
          <a:solidFill>
            <a:srgbClr val="B57442">
              <a:alpha val="30000"/>
            </a:srgbClr>
          </a:solidFill>
          <a:ln w="0">
            <a:noFill/>
            <a:prstDash val="solid"/>
          </a:ln>
        </p:spPr>
      </p:sp>
      <p:sp>
        <p:nvSpPr>
          <p:cNvPr id="1827" name="02_predicted_pose_5126">
            <a:extLst>
              <a:ext uri="{FF2B5EF4-FFF2-40B4-BE49-F238E27FC236}">
                <a16:creationId xmlns:a16="http://schemas.microsoft.com/office/drawing/2014/main" id="{A72EEBEB-A036-456A-A860-DF95E9FE60F8}"/>
              </a:ext>
            </a:extLst>
          </p:cNvPr>
          <p:cNvSpPr>
            <a:spLocks noGrp="1"/>
          </p:cNvSpPr>
          <p:nvPr/>
        </p:nvSpPr>
        <p:spPr>
          <a:xfrm>
            <a:off x="5707404" y="5730750"/>
            <a:ext cx="28398" cy="28398"/>
          </a:xfrm>
          <a:prstGeom prst="ellipse">
            <a:avLst/>
          </a:prstGeom>
          <a:solidFill>
            <a:srgbClr val="B57442">
              <a:alpha val="30000"/>
            </a:srgbClr>
          </a:solidFill>
          <a:ln w="0">
            <a:noFill/>
            <a:prstDash val="solid"/>
          </a:ln>
        </p:spPr>
      </p:sp>
      <p:sp>
        <p:nvSpPr>
          <p:cNvPr id="1828" name="02_predicted_pose_5127">
            <a:extLst>
              <a:ext uri="{FF2B5EF4-FFF2-40B4-BE49-F238E27FC236}">
                <a16:creationId xmlns:a16="http://schemas.microsoft.com/office/drawing/2014/main" id="{774D4B7A-900C-4132-B384-B2DA1CEDE209}"/>
              </a:ext>
            </a:extLst>
          </p:cNvPr>
          <p:cNvSpPr>
            <a:spLocks noGrp="1"/>
          </p:cNvSpPr>
          <p:nvPr/>
        </p:nvSpPr>
        <p:spPr>
          <a:xfrm>
            <a:off x="5800427" y="5790991"/>
            <a:ext cx="28398" cy="28398"/>
          </a:xfrm>
          <a:prstGeom prst="ellipse">
            <a:avLst/>
          </a:prstGeom>
          <a:solidFill>
            <a:srgbClr val="B57442">
              <a:alpha val="30000"/>
            </a:srgbClr>
          </a:solidFill>
          <a:ln w="0">
            <a:noFill/>
            <a:prstDash val="solid"/>
          </a:ln>
        </p:spPr>
      </p:sp>
      <p:sp>
        <p:nvSpPr>
          <p:cNvPr id="1829" name="02_predicted_pose_5128">
            <a:extLst>
              <a:ext uri="{FF2B5EF4-FFF2-40B4-BE49-F238E27FC236}">
                <a16:creationId xmlns:a16="http://schemas.microsoft.com/office/drawing/2014/main" id="{A8E6C44A-4C68-42C3-82C6-745237F6036E}"/>
              </a:ext>
            </a:extLst>
          </p:cNvPr>
          <p:cNvSpPr>
            <a:spLocks noGrp="1"/>
          </p:cNvSpPr>
          <p:nvPr/>
        </p:nvSpPr>
        <p:spPr>
          <a:xfrm>
            <a:off x="5549953" y="5694822"/>
            <a:ext cx="28398" cy="28398"/>
          </a:xfrm>
          <a:prstGeom prst="ellipse">
            <a:avLst/>
          </a:prstGeom>
          <a:solidFill>
            <a:srgbClr val="B57442">
              <a:alpha val="30000"/>
            </a:srgbClr>
          </a:solidFill>
          <a:ln w="0">
            <a:noFill/>
            <a:prstDash val="solid"/>
          </a:ln>
        </p:spPr>
      </p:sp>
      <p:sp>
        <p:nvSpPr>
          <p:cNvPr id="1830" name="02_predicted_pose_5129">
            <a:extLst>
              <a:ext uri="{FF2B5EF4-FFF2-40B4-BE49-F238E27FC236}">
                <a16:creationId xmlns:a16="http://schemas.microsoft.com/office/drawing/2014/main" id="{162761BB-B7CE-49C2-A220-AA694A6CBAC4}"/>
              </a:ext>
            </a:extLst>
          </p:cNvPr>
          <p:cNvSpPr>
            <a:spLocks noGrp="1"/>
          </p:cNvSpPr>
          <p:nvPr/>
        </p:nvSpPr>
        <p:spPr>
          <a:xfrm>
            <a:off x="5642977" y="5772557"/>
            <a:ext cx="28398" cy="28398"/>
          </a:xfrm>
          <a:prstGeom prst="ellipse">
            <a:avLst/>
          </a:prstGeom>
          <a:solidFill>
            <a:srgbClr val="B57442">
              <a:alpha val="30000"/>
            </a:srgbClr>
          </a:solidFill>
          <a:ln w="0">
            <a:noFill/>
            <a:prstDash val="solid"/>
          </a:ln>
        </p:spPr>
      </p:sp>
      <p:sp>
        <p:nvSpPr>
          <p:cNvPr id="1831" name="02_predicted_pose_5130">
            <a:extLst>
              <a:ext uri="{FF2B5EF4-FFF2-40B4-BE49-F238E27FC236}">
                <a16:creationId xmlns:a16="http://schemas.microsoft.com/office/drawing/2014/main" id="{48744116-B363-4059-BBD7-BC46B91D39AD}"/>
              </a:ext>
            </a:extLst>
          </p:cNvPr>
          <p:cNvSpPr>
            <a:spLocks noGrp="1"/>
          </p:cNvSpPr>
          <p:nvPr/>
        </p:nvSpPr>
        <p:spPr>
          <a:xfrm>
            <a:off x="5607146" y="5803688"/>
            <a:ext cx="28398" cy="28398"/>
          </a:xfrm>
          <a:prstGeom prst="ellipse">
            <a:avLst/>
          </a:prstGeom>
          <a:solidFill>
            <a:srgbClr val="B57442">
              <a:alpha val="30000"/>
            </a:srgbClr>
          </a:solidFill>
          <a:ln w="0">
            <a:noFill/>
            <a:prstDash val="solid"/>
          </a:ln>
        </p:spPr>
      </p:sp>
      <p:sp>
        <p:nvSpPr>
          <p:cNvPr id="1832" name="02_predicted_pose_5131">
            <a:extLst>
              <a:ext uri="{FF2B5EF4-FFF2-40B4-BE49-F238E27FC236}">
                <a16:creationId xmlns:a16="http://schemas.microsoft.com/office/drawing/2014/main" id="{9EF696B0-8871-4ACB-8D63-4EB0A8E3A2D2}"/>
              </a:ext>
            </a:extLst>
          </p:cNvPr>
          <p:cNvSpPr>
            <a:spLocks noGrp="1"/>
          </p:cNvSpPr>
          <p:nvPr/>
        </p:nvSpPr>
        <p:spPr>
          <a:xfrm>
            <a:off x="5620927" y="5800877"/>
            <a:ext cx="28398" cy="28398"/>
          </a:xfrm>
          <a:prstGeom prst="ellipse">
            <a:avLst/>
          </a:prstGeom>
          <a:solidFill>
            <a:srgbClr val="B57442">
              <a:alpha val="30000"/>
            </a:srgbClr>
          </a:solidFill>
          <a:ln w="0">
            <a:noFill/>
            <a:prstDash val="solid"/>
          </a:ln>
        </p:spPr>
      </p:sp>
      <p:sp>
        <p:nvSpPr>
          <p:cNvPr id="1833" name="02_predicted_pose_5132">
            <a:extLst>
              <a:ext uri="{FF2B5EF4-FFF2-40B4-BE49-F238E27FC236}">
                <a16:creationId xmlns:a16="http://schemas.microsoft.com/office/drawing/2014/main" id="{AF8F8BEF-16AD-47DB-9C13-F7BE338F6A57}"/>
              </a:ext>
            </a:extLst>
          </p:cNvPr>
          <p:cNvSpPr>
            <a:spLocks noGrp="1"/>
          </p:cNvSpPr>
          <p:nvPr/>
        </p:nvSpPr>
        <p:spPr>
          <a:xfrm>
            <a:off x="5598877" y="5592838"/>
            <a:ext cx="28398" cy="28398"/>
          </a:xfrm>
          <a:prstGeom prst="ellipse">
            <a:avLst/>
          </a:prstGeom>
          <a:solidFill>
            <a:srgbClr val="B57442">
              <a:alpha val="30000"/>
            </a:srgbClr>
          </a:solidFill>
          <a:ln w="0">
            <a:noFill/>
            <a:prstDash val="solid"/>
          </a:ln>
        </p:spPr>
      </p:sp>
      <p:sp>
        <p:nvSpPr>
          <p:cNvPr id="1834" name="02_predicted_pose_5133">
            <a:extLst>
              <a:ext uri="{FF2B5EF4-FFF2-40B4-BE49-F238E27FC236}">
                <a16:creationId xmlns:a16="http://schemas.microsoft.com/office/drawing/2014/main" id="{A5DCA2BA-5C48-4B68-BD4C-B4DCC2C541A3}"/>
              </a:ext>
            </a:extLst>
          </p:cNvPr>
          <p:cNvSpPr>
            <a:spLocks noGrp="1"/>
          </p:cNvSpPr>
          <p:nvPr/>
        </p:nvSpPr>
        <p:spPr>
          <a:xfrm>
            <a:off x="5626439" y="5556549"/>
            <a:ext cx="28398" cy="28398"/>
          </a:xfrm>
          <a:prstGeom prst="ellipse">
            <a:avLst/>
          </a:prstGeom>
          <a:solidFill>
            <a:srgbClr val="B57442">
              <a:alpha val="30000"/>
            </a:srgbClr>
          </a:solidFill>
          <a:ln w="0">
            <a:noFill/>
            <a:prstDash val="solid"/>
          </a:ln>
        </p:spPr>
      </p:sp>
      <p:sp>
        <p:nvSpPr>
          <p:cNvPr id="1835" name="02_predicted_pose_5134">
            <a:extLst>
              <a:ext uri="{FF2B5EF4-FFF2-40B4-BE49-F238E27FC236}">
                <a16:creationId xmlns:a16="http://schemas.microsoft.com/office/drawing/2014/main" id="{3B9351E2-8C8D-4122-8AC2-7AA522D03B8D}"/>
              </a:ext>
            </a:extLst>
          </p:cNvPr>
          <p:cNvSpPr>
            <a:spLocks noGrp="1"/>
          </p:cNvSpPr>
          <p:nvPr/>
        </p:nvSpPr>
        <p:spPr>
          <a:xfrm>
            <a:off x="5654002" y="5727854"/>
            <a:ext cx="28398" cy="28398"/>
          </a:xfrm>
          <a:prstGeom prst="ellipse">
            <a:avLst/>
          </a:prstGeom>
          <a:solidFill>
            <a:srgbClr val="B57442">
              <a:alpha val="30000"/>
            </a:srgbClr>
          </a:solidFill>
          <a:ln w="0">
            <a:noFill/>
            <a:prstDash val="solid"/>
          </a:ln>
        </p:spPr>
      </p:sp>
      <p:sp>
        <p:nvSpPr>
          <p:cNvPr id="1836" name="02_predicted_pose_5135">
            <a:extLst>
              <a:ext uri="{FF2B5EF4-FFF2-40B4-BE49-F238E27FC236}">
                <a16:creationId xmlns:a16="http://schemas.microsoft.com/office/drawing/2014/main" id="{C10CBA9F-6B91-49B3-8695-C8BD23A242E0}"/>
              </a:ext>
            </a:extLst>
          </p:cNvPr>
          <p:cNvSpPr>
            <a:spLocks noGrp="1"/>
          </p:cNvSpPr>
          <p:nvPr/>
        </p:nvSpPr>
        <p:spPr>
          <a:xfrm>
            <a:off x="5636431" y="5784304"/>
            <a:ext cx="28398" cy="28398"/>
          </a:xfrm>
          <a:prstGeom prst="ellipse">
            <a:avLst/>
          </a:prstGeom>
          <a:solidFill>
            <a:srgbClr val="B57442">
              <a:alpha val="30000"/>
            </a:srgbClr>
          </a:solidFill>
          <a:ln w="0">
            <a:noFill/>
            <a:prstDash val="solid"/>
          </a:ln>
        </p:spPr>
      </p:sp>
      <p:sp>
        <p:nvSpPr>
          <p:cNvPr id="1837" name="02_predicted_pose_5136">
            <a:extLst>
              <a:ext uri="{FF2B5EF4-FFF2-40B4-BE49-F238E27FC236}">
                <a16:creationId xmlns:a16="http://schemas.microsoft.com/office/drawing/2014/main" id="{668F4CD2-6AA7-4889-9E89-40C22892F0DB}"/>
              </a:ext>
            </a:extLst>
          </p:cNvPr>
          <p:cNvSpPr>
            <a:spLocks noGrp="1"/>
          </p:cNvSpPr>
          <p:nvPr/>
        </p:nvSpPr>
        <p:spPr>
          <a:xfrm>
            <a:off x="5478980" y="5796145"/>
            <a:ext cx="28398" cy="28398"/>
          </a:xfrm>
          <a:prstGeom prst="ellipse">
            <a:avLst/>
          </a:prstGeom>
          <a:solidFill>
            <a:srgbClr val="B57442">
              <a:alpha val="30000"/>
            </a:srgbClr>
          </a:solidFill>
          <a:ln w="0">
            <a:noFill/>
            <a:prstDash val="solid"/>
          </a:ln>
        </p:spPr>
      </p:sp>
      <p:sp>
        <p:nvSpPr>
          <p:cNvPr id="1838" name="02_predicted_pose_5137">
            <a:extLst>
              <a:ext uri="{FF2B5EF4-FFF2-40B4-BE49-F238E27FC236}">
                <a16:creationId xmlns:a16="http://schemas.microsoft.com/office/drawing/2014/main" id="{B55C8199-954F-4F36-BB9E-9CD7CCE31E8A}"/>
              </a:ext>
            </a:extLst>
          </p:cNvPr>
          <p:cNvSpPr>
            <a:spLocks noGrp="1"/>
          </p:cNvSpPr>
          <p:nvPr/>
        </p:nvSpPr>
        <p:spPr>
          <a:xfrm>
            <a:off x="5665027" y="5827597"/>
            <a:ext cx="28398" cy="28398"/>
          </a:xfrm>
          <a:prstGeom prst="ellipse">
            <a:avLst/>
          </a:prstGeom>
          <a:solidFill>
            <a:srgbClr val="B57442">
              <a:alpha val="30000"/>
            </a:srgbClr>
          </a:solidFill>
          <a:ln w="0">
            <a:noFill/>
            <a:prstDash val="solid"/>
          </a:ln>
        </p:spPr>
      </p:sp>
      <p:sp>
        <p:nvSpPr>
          <p:cNvPr id="1839" name="02_predicted_pose_5138">
            <a:extLst>
              <a:ext uri="{FF2B5EF4-FFF2-40B4-BE49-F238E27FC236}">
                <a16:creationId xmlns:a16="http://schemas.microsoft.com/office/drawing/2014/main" id="{98B7020F-5467-4C04-A4CD-97D8DB3D51A0}"/>
              </a:ext>
            </a:extLst>
          </p:cNvPr>
          <p:cNvSpPr>
            <a:spLocks noGrp="1"/>
          </p:cNvSpPr>
          <p:nvPr/>
        </p:nvSpPr>
        <p:spPr>
          <a:xfrm>
            <a:off x="5507576" y="5751941"/>
            <a:ext cx="28398" cy="28398"/>
          </a:xfrm>
          <a:prstGeom prst="ellipse">
            <a:avLst/>
          </a:prstGeom>
          <a:solidFill>
            <a:srgbClr val="B57442">
              <a:alpha val="30000"/>
            </a:srgbClr>
          </a:solidFill>
          <a:ln w="0">
            <a:noFill/>
            <a:prstDash val="solid"/>
          </a:ln>
        </p:spPr>
      </p:sp>
      <p:sp>
        <p:nvSpPr>
          <p:cNvPr id="1840" name="02_predicted_pose_5139">
            <a:extLst>
              <a:ext uri="{FF2B5EF4-FFF2-40B4-BE49-F238E27FC236}">
                <a16:creationId xmlns:a16="http://schemas.microsoft.com/office/drawing/2014/main" id="{D882F4C8-FD68-43EB-A753-4A50E992D0FA}"/>
              </a:ext>
            </a:extLst>
          </p:cNvPr>
          <p:cNvSpPr>
            <a:spLocks noGrp="1"/>
          </p:cNvSpPr>
          <p:nvPr/>
        </p:nvSpPr>
        <p:spPr>
          <a:xfrm>
            <a:off x="5645388" y="5864080"/>
            <a:ext cx="28398" cy="28398"/>
          </a:xfrm>
          <a:prstGeom prst="ellipse">
            <a:avLst/>
          </a:prstGeom>
          <a:solidFill>
            <a:srgbClr val="B57442">
              <a:alpha val="30000"/>
            </a:srgbClr>
          </a:solidFill>
          <a:ln w="0">
            <a:noFill/>
            <a:prstDash val="solid"/>
          </a:ln>
        </p:spPr>
      </p:sp>
      <p:sp>
        <p:nvSpPr>
          <p:cNvPr id="1841" name="02_predicted_pose_5140">
            <a:extLst>
              <a:ext uri="{FF2B5EF4-FFF2-40B4-BE49-F238E27FC236}">
                <a16:creationId xmlns:a16="http://schemas.microsoft.com/office/drawing/2014/main" id="{EE5A7AB6-8531-4078-B74D-2B70C3A561D3}"/>
              </a:ext>
            </a:extLst>
          </p:cNvPr>
          <p:cNvSpPr>
            <a:spLocks noGrp="1"/>
          </p:cNvSpPr>
          <p:nvPr/>
        </p:nvSpPr>
        <p:spPr>
          <a:xfrm>
            <a:off x="5659170" y="5750901"/>
            <a:ext cx="28398" cy="28398"/>
          </a:xfrm>
          <a:prstGeom prst="ellipse">
            <a:avLst/>
          </a:prstGeom>
          <a:solidFill>
            <a:srgbClr val="B57442">
              <a:alpha val="30000"/>
            </a:srgbClr>
          </a:solidFill>
          <a:ln w="0">
            <a:noFill/>
            <a:prstDash val="solid"/>
          </a:ln>
        </p:spPr>
      </p:sp>
      <p:sp>
        <p:nvSpPr>
          <p:cNvPr id="1842" name="02_predicted_pose_5141">
            <a:extLst>
              <a:ext uri="{FF2B5EF4-FFF2-40B4-BE49-F238E27FC236}">
                <a16:creationId xmlns:a16="http://schemas.microsoft.com/office/drawing/2014/main" id="{27CAF700-5EA3-40C6-B251-3BBE22871CEF}"/>
              </a:ext>
            </a:extLst>
          </p:cNvPr>
          <p:cNvSpPr>
            <a:spLocks noGrp="1"/>
          </p:cNvSpPr>
          <p:nvPr/>
        </p:nvSpPr>
        <p:spPr>
          <a:xfrm>
            <a:off x="5700513" y="5855230"/>
            <a:ext cx="28398" cy="28398"/>
          </a:xfrm>
          <a:prstGeom prst="ellipse">
            <a:avLst/>
          </a:prstGeom>
          <a:solidFill>
            <a:srgbClr val="B57442">
              <a:alpha val="30000"/>
            </a:srgbClr>
          </a:solidFill>
          <a:ln w="0">
            <a:noFill/>
            <a:prstDash val="solid"/>
          </a:ln>
        </p:spPr>
      </p:sp>
      <p:sp>
        <p:nvSpPr>
          <p:cNvPr id="1843" name="02_predicted_pose_5142">
            <a:extLst>
              <a:ext uri="{FF2B5EF4-FFF2-40B4-BE49-F238E27FC236}">
                <a16:creationId xmlns:a16="http://schemas.microsoft.com/office/drawing/2014/main" id="{947F2C76-C8BB-4ACB-AAB9-F9B1F608F47D}"/>
              </a:ext>
            </a:extLst>
          </p:cNvPr>
          <p:cNvSpPr>
            <a:spLocks noGrp="1"/>
          </p:cNvSpPr>
          <p:nvPr/>
        </p:nvSpPr>
        <p:spPr>
          <a:xfrm>
            <a:off x="5714295" y="5562102"/>
            <a:ext cx="28398" cy="28398"/>
          </a:xfrm>
          <a:prstGeom prst="ellipse">
            <a:avLst/>
          </a:prstGeom>
          <a:solidFill>
            <a:srgbClr val="B57442">
              <a:alpha val="30000"/>
            </a:srgbClr>
          </a:solidFill>
          <a:ln w="0">
            <a:noFill/>
            <a:prstDash val="solid"/>
          </a:ln>
        </p:spPr>
      </p:sp>
      <p:sp>
        <p:nvSpPr>
          <p:cNvPr id="1844" name="02_predicted_pose_5143">
            <a:extLst>
              <a:ext uri="{FF2B5EF4-FFF2-40B4-BE49-F238E27FC236}">
                <a16:creationId xmlns:a16="http://schemas.microsoft.com/office/drawing/2014/main" id="{0DC25D3A-3C69-4C7F-8E77-0E40E8AE034B}"/>
              </a:ext>
            </a:extLst>
          </p:cNvPr>
          <p:cNvSpPr>
            <a:spLocks noGrp="1"/>
          </p:cNvSpPr>
          <p:nvPr/>
        </p:nvSpPr>
        <p:spPr>
          <a:xfrm>
            <a:off x="5755638" y="5560792"/>
            <a:ext cx="28398" cy="28398"/>
          </a:xfrm>
          <a:prstGeom prst="ellipse">
            <a:avLst/>
          </a:prstGeom>
          <a:solidFill>
            <a:srgbClr val="B57442">
              <a:alpha val="30000"/>
            </a:srgbClr>
          </a:solidFill>
          <a:ln w="0">
            <a:noFill/>
            <a:prstDash val="solid"/>
          </a:ln>
        </p:spPr>
      </p:sp>
      <p:sp>
        <p:nvSpPr>
          <p:cNvPr id="1845" name="02_predicted_pose_5144">
            <a:extLst>
              <a:ext uri="{FF2B5EF4-FFF2-40B4-BE49-F238E27FC236}">
                <a16:creationId xmlns:a16="http://schemas.microsoft.com/office/drawing/2014/main" id="{C1808769-15D8-45B7-B5D3-1EF5D769B5B4}"/>
              </a:ext>
            </a:extLst>
          </p:cNvPr>
          <p:cNvSpPr>
            <a:spLocks noGrp="1"/>
          </p:cNvSpPr>
          <p:nvPr/>
        </p:nvSpPr>
        <p:spPr>
          <a:xfrm>
            <a:off x="5769420" y="5861984"/>
            <a:ext cx="28398" cy="28398"/>
          </a:xfrm>
          <a:prstGeom prst="ellipse">
            <a:avLst/>
          </a:prstGeom>
          <a:solidFill>
            <a:srgbClr val="B57442">
              <a:alpha val="30000"/>
            </a:srgbClr>
          </a:solidFill>
          <a:ln w="0">
            <a:noFill/>
            <a:prstDash val="solid"/>
          </a:ln>
        </p:spPr>
      </p:sp>
      <p:sp>
        <p:nvSpPr>
          <p:cNvPr id="1846" name="02_predicted_pose_5145">
            <a:extLst>
              <a:ext uri="{FF2B5EF4-FFF2-40B4-BE49-F238E27FC236}">
                <a16:creationId xmlns:a16="http://schemas.microsoft.com/office/drawing/2014/main" id="{8174C47D-EDFC-493F-A9C0-CB67ED34DBCD}"/>
              </a:ext>
            </a:extLst>
          </p:cNvPr>
          <p:cNvSpPr>
            <a:spLocks noGrp="1"/>
          </p:cNvSpPr>
          <p:nvPr/>
        </p:nvSpPr>
        <p:spPr>
          <a:xfrm>
            <a:off x="5501375" y="5908858"/>
            <a:ext cx="28398" cy="28398"/>
          </a:xfrm>
          <a:prstGeom prst="ellipse">
            <a:avLst/>
          </a:prstGeom>
          <a:solidFill>
            <a:srgbClr val="B57442">
              <a:alpha val="30000"/>
            </a:srgbClr>
          </a:solidFill>
          <a:ln w="0">
            <a:noFill/>
            <a:prstDash val="solid"/>
          </a:ln>
        </p:spPr>
      </p:sp>
      <p:sp>
        <p:nvSpPr>
          <p:cNvPr id="1847" name="02_predicted_pose_5146">
            <a:extLst>
              <a:ext uri="{FF2B5EF4-FFF2-40B4-BE49-F238E27FC236}">
                <a16:creationId xmlns:a16="http://schemas.microsoft.com/office/drawing/2014/main" id="{93067584-5EB7-424C-B953-1A979436F996}"/>
              </a:ext>
            </a:extLst>
          </p:cNvPr>
          <p:cNvSpPr>
            <a:spLocks noGrp="1"/>
          </p:cNvSpPr>
          <p:nvPr/>
        </p:nvSpPr>
        <p:spPr>
          <a:xfrm>
            <a:off x="5594398" y="5859567"/>
            <a:ext cx="28398" cy="28398"/>
          </a:xfrm>
          <a:prstGeom prst="ellipse">
            <a:avLst/>
          </a:prstGeom>
          <a:solidFill>
            <a:srgbClr val="B57442">
              <a:alpha val="30000"/>
            </a:srgbClr>
          </a:solidFill>
          <a:ln w="0">
            <a:noFill/>
            <a:prstDash val="solid"/>
          </a:ln>
        </p:spPr>
      </p:sp>
      <p:sp>
        <p:nvSpPr>
          <p:cNvPr id="1848" name="02_predicted_pose_5147">
            <a:extLst>
              <a:ext uri="{FF2B5EF4-FFF2-40B4-BE49-F238E27FC236}">
                <a16:creationId xmlns:a16="http://schemas.microsoft.com/office/drawing/2014/main" id="{84FB3258-7B3A-4FD8-818A-E72446CBDC70}"/>
              </a:ext>
            </a:extLst>
          </p:cNvPr>
          <p:cNvSpPr>
            <a:spLocks noGrp="1"/>
          </p:cNvSpPr>
          <p:nvPr/>
        </p:nvSpPr>
        <p:spPr>
          <a:xfrm>
            <a:off x="5529971" y="5413813"/>
            <a:ext cx="28398" cy="28398"/>
          </a:xfrm>
          <a:prstGeom prst="ellipse">
            <a:avLst/>
          </a:prstGeom>
          <a:solidFill>
            <a:srgbClr val="B57442">
              <a:alpha val="30000"/>
            </a:srgbClr>
          </a:solidFill>
          <a:ln w="0">
            <a:noFill/>
            <a:prstDash val="solid"/>
          </a:ln>
        </p:spPr>
      </p:sp>
      <p:sp>
        <p:nvSpPr>
          <p:cNvPr id="1849" name="02_predicted_pose_5148">
            <a:extLst>
              <a:ext uri="{FF2B5EF4-FFF2-40B4-BE49-F238E27FC236}">
                <a16:creationId xmlns:a16="http://schemas.microsoft.com/office/drawing/2014/main" id="{9FAD0EA1-5551-43DE-BF16-E91D1E22E9FB}"/>
              </a:ext>
            </a:extLst>
          </p:cNvPr>
          <p:cNvSpPr>
            <a:spLocks noGrp="1"/>
          </p:cNvSpPr>
          <p:nvPr/>
        </p:nvSpPr>
        <p:spPr>
          <a:xfrm>
            <a:off x="5622994" y="5599718"/>
            <a:ext cx="28398" cy="28398"/>
          </a:xfrm>
          <a:prstGeom prst="ellipse">
            <a:avLst/>
          </a:prstGeom>
          <a:solidFill>
            <a:srgbClr val="B57442">
              <a:alpha val="30000"/>
            </a:srgbClr>
          </a:solidFill>
          <a:ln w="0">
            <a:noFill/>
            <a:prstDash val="solid"/>
          </a:ln>
        </p:spPr>
      </p:sp>
      <p:sp>
        <p:nvSpPr>
          <p:cNvPr id="1850" name="02_predicted_pose_5149">
            <a:extLst>
              <a:ext uri="{FF2B5EF4-FFF2-40B4-BE49-F238E27FC236}">
                <a16:creationId xmlns:a16="http://schemas.microsoft.com/office/drawing/2014/main" id="{882B0B20-704B-46B2-851B-C6DD5F9E82C3}"/>
              </a:ext>
            </a:extLst>
          </p:cNvPr>
          <p:cNvSpPr>
            <a:spLocks noGrp="1"/>
          </p:cNvSpPr>
          <p:nvPr/>
        </p:nvSpPr>
        <p:spPr>
          <a:xfrm>
            <a:off x="5672262" y="5518732"/>
            <a:ext cx="28398" cy="28398"/>
          </a:xfrm>
          <a:prstGeom prst="ellipse">
            <a:avLst/>
          </a:prstGeom>
          <a:solidFill>
            <a:srgbClr val="B57442">
              <a:alpha val="30000"/>
            </a:srgbClr>
          </a:solidFill>
          <a:ln w="0">
            <a:noFill/>
            <a:prstDash val="solid"/>
          </a:ln>
        </p:spPr>
      </p:sp>
      <p:sp>
        <p:nvSpPr>
          <p:cNvPr id="1851" name="02_predicted_pose_5150">
            <a:extLst>
              <a:ext uri="{FF2B5EF4-FFF2-40B4-BE49-F238E27FC236}">
                <a16:creationId xmlns:a16="http://schemas.microsoft.com/office/drawing/2014/main" id="{A2B1F68C-3202-4373-B228-EE5258538DDD}"/>
              </a:ext>
            </a:extLst>
          </p:cNvPr>
          <p:cNvSpPr>
            <a:spLocks noGrp="1"/>
          </p:cNvSpPr>
          <p:nvPr/>
        </p:nvSpPr>
        <p:spPr>
          <a:xfrm>
            <a:off x="5509643" y="5830387"/>
            <a:ext cx="28398" cy="28398"/>
          </a:xfrm>
          <a:prstGeom prst="ellipse">
            <a:avLst/>
          </a:prstGeom>
          <a:solidFill>
            <a:srgbClr val="B57442">
              <a:alpha val="30000"/>
            </a:srgbClr>
          </a:solidFill>
          <a:ln w="0">
            <a:noFill/>
            <a:prstDash val="solid"/>
          </a:ln>
        </p:spPr>
      </p:sp>
      <p:sp>
        <p:nvSpPr>
          <p:cNvPr id="1852" name="02_predicted_pose_5151">
            <a:extLst>
              <a:ext uri="{FF2B5EF4-FFF2-40B4-BE49-F238E27FC236}">
                <a16:creationId xmlns:a16="http://schemas.microsoft.com/office/drawing/2014/main" id="{71219C62-A5EF-49EF-A05C-E58CCE82437F}"/>
              </a:ext>
            </a:extLst>
          </p:cNvPr>
          <p:cNvSpPr>
            <a:spLocks noGrp="1"/>
          </p:cNvSpPr>
          <p:nvPr/>
        </p:nvSpPr>
        <p:spPr>
          <a:xfrm>
            <a:off x="5763218" y="5751917"/>
            <a:ext cx="28398" cy="28398"/>
          </a:xfrm>
          <a:prstGeom prst="ellipse">
            <a:avLst/>
          </a:prstGeom>
          <a:solidFill>
            <a:srgbClr val="B57442">
              <a:alpha val="30000"/>
            </a:srgbClr>
          </a:solidFill>
          <a:ln w="0">
            <a:noFill/>
            <a:prstDash val="solid"/>
          </a:ln>
        </p:spPr>
      </p:sp>
      <p:sp>
        <p:nvSpPr>
          <p:cNvPr id="1853" name="02_predicted_pose_5152">
            <a:extLst>
              <a:ext uri="{FF2B5EF4-FFF2-40B4-BE49-F238E27FC236}">
                <a16:creationId xmlns:a16="http://schemas.microsoft.com/office/drawing/2014/main" id="{3460A0CD-DD45-4329-82F9-B63FA4970F07}"/>
              </a:ext>
            </a:extLst>
          </p:cNvPr>
          <p:cNvSpPr>
            <a:spLocks noGrp="1"/>
          </p:cNvSpPr>
          <p:nvPr/>
        </p:nvSpPr>
        <p:spPr>
          <a:xfrm>
            <a:off x="5637464" y="5788619"/>
            <a:ext cx="28398" cy="28398"/>
          </a:xfrm>
          <a:prstGeom prst="ellipse">
            <a:avLst/>
          </a:prstGeom>
          <a:solidFill>
            <a:srgbClr val="B57442">
              <a:alpha val="30000"/>
            </a:srgbClr>
          </a:solidFill>
          <a:ln w="0">
            <a:noFill/>
            <a:prstDash val="solid"/>
          </a:ln>
        </p:spPr>
      </p:sp>
      <p:sp>
        <p:nvSpPr>
          <p:cNvPr id="1854" name="02_predicted_pose_5153">
            <a:extLst>
              <a:ext uri="{FF2B5EF4-FFF2-40B4-BE49-F238E27FC236}">
                <a16:creationId xmlns:a16="http://schemas.microsoft.com/office/drawing/2014/main" id="{1DF2E81E-0870-4CF9-A1F4-B09108462667}"/>
              </a:ext>
            </a:extLst>
          </p:cNvPr>
          <p:cNvSpPr>
            <a:spLocks noGrp="1"/>
          </p:cNvSpPr>
          <p:nvPr/>
        </p:nvSpPr>
        <p:spPr>
          <a:xfrm>
            <a:off x="5515845" y="5695559"/>
            <a:ext cx="28398" cy="28398"/>
          </a:xfrm>
          <a:prstGeom prst="ellipse">
            <a:avLst/>
          </a:prstGeom>
          <a:solidFill>
            <a:srgbClr val="B57442">
              <a:alpha val="30000"/>
            </a:srgbClr>
          </a:solidFill>
          <a:ln w="0">
            <a:noFill/>
            <a:prstDash val="solid"/>
          </a:ln>
        </p:spPr>
      </p:sp>
      <p:sp>
        <p:nvSpPr>
          <p:cNvPr id="1855" name="02_predicted_pose_5154">
            <a:extLst>
              <a:ext uri="{FF2B5EF4-FFF2-40B4-BE49-F238E27FC236}">
                <a16:creationId xmlns:a16="http://schemas.microsoft.com/office/drawing/2014/main" id="{E1CD7DBB-9622-4F1D-A147-D85D6F5461F8}"/>
              </a:ext>
            </a:extLst>
          </p:cNvPr>
          <p:cNvSpPr>
            <a:spLocks noGrp="1"/>
          </p:cNvSpPr>
          <p:nvPr/>
        </p:nvSpPr>
        <p:spPr>
          <a:xfrm>
            <a:off x="5557189" y="5656214"/>
            <a:ext cx="28398" cy="28398"/>
          </a:xfrm>
          <a:prstGeom prst="ellipse">
            <a:avLst/>
          </a:prstGeom>
          <a:solidFill>
            <a:srgbClr val="B57442">
              <a:alpha val="30000"/>
            </a:srgbClr>
          </a:solidFill>
          <a:ln w="0">
            <a:noFill/>
            <a:prstDash val="solid"/>
          </a:ln>
        </p:spPr>
      </p:sp>
      <p:sp>
        <p:nvSpPr>
          <p:cNvPr id="1856" name="02_predicted_pose_5155">
            <a:extLst>
              <a:ext uri="{FF2B5EF4-FFF2-40B4-BE49-F238E27FC236}">
                <a16:creationId xmlns:a16="http://schemas.microsoft.com/office/drawing/2014/main" id="{89714868-1B19-4A65-AE24-5C8599119DBB}"/>
              </a:ext>
            </a:extLst>
          </p:cNvPr>
          <p:cNvSpPr>
            <a:spLocks noGrp="1"/>
          </p:cNvSpPr>
          <p:nvPr/>
        </p:nvSpPr>
        <p:spPr>
          <a:xfrm>
            <a:off x="5598532" y="5919756"/>
            <a:ext cx="28398" cy="28398"/>
          </a:xfrm>
          <a:prstGeom prst="ellipse">
            <a:avLst/>
          </a:prstGeom>
          <a:solidFill>
            <a:srgbClr val="B57442">
              <a:alpha val="30000"/>
            </a:srgbClr>
          </a:solidFill>
          <a:ln w="0">
            <a:noFill/>
            <a:prstDash val="solid"/>
          </a:ln>
        </p:spPr>
      </p:sp>
      <p:sp>
        <p:nvSpPr>
          <p:cNvPr id="1857" name="02_predicted_pose_5156">
            <a:extLst>
              <a:ext uri="{FF2B5EF4-FFF2-40B4-BE49-F238E27FC236}">
                <a16:creationId xmlns:a16="http://schemas.microsoft.com/office/drawing/2014/main" id="{83A74F5C-387C-4B48-A930-CBEF5EC7CECB}"/>
              </a:ext>
            </a:extLst>
          </p:cNvPr>
          <p:cNvSpPr>
            <a:spLocks noGrp="1"/>
          </p:cNvSpPr>
          <p:nvPr/>
        </p:nvSpPr>
        <p:spPr>
          <a:xfrm>
            <a:off x="5772865" y="5824004"/>
            <a:ext cx="28398" cy="28398"/>
          </a:xfrm>
          <a:prstGeom prst="ellipse">
            <a:avLst/>
          </a:prstGeom>
          <a:solidFill>
            <a:srgbClr val="B57442">
              <a:alpha val="30000"/>
            </a:srgbClr>
          </a:solidFill>
          <a:ln w="0">
            <a:noFill/>
            <a:prstDash val="solid"/>
          </a:ln>
        </p:spPr>
      </p:sp>
      <p:sp>
        <p:nvSpPr>
          <p:cNvPr id="1858" name="02_predicted_pose_5157">
            <a:extLst>
              <a:ext uri="{FF2B5EF4-FFF2-40B4-BE49-F238E27FC236}">
                <a16:creationId xmlns:a16="http://schemas.microsoft.com/office/drawing/2014/main" id="{BB100F1C-0486-4402-B8EF-C382F70E4848}"/>
              </a:ext>
            </a:extLst>
          </p:cNvPr>
          <p:cNvSpPr>
            <a:spLocks noGrp="1"/>
          </p:cNvSpPr>
          <p:nvPr/>
        </p:nvSpPr>
        <p:spPr>
          <a:xfrm>
            <a:off x="5470711" y="5750465"/>
            <a:ext cx="28398" cy="28398"/>
          </a:xfrm>
          <a:prstGeom prst="ellipse">
            <a:avLst/>
          </a:prstGeom>
          <a:solidFill>
            <a:srgbClr val="B57442">
              <a:alpha val="30000"/>
            </a:srgbClr>
          </a:solidFill>
          <a:ln w="0">
            <a:noFill/>
            <a:prstDash val="solid"/>
          </a:ln>
        </p:spPr>
      </p:sp>
      <p:sp>
        <p:nvSpPr>
          <p:cNvPr id="1859" name="02_predicted_pose_5158">
            <a:extLst>
              <a:ext uri="{FF2B5EF4-FFF2-40B4-BE49-F238E27FC236}">
                <a16:creationId xmlns:a16="http://schemas.microsoft.com/office/drawing/2014/main" id="{E04C9153-8B39-4DEC-A99D-9200EBBEB4C0}"/>
              </a:ext>
            </a:extLst>
          </p:cNvPr>
          <p:cNvSpPr>
            <a:spLocks noGrp="1"/>
          </p:cNvSpPr>
          <p:nvPr/>
        </p:nvSpPr>
        <p:spPr>
          <a:xfrm>
            <a:off x="5680531" y="5843546"/>
            <a:ext cx="28398" cy="28398"/>
          </a:xfrm>
          <a:prstGeom prst="ellipse">
            <a:avLst/>
          </a:prstGeom>
          <a:solidFill>
            <a:srgbClr val="B57442">
              <a:alpha val="30000"/>
            </a:srgbClr>
          </a:solidFill>
          <a:ln w="0">
            <a:noFill/>
            <a:prstDash val="solid"/>
          </a:ln>
        </p:spPr>
      </p:sp>
      <p:sp>
        <p:nvSpPr>
          <p:cNvPr id="1860" name="02_predicted_pose_5159">
            <a:extLst>
              <a:ext uri="{FF2B5EF4-FFF2-40B4-BE49-F238E27FC236}">
                <a16:creationId xmlns:a16="http://schemas.microsoft.com/office/drawing/2014/main" id="{9EF1453F-EA27-4A38-9C14-BE1335BEAE5E}"/>
              </a:ext>
            </a:extLst>
          </p:cNvPr>
          <p:cNvSpPr>
            <a:spLocks noGrp="1"/>
          </p:cNvSpPr>
          <p:nvPr/>
        </p:nvSpPr>
        <p:spPr>
          <a:xfrm>
            <a:off x="5773554" y="5740540"/>
            <a:ext cx="28398" cy="28398"/>
          </a:xfrm>
          <a:prstGeom prst="ellipse">
            <a:avLst/>
          </a:prstGeom>
          <a:solidFill>
            <a:srgbClr val="B57442">
              <a:alpha val="30000"/>
            </a:srgbClr>
          </a:solidFill>
          <a:ln w="0">
            <a:noFill/>
            <a:prstDash val="solid"/>
          </a:ln>
        </p:spPr>
      </p:sp>
      <p:sp>
        <p:nvSpPr>
          <p:cNvPr id="1861" name="02_predicted_pose_5160">
            <a:extLst>
              <a:ext uri="{FF2B5EF4-FFF2-40B4-BE49-F238E27FC236}">
                <a16:creationId xmlns:a16="http://schemas.microsoft.com/office/drawing/2014/main" id="{76FA3250-42F6-4AD4-AC6A-9DDB6C819FEB}"/>
              </a:ext>
            </a:extLst>
          </p:cNvPr>
          <p:cNvSpPr>
            <a:spLocks noGrp="1"/>
          </p:cNvSpPr>
          <p:nvPr/>
        </p:nvSpPr>
        <p:spPr>
          <a:xfrm>
            <a:off x="5604389" y="5436936"/>
            <a:ext cx="28398" cy="28398"/>
          </a:xfrm>
          <a:prstGeom prst="ellipse">
            <a:avLst/>
          </a:prstGeom>
          <a:solidFill>
            <a:srgbClr val="B57442">
              <a:alpha val="30000"/>
            </a:srgbClr>
          </a:solidFill>
          <a:ln w="0">
            <a:noFill/>
            <a:prstDash val="solid"/>
          </a:ln>
        </p:spPr>
      </p:sp>
      <p:sp>
        <p:nvSpPr>
          <p:cNvPr id="1862" name="02_predicted_pose_5161">
            <a:extLst>
              <a:ext uri="{FF2B5EF4-FFF2-40B4-BE49-F238E27FC236}">
                <a16:creationId xmlns:a16="http://schemas.microsoft.com/office/drawing/2014/main" id="{3FB3C9D7-FE9A-4C84-ACB2-596E60201BCA}"/>
              </a:ext>
            </a:extLst>
          </p:cNvPr>
          <p:cNvSpPr>
            <a:spLocks noGrp="1"/>
          </p:cNvSpPr>
          <p:nvPr/>
        </p:nvSpPr>
        <p:spPr>
          <a:xfrm>
            <a:off x="5618171" y="5590069"/>
            <a:ext cx="28398" cy="28398"/>
          </a:xfrm>
          <a:prstGeom prst="ellipse">
            <a:avLst/>
          </a:prstGeom>
          <a:solidFill>
            <a:srgbClr val="B57442">
              <a:alpha val="30000"/>
            </a:srgbClr>
          </a:solidFill>
          <a:ln w="0">
            <a:noFill/>
            <a:prstDash val="solid"/>
          </a:ln>
        </p:spPr>
      </p:sp>
      <p:sp>
        <p:nvSpPr>
          <p:cNvPr id="1863" name="02_predicted_pose_5162">
            <a:extLst>
              <a:ext uri="{FF2B5EF4-FFF2-40B4-BE49-F238E27FC236}">
                <a16:creationId xmlns:a16="http://schemas.microsoft.com/office/drawing/2014/main" id="{6CBA15C6-826B-4809-9C59-D0924B4B3C60}"/>
              </a:ext>
            </a:extLst>
          </p:cNvPr>
          <p:cNvSpPr>
            <a:spLocks noGrp="1"/>
          </p:cNvSpPr>
          <p:nvPr/>
        </p:nvSpPr>
        <p:spPr>
          <a:xfrm>
            <a:off x="5539962" y="5655533"/>
            <a:ext cx="28398" cy="28398"/>
          </a:xfrm>
          <a:prstGeom prst="ellipse">
            <a:avLst/>
          </a:prstGeom>
          <a:solidFill>
            <a:srgbClr val="B57442">
              <a:alpha val="30000"/>
            </a:srgbClr>
          </a:solidFill>
          <a:ln w="0">
            <a:noFill/>
            <a:prstDash val="solid"/>
          </a:ln>
        </p:spPr>
      </p:sp>
      <p:sp>
        <p:nvSpPr>
          <p:cNvPr id="1864" name="02_predicted_pose_5163">
            <a:extLst>
              <a:ext uri="{FF2B5EF4-FFF2-40B4-BE49-F238E27FC236}">
                <a16:creationId xmlns:a16="http://schemas.microsoft.com/office/drawing/2014/main" id="{CDDF9162-FE88-4004-BA31-2CCA15EC699A}"/>
              </a:ext>
            </a:extLst>
          </p:cNvPr>
          <p:cNvSpPr>
            <a:spLocks noGrp="1"/>
          </p:cNvSpPr>
          <p:nvPr/>
        </p:nvSpPr>
        <p:spPr>
          <a:xfrm>
            <a:off x="5553743" y="5691530"/>
            <a:ext cx="28398" cy="28398"/>
          </a:xfrm>
          <a:prstGeom prst="ellipse">
            <a:avLst/>
          </a:prstGeom>
          <a:solidFill>
            <a:srgbClr val="B57442">
              <a:alpha val="30000"/>
            </a:srgbClr>
          </a:solidFill>
          <a:ln w="0">
            <a:noFill/>
            <a:prstDash val="solid"/>
          </a:ln>
        </p:spPr>
      </p:sp>
      <p:sp>
        <p:nvSpPr>
          <p:cNvPr id="1865" name="02_predicted_pose_5164">
            <a:extLst>
              <a:ext uri="{FF2B5EF4-FFF2-40B4-BE49-F238E27FC236}">
                <a16:creationId xmlns:a16="http://schemas.microsoft.com/office/drawing/2014/main" id="{AAB96EBA-FB94-40CC-B736-D6CBFF1AC56E}"/>
              </a:ext>
            </a:extLst>
          </p:cNvPr>
          <p:cNvSpPr>
            <a:spLocks noGrp="1"/>
          </p:cNvSpPr>
          <p:nvPr/>
        </p:nvSpPr>
        <p:spPr>
          <a:xfrm>
            <a:off x="5567524" y="5676402"/>
            <a:ext cx="28398" cy="28398"/>
          </a:xfrm>
          <a:prstGeom prst="ellipse">
            <a:avLst/>
          </a:prstGeom>
          <a:solidFill>
            <a:srgbClr val="B57442">
              <a:alpha val="30000"/>
            </a:srgbClr>
          </a:solidFill>
          <a:ln w="0">
            <a:noFill/>
            <a:prstDash val="solid"/>
          </a:ln>
        </p:spPr>
      </p:sp>
      <p:sp>
        <p:nvSpPr>
          <p:cNvPr id="1866" name="02_predicted_pose_5165">
            <a:extLst>
              <a:ext uri="{FF2B5EF4-FFF2-40B4-BE49-F238E27FC236}">
                <a16:creationId xmlns:a16="http://schemas.microsoft.com/office/drawing/2014/main" id="{D29B8FA4-C33D-47CD-A3FE-5ABB833C32F8}"/>
              </a:ext>
            </a:extLst>
          </p:cNvPr>
          <p:cNvSpPr>
            <a:spLocks noGrp="1"/>
          </p:cNvSpPr>
          <p:nvPr/>
        </p:nvSpPr>
        <p:spPr>
          <a:xfrm>
            <a:off x="5581306" y="5672298"/>
            <a:ext cx="28398" cy="28398"/>
          </a:xfrm>
          <a:prstGeom prst="ellipse">
            <a:avLst/>
          </a:prstGeom>
          <a:solidFill>
            <a:srgbClr val="B57442">
              <a:alpha val="30000"/>
            </a:srgbClr>
          </a:solidFill>
          <a:ln w="0">
            <a:noFill/>
            <a:prstDash val="solid"/>
          </a:ln>
        </p:spPr>
      </p:sp>
      <p:sp>
        <p:nvSpPr>
          <p:cNvPr id="1867" name="02_predicted_pose_5166">
            <a:extLst>
              <a:ext uri="{FF2B5EF4-FFF2-40B4-BE49-F238E27FC236}">
                <a16:creationId xmlns:a16="http://schemas.microsoft.com/office/drawing/2014/main" id="{169412C8-A107-44F7-A396-0FB8DCC79A7F}"/>
              </a:ext>
            </a:extLst>
          </p:cNvPr>
          <p:cNvSpPr>
            <a:spLocks noGrp="1"/>
          </p:cNvSpPr>
          <p:nvPr/>
        </p:nvSpPr>
        <p:spPr>
          <a:xfrm>
            <a:off x="5595087" y="5640828"/>
            <a:ext cx="28398" cy="28398"/>
          </a:xfrm>
          <a:prstGeom prst="ellipse">
            <a:avLst/>
          </a:prstGeom>
          <a:solidFill>
            <a:srgbClr val="B57442">
              <a:alpha val="30000"/>
            </a:srgbClr>
          </a:solidFill>
          <a:ln w="0">
            <a:noFill/>
            <a:prstDash val="solid"/>
          </a:ln>
        </p:spPr>
      </p:sp>
      <p:sp>
        <p:nvSpPr>
          <p:cNvPr id="1868" name="02_predicted_pose_5167">
            <a:extLst>
              <a:ext uri="{FF2B5EF4-FFF2-40B4-BE49-F238E27FC236}">
                <a16:creationId xmlns:a16="http://schemas.microsoft.com/office/drawing/2014/main" id="{13B03A93-8146-4F5E-91C8-CC638B05280A}"/>
              </a:ext>
            </a:extLst>
          </p:cNvPr>
          <p:cNvSpPr>
            <a:spLocks noGrp="1"/>
          </p:cNvSpPr>
          <p:nvPr/>
        </p:nvSpPr>
        <p:spPr>
          <a:xfrm>
            <a:off x="5608868" y="5731681"/>
            <a:ext cx="28398" cy="28398"/>
          </a:xfrm>
          <a:prstGeom prst="ellipse">
            <a:avLst/>
          </a:prstGeom>
          <a:solidFill>
            <a:srgbClr val="B57442">
              <a:alpha val="30000"/>
            </a:srgbClr>
          </a:solidFill>
          <a:ln w="0">
            <a:noFill/>
            <a:prstDash val="solid"/>
          </a:ln>
        </p:spPr>
      </p:sp>
      <p:sp>
        <p:nvSpPr>
          <p:cNvPr id="1869" name="02_predicted_pose_5168">
            <a:extLst>
              <a:ext uri="{FF2B5EF4-FFF2-40B4-BE49-F238E27FC236}">
                <a16:creationId xmlns:a16="http://schemas.microsoft.com/office/drawing/2014/main" id="{7E20345B-8D7B-42D0-8759-22ED29652383}"/>
              </a:ext>
            </a:extLst>
          </p:cNvPr>
          <p:cNvSpPr>
            <a:spLocks noGrp="1"/>
          </p:cNvSpPr>
          <p:nvPr/>
        </p:nvSpPr>
        <p:spPr>
          <a:xfrm>
            <a:off x="5622649" y="5787061"/>
            <a:ext cx="28398" cy="28398"/>
          </a:xfrm>
          <a:prstGeom prst="ellipse">
            <a:avLst/>
          </a:prstGeom>
          <a:solidFill>
            <a:srgbClr val="B57442">
              <a:alpha val="30000"/>
            </a:srgbClr>
          </a:solidFill>
          <a:ln w="0">
            <a:noFill/>
            <a:prstDash val="solid"/>
          </a:ln>
        </p:spPr>
      </p:sp>
      <p:sp>
        <p:nvSpPr>
          <p:cNvPr id="1870" name="02_predicted_pose_5169">
            <a:extLst>
              <a:ext uri="{FF2B5EF4-FFF2-40B4-BE49-F238E27FC236}">
                <a16:creationId xmlns:a16="http://schemas.microsoft.com/office/drawing/2014/main" id="{293CDF21-BF93-4377-B1CE-E91DD77089FB}"/>
              </a:ext>
            </a:extLst>
          </p:cNvPr>
          <p:cNvSpPr>
            <a:spLocks noGrp="1"/>
          </p:cNvSpPr>
          <p:nvPr/>
        </p:nvSpPr>
        <p:spPr>
          <a:xfrm>
            <a:off x="5636431" y="5710835"/>
            <a:ext cx="28398" cy="28398"/>
          </a:xfrm>
          <a:prstGeom prst="ellipse">
            <a:avLst/>
          </a:prstGeom>
          <a:solidFill>
            <a:srgbClr val="B57442">
              <a:alpha val="30000"/>
            </a:srgbClr>
          </a:solidFill>
          <a:ln w="0">
            <a:noFill/>
            <a:prstDash val="solid"/>
          </a:ln>
        </p:spPr>
      </p:sp>
      <p:sp>
        <p:nvSpPr>
          <p:cNvPr id="1871" name="02_predicted_pose_5170">
            <a:extLst>
              <a:ext uri="{FF2B5EF4-FFF2-40B4-BE49-F238E27FC236}">
                <a16:creationId xmlns:a16="http://schemas.microsoft.com/office/drawing/2014/main" id="{60C2FF33-BA92-463F-8477-3275A7C66F1E}"/>
              </a:ext>
            </a:extLst>
          </p:cNvPr>
          <p:cNvSpPr>
            <a:spLocks noGrp="1"/>
          </p:cNvSpPr>
          <p:nvPr/>
        </p:nvSpPr>
        <p:spPr>
          <a:xfrm>
            <a:off x="5650212" y="5765539"/>
            <a:ext cx="28398" cy="28398"/>
          </a:xfrm>
          <a:prstGeom prst="ellipse">
            <a:avLst/>
          </a:prstGeom>
          <a:solidFill>
            <a:srgbClr val="B57442">
              <a:alpha val="30000"/>
            </a:srgbClr>
          </a:solidFill>
          <a:ln w="0">
            <a:noFill/>
            <a:prstDash val="solid"/>
          </a:ln>
        </p:spPr>
      </p:sp>
      <p:sp>
        <p:nvSpPr>
          <p:cNvPr id="1872" name="02_predicted_pose_5171">
            <a:extLst>
              <a:ext uri="{FF2B5EF4-FFF2-40B4-BE49-F238E27FC236}">
                <a16:creationId xmlns:a16="http://schemas.microsoft.com/office/drawing/2014/main" id="{2FE546D1-50A6-4C59-8BAF-BE933FBAB1B4}"/>
              </a:ext>
            </a:extLst>
          </p:cNvPr>
          <p:cNvSpPr>
            <a:spLocks noGrp="1"/>
          </p:cNvSpPr>
          <p:nvPr/>
        </p:nvSpPr>
        <p:spPr>
          <a:xfrm>
            <a:off x="5663993" y="5696932"/>
            <a:ext cx="28398" cy="28398"/>
          </a:xfrm>
          <a:prstGeom prst="ellipse">
            <a:avLst/>
          </a:prstGeom>
          <a:solidFill>
            <a:srgbClr val="B57442">
              <a:alpha val="30000"/>
            </a:srgbClr>
          </a:solidFill>
          <a:ln w="0">
            <a:noFill/>
            <a:prstDash val="solid"/>
          </a:ln>
        </p:spPr>
      </p:sp>
      <p:sp>
        <p:nvSpPr>
          <p:cNvPr id="1873" name="02_predicted_pose_5172">
            <a:extLst>
              <a:ext uri="{FF2B5EF4-FFF2-40B4-BE49-F238E27FC236}">
                <a16:creationId xmlns:a16="http://schemas.microsoft.com/office/drawing/2014/main" id="{76B1A0F9-EF30-4044-B33C-2B4FBDEAD5A8}"/>
              </a:ext>
            </a:extLst>
          </p:cNvPr>
          <p:cNvSpPr>
            <a:spLocks noGrp="1"/>
          </p:cNvSpPr>
          <p:nvPr/>
        </p:nvSpPr>
        <p:spPr>
          <a:xfrm>
            <a:off x="5553399" y="5674113"/>
            <a:ext cx="28398" cy="28398"/>
          </a:xfrm>
          <a:prstGeom prst="ellipse">
            <a:avLst/>
          </a:prstGeom>
          <a:solidFill>
            <a:srgbClr val="B57442">
              <a:alpha val="30000"/>
            </a:srgbClr>
          </a:solidFill>
          <a:ln w="0">
            <a:noFill/>
            <a:prstDash val="solid"/>
          </a:ln>
        </p:spPr>
      </p:sp>
      <p:sp>
        <p:nvSpPr>
          <p:cNvPr id="1874" name="02_predicted_pose_5173">
            <a:extLst>
              <a:ext uri="{FF2B5EF4-FFF2-40B4-BE49-F238E27FC236}">
                <a16:creationId xmlns:a16="http://schemas.microsoft.com/office/drawing/2014/main" id="{FCAB7230-E6DD-4423-8BEE-30ECF85F41A3}"/>
              </a:ext>
            </a:extLst>
          </p:cNvPr>
          <p:cNvSpPr>
            <a:spLocks noGrp="1"/>
          </p:cNvSpPr>
          <p:nvPr/>
        </p:nvSpPr>
        <p:spPr>
          <a:xfrm>
            <a:off x="5744613" y="5912271"/>
            <a:ext cx="28398" cy="28398"/>
          </a:xfrm>
          <a:prstGeom prst="ellipse">
            <a:avLst/>
          </a:prstGeom>
          <a:solidFill>
            <a:srgbClr val="B57442">
              <a:alpha val="30000"/>
            </a:srgbClr>
          </a:solidFill>
          <a:ln w="0">
            <a:noFill/>
            <a:prstDash val="solid"/>
          </a:ln>
        </p:spPr>
      </p:sp>
      <p:sp>
        <p:nvSpPr>
          <p:cNvPr id="1875" name="02_predicted_pose_5174">
            <a:extLst>
              <a:ext uri="{FF2B5EF4-FFF2-40B4-BE49-F238E27FC236}">
                <a16:creationId xmlns:a16="http://schemas.microsoft.com/office/drawing/2014/main" id="{387ED29E-FB09-4EED-BB40-0B1F530D7C93}"/>
              </a:ext>
            </a:extLst>
          </p:cNvPr>
          <p:cNvSpPr>
            <a:spLocks noGrp="1"/>
          </p:cNvSpPr>
          <p:nvPr/>
        </p:nvSpPr>
        <p:spPr>
          <a:xfrm>
            <a:off x="5615759" y="5909146"/>
            <a:ext cx="28398" cy="28398"/>
          </a:xfrm>
          <a:prstGeom prst="ellipse">
            <a:avLst/>
          </a:prstGeom>
          <a:solidFill>
            <a:srgbClr val="B57442">
              <a:alpha val="30000"/>
            </a:srgbClr>
          </a:solidFill>
          <a:ln w="0">
            <a:noFill/>
            <a:prstDash val="solid"/>
          </a:ln>
        </p:spPr>
      </p:sp>
      <p:sp>
        <p:nvSpPr>
          <p:cNvPr id="1876" name="02_predicted_pose_5175">
            <a:extLst>
              <a:ext uri="{FF2B5EF4-FFF2-40B4-BE49-F238E27FC236}">
                <a16:creationId xmlns:a16="http://schemas.microsoft.com/office/drawing/2014/main" id="{4DFE2C80-B837-423D-AE14-10E0634E0159}"/>
              </a:ext>
            </a:extLst>
          </p:cNvPr>
          <p:cNvSpPr>
            <a:spLocks noGrp="1"/>
          </p:cNvSpPr>
          <p:nvPr/>
        </p:nvSpPr>
        <p:spPr>
          <a:xfrm>
            <a:off x="5507921" y="5667308"/>
            <a:ext cx="28398" cy="28398"/>
          </a:xfrm>
          <a:prstGeom prst="ellipse">
            <a:avLst/>
          </a:prstGeom>
          <a:solidFill>
            <a:srgbClr val="B57442">
              <a:alpha val="30000"/>
            </a:srgbClr>
          </a:solidFill>
          <a:ln w="0">
            <a:noFill/>
            <a:prstDash val="solid"/>
          </a:ln>
        </p:spPr>
      </p:sp>
      <p:sp>
        <p:nvSpPr>
          <p:cNvPr id="1877" name="02_predicted_pose_5176">
            <a:extLst>
              <a:ext uri="{FF2B5EF4-FFF2-40B4-BE49-F238E27FC236}">
                <a16:creationId xmlns:a16="http://schemas.microsoft.com/office/drawing/2014/main" id="{80B59819-1729-49A7-B1B0-E286A2C0B6E5}"/>
              </a:ext>
            </a:extLst>
          </p:cNvPr>
          <p:cNvSpPr>
            <a:spLocks noGrp="1"/>
          </p:cNvSpPr>
          <p:nvPr/>
        </p:nvSpPr>
        <p:spPr>
          <a:xfrm>
            <a:off x="5629540" y="5883670"/>
            <a:ext cx="28398" cy="28398"/>
          </a:xfrm>
          <a:prstGeom prst="ellipse">
            <a:avLst/>
          </a:prstGeom>
          <a:solidFill>
            <a:srgbClr val="B57442">
              <a:alpha val="30000"/>
            </a:srgbClr>
          </a:solidFill>
          <a:ln w="0">
            <a:noFill/>
            <a:prstDash val="solid"/>
          </a:ln>
        </p:spPr>
      </p:sp>
      <p:sp>
        <p:nvSpPr>
          <p:cNvPr id="1878" name="02_predicted_pose_5177">
            <a:extLst>
              <a:ext uri="{FF2B5EF4-FFF2-40B4-BE49-F238E27FC236}">
                <a16:creationId xmlns:a16="http://schemas.microsoft.com/office/drawing/2014/main" id="{61E5252D-1F05-4C1F-9D87-E37BF47A4D29}"/>
              </a:ext>
            </a:extLst>
          </p:cNvPr>
          <p:cNvSpPr>
            <a:spLocks noGrp="1"/>
          </p:cNvSpPr>
          <p:nvPr/>
        </p:nvSpPr>
        <p:spPr>
          <a:xfrm>
            <a:off x="5736689" y="5561171"/>
            <a:ext cx="28398" cy="28398"/>
          </a:xfrm>
          <a:prstGeom prst="ellipse">
            <a:avLst/>
          </a:prstGeom>
          <a:solidFill>
            <a:srgbClr val="B57442">
              <a:alpha val="30000"/>
            </a:srgbClr>
          </a:solidFill>
          <a:ln w="0">
            <a:noFill/>
            <a:prstDash val="solid"/>
          </a:ln>
        </p:spPr>
      </p:sp>
      <p:sp>
        <p:nvSpPr>
          <p:cNvPr id="1879" name="02_predicted_pose_5178">
            <a:extLst>
              <a:ext uri="{FF2B5EF4-FFF2-40B4-BE49-F238E27FC236}">
                <a16:creationId xmlns:a16="http://schemas.microsoft.com/office/drawing/2014/main" id="{7FE9A3A4-0FCE-43CE-9E2C-21B7E3F768A4}"/>
              </a:ext>
            </a:extLst>
          </p:cNvPr>
          <p:cNvSpPr>
            <a:spLocks noGrp="1"/>
          </p:cNvSpPr>
          <p:nvPr/>
        </p:nvSpPr>
        <p:spPr>
          <a:xfrm>
            <a:off x="5791814" y="5780361"/>
            <a:ext cx="28398" cy="28398"/>
          </a:xfrm>
          <a:prstGeom prst="ellipse">
            <a:avLst/>
          </a:prstGeom>
          <a:solidFill>
            <a:srgbClr val="B57442">
              <a:alpha val="30000"/>
            </a:srgbClr>
          </a:solidFill>
          <a:ln w="0">
            <a:noFill/>
            <a:prstDash val="solid"/>
          </a:ln>
        </p:spPr>
      </p:sp>
      <p:sp>
        <p:nvSpPr>
          <p:cNvPr id="1880" name="02_predicted_pose_5179">
            <a:extLst>
              <a:ext uri="{FF2B5EF4-FFF2-40B4-BE49-F238E27FC236}">
                <a16:creationId xmlns:a16="http://schemas.microsoft.com/office/drawing/2014/main" id="{054B4066-DF74-475D-8CB0-D8CF9C315E29}"/>
              </a:ext>
            </a:extLst>
          </p:cNvPr>
          <p:cNvSpPr>
            <a:spLocks noGrp="1"/>
          </p:cNvSpPr>
          <p:nvPr/>
        </p:nvSpPr>
        <p:spPr>
          <a:xfrm>
            <a:off x="5585096" y="5645098"/>
            <a:ext cx="28398" cy="28398"/>
          </a:xfrm>
          <a:prstGeom prst="ellipse">
            <a:avLst/>
          </a:prstGeom>
          <a:solidFill>
            <a:srgbClr val="B57442">
              <a:alpha val="30000"/>
            </a:srgbClr>
          </a:solidFill>
          <a:ln w="0">
            <a:noFill/>
            <a:prstDash val="solid"/>
          </a:ln>
        </p:spPr>
      </p:sp>
      <p:sp>
        <p:nvSpPr>
          <p:cNvPr id="1881" name="02_predicted_pose_5180">
            <a:extLst>
              <a:ext uri="{FF2B5EF4-FFF2-40B4-BE49-F238E27FC236}">
                <a16:creationId xmlns:a16="http://schemas.microsoft.com/office/drawing/2014/main" id="{55B3A920-EEE7-491F-98D2-F9FE91B06612}"/>
              </a:ext>
            </a:extLst>
          </p:cNvPr>
          <p:cNvSpPr>
            <a:spLocks noGrp="1"/>
          </p:cNvSpPr>
          <p:nvPr/>
        </p:nvSpPr>
        <p:spPr>
          <a:xfrm>
            <a:off x="5612658" y="5707984"/>
            <a:ext cx="28398" cy="28398"/>
          </a:xfrm>
          <a:prstGeom prst="ellipse">
            <a:avLst/>
          </a:prstGeom>
          <a:solidFill>
            <a:srgbClr val="B57442">
              <a:alpha val="30000"/>
            </a:srgbClr>
          </a:solidFill>
          <a:ln w="0">
            <a:noFill/>
            <a:prstDash val="solid"/>
          </a:ln>
        </p:spPr>
      </p:sp>
      <p:sp>
        <p:nvSpPr>
          <p:cNvPr id="1882" name="02_predicted_pose_5181">
            <a:extLst>
              <a:ext uri="{FF2B5EF4-FFF2-40B4-BE49-F238E27FC236}">
                <a16:creationId xmlns:a16="http://schemas.microsoft.com/office/drawing/2014/main" id="{89D5D1E3-FA01-4514-A9CF-8B793C322ECE}"/>
              </a:ext>
            </a:extLst>
          </p:cNvPr>
          <p:cNvSpPr>
            <a:spLocks noGrp="1"/>
          </p:cNvSpPr>
          <p:nvPr/>
        </p:nvSpPr>
        <p:spPr>
          <a:xfrm>
            <a:off x="5654002" y="5610201"/>
            <a:ext cx="28398" cy="28398"/>
          </a:xfrm>
          <a:prstGeom prst="ellipse">
            <a:avLst/>
          </a:prstGeom>
          <a:solidFill>
            <a:srgbClr val="B57442">
              <a:alpha val="30000"/>
            </a:srgbClr>
          </a:solidFill>
          <a:ln w="0">
            <a:noFill/>
            <a:prstDash val="solid"/>
          </a:ln>
        </p:spPr>
      </p:sp>
      <p:sp>
        <p:nvSpPr>
          <p:cNvPr id="1883" name="02_predicted_pose_5182">
            <a:extLst>
              <a:ext uri="{FF2B5EF4-FFF2-40B4-BE49-F238E27FC236}">
                <a16:creationId xmlns:a16="http://schemas.microsoft.com/office/drawing/2014/main" id="{DB6B45B4-F832-4786-986F-887E22BC64DA}"/>
              </a:ext>
            </a:extLst>
          </p:cNvPr>
          <p:cNvSpPr>
            <a:spLocks noGrp="1"/>
          </p:cNvSpPr>
          <p:nvPr/>
        </p:nvSpPr>
        <p:spPr>
          <a:xfrm>
            <a:off x="5681564" y="5642372"/>
            <a:ext cx="28398" cy="28398"/>
          </a:xfrm>
          <a:prstGeom prst="ellipse">
            <a:avLst/>
          </a:prstGeom>
          <a:solidFill>
            <a:srgbClr val="B57442">
              <a:alpha val="30000"/>
            </a:srgbClr>
          </a:solidFill>
          <a:ln w="0">
            <a:noFill/>
            <a:prstDash val="solid"/>
          </a:ln>
        </p:spPr>
      </p:sp>
      <p:sp>
        <p:nvSpPr>
          <p:cNvPr id="1884" name="02_predicted_pose_5183">
            <a:extLst>
              <a:ext uri="{FF2B5EF4-FFF2-40B4-BE49-F238E27FC236}">
                <a16:creationId xmlns:a16="http://schemas.microsoft.com/office/drawing/2014/main" id="{F95A520D-9812-4BB2-8297-B161E25BA764}"/>
              </a:ext>
            </a:extLst>
          </p:cNvPr>
          <p:cNvSpPr>
            <a:spLocks noGrp="1"/>
          </p:cNvSpPr>
          <p:nvPr/>
        </p:nvSpPr>
        <p:spPr>
          <a:xfrm>
            <a:off x="5695345" y="5685312"/>
            <a:ext cx="28398" cy="28398"/>
          </a:xfrm>
          <a:prstGeom prst="ellipse">
            <a:avLst/>
          </a:prstGeom>
          <a:solidFill>
            <a:srgbClr val="B57442">
              <a:alpha val="30000"/>
            </a:srgbClr>
          </a:solidFill>
          <a:ln w="0">
            <a:noFill/>
            <a:prstDash val="solid"/>
          </a:ln>
        </p:spPr>
      </p:sp>
      <p:sp>
        <p:nvSpPr>
          <p:cNvPr id="1885" name="02_predicted_pose_5184">
            <a:extLst>
              <a:ext uri="{FF2B5EF4-FFF2-40B4-BE49-F238E27FC236}">
                <a16:creationId xmlns:a16="http://schemas.microsoft.com/office/drawing/2014/main" id="{42723D7E-A19B-4097-933A-3EB598D96B8A}"/>
              </a:ext>
            </a:extLst>
          </p:cNvPr>
          <p:cNvSpPr>
            <a:spLocks noGrp="1"/>
          </p:cNvSpPr>
          <p:nvPr/>
        </p:nvSpPr>
        <p:spPr>
          <a:xfrm>
            <a:off x="5598532" y="5648792"/>
            <a:ext cx="28398" cy="28398"/>
          </a:xfrm>
          <a:prstGeom prst="ellipse">
            <a:avLst/>
          </a:prstGeom>
          <a:solidFill>
            <a:srgbClr val="B57442">
              <a:alpha val="30000"/>
            </a:srgbClr>
          </a:solidFill>
          <a:ln w="0">
            <a:noFill/>
            <a:prstDash val="solid"/>
          </a:ln>
        </p:spPr>
      </p:sp>
      <p:sp>
        <p:nvSpPr>
          <p:cNvPr id="1886" name="02_predicted_pose_5185">
            <a:extLst>
              <a:ext uri="{FF2B5EF4-FFF2-40B4-BE49-F238E27FC236}">
                <a16:creationId xmlns:a16="http://schemas.microsoft.com/office/drawing/2014/main" id="{5B8EC8EE-9A1C-45F1-A441-0B14CB606EF3}"/>
              </a:ext>
            </a:extLst>
          </p:cNvPr>
          <p:cNvSpPr>
            <a:spLocks noGrp="1"/>
          </p:cNvSpPr>
          <p:nvPr/>
        </p:nvSpPr>
        <p:spPr>
          <a:xfrm>
            <a:off x="5701202" y="5841153"/>
            <a:ext cx="28398" cy="28398"/>
          </a:xfrm>
          <a:prstGeom prst="ellipse">
            <a:avLst/>
          </a:prstGeom>
          <a:solidFill>
            <a:srgbClr val="B57442">
              <a:alpha val="30000"/>
            </a:srgbClr>
          </a:solidFill>
          <a:ln w="0">
            <a:noFill/>
            <a:prstDash val="solid"/>
          </a:ln>
        </p:spPr>
      </p:sp>
      <p:sp>
        <p:nvSpPr>
          <p:cNvPr id="1887" name="02_predicted_pose_5186">
            <a:extLst>
              <a:ext uri="{FF2B5EF4-FFF2-40B4-BE49-F238E27FC236}">
                <a16:creationId xmlns:a16="http://schemas.microsoft.com/office/drawing/2014/main" id="{1D5B9269-14D4-4277-A725-22212D4CFB1D}"/>
              </a:ext>
            </a:extLst>
          </p:cNvPr>
          <p:cNvSpPr>
            <a:spLocks noGrp="1"/>
          </p:cNvSpPr>
          <p:nvPr/>
        </p:nvSpPr>
        <p:spPr>
          <a:xfrm>
            <a:off x="5728765" y="5893735"/>
            <a:ext cx="28398" cy="28398"/>
          </a:xfrm>
          <a:prstGeom prst="ellipse">
            <a:avLst/>
          </a:prstGeom>
          <a:solidFill>
            <a:srgbClr val="B57442">
              <a:alpha val="30000"/>
            </a:srgbClr>
          </a:solidFill>
          <a:ln w="0">
            <a:noFill/>
            <a:prstDash val="solid"/>
          </a:ln>
        </p:spPr>
      </p:sp>
      <p:sp>
        <p:nvSpPr>
          <p:cNvPr id="1888" name="02_predicted_pose_5187">
            <a:extLst>
              <a:ext uri="{FF2B5EF4-FFF2-40B4-BE49-F238E27FC236}">
                <a16:creationId xmlns:a16="http://schemas.microsoft.com/office/drawing/2014/main" id="{3AA5A9F2-5F5E-4B52-97B3-7BACF72927FD}"/>
              </a:ext>
            </a:extLst>
          </p:cNvPr>
          <p:cNvSpPr>
            <a:spLocks noGrp="1"/>
          </p:cNvSpPr>
          <p:nvPr/>
        </p:nvSpPr>
        <p:spPr>
          <a:xfrm>
            <a:off x="5756327" y="5845315"/>
            <a:ext cx="28398" cy="28398"/>
          </a:xfrm>
          <a:prstGeom prst="ellipse">
            <a:avLst/>
          </a:prstGeom>
          <a:solidFill>
            <a:srgbClr val="B57442">
              <a:alpha val="30000"/>
            </a:srgbClr>
          </a:solidFill>
          <a:ln w="0">
            <a:noFill/>
            <a:prstDash val="solid"/>
          </a:ln>
        </p:spPr>
      </p:sp>
      <p:sp>
        <p:nvSpPr>
          <p:cNvPr id="1889" name="02_predicted_pose_5188">
            <a:extLst>
              <a:ext uri="{FF2B5EF4-FFF2-40B4-BE49-F238E27FC236}">
                <a16:creationId xmlns:a16="http://schemas.microsoft.com/office/drawing/2014/main" id="{E6CEC995-8084-4565-80B1-A1E99341793E}"/>
              </a:ext>
            </a:extLst>
          </p:cNvPr>
          <p:cNvSpPr>
            <a:spLocks noGrp="1"/>
          </p:cNvSpPr>
          <p:nvPr/>
        </p:nvSpPr>
        <p:spPr>
          <a:xfrm>
            <a:off x="5783890" y="5839439"/>
            <a:ext cx="28398" cy="28398"/>
          </a:xfrm>
          <a:prstGeom prst="ellipse">
            <a:avLst/>
          </a:prstGeom>
          <a:solidFill>
            <a:srgbClr val="B57442">
              <a:alpha val="30000"/>
            </a:srgbClr>
          </a:solidFill>
          <a:ln w="0">
            <a:noFill/>
            <a:prstDash val="solid"/>
          </a:ln>
        </p:spPr>
      </p:sp>
      <p:sp>
        <p:nvSpPr>
          <p:cNvPr id="1890" name="02_predicted_pose_5189">
            <a:extLst>
              <a:ext uri="{FF2B5EF4-FFF2-40B4-BE49-F238E27FC236}">
                <a16:creationId xmlns:a16="http://schemas.microsoft.com/office/drawing/2014/main" id="{5122D37B-BCEA-4198-9E25-07550DF33E4D}"/>
              </a:ext>
            </a:extLst>
          </p:cNvPr>
          <p:cNvSpPr>
            <a:spLocks noGrp="1"/>
          </p:cNvSpPr>
          <p:nvPr/>
        </p:nvSpPr>
        <p:spPr>
          <a:xfrm>
            <a:off x="5553054" y="5843091"/>
            <a:ext cx="28398" cy="28398"/>
          </a:xfrm>
          <a:prstGeom prst="ellipse">
            <a:avLst/>
          </a:prstGeom>
          <a:solidFill>
            <a:srgbClr val="B57442">
              <a:alpha val="30000"/>
            </a:srgbClr>
          </a:solidFill>
          <a:ln w="0">
            <a:noFill/>
            <a:prstDash val="solid"/>
          </a:ln>
        </p:spPr>
      </p:sp>
      <p:sp>
        <p:nvSpPr>
          <p:cNvPr id="1891" name="02_predicted_pose_5190">
            <a:extLst>
              <a:ext uri="{FF2B5EF4-FFF2-40B4-BE49-F238E27FC236}">
                <a16:creationId xmlns:a16="http://schemas.microsoft.com/office/drawing/2014/main" id="{5B44AAFA-B592-4FB2-88C0-7CF633F21BE8}"/>
              </a:ext>
            </a:extLst>
          </p:cNvPr>
          <p:cNvSpPr>
            <a:spLocks noGrp="1"/>
          </p:cNvSpPr>
          <p:nvPr/>
        </p:nvSpPr>
        <p:spPr>
          <a:xfrm>
            <a:off x="5566835" y="5891491"/>
            <a:ext cx="28398" cy="28398"/>
          </a:xfrm>
          <a:prstGeom prst="ellipse">
            <a:avLst/>
          </a:prstGeom>
          <a:solidFill>
            <a:srgbClr val="B57442">
              <a:alpha val="30000"/>
            </a:srgbClr>
          </a:solidFill>
          <a:ln w="0">
            <a:noFill/>
            <a:prstDash val="solid"/>
          </a:ln>
        </p:spPr>
      </p:sp>
      <p:sp>
        <p:nvSpPr>
          <p:cNvPr id="1892" name="02_predicted_pose_5191">
            <a:extLst>
              <a:ext uri="{FF2B5EF4-FFF2-40B4-BE49-F238E27FC236}">
                <a16:creationId xmlns:a16="http://schemas.microsoft.com/office/drawing/2014/main" id="{04BFE38F-E224-4E7E-94FA-62A3ABB8B54B}"/>
              </a:ext>
            </a:extLst>
          </p:cNvPr>
          <p:cNvSpPr>
            <a:spLocks noGrp="1"/>
          </p:cNvSpPr>
          <p:nvPr/>
        </p:nvSpPr>
        <p:spPr>
          <a:xfrm>
            <a:off x="5594398" y="5889411"/>
            <a:ext cx="28398" cy="28398"/>
          </a:xfrm>
          <a:prstGeom prst="ellipse">
            <a:avLst/>
          </a:prstGeom>
          <a:solidFill>
            <a:srgbClr val="B57442">
              <a:alpha val="30000"/>
            </a:srgbClr>
          </a:solidFill>
          <a:ln w="0">
            <a:noFill/>
            <a:prstDash val="solid"/>
          </a:ln>
        </p:spPr>
      </p:sp>
      <p:sp>
        <p:nvSpPr>
          <p:cNvPr id="1893" name="02_predicted_pose_5192">
            <a:extLst>
              <a:ext uri="{FF2B5EF4-FFF2-40B4-BE49-F238E27FC236}">
                <a16:creationId xmlns:a16="http://schemas.microsoft.com/office/drawing/2014/main" id="{9ED8C28B-A137-42F8-9FA3-D21DBE497E85}"/>
              </a:ext>
            </a:extLst>
          </p:cNvPr>
          <p:cNvSpPr>
            <a:spLocks noGrp="1"/>
          </p:cNvSpPr>
          <p:nvPr/>
        </p:nvSpPr>
        <p:spPr>
          <a:xfrm>
            <a:off x="5621960" y="5795533"/>
            <a:ext cx="28398" cy="28398"/>
          </a:xfrm>
          <a:prstGeom prst="ellipse">
            <a:avLst/>
          </a:prstGeom>
          <a:solidFill>
            <a:srgbClr val="B57442">
              <a:alpha val="30000"/>
            </a:srgbClr>
          </a:solidFill>
          <a:ln w="0">
            <a:noFill/>
            <a:prstDash val="solid"/>
          </a:ln>
        </p:spPr>
      </p:sp>
      <p:sp>
        <p:nvSpPr>
          <p:cNvPr id="1894" name="02_predicted_pose_5193">
            <a:extLst>
              <a:ext uri="{FF2B5EF4-FFF2-40B4-BE49-F238E27FC236}">
                <a16:creationId xmlns:a16="http://schemas.microsoft.com/office/drawing/2014/main" id="{97EF5A71-15B1-4D0E-BC59-66E694B42329}"/>
              </a:ext>
            </a:extLst>
          </p:cNvPr>
          <p:cNvSpPr>
            <a:spLocks noGrp="1"/>
          </p:cNvSpPr>
          <p:nvPr/>
        </p:nvSpPr>
        <p:spPr>
          <a:xfrm>
            <a:off x="5649523" y="5829634"/>
            <a:ext cx="28398" cy="28398"/>
          </a:xfrm>
          <a:prstGeom prst="ellipse">
            <a:avLst/>
          </a:prstGeom>
          <a:solidFill>
            <a:srgbClr val="B57442">
              <a:alpha val="30000"/>
            </a:srgbClr>
          </a:solidFill>
          <a:ln w="0">
            <a:noFill/>
            <a:prstDash val="solid"/>
          </a:ln>
        </p:spPr>
      </p:sp>
      <p:sp>
        <p:nvSpPr>
          <p:cNvPr id="1895" name="02_predicted_pose_5194">
            <a:extLst>
              <a:ext uri="{FF2B5EF4-FFF2-40B4-BE49-F238E27FC236}">
                <a16:creationId xmlns:a16="http://schemas.microsoft.com/office/drawing/2014/main" id="{0BE0FFDD-A468-450B-9B43-87CDE70AE5F7}"/>
              </a:ext>
            </a:extLst>
          </p:cNvPr>
          <p:cNvSpPr>
            <a:spLocks noGrp="1"/>
          </p:cNvSpPr>
          <p:nvPr/>
        </p:nvSpPr>
        <p:spPr>
          <a:xfrm>
            <a:off x="5674329" y="5341021"/>
            <a:ext cx="28398" cy="28398"/>
          </a:xfrm>
          <a:prstGeom prst="ellipse">
            <a:avLst/>
          </a:prstGeom>
          <a:solidFill>
            <a:srgbClr val="B57442">
              <a:alpha val="30000"/>
            </a:srgbClr>
          </a:solidFill>
          <a:ln w="0">
            <a:noFill/>
            <a:prstDash val="solid"/>
          </a:ln>
        </p:spPr>
      </p:sp>
      <p:sp>
        <p:nvSpPr>
          <p:cNvPr id="1896" name="02_predicted_pose_5195">
            <a:extLst>
              <a:ext uri="{FF2B5EF4-FFF2-40B4-BE49-F238E27FC236}">
                <a16:creationId xmlns:a16="http://schemas.microsoft.com/office/drawing/2014/main" id="{9ADA3383-217F-42DE-B644-DCBD378D6971}"/>
              </a:ext>
            </a:extLst>
          </p:cNvPr>
          <p:cNvSpPr>
            <a:spLocks noGrp="1"/>
          </p:cNvSpPr>
          <p:nvPr/>
        </p:nvSpPr>
        <p:spPr>
          <a:xfrm>
            <a:off x="5688110" y="5494696"/>
            <a:ext cx="28398" cy="28398"/>
          </a:xfrm>
          <a:prstGeom prst="ellipse">
            <a:avLst/>
          </a:prstGeom>
          <a:solidFill>
            <a:srgbClr val="B57442">
              <a:alpha val="30000"/>
            </a:srgbClr>
          </a:solidFill>
          <a:ln w="0">
            <a:noFill/>
            <a:prstDash val="solid"/>
          </a:ln>
        </p:spPr>
      </p:sp>
      <p:sp>
        <p:nvSpPr>
          <p:cNvPr id="1897" name="02_predicted_pose_5196">
            <a:extLst>
              <a:ext uri="{FF2B5EF4-FFF2-40B4-BE49-F238E27FC236}">
                <a16:creationId xmlns:a16="http://schemas.microsoft.com/office/drawing/2014/main" id="{DC59DF0C-BCD5-4B96-AEC2-359B37D4DFED}"/>
              </a:ext>
            </a:extLst>
          </p:cNvPr>
          <p:cNvSpPr>
            <a:spLocks noGrp="1"/>
          </p:cNvSpPr>
          <p:nvPr/>
        </p:nvSpPr>
        <p:spPr>
          <a:xfrm>
            <a:off x="5619204" y="5616890"/>
            <a:ext cx="28398" cy="28398"/>
          </a:xfrm>
          <a:prstGeom prst="ellipse">
            <a:avLst/>
          </a:prstGeom>
          <a:solidFill>
            <a:srgbClr val="B57442">
              <a:alpha val="30000"/>
            </a:srgbClr>
          </a:solidFill>
          <a:ln w="0">
            <a:noFill/>
            <a:prstDash val="solid"/>
          </a:ln>
        </p:spPr>
      </p:sp>
      <p:sp>
        <p:nvSpPr>
          <p:cNvPr id="1898" name="02_predicted_pose_5197">
            <a:extLst>
              <a:ext uri="{FF2B5EF4-FFF2-40B4-BE49-F238E27FC236}">
                <a16:creationId xmlns:a16="http://schemas.microsoft.com/office/drawing/2014/main" id="{F763F628-5593-4266-9D96-0451F30130CA}"/>
              </a:ext>
            </a:extLst>
          </p:cNvPr>
          <p:cNvSpPr>
            <a:spLocks noGrp="1"/>
          </p:cNvSpPr>
          <p:nvPr/>
        </p:nvSpPr>
        <p:spPr>
          <a:xfrm>
            <a:off x="5566491" y="5863956"/>
            <a:ext cx="28398" cy="28398"/>
          </a:xfrm>
          <a:prstGeom prst="ellipse">
            <a:avLst/>
          </a:prstGeom>
          <a:solidFill>
            <a:srgbClr val="B57442">
              <a:alpha val="30000"/>
            </a:srgbClr>
          </a:solidFill>
          <a:ln w="0">
            <a:noFill/>
            <a:prstDash val="solid"/>
          </a:ln>
        </p:spPr>
      </p:sp>
      <p:sp>
        <p:nvSpPr>
          <p:cNvPr id="1899" name="02_predicted_pose_5198">
            <a:extLst>
              <a:ext uri="{FF2B5EF4-FFF2-40B4-BE49-F238E27FC236}">
                <a16:creationId xmlns:a16="http://schemas.microsoft.com/office/drawing/2014/main" id="{7654B53C-0CF5-4923-A2C3-9BCF38D3D123}"/>
              </a:ext>
            </a:extLst>
          </p:cNvPr>
          <p:cNvSpPr>
            <a:spLocks noGrp="1"/>
          </p:cNvSpPr>
          <p:nvPr/>
        </p:nvSpPr>
        <p:spPr>
          <a:xfrm>
            <a:off x="5483114" y="5824442"/>
            <a:ext cx="28398" cy="28398"/>
          </a:xfrm>
          <a:prstGeom prst="ellipse">
            <a:avLst/>
          </a:prstGeom>
          <a:solidFill>
            <a:srgbClr val="B57442">
              <a:alpha val="30000"/>
            </a:srgbClr>
          </a:solidFill>
          <a:ln w="0">
            <a:noFill/>
            <a:prstDash val="solid"/>
          </a:ln>
        </p:spPr>
      </p:sp>
      <p:sp>
        <p:nvSpPr>
          <p:cNvPr id="1900" name="02_predicted_pose_5199">
            <a:extLst>
              <a:ext uri="{FF2B5EF4-FFF2-40B4-BE49-F238E27FC236}">
                <a16:creationId xmlns:a16="http://schemas.microsoft.com/office/drawing/2014/main" id="{90A6DBF7-B26B-49BE-A490-00628BCC9570}"/>
              </a:ext>
            </a:extLst>
          </p:cNvPr>
          <p:cNvSpPr>
            <a:spLocks noGrp="1"/>
          </p:cNvSpPr>
          <p:nvPr/>
        </p:nvSpPr>
        <p:spPr>
          <a:xfrm>
            <a:off x="5727042" y="5459508"/>
            <a:ext cx="28398" cy="28398"/>
          </a:xfrm>
          <a:prstGeom prst="ellipse">
            <a:avLst/>
          </a:prstGeom>
          <a:solidFill>
            <a:srgbClr val="B57442">
              <a:alpha val="30000"/>
            </a:srgbClr>
          </a:solidFill>
          <a:ln w="0">
            <a:noFill/>
            <a:prstDash val="solid"/>
          </a:ln>
        </p:spPr>
      </p:sp>
      <p:sp>
        <p:nvSpPr>
          <p:cNvPr id="1901" name="02_predicted_pose_5200">
            <a:extLst>
              <a:ext uri="{FF2B5EF4-FFF2-40B4-BE49-F238E27FC236}">
                <a16:creationId xmlns:a16="http://schemas.microsoft.com/office/drawing/2014/main" id="{C6616CE1-C3C8-4F4E-927E-CAAD2D1C72B8}"/>
              </a:ext>
            </a:extLst>
          </p:cNvPr>
          <p:cNvSpPr>
            <a:spLocks noGrp="1"/>
          </p:cNvSpPr>
          <p:nvPr/>
        </p:nvSpPr>
        <p:spPr>
          <a:xfrm>
            <a:off x="5683976" y="5082135"/>
            <a:ext cx="28398" cy="28398"/>
          </a:xfrm>
          <a:prstGeom prst="ellipse">
            <a:avLst/>
          </a:prstGeom>
          <a:solidFill>
            <a:srgbClr val="B57442">
              <a:alpha val="30000"/>
            </a:srgbClr>
          </a:solidFill>
          <a:ln w="0">
            <a:noFill/>
            <a:prstDash val="solid"/>
          </a:ln>
        </p:spPr>
      </p:sp>
      <p:sp>
        <p:nvSpPr>
          <p:cNvPr id="1902" name="02_predicted_pose_5201">
            <a:extLst>
              <a:ext uri="{FF2B5EF4-FFF2-40B4-BE49-F238E27FC236}">
                <a16:creationId xmlns:a16="http://schemas.microsoft.com/office/drawing/2014/main" id="{5EC6525C-5F0C-4AFE-BEF5-922910A46BE9}"/>
              </a:ext>
            </a:extLst>
          </p:cNvPr>
          <p:cNvSpPr>
            <a:spLocks noGrp="1"/>
          </p:cNvSpPr>
          <p:nvPr/>
        </p:nvSpPr>
        <p:spPr>
          <a:xfrm>
            <a:off x="5697757" y="5163855"/>
            <a:ext cx="28398" cy="28398"/>
          </a:xfrm>
          <a:prstGeom prst="ellipse">
            <a:avLst/>
          </a:prstGeom>
          <a:solidFill>
            <a:srgbClr val="B57442">
              <a:alpha val="30000"/>
            </a:srgbClr>
          </a:solidFill>
          <a:ln w="0">
            <a:noFill/>
            <a:prstDash val="solid"/>
          </a:ln>
        </p:spPr>
      </p:sp>
      <p:sp>
        <p:nvSpPr>
          <p:cNvPr id="1903" name="02_predicted_pose_5202">
            <a:extLst>
              <a:ext uri="{FF2B5EF4-FFF2-40B4-BE49-F238E27FC236}">
                <a16:creationId xmlns:a16="http://schemas.microsoft.com/office/drawing/2014/main" id="{326680F7-6103-490A-A531-2CE3722345A7}"/>
              </a:ext>
            </a:extLst>
          </p:cNvPr>
          <p:cNvSpPr>
            <a:spLocks noGrp="1"/>
          </p:cNvSpPr>
          <p:nvPr/>
        </p:nvSpPr>
        <p:spPr>
          <a:xfrm>
            <a:off x="5503786" y="5798352"/>
            <a:ext cx="28398" cy="28398"/>
          </a:xfrm>
          <a:prstGeom prst="ellipse">
            <a:avLst/>
          </a:prstGeom>
          <a:solidFill>
            <a:srgbClr val="B57442">
              <a:alpha val="30000"/>
            </a:srgbClr>
          </a:solidFill>
          <a:ln w="0">
            <a:noFill/>
            <a:prstDash val="solid"/>
          </a:ln>
        </p:spPr>
      </p:sp>
      <p:sp>
        <p:nvSpPr>
          <p:cNvPr id="1904" name="02_predicted_pose_5203">
            <a:extLst>
              <a:ext uri="{FF2B5EF4-FFF2-40B4-BE49-F238E27FC236}">
                <a16:creationId xmlns:a16="http://schemas.microsoft.com/office/drawing/2014/main" id="{541D8746-2A4A-4BA5-AAAB-0E4C67D41772}"/>
              </a:ext>
            </a:extLst>
          </p:cNvPr>
          <p:cNvSpPr>
            <a:spLocks noGrp="1"/>
          </p:cNvSpPr>
          <p:nvPr/>
        </p:nvSpPr>
        <p:spPr>
          <a:xfrm>
            <a:off x="5684320" y="5915129"/>
            <a:ext cx="28398" cy="28398"/>
          </a:xfrm>
          <a:prstGeom prst="ellipse">
            <a:avLst/>
          </a:prstGeom>
          <a:solidFill>
            <a:srgbClr val="B57442">
              <a:alpha val="30000"/>
            </a:srgbClr>
          </a:solidFill>
          <a:ln w="0">
            <a:noFill/>
            <a:prstDash val="solid"/>
          </a:ln>
        </p:spPr>
      </p:sp>
      <p:sp>
        <p:nvSpPr>
          <p:cNvPr id="1905" name="02_predicted_pose_5204">
            <a:extLst>
              <a:ext uri="{FF2B5EF4-FFF2-40B4-BE49-F238E27FC236}">
                <a16:creationId xmlns:a16="http://schemas.microsoft.com/office/drawing/2014/main" id="{4A87FFC0-9EB2-40E2-A6DA-1FBB12BDA7F0}"/>
              </a:ext>
            </a:extLst>
          </p:cNvPr>
          <p:cNvSpPr>
            <a:spLocks noGrp="1"/>
          </p:cNvSpPr>
          <p:nvPr/>
        </p:nvSpPr>
        <p:spPr>
          <a:xfrm>
            <a:off x="5698102" y="5883940"/>
            <a:ext cx="28398" cy="28398"/>
          </a:xfrm>
          <a:prstGeom prst="ellipse">
            <a:avLst/>
          </a:prstGeom>
          <a:solidFill>
            <a:srgbClr val="B57442">
              <a:alpha val="30000"/>
            </a:srgbClr>
          </a:solidFill>
          <a:ln w="0">
            <a:noFill/>
            <a:prstDash val="solid"/>
          </a:ln>
        </p:spPr>
      </p:sp>
      <p:sp>
        <p:nvSpPr>
          <p:cNvPr id="1906" name="02_predicted_pose_5205">
            <a:extLst>
              <a:ext uri="{FF2B5EF4-FFF2-40B4-BE49-F238E27FC236}">
                <a16:creationId xmlns:a16="http://schemas.microsoft.com/office/drawing/2014/main" id="{C846945A-8319-433E-BCAF-5DC9F1D9E59B}"/>
              </a:ext>
            </a:extLst>
          </p:cNvPr>
          <p:cNvSpPr>
            <a:spLocks noGrp="1"/>
          </p:cNvSpPr>
          <p:nvPr/>
        </p:nvSpPr>
        <p:spPr>
          <a:xfrm>
            <a:off x="5711883" y="5920234"/>
            <a:ext cx="28398" cy="28398"/>
          </a:xfrm>
          <a:prstGeom prst="ellipse">
            <a:avLst/>
          </a:prstGeom>
          <a:solidFill>
            <a:srgbClr val="B57442">
              <a:alpha val="30000"/>
            </a:srgbClr>
          </a:solidFill>
          <a:ln w="0">
            <a:noFill/>
            <a:prstDash val="solid"/>
          </a:ln>
        </p:spPr>
      </p:sp>
      <p:sp>
        <p:nvSpPr>
          <p:cNvPr id="1907" name="02_predicted_pose_5206">
            <a:extLst>
              <a:ext uri="{FF2B5EF4-FFF2-40B4-BE49-F238E27FC236}">
                <a16:creationId xmlns:a16="http://schemas.microsoft.com/office/drawing/2014/main" id="{6D37BF65-8747-4FD5-A57C-4E3E113E442F}"/>
              </a:ext>
            </a:extLst>
          </p:cNvPr>
          <p:cNvSpPr>
            <a:spLocks noGrp="1"/>
          </p:cNvSpPr>
          <p:nvPr/>
        </p:nvSpPr>
        <p:spPr>
          <a:xfrm>
            <a:off x="5725664" y="5554926"/>
            <a:ext cx="28398" cy="28398"/>
          </a:xfrm>
          <a:prstGeom prst="ellipse">
            <a:avLst/>
          </a:prstGeom>
          <a:solidFill>
            <a:srgbClr val="B57442">
              <a:alpha val="30000"/>
            </a:srgbClr>
          </a:solidFill>
          <a:ln w="0">
            <a:noFill/>
            <a:prstDash val="solid"/>
          </a:ln>
        </p:spPr>
      </p:sp>
      <p:sp>
        <p:nvSpPr>
          <p:cNvPr id="1908" name="02_predicted_pose_5207">
            <a:extLst>
              <a:ext uri="{FF2B5EF4-FFF2-40B4-BE49-F238E27FC236}">
                <a16:creationId xmlns:a16="http://schemas.microsoft.com/office/drawing/2014/main" id="{8B051A90-6F9C-442E-B3AF-6BE169C34B2C}"/>
              </a:ext>
            </a:extLst>
          </p:cNvPr>
          <p:cNvSpPr>
            <a:spLocks noGrp="1"/>
          </p:cNvSpPr>
          <p:nvPr/>
        </p:nvSpPr>
        <p:spPr>
          <a:xfrm>
            <a:off x="5739445" y="5918968"/>
            <a:ext cx="28398" cy="28398"/>
          </a:xfrm>
          <a:prstGeom prst="ellipse">
            <a:avLst/>
          </a:prstGeom>
          <a:solidFill>
            <a:srgbClr val="B57442">
              <a:alpha val="30000"/>
            </a:srgbClr>
          </a:solidFill>
          <a:ln w="0">
            <a:noFill/>
            <a:prstDash val="solid"/>
          </a:ln>
        </p:spPr>
      </p:sp>
      <p:sp>
        <p:nvSpPr>
          <p:cNvPr id="1909" name="02_predicted_pose_5208">
            <a:extLst>
              <a:ext uri="{FF2B5EF4-FFF2-40B4-BE49-F238E27FC236}">
                <a16:creationId xmlns:a16="http://schemas.microsoft.com/office/drawing/2014/main" id="{31105DB7-07C4-4ADF-B857-920BCF7313E3}"/>
              </a:ext>
            </a:extLst>
          </p:cNvPr>
          <p:cNvSpPr>
            <a:spLocks noGrp="1"/>
          </p:cNvSpPr>
          <p:nvPr/>
        </p:nvSpPr>
        <p:spPr>
          <a:xfrm>
            <a:off x="5566146" y="5234881"/>
            <a:ext cx="28398" cy="28398"/>
          </a:xfrm>
          <a:prstGeom prst="ellipse">
            <a:avLst/>
          </a:prstGeom>
          <a:solidFill>
            <a:srgbClr val="B57442">
              <a:alpha val="30000"/>
            </a:srgbClr>
          </a:solidFill>
          <a:ln w="0">
            <a:noFill/>
            <a:prstDash val="solid"/>
          </a:ln>
        </p:spPr>
      </p:sp>
      <p:sp>
        <p:nvSpPr>
          <p:cNvPr id="1910" name="02_predicted_pose_5209">
            <a:extLst>
              <a:ext uri="{FF2B5EF4-FFF2-40B4-BE49-F238E27FC236}">
                <a16:creationId xmlns:a16="http://schemas.microsoft.com/office/drawing/2014/main" id="{041961BD-57D4-49B8-B759-6B1B0CEE906A}"/>
              </a:ext>
            </a:extLst>
          </p:cNvPr>
          <p:cNvSpPr>
            <a:spLocks noGrp="1"/>
          </p:cNvSpPr>
          <p:nvPr/>
        </p:nvSpPr>
        <p:spPr>
          <a:xfrm>
            <a:off x="5649523" y="5635821"/>
            <a:ext cx="28398" cy="28398"/>
          </a:xfrm>
          <a:prstGeom prst="ellipse">
            <a:avLst/>
          </a:prstGeom>
          <a:solidFill>
            <a:srgbClr val="B57442">
              <a:alpha val="30000"/>
            </a:srgbClr>
          </a:solidFill>
          <a:ln w="0">
            <a:noFill/>
            <a:prstDash val="solid"/>
          </a:ln>
        </p:spPr>
      </p:sp>
      <p:sp>
        <p:nvSpPr>
          <p:cNvPr id="1911" name="02_predicted_pose_5210">
            <a:extLst>
              <a:ext uri="{FF2B5EF4-FFF2-40B4-BE49-F238E27FC236}">
                <a16:creationId xmlns:a16="http://schemas.microsoft.com/office/drawing/2014/main" id="{F9C60AE8-24CD-46EA-92FF-4BA9FD1B01BE}"/>
              </a:ext>
            </a:extLst>
          </p:cNvPr>
          <p:cNvSpPr>
            <a:spLocks noGrp="1"/>
          </p:cNvSpPr>
          <p:nvPr/>
        </p:nvSpPr>
        <p:spPr>
          <a:xfrm>
            <a:off x="5677085" y="5658910"/>
            <a:ext cx="28398" cy="28398"/>
          </a:xfrm>
          <a:prstGeom prst="ellipse">
            <a:avLst/>
          </a:prstGeom>
          <a:solidFill>
            <a:srgbClr val="B57442">
              <a:alpha val="30000"/>
            </a:srgbClr>
          </a:solidFill>
          <a:ln w="0">
            <a:noFill/>
            <a:prstDash val="solid"/>
          </a:ln>
        </p:spPr>
      </p:sp>
      <p:sp>
        <p:nvSpPr>
          <p:cNvPr id="1912" name="02_predicted_pose_5211">
            <a:extLst>
              <a:ext uri="{FF2B5EF4-FFF2-40B4-BE49-F238E27FC236}">
                <a16:creationId xmlns:a16="http://schemas.microsoft.com/office/drawing/2014/main" id="{4745F8C5-C4E4-40F9-85E3-5D6729A4435C}"/>
              </a:ext>
            </a:extLst>
          </p:cNvPr>
          <p:cNvSpPr>
            <a:spLocks noGrp="1"/>
          </p:cNvSpPr>
          <p:nvPr/>
        </p:nvSpPr>
        <p:spPr>
          <a:xfrm>
            <a:off x="5704648" y="5658552"/>
            <a:ext cx="28398" cy="28398"/>
          </a:xfrm>
          <a:prstGeom prst="ellipse">
            <a:avLst/>
          </a:prstGeom>
          <a:solidFill>
            <a:srgbClr val="B57442">
              <a:alpha val="30000"/>
            </a:srgbClr>
          </a:solidFill>
          <a:ln w="0">
            <a:noFill/>
            <a:prstDash val="solid"/>
          </a:ln>
        </p:spPr>
      </p:sp>
      <p:sp>
        <p:nvSpPr>
          <p:cNvPr id="1913" name="02_predicted_pose_5212">
            <a:extLst>
              <a:ext uri="{FF2B5EF4-FFF2-40B4-BE49-F238E27FC236}">
                <a16:creationId xmlns:a16="http://schemas.microsoft.com/office/drawing/2014/main" id="{85DAF884-56DD-40F8-9084-B317F67D5754}"/>
              </a:ext>
            </a:extLst>
          </p:cNvPr>
          <p:cNvSpPr>
            <a:spLocks noGrp="1"/>
          </p:cNvSpPr>
          <p:nvPr/>
        </p:nvSpPr>
        <p:spPr>
          <a:xfrm>
            <a:off x="5732210" y="5626236"/>
            <a:ext cx="28398" cy="28398"/>
          </a:xfrm>
          <a:prstGeom prst="ellipse">
            <a:avLst/>
          </a:prstGeom>
          <a:solidFill>
            <a:srgbClr val="B57442">
              <a:alpha val="30000"/>
            </a:srgbClr>
          </a:solidFill>
          <a:ln w="0">
            <a:noFill/>
            <a:prstDash val="solid"/>
          </a:ln>
        </p:spPr>
      </p:sp>
      <p:sp>
        <p:nvSpPr>
          <p:cNvPr id="1914" name="02_predicted_pose_5213">
            <a:extLst>
              <a:ext uri="{FF2B5EF4-FFF2-40B4-BE49-F238E27FC236}">
                <a16:creationId xmlns:a16="http://schemas.microsoft.com/office/drawing/2014/main" id="{DD7C8420-AE56-468C-B67A-5BFEC61AF3B0}"/>
              </a:ext>
            </a:extLst>
          </p:cNvPr>
          <p:cNvSpPr>
            <a:spLocks noGrp="1"/>
          </p:cNvSpPr>
          <p:nvPr/>
        </p:nvSpPr>
        <p:spPr>
          <a:xfrm>
            <a:off x="5812141" y="5730307"/>
            <a:ext cx="28398" cy="28398"/>
          </a:xfrm>
          <a:prstGeom prst="ellipse">
            <a:avLst/>
          </a:prstGeom>
          <a:solidFill>
            <a:srgbClr val="B57442">
              <a:alpha val="30000"/>
            </a:srgbClr>
          </a:solidFill>
          <a:ln w="0">
            <a:noFill/>
            <a:prstDash val="solid"/>
          </a:ln>
        </p:spPr>
      </p:sp>
      <p:sp>
        <p:nvSpPr>
          <p:cNvPr id="1915" name="02_predicted_pose_5214">
            <a:extLst>
              <a:ext uri="{FF2B5EF4-FFF2-40B4-BE49-F238E27FC236}">
                <a16:creationId xmlns:a16="http://schemas.microsoft.com/office/drawing/2014/main" id="{EA991B7B-29FB-49BA-B493-FCAFD37C65D8}"/>
              </a:ext>
            </a:extLst>
          </p:cNvPr>
          <p:cNvSpPr>
            <a:spLocks noGrp="1"/>
          </p:cNvSpPr>
          <p:nvPr/>
        </p:nvSpPr>
        <p:spPr>
          <a:xfrm>
            <a:off x="5496207" y="5752752"/>
            <a:ext cx="28398" cy="28398"/>
          </a:xfrm>
          <a:prstGeom prst="ellipse">
            <a:avLst/>
          </a:prstGeom>
          <a:solidFill>
            <a:srgbClr val="B57442">
              <a:alpha val="30000"/>
            </a:srgbClr>
          </a:solidFill>
          <a:ln w="0">
            <a:noFill/>
            <a:prstDash val="solid"/>
          </a:ln>
        </p:spPr>
      </p:sp>
      <p:sp>
        <p:nvSpPr>
          <p:cNvPr id="1916" name="02_predicted_pose_5215">
            <a:extLst>
              <a:ext uri="{FF2B5EF4-FFF2-40B4-BE49-F238E27FC236}">
                <a16:creationId xmlns:a16="http://schemas.microsoft.com/office/drawing/2014/main" id="{3AD56445-B8FC-4B5C-8CE0-F9B37E749CD0}"/>
              </a:ext>
            </a:extLst>
          </p:cNvPr>
          <p:cNvSpPr>
            <a:spLocks noGrp="1"/>
          </p:cNvSpPr>
          <p:nvPr/>
        </p:nvSpPr>
        <p:spPr>
          <a:xfrm>
            <a:off x="5523769" y="5545067"/>
            <a:ext cx="28398" cy="28398"/>
          </a:xfrm>
          <a:prstGeom prst="ellipse">
            <a:avLst/>
          </a:prstGeom>
          <a:solidFill>
            <a:srgbClr val="B57442">
              <a:alpha val="30000"/>
            </a:srgbClr>
          </a:solidFill>
          <a:ln w="0">
            <a:noFill/>
            <a:prstDash val="solid"/>
          </a:ln>
        </p:spPr>
      </p:sp>
      <p:sp>
        <p:nvSpPr>
          <p:cNvPr id="1917" name="02_predicted_pose_5216">
            <a:extLst>
              <a:ext uri="{FF2B5EF4-FFF2-40B4-BE49-F238E27FC236}">
                <a16:creationId xmlns:a16="http://schemas.microsoft.com/office/drawing/2014/main" id="{8B81987F-9972-4CA9-A02B-250C7215A898}"/>
              </a:ext>
            </a:extLst>
          </p:cNvPr>
          <p:cNvSpPr>
            <a:spLocks noGrp="1"/>
          </p:cNvSpPr>
          <p:nvPr/>
        </p:nvSpPr>
        <p:spPr>
          <a:xfrm>
            <a:off x="5551332" y="5686378"/>
            <a:ext cx="28398" cy="28398"/>
          </a:xfrm>
          <a:prstGeom prst="ellipse">
            <a:avLst/>
          </a:prstGeom>
          <a:solidFill>
            <a:srgbClr val="B57442">
              <a:alpha val="30000"/>
            </a:srgbClr>
          </a:solidFill>
          <a:ln w="0">
            <a:noFill/>
            <a:prstDash val="solid"/>
          </a:ln>
        </p:spPr>
      </p:sp>
      <p:sp>
        <p:nvSpPr>
          <p:cNvPr id="1918" name="02_predicted_pose_5217">
            <a:extLst>
              <a:ext uri="{FF2B5EF4-FFF2-40B4-BE49-F238E27FC236}">
                <a16:creationId xmlns:a16="http://schemas.microsoft.com/office/drawing/2014/main" id="{A5B16EC9-A0F5-4B31-8CC9-1D666B24265B}"/>
              </a:ext>
            </a:extLst>
          </p:cNvPr>
          <p:cNvSpPr>
            <a:spLocks noGrp="1"/>
          </p:cNvSpPr>
          <p:nvPr/>
        </p:nvSpPr>
        <p:spPr>
          <a:xfrm>
            <a:off x="5578894" y="5725340"/>
            <a:ext cx="28398" cy="28398"/>
          </a:xfrm>
          <a:prstGeom prst="ellipse">
            <a:avLst/>
          </a:prstGeom>
          <a:solidFill>
            <a:srgbClr val="B57442">
              <a:alpha val="30000"/>
            </a:srgbClr>
          </a:solidFill>
          <a:ln w="0">
            <a:noFill/>
            <a:prstDash val="solid"/>
          </a:ln>
        </p:spPr>
      </p:sp>
      <p:sp>
        <p:nvSpPr>
          <p:cNvPr id="1919" name="02_predicted_pose_5218">
            <a:extLst>
              <a:ext uri="{FF2B5EF4-FFF2-40B4-BE49-F238E27FC236}">
                <a16:creationId xmlns:a16="http://schemas.microsoft.com/office/drawing/2014/main" id="{29D57BFA-BF7F-4BF9-A90E-1A368564D445}"/>
              </a:ext>
            </a:extLst>
          </p:cNvPr>
          <p:cNvSpPr>
            <a:spLocks noGrp="1"/>
          </p:cNvSpPr>
          <p:nvPr/>
        </p:nvSpPr>
        <p:spPr>
          <a:xfrm>
            <a:off x="5482081" y="5689969"/>
            <a:ext cx="28398" cy="28398"/>
          </a:xfrm>
          <a:prstGeom prst="ellipse">
            <a:avLst/>
          </a:prstGeom>
          <a:solidFill>
            <a:srgbClr val="B57442">
              <a:alpha val="30000"/>
            </a:srgbClr>
          </a:solidFill>
          <a:ln w="0">
            <a:noFill/>
            <a:prstDash val="solid"/>
          </a:ln>
        </p:spPr>
      </p:sp>
      <p:sp>
        <p:nvSpPr>
          <p:cNvPr id="1920" name="02_predicted_pose_5219">
            <a:extLst>
              <a:ext uri="{FF2B5EF4-FFF2-40B4-BE49-F238E27FC236}">
                <a16:creationId xmlns:a16="http://schemas.microsoft.com/office/drawing/2014/main" id="{47964002-FD10-46DF-9848-FD85AFAACEE3}"/>
              </a:ext>
            </a:extLst>
          </p:cNvPr>
          <p:cNvSpPr>
            <a:spLocks noGrp="1"/>
          </p:cNvSpPr>
          <p:nvPr/>
        </p:nvSpPr>
        <p:spPr>
          <a:xfrm>
            <a:off x="5531693" y="6005117"/>
            <a:ext cx="28398" cy="28398"/>
          </a:xfrm>
          <a:prstGeom prst="ellipse">
            <a:avLst/>
          </a:prstGeom>
          <a:solidFill>
            <a:srgbClr val="B57442">
              <a:alpha val="30000"/>
            </a:srgbClr>
          </a:solidFill>
          <a:ln w="0">
            <a:noFill/>
            <a:prstDash val="solid"/>
          </a:ln>
        </p:spPr>
      </p:sp>
      <p:sp>
        <p:nvSpPr>
          <p:cNvPr id="1921" name="02_predicted_pose_5220">
            <a:extLst>
              <a:ext uri="{FF2B5EF4-FFF2-40B4-BE49-F238E27FC236}">
                <a16:creationId xmlns:a16="http://schemas.microsoft.com/office/drawing/2014/main" id="{93613B62-E193-4118-8C26-711135D56BA5}"/>
              </a:ext>
            </a:extLst>
          </p:cNvPr>
          <p:cNvSpPr>
            <a:spLocks noGrp="1"/>
          </p:cNvSpPr>
          <p:nvPr/>
        </p:nvSpPr>
        <p:spPr>
          <a:xfrm>
            <a:off x="5673640" y="5743294"/>
            <a:ext cx="28398" cy="28398"/>
          </a:xfrm>
          <a:prstGeom prst="ellipse">
            <a:avLst/>
          </a:prstGeom>
          <a:solidFill>
            <a:srgbClr val="B57442">
              <a:alpha val="30000"/>
            </a:srgbClr>
          </a:solidFill>
          <a:ln w="0">
            <a:noFill/>
            <a:prstDash val="solid"/>
          </a:ln>
        </p:spPr>
      </p:sp>
      <p:sp>
        <p:nvSpPr>
          <p:cNvPr id="1922" name="02_predicted_pose_5221">
            <a:extLst>
              <a:ext uri="{FF2B5EF4-FFF2-40B4-BE49-F238E27FC236}">
                <a16:creationId xmlns:a16="http://schemas.microsoft.com/office/drawing/2014/main" id="{A3842ADB-331A-481E-BD2D-02F13375FD68}"/>
              </a:ext>
            </a:extLst>
          </p:cNvPr>
          <p:cNvSpPr>
            <a:spLocks noGrp="1"/>
          </p:cNvSpPr>
          <p:nvPr/>
        </p:nvSpPr>
        <p:spPr>
          <a:xfrm>
            <a:off x="5701202" y="5724235"/>
            <a:ext cx="28398" cy="28398"/>
          </a:xfrm>
          <a:prstGeom prst="ellipse">
            <a:avLst/>
          </a:prstGeom>
          <a:solidFill>
            <a:srgbClr val="B57442">
              <a:alpha val="30000"/>
            </a:srgbClr>
          </a:solidFill>
          <a:ln w="0">
            <a:noFill/>
            <a:prstDash val="solid"/>
          </a:ln>
        </p:spPr>
      </p:sp>
      <p:sp>
        <p:nvSpPr>
          <p:cNvPr id="1923" name="02_predicted_pose_5222">
            <a:extLst>
              <a:ext uri="{FF2B5EF4-FFF2-40B4-BE49-F238E27FC236}">
                <a16:creationId xmlns:a16="http://schemas.microsoft.com/office/drawing/2014/main" id="{8DDA99ED-D909-406C-82A9-CDEC9D9A51C3}"/>
              </a:ext>
            </a:extLst>
          </p:cNvPr>
          <p:cNvSpPr>
            <a:spLocks noGrp="1"/>
          </p:cNvSpPr>
          <p:nvPr/>
        </p:nvSpPr>
        <p:spPr>
          <a:xfrm>
            <a:off x="5742546" y="5569063"/>
            <a:ext cx="28398" cy="28398"/>
          </a:xfrm>
          <a:prstGeom prst="ellipse">
            <a:avLst/>
          </a:prstGeom>
          <a:solidFill>
            <a:srgbClr val="B57442">
              <a:alpha val="30000"/>
            </a:srgbClr>
          </a:solidFill>
          <a:ln w="0">
            <a:noFill/>
            <a:prstDash val="solid"/>
          </a:ln>
        </p:spPr>
      </p:sp>
      <p:sp>
        <p:nvSpPr>
          <p:cNvPr id="1924" name="02_predicted_pose_5223">
            <a:extLst>
              <a:ext uri="{FF2B5EF4-FFF2-40B4-BE49-F238E27FC236}">
                <a16:creationId xmlns:a16="http://schemas.microsoft.com/office/drawing/2014/main" id="{908C5052-DDAF-4520-9238-4012D3FF7A0A}"/>
              </a:ext>
            </a:extLst>
          </p:cNvPr>
          <p:cNvSpPr>
            <a:spLocks noGrp="1"/>
          </p:cNvSpPr>
          <p:nvPr/>
        </p:nvSpPr>
        <p:spPr>
          <a:xfrm>
            <a:off x="5770109" y="5589610"/>
            <a:ext cx="28398" cy="28398"/>
          </a:xfrm>
          <a:prstGeom prst="ellipse">
            <a:avLst/>
          </a:prstGeom>
          <a:solidFill>
            <a:srgbClr val="B57442">
              <a:alpha val="30000"/>
            </a:srgbClr>
          </a:solidFill>
          <a:ln w="0">
            <a:noFill/>
            <a:prstDash val="solid"/>
          </a:ln>
        </p:spPr>
      </p:sp>
      <p:sp>
        <p:nvSpPr>
          <p:cNvPr id="1925" name="02_predicted_pose_5224">
            <a:extLst>
              <a:ext uri="{FF2B5EF4-FFF2-40B4-BE49-F238E27FC236}">
                <a16:creationId xmlns:a16="http://schemas.microsoft.com/office/drawing/2014/main" id="{25E5419C-E2F5-4A04-A82B-9D3DD75644E9}"/>
              </a:ext>
            </a:extLst>
          </p:cNvPr>
          <p:cNvSpPr>
            <a:spLocks noGrp="1"/>
          </p:cNvSpPr>
          <p:nvPr/>
        </p:nvSpPr>
        <p:spPr>
          <a:xfrm>
            <a:off x="5797671" y="5676180"/>
            <a:ext cx="28398" cy="28398"/>
          </a:xfrm>
          <a:prstGeom prst="ellipse">
            <a:avLst/>
          </a:prstGeom>
          <a:solidFill>
            <a:srgbClr val="B57442">
              <a:alpha val="30000"/>
            </a:srgbClr>
          </a:solidFill>
          <a:ln w="0">
            <a:noFill/>
            <a:prstDash val="solid"/>
          </a:ln>
        </p:spPr>
      </p:sp>
      <p:sp>
        <p:nvSpPr>
          <p:cNvPr id="1926" name="02_predicted_pose_5225">
            <a:extLst>
              <a:ext uri="{FF2B5EF4-FFF2-40B4-BE49-F238E27FC236}">
                <a16:creationId xmlns:a16="http://schemas.microsoft.com/office/drawing/2014/main" id="{7AD8A9DF-C1A6-45BD-AC01-47DBC2FE5BFC}"/>
              </a:ext>
            </a:extLst>
          </p:cNvPr>
          <p:cNvSpPr>
            <a:spLocks noGrp="1"/>
          </p:cNvSpPr>
          <p:nvPr/>
        </p:nvSpPr>
        <p:spPr>
          <a:xfrm>
            <a:off x="5780100" y="5799565"/>
            <a:ext cx="28398" cy="28398"/>
          </a:xfrm>
          <a:prstGeom prst="ellipse">
            <a:avLst/>
          </a:prstGeom>
          <a:solidFill>
            <a:srgbClr val="B57442">
              <a:alpha val="30000"/>
            </a:srgbClr>
          </a:solidFill>
          <a:ln w="0">
            <a:noFill/>
            <a:prstDash val="solid"/>
          </a:ln>
        </p:spPr>
      </p:sp>
      <p:sp>
        <p:nvSpPr>
          <p:cNvPr id="1927" name="02_predicted_pose_5226">
            <a:extLst>
              <a:ext uri="{FF2B5EF4-FFF2-40B4-BE49-F238E27FC236}">
                <a16:creationId xmlns:a16="http://schemas.microsoft.com/office/drawing/2014/main" id="{8EAC7602-FD97-44AC-B3D3-C0F84AE8501E}"/>
              </a:ext>
            </a:extLst>
          </p:cNvPr>
          <p:cNvSpPr>
            <a:spLocks noGrp="1"/>
          </p:cNvSpPr>
          <p:nvPr/>
        </p:nvSpPr>
        <p:spPr>
          <a:xfrm>
            <a:off x="5529626" y="5568183"/>
            <a:ext cx="28398" cy="28398"/>
          </a:xfrm>
          <a:prstGeom prst="ellipse">
            <a:avLst/>
          </a:prstGeom>
          <a:solidFill>
            <a:srgbClr val="B57442">
              <a:alpha val="30000"/>
            </a:srgbClr>
          </a:solidFill>
          <a:ln w="0">
            <a:noFill/>
            <a:prstDash val="solid"/>
          </a:ln>
        </p:spPr>
      </p:sp>
      <p:sp>
        <p:nvSpPr>
          <p:cNvPr id="1928" name="02_predicted_pose_5227">
            <a:extLst>
              <a:ext uri="{FF2B5EF4-FFF2-40B4-BE49-F238E27FC236}">
                <a16:creationId xmlns:a16="http://schemas.microsoft.com/office/drawing/2014/main" id="{6AB27AE4-CB78-498D-9EB8-A1C5080793B6}"/>
              </a:ext>
            </a:extLst>
          </p:cNvPr>
          <p:cNvSpPr>
            <a:spLocks noGrp="1"/>
          </p:cNvSpPr>
          <p:nvPr/>
        </p:nvSpPr>
        <p:spPr>
          <a:xfrm>
            <a:off x="5808696" y="5805862"/>
            <a:ext cx="28398" cy="28398"/>
          </a:xfrm>
          <a:prstGeom prst="ellipse">
            <a:avLst/>
          </a:prstGeom>
          <a:solidFill>
            <a:srgbClr val="B57442">
              <a:alpha val="30000"/>
            </a:srgbClr>
          </a:solidFill>
          <a:ln w="0">
            <a:noFill/>
            <a:prstDash val="solid"/>
          </a:ln>
        </p:spPr>
      </p:sp>
      <p:sp>
        <p:nvSpPr>
          <p:cNvPr id="1929" name="02_predicted_pose_5228">
            <a:extLst>
              <a:ext uri="{FF2B5EF4-FFF2-40B4-BE49-F238E27FC236}">
                <a16:creationId xmlns:a16="http://schemas.microsoft.com/office/drawing/2014/main" id="{5DB0A073-8D60-44D5-A40D-6D07AACBB250}"/>
              </a:ext>
            </a:extLst>
          </p:cNvPr>
          <p:cNvSpPr>
            <a:spLocks noGrp="1"/>
          </p:cNvSpPr>
          <p:nvPr/>
        </p:nvSpPr>
        <p:spPr>
          <a:xfrm>
            <a:off x="5651245" y="5696864"/>
            <a:ext cx="28398" cy="28398"/>
          </a:xfrm>
          <a:prstGeom prst="ellipse">
            <a:avLst/>
          </a:prstGeom>
          <a:solidFill>
            <a:srgbClr val="B57442">
              <a:alpha val="30000"/>
            </a:srgbClr>
          </a:solidFill>
          <a:ln w="0">
            <a:noFill/>
            <a:prstDash val="solid"/>
          </a:ln>
        </p:spPr>
      </p:sp>
      <p:sp>
        <p:nvSpPr>
          <p:cNvPr id="1930" name="02_predicted_pose_5229">
            <a:extLst>
              <a:ext uri="{FF2B5EF4-FFF2-40B4-BE49-F238E27FC236}">
                <a16:creationId xmlns:a16="http://schemas.microsoft.com/office/drawing/2014/main" id="{7D61030A-DE7D-4101-942A-122FD6F73638}"/>
              </a:ext>
            </a:extLst>
          </p:cNvPr>
          <p:cNvSpPr>
            <a:spLocks noGrp="1"/>
          </p:cNvSpPr>
          <p:nvPr/>
        </p:nvSpPr>
        <p:spPr>
          <a:xfrm>
            <a:off x="5744269" y="5660899"/>
            <a:ext cx="28398" cy="28398"/>
          </a:xfrm>
          <a:prstGeom prst="ellipse">
            <a:avLst/>
          </a:prstGeom>
          <a:solidFill>
            <a:srgbClr val="B57442">
              <a:alpha val="30000"/>
            </a:srgbClr>
          </a:solidFill>
          <a:ln w="0">
            <a:noFill/>
            <a:prstDash val="solid"/>
          </a:ln>
        </p:spPr>
      </p:sp>
      <p:sp>
        <p:nvSpPr>
          <p:cNvPr id="1931" name="02_predicted_pose_5230">
            <a:extLst>
              <a:ext uri="{FF2B5EF4-FFF2-40B4-BE49-F238E27FC236}">
                <a16:creationId xmlns:a16="http://schemas.microsoft.com/office/drawing/2014/main" id="{CC170AD1-025F-4BA0-A42A-0982B514D56B}"/>
              </a:ext>
            </a:extLst>
          </p:cNvPr>
          <p:cNvSpPr>
            <a:spLocks noGrp="1"/>
          </p:cNvSpPr>
          <p:nvPr/>
        </p:nvSpPr>
        <p:spPr>
          <a:xfrm>
            <a:off x="5489316" y="5749293"/>
            <a:ext cx="28398" cy="28398"/>
          </a:xfrm>
          <a:prstGeom prst="ellipse">
            <a:avLst/>
          </a:prstGeom>
          <a:solidFill>
            <a:srgbClr val="B57442">
              <a:alpha val="30000"/>
            </a:srgbClr>
          </a:solidFill>
          <a:ln w="0">
            <a:noFill/>
            <a:prstDash val="solid"/>
          </a:ln>
        </p:spPr>
      </p:sp>
      <p:sp>
        <p:nvSpPr>
          <p:cNvPr id="1932" name="02_predicted_pose_5231">
            <a:extLst>
              <a:ext uri="{FF2B5EF4-FFF2-40B4-BE49-F238E27FC236}">
                <a16:creationId xmlns:a16="http://schemas.microsoft.com/office/drawing/2014/main" id="{F72C2FEE-7AE5-437F-89E0-DA32FA14CF56}"/>
              </a:ext>
            </a:extLst>
          </p:cNvPr>
          <p:cNvSpPr>
            <a:spLocks noGrp="1"/>
          </p:cNvSpPr>
          <p:nvPr/>
        </p:nvSpPr>
        <p:spPr>
          <a:xfrm>
            <a:off x="5503097" y="5837509"/>
            <a:ext cx="28398" cy="28398"/>
          </a:xfrm>
          <a:prstGeom prst="ellipse">
            <a:avLst/>
          </a:prstGeom>
          <a:solidFill>
            <a:srgbClr val="B57442">
              <a:alpha val="30000"/>
            </a:srgbClr>
          </a:solidFill>
          <a:ln w="0">
            <a:noFill/>
            <a:prstDash val="solid"/>
          </a:ln>
        </p:spPr>
      </p:sp>
      <p:sp>
        <p:nvSpPr>
          <p:cNvPr id="1933" name="02_predicted_pose_5232">
            <a:extLst>
              <a:ext uri="{FF2B5EF4-FFF2-40B4-BE49-F238E27FC236}">
                <a16:creationId xmlns:a16="http://schemas.microsoft.com/office/drawing/2014/main" id="{77CF1EC2-3EB5-4799-8CFA-151D33CF894E}"/>
              </a:ext>
            </a:extLst>
          </p:cNvPr>
          <p:cNvSpPr>
            <a:spLocks noGrp="1"/>
          </p:cNvSpPr>
          <p:nvPr/>
        </p:nvSpPr>
        <p:spPr>
          <a:xfrm>
            <a:off x="5516878" y="5735127"/>
            <a:ext cx="28398" cy="28398"/>
          </a:xfrm>
          <a:prstGeom prst="ellipse">
            <a:avLst/>
          </a:prstGeom>
          <a:solidFill>
            <a:srgbClr val="B57442">
              <a:alpha val="30000"/>
            </a:srgbClr>
          </a:solidFill>
          <a:ln w="0">
            <a:noFill/>
            <a:prstDash val="solid"/>
          </a:ln>
        </p:spPr>
      </p:sp>
      <p:sp>
        <p:nvSpPr>
          <p:cNvPr id="1934" name="02_predicted_pose_5233">
            <a:extLst>
              <a:ext uri="{FF2B5EF4-FFF2-40B4-BE49-F238E27FC236}">
                <a16:creationId xmlns:a16="http://schemas.microsoft.com/office/drawing/2014/main" id="{14C62ECD-686C-44D8-8380-D1F03E620824}"/>
              </a:ext>
            </a:extLst>
          </p:cNvPr>
          <p:cNvSpPr>
            <a:spLocks noGrp="1"/>
          </p:cNvSpPr>
          <p:nvPr/>
        </p:nvSpPr>
        <p:spPr>
          <a:xfrm>
            <a:off x="5530660" y="5629037"/>
            <a:ext cx="28398" cy="28398"/>
          </a:xfrm>
          <a:prstGeom prst="ellipse">
            <a:avLst/>
          </a:prstGeom>
          <a:solidFill>
            <a:srgbClr val="B57442">
              <a:alpha val="30000"/>
            </a:srgbClr>
          </a:solidFill>
          <a:ln w="0">
            <a:noFill/>
            <a:prstDash val="solid"/>
          </a:ln>
        </p:spPr>
      </p:sp>
      <p:sp>
        <p:nvSpPr>
          <p:cNvPr id="1935" name="02_predicted_pose_5234">
            <a:extLst>
              <a:ext uri="{FF2B5EF4-FFF2-40B4-BE49-F238E27FC236}">
                <a16:creationId xmlns:a16="http://schemas.microsoft.com/office/drawing/2014/main" id="{36969418-F5CE-41D3-B924-FD6938635569}"/>
              </a:ext>
            </a:extLst>
          </p:cNvPr>
          <p:cNvSpPr>
            <a:spLocks noGrp="1"/>
          </p:cNvSpPr>
          <p:nvPr/>
        </p:nvSpPr>
        <p:spPr>
          <a:xfrm>
            <a:off x="5486215" y="5618158"/>
            <a:ext cx="28398" cy="28398"/>
          </a:xfrm>
          <a:prstGeom prst="ellipse">
            <a:avLst/>
          </a:prstGeom>
          <a:solidFill>
            <a:srgbClr val="B57442">
              <a:alpha val="30000"/>
            </a:srgbClr>
          </a:solidFill>
          <a:ln w="0">
            <a:noFill/>
            <a:prstDash val="solid"/>
          </a:ln>
        </p:spPr>
      </p:sp>
      <p:sp>
        <p:nvSpPr>
          <p:cNvPr id="1936" name="02_predicted_pose_5235">
            <a:extLst>
              <a:ext uri="{FF2B5EF4-FFF2-40B4-BE49-F238E27FC236}">
                <a16:creationId xmlns:a16="http://schemas.microsoft.com/office/drawing/2014/main" id="{D56D9330-C8BE-4DAC-A178-663F8AB5BF32}"/>
              </a:ext>
            </a:extLst>
          </p:cNvPr>
          <p:cNvSpPr>
            <a:spLocks noGrp="1"/>
          </p:cNvSpPr>
          <p:nvPr/>
        </p:nvSpPr>
        <p:spPr>
          <a:xfrm>
            <a:off x="5513778" y="5760763"/>
            <a:ext cx="28398" cy="28398"/>
          </a:xfrm>
          <a:prstGeom prst="ellipse">
            <a:avLst/>
          </a:prstGeom>
          <a:solidFill>
            <a:srgbClr val="B57442">
              <a:alpha val="30000"/>
            </a:srgbClr>
          </a:solidFill>
          <a:ln w="0">
            <a:noFill/>
            <a:prstDash val="solid"/>
          </a:ln>
        </p:spPr>
      </p:sp>
      <p:sp>
        <p:nvSpPr>
          <p:cNvPr id="1937" name="02_predicted_pose_5236">
            <a:extLst>
              <a:ext uri="{FF2B5EF4-FFF2-40B4-BE49-F238E27FC236}">
                <a16:creationId xmlns:a16="http://schemas.microsoft.com/office/drawing/2014/main" id="{2B6044A3-B68E-4410-AB29-24EA440BF2D2}"/>
              </a:ext>
            </a:extLst>
          </p:cNvPr>
          <p:cNvSpPr>
            <a:spLocks noGrp="1"/>
          </p:cNvSpPr>
          <p:nvPr/>
        </p:nvSpPr>
        <p:spPr>
          <a:xfrm>
            <a:off x="5598188" y="5598758"/>
            <a:ext cx="28398" cy="28398"/>
          </a:xfrm>
          <a:prstGeom prst="ellipse">
            <a:avLst/>
          </a:prstGeom>
          <a:solidFill>
            <a:srgbClr val="B57442">
              <a:alpha val="30000"/>
            </a:srgbClr>
          </a:solidFill>
          <a:ln w="0">
            <a:noFill/>
            <a:prstDash val="solid"/>
          </a:ln>
        </p:spPr>
      </p:sp>
      <p:sp>
        <p:nvSpPr>
          <p:cNvPr id="1938" name="02_predicted_pose_5237">
            <a:extLst>
              <a:ext uri="{FF2B5EF4-FFF2-40B4-BE49-F238E27FC236}">
                <a16:creationId xmlns:a16="http://schemas.microsoft.com/office/drawing/2014/main" id="{B2A8945A-79EF-4511-A3BD-17543D58510D}"/>
              </a:ext>
            </a:extLst>
          </p:cNvPr>
          <p:cNvSpPr>
            <a:spLocks noGrp="1"/>
          </p:cNvSpPr>
          <p:nvPr/>
        </p:nvSpPr>
        <p:spPr>
          <a:xfrm>
            <a:off x="5546164" y="5709276"/>
            <a:ext cx="28398" cy="28398"/>
          </a:xfrm>
          <a:prstGeom prst="ellipse">
            <a:avLst/>
          </a:prstGeom>
          <a:solidFill>
            <a:srgbClr val="B57442">
              <a:alpha val="30000"/>
            </a:srgbClr>
          </a:solidFill>
          <a:ln w="0">
            <a:noFill/>
            <a:prstDash val="solid"/>
          </a:ln>
        </p:spPr>
      </p:sp>
      <p:sp>
        <p:nvSpPr>
          <p:cNvPr id="1939" name="02_predicted_pose_5238">
            <a:extLst>
              <a:ext uri="{FF2B5EF4-FFF2-40B4-BE49-F238E27FC236}">
                <a16:creationId xmlns:a16="http://schemas.microsoft.com/office/drawing/2014/main" id="{4593551C-C26E-4EE4-8364-5CB56C313509}"/>
              </a:ext>
            </a:extLst>
          </p:cNvPr>
          <p:cNvSpPr>
            <a:spLocks noGrp="1"/>
          </p:cNvSpPr>
          <p:nvPr/>
        </p:nvSpPr>
        <p:spPr>
          <a:xfrm>
            <a:off x="5559945" y="6100255"/>
            <a:ext cx="28398" cy="28398"/>
          </a:xfrm>
          <a:prstGeom prst="ellipse">
            <a:avLst/>
          </a:prstGeom>
          <a:solidFill>
            <a:srgbClr val="B57442">
              <a:alpha val="30000"/>
            </a:srgbClr>
          </a:solidFill>
          <a:ln w="0">
            <a:noFill/>
            <a:prstDash val="solid"/>
          </a:ln>
        </p:spPr>
      </p:sp>
      <p:sp>
        <p:nvSpPr>
          <p:cNvPr id="1940" name="02_predicted_pose_5239">
            <a:extLst>
              <a:ext uri="{FF2B5EF4-FFF2-40B4-BE49-F238E27FC236}">
                <a16:creationId xmlns:a16="http://schemas.microsoft.com/office/drawing/2014/main" id="{322F34EC-44FB-4627-BB04-84F1A9FCF033}"/>
              </a:ext>
            </a:extLst>
          </p:cNvPr>
          <p:cNvSpPr>
            <a:spLocks noGrp="1"/>
          </p:cNvSpPr>
          <p:nvPr/>
        </p:nvSpPr>
        <p:spPr>
          <a:xfrm>
            <a:off x="5573726" y="5804725"/>
            <a:ext cx="28398" cy="28398"/>
          </a:xfrm>
          <a:prstGeom prst="ellipse">
            <a:avLst/>
          </a:prstGeom>
          <a:solidFill>
            <a:srgbClr val="B57442">
              <a:alpha val="30000"/>
            </a:srgbClr>
          </a:solidFill>
          <a:ln w="0">
            <a:noFill/>
            <a:prstDash val="solid"/>
          </a:ln>
        </p:spPr>
      </p:sp>
      <p:sp>
        <p:nvSpPr>
          <p:cNvPr id="1941" name="02_predicted_pose_5240">
            <a:extLst>
              <a:ext uri="{FF2B5EF4-FFF2-40B4-BE49-F238E27FC236}">
                <a16:creationId xmlns:a16="http://schemas.microsoft.com/office/drawing/2014/main" id="{36618FD5-F4F3-4614-9440-D17D2F611B56}"/>
              </a:ext>
            </a:extLst>
          </p:cNvPr>
          <p:cNvSpPr>
            <a:spLocks noGrp="1"/>
          </p:cNvSpPr>
          <p:nvPr/>
        </p:nvSpPr>
        <p:spPr>
          <a:xfrm>
            <a:off x="5525147" y="5533320"/>
            <a:ext cx="28398" cy="28398"/>
          </a:xfrm>
          <a:prstGeom prst="ellipse">
            <a:avLst/>
          </a:prstGeom>
          <a:solidFill>
            <a:srgbClr val="B57442">
              <a:alpha val="30000"/>
            </a:srgbClr>
          </a:solidFill>
          <a:ln w="0">
            <a:noFill/>
            <a:prstDash val="solid"/>
          </a:ln>
        </p:spPr>
      </p:sp>
      <p:sp>
        <p:nvSpPr>
          <p:cNvPr id="1942" name="02_predicted_pose_5241">
            <a:extLst>
              <a:ext uri="{FF2B5EF4-FFF2-40B4-BE49-F238E27FC236}">
                <a16:creationId xmlns:a16="http://schemas.microsoft.com/office/drawing/2014/main" id="{8C3C72DC-6215-4DF0-AA54-F2A298B2E289}"/>
              </a:ext>
            </a:extLst>
          </p:cNvPr>
          <p:cNvSpPr>
            <a:spLocks noGrp="1"/>
          </p:cNvSpPr>
          <p:nvPr/>
        </p:nvSpPr>
        <p:spPr>
          <a:xfrm>
            <a:off x="5538928" y="5561614"/>
            <a:ext cx="28398" cy="28398"/>
          </a:xfrm>
          <a:prstGeom prst="ellipse">
            <a:avLst/>
          </a:prstGeom>
          <a:solidFill>
            <a:srgbClr val="B57442">
              <a:alpha val="30000"/>
            </a:srgbClr>
          </a:solidFill>
          <a:ln w="0">
            <a:noFill/>
            <a:prstDash val="solid"/>
          </a:ln>
        </p:spPr>
      </p:sp>
      <p:sp>
        <p:nvSpPr>
          <p:cNvPr id="1943" name="02_predicted_pose_5242">
            <a:extLst>
              <a:ext uri="{FF2B5EF4-FFF2-40B4-BE49-F238E27FC236}">
                <a16:creationId xmlns:a16="http://schemas.microsoft.com/office/drawing/2014/main" id="{43F1848B-0B78-491E-AC48-E4489B80E483}"/>
              </a:ext>
            </a:extLst>
          </p:cNvPr>
          <p:cNvSpPr>
            <a:spLocks noGrp="1"/>
          </p:cNvSpPr>
          <p:nvPr/>
        </p:nvSpPr>
        <p:spPr>
          <a:xfrm>
            <a:off x="5552710" y="5515945"/>
            <a:ext cx="28398" cy="28398"/>
          </a:xfrm>
          <a:prstGeom prst="ellipse">
            <a:avLst/>
          </a:prstGeom>
          <a:solidFill>
            <a:srgbClr val="B57442">
              <a:alpha val="30000"/>
            </a:srgbClr>
          </a:solidFill>
          <a:ln w="0">
            <a:noFill/>
            <a:prstDash val="solid"/>
          </a:ln>
        </p:spPr>
      </p:sp>
      <p:sp>
        <p:nvSpPr>
          <p:cNvPr id="1944" name="02_predicted_pose_5243">
            <a:extLst>
              <a:ext uri="{FF2B5EF4-FFF2-40B4-BE49-F238E27FC236}">
                <a16:creationId xmlns:a16="http://schemas.microsoft.com/office/drawing/2014/main" id="{EB2BC613-F841-4921-9056-EF565E8A79CD}"/>
              </a:ext>
            </a:extLst>
          </p:cNvPr>
          <p:cNvSpPr>
            <a:spLocks noGrp="1"/>
          </p:cNvSpPr>
          <p:nvPr/>
        </p:nvSpPr>
        <p:spPr>
          <a:xfrm>
            <a:off x="5572003" y="5246805"/>
            <a:ext cx="28398" cy="28398"/>
          </a:xfrm>
          <a:prstGeom prst="ellipse">
            <a:avLst/>
          </a:prstGeom>
          <a:solidFill>
            <a:srgbClr val="B57442">
              <a:alpha val="30000"/>
            </a:srgbClr>
          </a:solidFill>
          <a:ln w="0">
            <a:noFill/>
            <a:prstDash val="solid"/>
          </a:ln>
        </p:spPr>
      </p:sp>
      <p:sp>
        <p:nvSpPr>
          <p:cNvPr id="1945" name="02_predicted_pose_5244">
            <a:extLst>
              <a:ext uri="{FF2B5EF4-FFF2-40B4-BE49-F238E27FC236}">
                <a16:creationId xmlns:a16="http://schemas.microsoft.com/office/drawing/2014/main" id="{3CC9DFA2-1E77-446B-BE12-19FE40786429}"/>
              </a:ext>
            </a:extLst>
          </p:cNvPr>
          <p:cNvSpPr>
            <a:spLocks noGrp="1"/>
          </p:cNvSpPr>
          <p:nvPr/>
        </p:nvSpPr>
        <p:spPr>
          <a:xfrm>
            <a:off x="5613347" y="5564836"/>
            <a:ext cx="28398" cy="28398"/>
          </a:xfrm>
          <a:prstGeom prst="ellipse">
            <a:avLst/>
          </a:prstGeom>
          <a:solidFill>
            <a:srgbClr val="B57442">
              <a:alpha val="30000"/>
            </a:srgbClr>
          </a:solidFill>
          <a:ln w="0">
            <a:noFill/>
            <a:prstDash val="solid"/>
          </a:ln>
        </p:spPr>
      </p:sp>
      <p:sp>
        <p:nvSpPr>
          <p:cNvPr id="1946" name="02_predicted_pose_5245">
            <a:extLst>
              <a:ext uri="{FF2B5EF4-FFF2-40B4-BE49-F238E27FC236}">
                <a16:creationId xmlns:a16="http://schemas.microsoft.com/office/drawing/2014/main" id="{A5CC746B-3346-4079-8FC9-B7235E6B81EB}"/>
              </a:ext>
            </a:extLst>
          </p:cNvPr>
          <p:cNvSpPr>
            <a:spLocks noGrp="1"/>
          </p:cNvSpPr>
          <p:nvPr/>
        </p:nvSpPr>
        <p:spPr>
          <a:xfrm>
            <a:off x="5678463" y="5280545"/>
            <a:ext cx="28398" cy="28398"/>
          </a:xfrm>
          <a:prstGeom prst="ellipse">
            <a:avLst/>
          </a:prstGeom>
          <a:solidFill>
            <a:srgbClr val="B57442">
              <a:alpha val="30000"/>
            </a:srgbClr>
          </a:solidFill>
          <a:ln w="0">
            <a:noFill/>
            <a:prstDash val="solid"/>
          </a:ln>
        </p:spPr>
      </p:sp>
      <p:sp>
        <p:nvSpPr>
          <p:cNvPr id="1947" name="02_predicted_pose_5246">
            <a:extLst>
              <a:ext uri="{FF2B5EF4-FFF2-40B4-BE49-F238E27FC236}">
                <a16:creationId xmlns:a16="http://schemas.microsoft.com/office/drawing/2014/main" id="{0BBC0D45-9317-4B6E-BAE7-D68F1F7396D7}"/>
              </a:ext>
            </a:extLst>
          </p:cNvPr>
          <p:cNvSpPr>
            <a:spLocks noGrp="1"/>
          </p:cNvSpPr>
          <p:nvPr/>
        </p:nvSpPr>
        <p:spPr>
          <a:xfrm>
            <a:off x="5800083" y="5464235"/>
            <a:ext cx="28398" cy="28398"/>
          </a:xfrm>
          <a:prstGeom prst="ellipse">
            <a:avLst/>
          </a:prstGeom>
          <a:solidFill>
            <a:srgbClr val="B57442">
              <a:alpha val="30000"/>
            </a:srgbClr>
          </a:solidFill>
          <a:ln w="0">
            <a:noFill/>
            <a:prstDash val="solid"/>
          </a:ln>
        </p:spPr>
      </p:sp>
      <p:sp>
        <p:nvSpPr>
          <p:cNvPr id="1948" name="02_predicted_pose_5247">
            <a:extLst>
              <a:ext uri="{FF2B5EF4-FFF2-40B4-BE49-F238E27FC236}">
                <a16:creationId xmlns:a16="http://schemas.microsoft.com/office/drawing/2014/main" id="{65ABC453-CDB7-4598-B929-B54BC5B9AEDA}"/>
              </a:ext>
            </a:extLst>
          </p:cNvPr>
          <p:cNvSpPr>
            <a:spLocks noGrp="1"/>
          </p:cNvSpPr>
          <p:nvPr/>
        </p:nvSpPr>
        <p:spPr>
          <a:xfrm>
            <a:off x="5549609" y="5226865"/>
            <a:ext cx="28398" cy="28398"/>
          </a:xfrm>
          <a:prstGeom prst="ellipse">
            <a:avLst/>
          </a:prstGeom>
          <a:solidFill>
            <a:srgbClr val="B57442">
              <a:alpha val="30000"/>
            </a:srgbClr>
          </a:solidFill>
          <a:ln w="0">
            <a:noFill/>
            <a:prstDash val="solid"/>
          </a:ln>
        </p:spPr>
      </p:sp>
      <p:sp>
        <p:nvSpPr>
          <p:cNvPr id="1949" name="02_predicted_pose_5248">
            <a:extLst>
              <a:ext uri="{FF2B5EF4-FFF2-40B4-BE49-F238E27FC236}">
                <a16:creationId xmlns:a16="http://schemas.microsoft.com/office/drawing/2014/main" id="{47E5A5C3-6061-4EF1-A964-A7B9429D809A}"/>
              </a:ext>
            </a:extLst>
          </p:cNvPr>
          <p:cNvSpPr>
            <a:spLocks noGrp="1"/>
          </p:cNvSpPr>
          <p:nvPr/>
        </p:nvSpPr>
        <p:spPr>
          <a:xfrm>
            <a:off x="5696724" y="5693661"/>
            <a:ext cx="28398" cy="28398"/>
          </a:xfrm>
          <a:prstGeom prst="ellipse">
            <a:avLst/>
          </a:prstGeom>
          <a:solidFill>
            <a:srgbClr val="B57442">
              <a:alpha val="30000"/>
            </a:srgbClr>
          </a:solidFill>
          <a:ln w="0">
            <a:noFill/>
            <a:prstDash val="solid"/>
          </a:ln>
        </p:spPr>
      </p:sp>
      <p:sp>
        <p:nvSpPr>
          <p:cNvPr id="1950" name="02_predicted_pose_5249">
            <a:extLst>
              <a:ext uri="{FF2B5EF4-FFF2-40B4-BE49-F238E27FC236}">
                <a16:creationId xmlns:a16="http://schemas.microsoft.com/office/drawing/2014/main" id="{FEFDBC30-33A3-4A72-AFE1-7770C740E70A}"/>
              </a:ext>
            </a:extLst>
          </p:cNvPr>
          <p:cNvSpPr>
            <a:spLocks noGrp="1"/>
          </p:cNvSpPr>
          <p:nvPr/>
        </p:nvSpPr>
        <p:spPr>
          <a:xfrm>
            <a:off x="5710505" y="5759006"/>
            <a:ext cx="28398" cy="28398"/>
          </a:xfrm>
          <a:prstGeom prst="ellipse">
            <a:avLst/>
          </a:prstGeom>
          <a:solidFill>
            <a:srgbClr val="B57442">
              <a:alpha val="30000"/>
            </a:srgbClr>
          </a:solidFill>
          <a:ln w="0">
            <a:noFill/>
            <a:prstDash val="solid"/>
          </a:ln>
        </p:spPr>
      </p:sp>
      <p:sp>
        <p:nvSpPr>
          <p:cNvPr id="1951" name="02_predicted_pose_5250">
            <a:extLst>
              <a:ext uri="{FF2B5EF4-FFF2-40B4-BE49-F238E27FC236}">
                <a16:creationId xmlns:a16="http://schemas.microsoft.com/office/drawing/2014/main" id="{FAA02E84-25CD-4879-9ABC-086B739F9120}"/>
              </a:ext>
            </a:extLst>
          </p:cNvPr>
          <p:cNvSpPr>
            <a:spLocks noGrp="1"/>
          </p:cNvSpPr>
          <p:nvPr/>
        </p:nvSpPr>
        <p:spPr>
          <a:xfrm>
            <a:off x="5670884" y="5433228"/>
            <a:ext cx="28398" cy="28398"/>
          </a:xfrm>
          <a:prstGeom prst="ellipse">
            <a:avLst/>
          </a:prstGeom>
          <a:solidFill>
            <a:srgbClr val="B57442">
              <a:alpha val="30000"/>
            </a:srgbClr>
          </a:solidFill>
          <a:ln w="0">
            <a:noFill/>
            <a:prstDash val="solid"/>
          </a:ln>
        </p:spPr>
      </p:sp>
      <p:sp>
        <p:nvSpPr>
          <p:cNvPr id="1952" name="02_predicted_pose_5251">
            <a:extLst>
              <a:ext uri="{FF2B5EF4-FFF2-40B4-BE49-F238E27FC236}">
                <a16:creationId xmlns:a16="http://schemas.microsoft.com/office/drawing/2014/main" id="{7CC90816-FF62-4E58-AF5A-9F2751C76CAF}"/>
              </a:ext>
            </a:extLst>
          </p:cNvPr>
          <p:cNvSpPr>
            <a:spLocks noGrp="1"/>
          </p:cNvSpPr>
          <p:nvPr/>
        </p:nvSpPr>
        <p:spPr>
          <a:xfrm>
            <a:off x="5684665" y="5591017"/>
            <a:ext cx="28398" cy="28398"/>
          </a:xfrm>
          <a:prstGeom prst="ellipse">
            <a:avLst/>
          </a:prstGeom>
          <a:solidFill>
            <a:srgbClr val="B57442">
              <a:alpha val="30000"/>
            </a:srgbClr>
          </a:solidFill>
          <a:ln w="0">
            <a:noFill/>
            <a:prstDash val="solid"/>
          </a:ln>
        </p:spPr>
      </p:sp>
      <p:sp>
        <p:nvSpPr>
          <p:cNvPr id="1953" name="02_predicted_pose_5252">
            <a:extLst>
              <a:ext uri="{FF2B5EF4-FFF2-40B4-BE49-F238E27FC236}">
                <a16:creationId xmlns:a16="http://schemas.microsoft.com/office/drawing/2014/main" id="{A3B17BD4-368E-4405-B0D2-0FE9F20FA2FF}"/>
              </a:ext>
            </a:extLst>
          </p:cNvPr>
          <p:cNvSpPr>
            <a:spLocks noGrp="1"/>
          </p:cNvSpPr>
          <p:nvPr/>
        </p:nvSpPr>
        <p:spPr>
          <a:xfrm>
            <a:off x="5698446" y="5582954"/>
            <a:ext cx="28398" cy="28398"/>
          </a:xfrm>
          <a:prstGeom prst="ellipse">
            <a:avLst/>
          </a:prstGeom>
          <a:solidFill>
            <a:srgbClr val="B57442">
              <a:alpha val="30000"/>
            </a:srgbClr>
          </a:solidFill>
          <a:ln w="0">
            <a:noFill/>
            <a:prstDash val="solid"/>
          </a:ln>
        </p:spPr>
      </p:sp>
      <p:sp>
        <p:nvSpPr>
          <p:cNvPr id="1954" name="02_predicted_pose_5253">
            <a:extLst>
              <a:ext uri="{FF2B5EF4-FFF2-40B4-BE49-F238E27FC236}">
                <a16:creationId xmlns:a16="http://schemas.microsoft.com/office/drawing/2014/main" id="{5BCB35D0-63E4-4EB7-9DC3-D4FB11ACA881}"/>
              </a:ext>
            </a:extLst>
          </p:cNvPr>
          <p:cNvSpPr>
            <a:spLocks noGrp="1"/>
          </p:cNvSpPr>
          <p:nvPr/>
        </p:nvSpPr>
        <p:spPr>
          <a:xfrm>
            <a:off x="5726009" y="5636533"/>
            <a:ext cx="28398" cy="28398"/>
          </a:xfrm>
          <a:prstGeom prst="ellipse">
            <a:avLst/>
          </a:prstGeom>
          <a:solidFill>
            <a:srgbClr val="B57442">
              <a:alpha val="30000"/>
            </a:srgbClr>
          </a:solidFill>
          <a:ln w="0">
            <a:noFill/>
            <a:prstDash val="solid"/>
          </a:ln>
        </p:spPr>
      </p:sp>
      <p:sp>
        <p:nvSpPr>
          <p:cNvPr id="1955" name="02_predicted_pose_5254">
            <a:extLst>
              <a:ext uri="{FF2B5EF4-FFF2-40B4-BE49-F238E27FC236}">
                <a16:creationId xmlns:a16="http://schemas.microsoft.com/office/drawing/2014/main" id="{72909AF7-DC38-469D-8D98-24F39505F509}"/>
              </a:ext>
            </a:extLst>
          </p:cNvPr>
          <p:cNvSpPr>
            <a:spLocks noGrp="1"/>
          </p:cNvSpPr>
          <p:nvPr/>
        </p:nvSpPr>
        <p:spPr>
          <a:xfrm>
            <a:off x="5739790" y="5658683"/>
            <a:ext cx="28398" cy="28398"/>
          </a:xfrm>
          <a:prstGeom prst="ellipse">
            <a:avLst/>
          </a:prstGeom>
          <a:solidFill>
            <a:srgbClr val="B57442">
              <a:alpha val="30000"/>
            </a:srgbClr>
          </a:solidFill>
          <a:ln w="0">
            <a:noFill/>
            <a:prstDash val="solid"/>
          </a:ln>
        </p:spPr>
      </p:sp>
      <p:sp>
        <p:nvSpPr>
          <p:cNvPr id="1956" name="02_predicted_pose_5255">
            <a:extLst>
              <a:ext uri="{FF2B5EF4-FFF2-40B4-BE49-F238E27FC236}">
                <a16:creationId xmlns:a16="http://schemas.microsoft.com/office/drawing/2014/main" id="{D8CC0A19-776B-4D50-B533-57FD5BDE0649}"/>
              </a:ext>
            </a:extLst>
          </p:cNvPr>
          <p:cNvSpPr>
            <a:spLocks noGrp="1"/>
          </p:cNvSpPr>
          <p:nvPr/>
        </p:nvSpPr>
        <p:spPr>
          <a:xfrm>
            <a:off x="5553399" y="5689465"/>
            <a:ext cx="28398" cy="28398"/>
          </a:xfrm>
          <a:prstGeom prst="ellipse">
            <a:avLst/>
          </a:prstGeom>
          <a:solidFill>
            <a:srgbClr val="B57442">
              <a:alpha val="30000"/>
            </a:srgbClr>
          </a:solidFill>
          <a:ln w="0">
            <a:noFill/>
            <a:prstDash val="solid"/>
          </a:ln>
        </p:spPr>
      </p:sp>
      <p:sp>
        <p:nvSpPr>
          <p:cNvPr id="1957" name="02_predicted_pose_5256">
            <a:extLst>
              <a:ext uri="{FF2B5EF4-FFF2-40B4-BE49-F238E27FC236}">
                <a16:creationId xmlns:a16="http://schemas.microsoft.com/office/drawing/2014/main" id="{D3ACCD82-D06A-4A72-A694-2430960C4DC6}"/>
              </a:ext>
            </a:extLst>
          </p:cNvPr>
          <p:cNvSpPr>
            <a:spLocks noGrp="1"/>
          </p:cNvSpPr>
          <p:nvPr/>
        </p:nvSpPr>
        <p:spPr>
          <a:xfrm>
            <a:off x="5656069" y="5626721"/>
            <a:ext cx="28398" cy="28398"/>
          </a:xfrm>
          <a:prstGeom prst="ellipse">
            <a:avLst/>
          </a:prstGeom>
          <a:solidFill>
            <a:srgbClr val="B57442">
              <a:alpha val="30000"/>
            </a:srgbClr>
          </a:solidFill>
          <a:ln w="0">
            <a:noFill/>
            <a:prstDash val="solid"/>
          </a:ln>
        </p:spPr>
      </p:sp>
      <p:sp>
        <p:nvSpPr>
          <p:cNvPr id="1958" name="02_predicted_pose_5257">
            <a:extLst>
              <a:ext uri="{FF2B5EF4-FFF2-40B4-BE49-F238E27FC236}">
                <a16:creationId xmlns:a16="http://schemas.microsoft.com/office/drawing/2014/main" id="{FC3B4DA8-DE7B-40C0-9F21-8055784992DA}"/>
              </a:ext>
            </a:extLst>
          </p:cNvPr>
          <p:cNvSpPr>
            <a:spLocks noGrp="1"/>
          </p:cNvSpPr>
          <p:nvPr/>
        </p:nvSpPr>
        <p:spPr>
          <a:xfrm>
            <a:off x="5697413" y="5456981"/>
            <a:ext cx="28398" cy="28398"/>
          </a:xfrm>
          <a:prstGeom prst="ellipse">
            <a:avLst/>
          </a:prstGeom>
          <a:solidFill>
            <a:srgbClr val="B57442">
              <a:alpha val="30000"/>
            </a:srgbClr>
          </a:solidFill>
          <a:ln w="0">
            <a:noFill/>
            <a:prstDash val="solid"/>
          </a:ln>
        </p:spPr>
      </p:sp>
      <p:sp>
        <p:nvSpPr>
          <p:cNvPr id="1959" name="02_predicted_pose_5258">
            <a:extLst>
              <a:ext uri="{FF2B5EF4-FFF2-40B4-BE49-F238E27FC236}">
                <a16:creationId xmlns:a16="http://schemas.microsoft.com/office/drawing/2014/main" id="{3B9CDA6F-1FDF-49FA-B35A-53C7A479198B}"/>
              </a:ext>
            </a:extLst>
          </p:cNvPr>
          <p:cNvSpPr>
            <a:spLocks noGrp="1"/>
          </p:cNvSpPr>
          <p:nvPr/>
        </p:nvSpPr>
        <p:spPr>
          <a:xfrm>
            <a:off x="5711194" y="5591950"/>
            <a:ext cx="28398" cy="28398"/>
          </a:xfrm>
          <a:prstGeom prst="ellipse">
            <a:avLst/>
          </a:prstGeom>
          <a:solidFill>
            <a:srgbClr val="B57442">
              <a:alpha val="30000"/>
            </a:srgbClr>
          </a:solidFill>
          <a:ln w="0">
            <a:noFill/>
            <a:prstDash val="solid"/>
          </a:ln>
        </p:spPr>
      </p:sp>
      <p:sp>
        <p:nvSpPr>
          <p:cNvPr id="1960" name="02_predicted_pose_5259">
            <a:extLst>
              <a:ext uri="{FF2B5EF4-FFF2-40B4-BE49-F238E27FC236}">
                <a16:creationId xmlns:a16="http://schemas.microsoft.com/office/drawing/2014/main" id="{5740077C-D066-4673-A3EC-49BA45C21D50}"/>
              </a:ext>
            </a:extLst>
          </p:cNvPr>
          <p:cNvSpPr>
            <a:spLocks noGrp="1"/>
          </p:cNvSpPr>
          <p:nvPr/>
        </p:nvSpPr>
        <p:spPr>
          <a:xfrm>
            <a:off x="5738756" y="5438857"/>
            <a:ext cx="28398" cy="28398"/>
          </a:xfrm>
          <a:prstGeom prst="ellipse">
            <a:avLst/>
          </a:prstGeom>
          <a:solidFill>
            <a:srgbClr val="B57442">
              <a:alpha val="30000"/>
            </a:srgbClr>
          </a:solidFill>
          <a:ln w="0">
            <a:noFill/>
            <a:prstDash val="solid"/>
          </a:ln>
        </p:spPr>
      </p:sp>
      <p:sp>
        <p:nvSpPr>
          <p:cNvPr id="1961" name="02_predicted_pose_5260">
            <a:extLst>
              <a:ext uri="{FF2B5EF4-FFF2-40B4-BE49-F238E27FC236}">
                <a16:creationId xmlns:a16="http://schemas.microsoft.com/office/drawing/2014/main" id="{CB859A43-0B5C-4D5E-8EC4-9CC75FE48252}"/>
              </a:ext>
            </a:extLst>
          </p:cNvPr>
          <p:cNvSpPr>
            <a:spLocks noGrp="1"/>
          </p:cNvSpPr>
          <p:nvPr/>
        </p:nvSpPr>
        <p:spPr>
          <a:xfrm>
            <a:off x="5629540" y="5787441"/>
            <a:ext cx="28398" cy="28398"/>
          </a:xfrm>
          <a:prstGeom prst="ellipse">
            <a:avLst/>
          </a:prstGeom>
          <a:solidFill>
            <a:srgbClr val="B57442">
              <a:alpha val="30000"/>
            </a:srgbClr>
          </a:solidFill>
          <a:ln w="0">
            <a:noFill/>
            <a:prstDash val="solid"/>
          </a:ln>
        </p:spPr>
      </p:sp>
      <p:sp>
        <p:nvSpPr>
          <p:cNvPr id="1962" name="02_predicted_pose_5261">
            <a:extLst>
              <a:ext uri="{FF2B5EF4-FFF2-40B4-BE49-F238E27FC236}">
                <a16:creationId xmlns:a16="http://schemas.microsoft.com/office/drawing/2014/main" id="{7D75284D-237E-4CB1-8BF3-E2374C501B31}"/>
              </a:ext>
            </a:extLst>
          </p:cNvPr>
          <p:cNvSpPr>
            <a:spLocks noGrp="1"/>
          </p:cNvSpPr>
          <p:nvPr/>
        </p:nvSpPr>
        <p:spPr>
          <a:xfrm>
            <a:off x="5657102" y="5778530"/>
            <a:ext cx="28398" cy="28398"/>
          </a:xfrm>
          <a:prstGeom prst="ellipse">
            <a:avLst/>
          </a:prstGeom>
          <a:solidFill>
            <a:srgbClr val="B57442">
              <a:alpha val="30000"/>
            </a:srgbClr>
          </a:solidFill>
          <a:ln w="0">
            <a:noFill/>
            <a:prstDash val="solid"/>
          </a:ln>
        </p:spPr>
      </p:sp>
      <p:sp>
        <p:nvSpPr>
          <p:cNvPr id="1963" name="02_predicted_pose_5262">
            <a:extLst>
              <a:ext uri="{FF2B5EF4-FFF2-40B4-BE49-F238E27FC236}">
                <a16:creationId xmlns:a16="http://schemas.microsoft.com/office/drawing/2014/main" id="{D9608CEE-205D-4523-A7FA-B152FFC4FA6B}"/>
              </a:ext>
            </a:extLst>
          </p:cNvPr>
          <p:cNvSpPr>
            <a:spLocks noGrp="1"/>
          </p:cNvSpPr>
          <p:nvPr/>
        </p:nvSpPr>
        <p:spPr>
          <a:xfrm>
            <a:off x="5684665" y="5771306"/>
            <a:ext cx="28398" cy="28398"/>
          </a:xfrm>
          <a:prstGeom prst="ellipse">
            <a:avLst/>
          </a:prstGeom>
          <a:solidFill>
            <a:srgbClr val="B57442">
              <a:alpha val="30000"/>
            </a:srgbClr>
          </a:solidFill>
          <a:ln w="0">
            <a:noFill/>
            <a:prstDash val="solid"/>
          </a:ln>
        </p:spPr>
      </p:sp>
      <p:sp>
        <p:nvSpPr>
          <p:cNvPr id="1964" name="02_predicted_pose_5263">
            <a:extLst>
              <a:ext uri="{FF2B5EF4-FFF2-40B4-BE49-F238E27FC236}">
                <a16:creationId xmlns:a16="http://schemas.microsoft.com/office/drawing/2014/main" id="{4C4FF4C4-B6B9-4C77-8D8E-209F88CCDF1A}"/>
              </a:ext>
            </a:extLst>
          </p:cNvPr>
          <p:cNvSpPr>
            <a:spLocks noGrp="1"/>
          </p:cNvSpPr>
          <p:nvPr/>
        </p:nvSpPr>
        <p:spPr>
          <a:xfrm>
            <a:off x="5712227" y="5888537"/>
            <a:ext cx="28398" cy="28398"/>
          </a:xfrm>
          <a:prstGeom prst="ellipse">
            <a:avLst/>
          </a:prstGeom>
          <a:solidFill>
            <a:srgbClr val="B57442">
              <a:alpha val="30000"/>
            </a:srgbClr>
          </a:solidFill>
          <a:ln w="0">
            <a:noFill/>
            <a:prstDash val="solid"/>
          </a:ln>
        </p:spPr>
      </p:sp>
      <p:sp>
        <p:nvSpPr>
          <p:cNvPr id="1965" name="02_predicted_pose_5264">
            <a:extLst>
              <a:ext uri="{FF2B5EF4-FFF2-40B4-BE49-F238E27FC236}">
                <a16:creationId xmlns:a16="http://schemas.microsoft.com/office/drawing/2014/main" id="{833B497B-826D-421A-9D15-4B84A94EC6BA}"/>
              </a:ext>
            </a:extLst>
          </p:cNvPr>
          <p:cNvSpPr>
            <a:spLocks noGrp="1"/>
          </p:cNvSpPr>
          <p:nvPr/>
        </p:nvSpPr>
        <p:spPr>
          <a:xfrm>
            <a:off x="5739790" y="5867272"/>
            <a:ext cx="28398" cy="28398"/>
          </a:xfrm>
          <a:prstGeom prst="ellipse">
            <a:avLst/>
          </a:prstGeom>
          <a:solidFill>
            <a:srgbClr val="B57442">
              <a:alpha val="30000"/>
            </a:srgbClr>
          </a:solidFill>
          <a:ln w="0">
            <a:noFill/>
            <a:prstDash val="solid"/>
          </a:ln>
        </p:spPr>
      </p:sp>
      <p:sp>
        <p:nvSpPr>
          <p:cNvPr id="1966" name="02_predicted_pose_5265">
            <a:extLst>
              <a:ext uri="{FF2B5EF4-FFF2-40B4-BE49-F238E27FC236}">
                <a16:creationId xmlns:a16="http://schemas.microsoft.com/office/drawing/2014/main" id="{51C02E90-717F-4F3C-8FFF-77A2EC87283B}"/>
              </a:ext>
            </a:extLst>
          </p:cNvPr>
          <p:cNvSpPr>
            <a:spLocks noGrp="1"/>
          </p:cNvSpPr>
          <p:nvPr/>
        </p:nvSpPr>
        <p:spPr>
          <a:xfrm>
            <a:off x="5642977" y="5842427"/>
            <a:ext cx="28398" cy="28398"/>
          </a:xfrm>
          <a:prstGeom prst="ellipse">
            <a:avLst/>
          </a:prstGeom>
          <a:solidFill>
            <a:srgbClr val="B57442">
              <a:alpha val="30000"/>
            </a:srgbClr>
          </a:solidFill>
          <a:ln w="0">
            <a:noFill/>
            <a:prstDash val="solid"/>
          </a:ln>
        </p:spPr>
      </p:sp>
      <p:sp>
        <p:nvSpPr>
          <p:cNvPr id="1967" name="02_predicted_pose_5266">
            <a:extLst>
              <a:ext uri="{FF2B5EF4-FFF2-40B4-BE49-F238E27FC236}">
                <a16:creationId xmlns:a16="http://schemas.microsoft.com/office/drawing/2014/main" id="{208AE3F5-D619-45F2-836F-C6F983A16AA2}"/>
              </a:ext>
            </a:extLst>
          </p:cNvPr>
          <p:cNvSpPr>
            <a:spLocks noGrp="1"/>
          </p:cNvSpPr>
          <p:nvPr/>
        </p:nvSpPr>
        <p:spPr>
          <a:xfrm>
            <a:off x="5760117" y="5470937"/>
            <a:ext cx="28398" cy="28398"/>
          </a:xfrm>
          <a:prstGeom prst="ellipse">
            <a:avLst/>
          </a:prstGeom>
          <a:solidFill>
            <a:srgbClr val="B57442">
              <a:alpha val="30000"/>
            </a:srgbClr>
          </a:solidFill>
          <a:ln w="0">
            <a:noFill/>
            <a:prstDash val="solid"/>
          </a:ln>
        </p:spPr>
      </p:sp>
      <p:sp>
        <p:nvSpPr>
          <p:cNvPr id="1968" name="02_predicted_pose_5267">
            <a:extLst>
              <a:ext uri="{FF2B5EF4-FFF2-40B4-BE49-F238E27FC236}">
                <a16:creationId xmlns:a16="http://schemas.microsoft.com/office/drawing/2014/main" id="{6F26BE62-41A6-460C-8653-E21610C82816}"/>
              </a:ext>
            </a:extLst>
          </p:cNvPr>
          <p:cNvSpPr>
            <a:spLocks noGrp="1"/>
          </p:cNvSpPr>
          <p:nvPr/>
        </p:nvSpPr>
        <p:spPr>
          <a:xfrm>
            <a:off x="5773898" y="5449606"/>
            <a:ext cx="28398" cy="28398"/>
          </a:xfrm>
          <a:prstGeom prst="ellipse">
            <a:avLst/>
          </a:prstGeom>
          <a:solidFill>
            <a:srgbClr val="B57442">
              <a:alpha val="30000"/>
            </a:srgbClr>
          </a:solidFill>
          <a:ln w="0">
            <a:noFill/>
            <a:prstDash val="solid"/>
          </a:ln>
        </p:spPr>
      </p:sp>
      <p:sp>
        <p:nvSpPr>
          <p:cNvPr id="1969" name="02_predicted_pose_5268">
            <a:extLst>
              <a:ext uri="{FF2B5EF4-FFF2-40B4-BE49-F238E27FC236}">
                <a16:creationId xmlns:a16="http://schemas.microsoft.com/office/drawing/2014/main" id="{ED1ADA89-DE59-4D68-89B3-70836FBD13D1}"/>
              </a:ext>
            </a:extLst>
          </p:cNvPr>
          <p:cNvSpPr>
            <a:spLocks noGrp="1"/>
          </p:cNvSpPr>
          <p:nvPr/>
        </p:nvSpPr>
        <p:spPr>
          <a:xfrm>
            <a:off x="5556844" y="5705876"/>
            <a:ext cx="28398" cy="28398"/>
          </a:xfrm>
          <a:prstGeom prst="ellipse">
            <a:avLst/>
          </a:prstGeom>
          <a:solidFill>
            <a:srgbClr val="B57442">
              <a:alpha val="30000"/>
            </a:srgbClr>
          </a:solidFill>
          <a:ln w="0">
            <a:noFill/>
            <a:prstDash val="solid"/>
          </a:ln>
        </p:spPr>
      </p:sp>
      <p:sp>
        <p:nvSpPr>
          <p:cNvPr id="1970" name="02_predicted_pose_5269">
            <a:extLst>
              <a:ext uri="{FF2B5EF4-FFF2-40B4-BE49-F238E27FC236}">
                <a16:creationId xmlns:a16="http://schemas.microsoft.com/office/drawing/2014/main" id="{B81F463F-53D3-41A8-A92C-CF4145C169D0}"/>
              </a:ext>
            </a:extLst>
          </p:cNvPr>
          <p:cNvSpPr>
            <a:spLocks noGrp="1"/>
          </p:cNvSpPr>
          <p:nvPr/>
        </p:nvSpPr>
        <p:spPr>
          <a:xfrm>
            <a:off x="5569247" y="5771195"/>
            <a:ext cx="28398" cy="28398"/>
          </a:xfrm>
          <a:prstGeom prst="ellipse">
            <a:avLst/>
          </a:prstGeom>
          <a:solidFill>
            <a:srgbClr val="B57442">
              <a:alpha val="30000"/>
            </a:srgbClr>
          </a:solidFill>
          <a:ln w="0">
            <a:noFill/>
            <a:prstDash val="solid"/>
          </a:ln>
        </p:spPr>
      </p:sp>
      <p:sp>
        <p:nvSpPr>
          <p:cNvPr id="1971" name="02_predicted_pose_5270">
            <a:extLst>
              <a:ext uri="{FF2B5EF4-FFF2-40B4-BE49-F238E27FC236}">
                <a16:creationId xmlns:a16="http://schemas.microsoft.com/office/drawing/2014/main" id="{B2348786-FABE-4DAA-9AA0-E5DD5F90AEC6}"/>
              </a:ext>
            </a:extLst>
          </p:cNvPr>
          <p:cNvSpPr>
            <a:spLocks noGrp="1"/>
          </p:cNvSpPr>
          <p:nvPr/>
        </p:nvSpPr>
        <p:spPr>
          <a:xfrm>
            <a:off x="5610935" y="5821076"/>
            <a:ext cx="28398" cy="28398"/>
          </a:xfrm>
          <a:prstGeom prst="ellipse">
            <a:avLst/>
          </a:prstGeom>
          <a:solidFill>
            <a:srgbClr val="B57442">
              <a:alpha val="30000"/>
            </a:srgbClr>
          </a:solidFill>
          <a:ln w="0">
            <a:noFill/>
            <a:prstDash val="solid"/>
          </a:ln>
        </p:spPr>
      </p:sp>
      <p:sp>
        <p:nvSpPr>
          <p:cNvPr id="1972" name="02_predicted_pose_5271">
            <a:extLst>
              <a:ext uri="{FF2B5EF4-FFF2-40B4-BE49-F238E27FC236}">
                <a16:creationId xmlns:a16="http://schemas.microsoft.com/office/drawing/2014/main" id="{BAAAAE77-666A-4032-8181-FA54B739DD40}"/>
              </a:ext>
            </a:extLst>
          </p:cNvPr>
          <p:cNvSpPr>
            <a:spLocks noGrp="1"/>
          </p:cNvSpPr>
          <p:nvPr/>
        </p:nvSpPr>
        <p:spPr>
          <a:xfrm>
            <a:off x="5574415" y="5753501"/>
            <a:ext cx="28398" cy="28398"/>
          </a:xfrm>
          <a:prstGeom prst="ellipse">
            <a:avLst/>
          </a:prstGeom>
          <a:solidFill>
            <a:srgbClr val="B57442">
              <a:alpha val="30000"/>
            </a:srgbClr>
          </a:solidFill>
          <a:ln w="0">
            <a:noFill/>
            <a:prstDash val="solid"/>
          </a:ln>
        </p:spPr>
      </p:sp>
      <p:sp>
        <p:nvSpPr>
          <p:cNvPr id="1973" name="02_predicted_pose_5272">
            <a:extLst>
              <a:ext uri="{FF2B5EF4-FFF2-40B4-BE49-F238E27FC236}">
                <a16:creationId xmlns:a16="http://schemas.microsoft.com/office/drawing/2014/main" id="{4EC51529-C882-4F28-ADA5-18D0B216AF8C}"/>
              </a:ext>
            </a:extLst>
          </p:cNvPr>
          <p:cNvSpPr>
            <a:spLocks noGrp="1"/>
          </p:cNvSpPr>
          <p:nvPr/>
        </p:nvSpPr>
        <p:spPr>
          <a:xfrm>
            <a:off x="5522391" y="5579893"/>
            <a:ext cx="28398" cy="28398"/>
          </a:xfrm>
          <a:prstGeom prst="ellipse">
            <a:avLst/>
          </a:prstGeom>
          <a:solidFill>
            <a:srgbClr val="B57442">
              <a:alpha val="30000"/>
            </a:srgbClr>
          </a:solidFill>
          <a:ln w="0">
            <a:noFill/>
            <a:prstDash val="solid"/>
          </a:ln>
        </p:spPr>
      </p:sp>
      <p:sp>
        <p:nvSpPr>
          <p:cNvPr id="1974" name="02_predicted_pose_5273">
            <a:extLst>
              <a:ext uri="{FF2B5EF4-FFF2-40B4-BE49-F238E27FC236}">
                <a16:creationId xmlns:a16="http://schemas.microsoft.com/office/drawing/2014/main" id="{F2CA5EC4-C9FF-4753-99DE-748D6F44EB17}"/>
              </a:ext>
            </a:extLst>
          </p:cNvPr>
          <p:cNvSpPr>
            <a:spLocks noGrp="1"/>
          </p:cNvSpPr>
          <p:nvPr/>
        </p:nvSpPr>
        <p:spPr>
          <a:xfrm>
            <a:off x="5654691" y="5910026"/>
            <a:ext cx="28398" cy="28398"/>
          </a:xfrm>
          <a:prstGeom prst="ellipse">
            <a:avLst/>
          </a:prstGeom>
          <a:solidFill>
            <a:srgbClr val="B57442">
              <a:alpha val="30000"/>
            </a:srgbClr>
          </a:solidFill>
          <a:ln w="0">
            <a:noFill/>
            <a:prstDash val="solid"/>
          </a:ln>
        </p:spPr>
      </p:sp>
      <p:sp>
        <p:nvSpPr>
          <p:cNvPr id="1975" name="02_predicted_pose_5274">
            <a:extLst>
              <a:ext uri="{FF2B5EF4-FFF2-40B4-BE49-F238E27FC236}">
                <a16:creationId xmlns:a16="http://schemas.microsoft.com/office/drawing/2014/main" id="{3DBA64A7-10CB-4AA7-9735-1D246BE856D2}"/>
              </a:ext>
            </a:extLst>
          </p:cNvPr>
          <p:cNvSpPr>
            <a:spLocks noGrp="1"/>
          </p:cNvSpPr>
          <p:nvPr/>
        </p:nvSpPr>
        <p:spPr>
          <a:xfrm>
            <a:off x="5668472" y="5958529"/>
            <a:ext cx="28398" cy="28398"/>
          </a:xfrm>
          <a:prstGeom prst="ellipse">
            <a:avLst/>
          </a:prstGeom>
          <a:solidFill>
            <a:srgbClr val="B57442">
              <a:alpha val="30000"/>
            </a:srgbClr>
          </a:solidFill>
          <a:ln w="0">
            <a:noFill/>
            <a:prstDash val="solid"/>
          </a:ln>
        </p:spPr>
      </p:sp>
      <p:sp>
        <p:nvSpPr>
          <p:cNvPr id="1976" name="02_predicted_pose_5275">
            <a:extLst>
              <a:ext uri="{FF2B5EF4-FFF2-40B4-BE49-F238E27FC236}">
                <a16:creationId xmlns:a16="http://schemas.microsoft.com/office/drawing/2014/main" id="{4AF6D736-2153-43B7-9C84-5C3471471402}"/>
              </a:ext>
            </a:extLst>
          </p:cNvPr>
          <p:cNvSpPr>
            <a:spLocks noGrp="1"/>
          </p:cNvSpPr>
          <p:nvPr/>
        </p:nvSpPr>
        <p:spPr>
          <a:xfrm>
            <a:off x="5682253" y="5895408"/>
            <a:ext cx="28398" cy="28398"/>
          </a:xfrm>
          <a:prstGeom prst="ellipse">
            <a:avLst/>
          </a:prstGeom>
          <a:solidFill>
            <a:srgbClr val="B57442">
              <a:alpha val="30000"/>
            </a:srgbClr>
          </a:solidFill>
          <a:ln w="0">
            <a:noFill/>
            <a:prstDash val="solid"/>
          </a:ln>
        </p:spPr>
      </p:sp>
      <p:sp>
        <p:nvSpPr>
          <p:cNvPr id="1977" name="02_predicted_pose_5276">
            <a:extLst>
              <a:ext uri="{FF2B5EF4-FFF2-40B4-BE49-F238E27FC236}">
                <a16:creationId xmlns:a16="http://schemas.microsoft.com/office/drawing/2014/main" id="{82623726-5DCC-4D90-B150-291269027A15}"/>
              </a:ext>
            </a:extLst>
          </p:cNvPr>
          <p:cNvSpPr>
            <a:spLocks noGrp="1"/>
          </p:cNvSpPr>
          <p:nvPr/>
        </p:nvSpPr>
        <p:spPr>
          <a:xfrm>
            <a:off x="5696034" y="5909744"/>
            <a:ext cx="28398" cy="28398"/>
          </a:xfrm>
          <a:prstGeom prst="ellipse">
            <a:avLst/>
          </a:prstGeom>
          <a:solidFill>
            <a:srgbClr val="B57442">
              <a:alpha val="30000"/>
            </a:srgbClr>
          </a:solidFill>
          <a:ln w="0">
            <a:noFill/>
            <a:prstDash val="solid"/>
          </a:ln>
        </p:spPr>
      </p:sp>
      <p:sp>
        <p:nvSpPr>
          <p:cNvPr id="1978" name="02_predicted_pose_5277">
            <a:extLst>
              <a:ext uri="{FF2B5EF4-FFF2-40B4-BE49-F238E27FC236}">
                <a16:creationId xmlns:a16="http://schemas.microsoft.com/office/drawing/2014/main" id="{C2287A61-83BF-4087-A390-5529C5E34018}"/>
              </a:ext>
            </a:extLst>
          </p:cNvPr>
          <p:cNvSpPr>
            <a:spLocks noGrp="1"/>
          </p:cNvSpPr>
          <p:nvPr/>
        </p:nvSpPr>
        <p:spPr>
          <a:xfrm>
            <a:off x="5491039" y="5874502"/>
            <a:ext cx="28398" cy="28398"/>
          </a:xfrm>
          <a:prstGeom prst="ellipse">
            <a:avLst/>
          </a:prstGeom>
          <a:solidFill>
            <a:srgbClr val="B57442">
              <a:alpha val="30000"/>
            </a:srgbClr>
          </a:solidFill>
          <a:ln w="0">
            <a:noFill/>
            <a:prstDash val="solid"/>
          </a:ln>
        </p:spPr>
      </p:sp>
      <p:sp>
        <p:nvSpPr>
          <p:cNvPr id="1979" name="02_predicted_pose_5278">
            <a:extLst>
              <a:ext uri="{FF2B5EF4-FFF2-40B4-BE49-F238E27FC236}">
                <a16:creationId xmlns:a16="http://schemas.microsoft.com/office/drawing/2014/main" id="{57793276-3F91-4EB2-98DF-0C4CA1964FE3}"/>
              </a:ext>
            </a:extLst>
          </p:cNvPr>
          <p:cNvSpPr>
            <a:spLocks noGrp="1"/>
          </p:cNvSpPr>
          <p:nvPr/>
        </p:nvSpPr>
        <p:spPr>
          <a:xfrm>
            <a:off x="5518601" y="5886011"/>
            <a:ext cx="28398" cy="28398"/>
          </a:xfrm>
          <a:prstGeom prst="ellipse">
            <a:avLst/>
          </a:prstGeom>
          <a:solidFill>
            <a:srgbClr val="B57442">
              <a:alpha val="30000"/>
            </a:srgbClr>
          </a:solidFill>
          <a:ln w="0">
            <a:noFill/>
            <a:prstDash val="solid"/>
          </a:ln>
        </p:spPr>
      </p:sp>
      <p:sp>
        <p:nvSpPr>
          <p:cNvPr id="1980" name="02_predicted_pose_5279">
            <a:extLst>
              <a:ext uri="{FF2B5EF4-FFF2-40B4-BE49-F238E27FC236}">
                <a16:creationId xmlns:a16="http://schemas.microsoft.com/office/drawing/2014/main" id="{120CBA1D-A365-4B9D-9805-4760AB8E4F18}"/>
              </a:ext>
            </a:extLst>
          </p:cNvPr>
          <p:cNvSpPr>
            <a:spLocks noGrp="1"/>
          </p:cNvSpPr>
          <p:nvPr/>
        </p:nvSpPr>
        <p:spPr>
          <a:xfrm>
            <a:off x="5730143" y="5610508"/>
            <a:ext cx="28398" cy="28398"/>
          </a:xfrm>
          <a:prstGeom prst="ellipse">
            <a:avLst/>
          </a:prstGeom>
          <a:solidFill>
            <a:srgbClr val="B57442">
              <a:alpha val="30000"/>
            </a:srgbClr>
          </a:solidFill>
          <a:ln w="0">
            <a:noFill/>
            <a:prstDash val="solid"/>
          </a:ln>
        </p:spPr>
      </p:sp>
      <p:sp>
        <p:nvSpPr>
          <p:cNvPr id="1981" name="02_predicted_pose_5280">
            <a:extLst>
              <a:ext uri="{FF2B5EF4-FFF2-40B4-BE49-F238E27FC236}">
                <a16:creationId xmlns:a16="http://schemas.microsoft.com/office/drawing/2014/main" id="{670E4C78-7DAA-4520-A6E4-1488BFFD5CBD}"/>
              </a:ext>
            </a:extLst>
          </p:cNvPr>
          <p:cNvSpPr>
            <a:spLocks noGrp="1"/>
          </p:cNvSpPr>
          <p:nvPr/>
        </p:nvSpPr>
        <p:spPr>
          <a:xfrm>
            <a:off x="5764941" y="5524792"/>
            <a:ext cx="28398" cy="28398"/>
          </a:xfrm>
          <a:prstGeom prst="ellipse">
            <a:avLst/>
          </a:prstGeom>
          <a:solidFill>
            <a:srgbClr val="B57442">
              <a:alpha val="30000"/>
            </a:srgbClr>
          </a:solidFill>
          <a:ln w="0">
            <a:noFill/>
            <a:prstDash val="solid"/>
          </a:ln>
        </p:spPr>
      </p:sp>
      <p:sp>
        <p:nvSpPr>
          <p:cNvPr id="1982" name="02_predicted_pose_5281">
            <a:extLst>
              <a:ext uri="{FF2B5EF4-FFF2-40B4-BE49-F238E27FC236}">
                <a16:creationId xmlns:a16="http://schemas.microsoft.com/office/drawing/2014/main" id="{FEC9382B-ADD0-4B9F-AC83-918CEB4FF3F0}"/>
              </a:ext>
            </a:extLst>
          </p:cNvPr>
          <p:cNvSpPr>
            <a:spLocks noGrp="1"/>
          </p:cNvSpPr>
          <p:nvPr/>
        </p:nvSpPr>
        <p:spPr>
          <a:xfrm>
            <a:off x="3883531" y="481068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1983" name="02_predicted_pose_5282">
            <a:extLst>
              <a:ext uri="{FF2B5EF4-FFF2-40B4-BE49-F238E27FC236}">
                <a16:creationId xmlns:a16="http://schemas.microsoft.com/office/drawing/2014/main" id="{37B7862D-9489-4DFB-8191-8EFB21C45CAF}"/>
              </a:ext>
            </a:extLst>
          </p:cNvPr>
          <p:cNvSpPr>
            <a:spLocks noGrp="1"/>
          </p:cNvSpPr>
          <p:nvPr/>
        </p:nvSpPr>
        <p:spPr>
          <a:xfrm>
            <a:off x="3883531" y="635580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1984" name="02_predicted_pose_5283">
            <a:extLst>
              <a:ext uri="{FF2B5EF4-FFF2-40B4-BE49-F238E27FC236}">
                <a16:creationId xmlns:a16="http://schemas.microsoft.com/office/drawing/2014/main" id="{AFF5CE45-6743-4F88-B094-E770DBB6B4C2}"/>
              </a:ext>
            </a:extLst>
          </p:cNvPr>
          <p:cNvSpPr>
            <a:spLocks noGrp="1"/>
          </p:cNvSpPr>
          <p:nvPr/>
        </p:nvSpPr>
        <p:spPr>
          <a:xfrm>
            <a:off x="4369664" y="5845536"/>
            <a:ext cx="285961" cy="167823"/>
          </a:xfrm>
          <a:custGeom>
            <a:avLst/>
            <a:gdLst/>
            <a:ahLst/>
            <a:cxnLst/>
            <a:rect l="0" t="0" r="0" b="0"/>
            <a:pathLst>
              <a:path w="285961" h="167823">
                <a:moveTo>
                  <a:pt x="0" y="167823"/>
                </a:moveTo>
                <a:lnTo>
                  <a:pt x="285961" y="167823"/>
                </a:lnTo>
                <a:lnTo>
                  <a:pt x="285961" y="0"/>
                </a:lnTo>
                <a:lnTo>
                  <a:pt x="0" y="0"/>
                </a:lnTo>
                <a:lnTo>
                  <a:pt x="0" y="167823"/>
                </a:lnTo>
                <a:lnTo>
                  <a:pt x="0" y="167823"/>
                </a:lnTo>
                <a:close/>
              </a:path>
            </a:pathLst>
          </a:custGeom>
          <a:solidFill>
            <a:srgbClr val="FFFFFF"/>
          </a:solidFill>
          <a:ln w="12700">
            <a:solidFill>
              <a:srgbClr val="5879BD"/>
            </a:solidFill>
            <a:prstDash val="solid"/>
          </a:ln>
        </p:spPr>
      </p:sp>
      <p:sp>
        <p:nvSpPr>
          <p:cNvPr id="1985" name="02_predicted_pose_5284">
            <a:extLst>
              <a:ext uri="{FF2B5EF4-FFF2-40B4-BE49-F238E27FC236}">
                <a16:creationId xmlns:a16="http://schemas.microsoft.com/office/drawing/2014/main" id="{2F1765CE-B9D9-4EFD-952B-D5E0A3CB488B}"/>
              </a:ext>
            </a:extLst>
          </p:cNvPr>
          <p:cNvSpPr>
            <a:spLocks noGrp="1"/>
          </p:cNvSpPr>
          <p:nvPr/>
        </p:nvSpPr>
        <p:spPr>
          <a:xfrm>
            <a:off x="4512644" y="6013359"/>
            <a:ext cx="191" cy="125839"/>
          </a:xfrm>
          <a:custGeom>
            <a:avLst/>
            <a:gdLst/>
            <a:ahLst/>
            <a:cxnLst/>
            <a:rect l="0" t="0" r="0" b="0"/>
            <a:pathLst>
              <a:path w="191" h="125839">
                <a:moveTo>
                  <a:pt x="0" y="0"/>
                </a:moveTo>
                <a:lnTo>
                  <a:pt x="0" y="125839"/>
                </a:lnTo>
              </a:path>
            </a:pathLst>
          </a:custGeom>
          <a:noFill/>
          <a:ln w="8890">
            <a:solidFill>
              <a:srgbClr val="5879BD"/>
            </a:solidFill>
            <a:prstDash val="solid"/>
          </a:ln>
        </p:spPr>
      </p:sp>
      <p:sp>
        <p:nvSpPr>
          <p:cNvPr id="1986" name="02_predicted_pose_5285">
            <a:extLst>
              <a:ext uri="{FF2B5EF4-FFF2-40B4-BE49-F238E27FC236}">
                <a16:creationId xmlns:a16="http://schemas.microsoft.com/office/drawing/2014/main" id="{BB4A2BE9-AD3C-41E0-93CA-B5D6F4715565}"/>
              </a:ext>
            </a:extLst>
          </p:cNvPr>
          <p:cNvSpPr>
            <a:spLocks noGrp="1"/>
          </p:cNvSpPr>
          <p:nvPr/>
        </p:nvSpPr>
        <p:spPr>
          <a:xfrm>
            <a:off x="4512644" y="5527275"/>
            <a:ext cx="191" cy="318261"/>
          </a:xfrm>
          <a:custGeom>
            <a:avLst/>
            <a:gdLst/>
            <a:ahLst/>
            <a:cxnLst/>
            <a:rect l="0" t="0" r="0" b="0"/>
            <a:pathLst>
              <a:path w="191" h="318261">
                <a:moveTo>
                  <a:pt x="0" y="318261"/>
                </a:moveTo>
                <a:lnTo>
                  <a:pt x="0" y="0"/>
                </a:lnTo>
              </a:path>
            </a:pathLst>
          </a:custGeom>
          <a:noFill/>
          <a:ln w="8890">
            <a:solidFill>
              <a:srgbClr val="5879BD"/>
            </a:solidFill>
            <a:prstDash val="solid"/>
          </a:ln>
        </p:spPr>
      </p:sp>
      <p:sp>
        <p:nvSpPr>
          <p:cNvPr id="1987" name="02_predicted_pose_5286">
            <a:extLst>
              <a:ext uri="{FF2B5EF4-FFF2-40B4-BE49-F238E27FC236}">
                <a16:creationId xmlns:a16="http://schemas.microsoft.com/office/drawing/2014/main" id="{ECC41C6D-96EF-4E6D-8EB7-5AC86BF84C13}"/>
              </a:ext>
            </a:extLst>
          </p:cNvPr>
          <p:cNvSpPr>
            <a:spLocks noGrp="1"/>
          </p:cNvSpPr>
          <p:nvPr/>
        </p:nvSpPr>
        <p:spPr>
          <a:xfrm>
            <a:off x="4441154" y="6139198"/>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988" name="02_predicted_pose_5287">
            <a:extLst>
              <a:ext uri="{FF2B5EF4-FFF2-40B4-BE49-F238E27FC236}">
                <a16:creationId xmlns:a16="http://schemas.microsoft.com/office/drawing/2014/main" id="{2FE53DE1-9A5B-4E0C-9794-11C91C8B1969}"/>
              </a:ext>
            </a:extLst>
          </p:cNvPr>
          <p:cNvSpPr>
            <a:spLocks noGrp="1"/>
          </p:cNvSpPr>
          <p:nvPr/>
        </p:nvSpPr>
        <p:spPr>
          <a:xfrm>
            <a:off x="4441154" y="5527275"/>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989" name="02_predicted_pose_5288">
            <a:extLst>
              <a:ext uri="{FF2B5EF4-FFF2-40B4-BE49-F238E27FC236}">
                <a16:creationId xmlns:a16="http://schemas.microsoft.com/office/drawing/2014/main" id="{4DD58686-564E-4007-A725-A9944D5D16D8}"/>
              </a:ext>
            </a:extLst>
          </p:cNvPr>
          <p:cNvSpPr>
            <a:spLocks noGrp="1"/>
          </p:cNvSpPr>
          <p:nvPr/>
        </p:nvSpPr>
        <p:spPr>
          <a:xfrm>
            <a:off x="5513506" y="5665622"/>
            <a:ext cx="285961" cy="146615"/>
          </a:xfrm>
          <a:custGeom>
            <a:avLst/>
            <a:gdLst/>
            <a:ahLst/>
            <a:cxnLst/>
            <a:rect l="0" t="0" r="0" b="0"/>
            <a:pathLst>
              <a:path w="285961" h="146615">
                <a:moveTo>
                  <a:pt x="0" y="146615"/>
                </a:moveTo>
                <a:lnTo>
                  <a:pt x="285961" y="146615"/>
                </a:lnTo>
                <a:lnTo>
                  <a:pt x="285961" y="0"/>
                </a:lnTo>
                <a:lnTo>
                  <a:pt x="0" y="0"/>
                </a:lnTo>
                <a:lnTo>
                  <a:pt x="0" y="146615"/>
                </a:lnTo>
                <a:lnTo>
                  <a:pt x="0" y="146615"/>
                </a:lnTo>
                <a:close/>
              </a:path>
            </a:pathLst>
          </a:custGeom>
          <a:solidFill>
            <a:srgbClr val="FFFFFF"/>
          </a:solidFill>
          <a:ln w="12700">
            <a:solidFill>
              <a:srgbClr val="B57442"/>
            </a:solidFill>
            <a:prstDash val="solid"/>
          </a:ln>
        </p:spPr>
      </p:sp>
      <p:sp>
        <p:nvSpPr>
          <p:cNvPr id="1990" name="02_predicted_pose_5289">
            <a:extLst>
              <a:ext uri="{FF2B5EF4-FFF2-40B4-BE49-F238E27FC236}">
                <a16:creationId xmlns:a16="http://schemas.microsoft.com/office/drawing/2014/main" id="{2FC7CBA3-5A2E-4E9B-8959-C4F47E6AC3BB}"/>
              </a:ext>
            </a:extLst>
          </p:cNvPr>
          <p:cNvSpPr>
            <a:spLocks noGrp="1"/>
          </p:cNvSpPr>
          <p:nvPr/>
        </p:nvSpPr>
        <p:spPr>
          <a:xfrm>
            <a:off x="5656487" y="5812237"/>
            <a:ext cx="191" cy="106048"/>
          </a:xfrm>
          <a:custGeom>
            <a:avLst/>
            <a:gdLst/>
            <a:ahLst/>
            <a:cxnLst/>
            <a:rect l="0" t="0" r="0" b="0"/>
            <a:pathLst>
              <a:path w="191" h="106048">
                <a:moveTo>
                  <a:pt x="0" y="0"/>
                </a:moveTo>
                <a:lnTo>
                  <a:pt x="0" y="106048"/>
                </a:lnTo>
              </a:path>
            </a:pathLst>
          </a:custGeom>
          <a:noFill/>
          <a:ln w="8890">
            <a:solidFill>
              <a:srgbClr val="B57442"/>
            </a:solidFill>
            <a:prstDash val="solid"/>
          </a:ln>
        </p:spPr>
      </p:sp>
      <p:sp>
        <p:nvSpPr>
          <p:cNvPr id="1991" name="02_predicted_pose_5290">
            <a:extLst>
              <a:ext uri="{FF2B5EF4-FFF2-40B4-BE49-F238E27FC236}">
                <a16:creationId xmlns:a16="http://schemas.microsoft.com/office/drawing/2014/main" id="{AC0AF261-D774-4980-8A04-C2260C09159E}"/>
              </a:ext>
            </a:extLst>
          </p:cNvPr>
          <p:cNvSpPr>
            <a:spLocks noGrp="1"/>
          </p:cNvSpPr>
          <p:nvPr/>
        </p:nvSpPr>
        <p:spPr>
          <a:xfrm>
            <a:off x="5656487" y="5466367"/>
            <a:ext cx="191" cy="199255"/>
          </a:xfrm>
          <a:custGeom>
            <a:avLst/>
            <a:gdLst/>
            <a:ahLst/>
            <a:cxnLst/>
            <a:rect l="0" t="0" r="0" b="0"/>
            <a:pathLst>
              <a:path w="191" h="199255">
                <a:moveTo>
                  <a:pt x="0" y="199255"/>
                </a:moveTo>
                <a:lnTo>
                  <a:pt x="0" y="0"/>
                </a:lnTo>
              </a:path>
            </a:pathLst>
          </a:custGeom>
          <a:noFill/>
          <a:ln w="8890">
            <a:solidFill>
              <a:srgbClr val="B57442"/>
            </a:solidFill>
            <a:prstDash val="solid"/>
          </a:ln>
        </p:spPr>
      </p:sp>
      <p:sp>
        <p:nvSpPr>
          <p:cNvPr id="1992" name="02_predicted_pose_5291">
            <a:extLst>
              <a:ext uri="{FF2B5EF4-FFF2-40B4-BE49-F238E27FC236}">
                <a16:creationId xmlns:a16="http://schemas.microsoft.com/office/drawing/2014/main" id="{0A8E7389-9E33-475C-AD1C-64E72B23CDF9}"/>
              </a:ext>
            </a:extLst>
          </p:cNvPr>
          <p:cNvSpPr>
            <a:spLocks noGrp="1"/>
          </p:cNvSpPr>
          <p:nvPr/>
        </p:nvSpPr>
        <p:spPr>
          <a:xfrm>
            <a:off x="5584997" y="5918285"/>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993" name="02_predicted_pose_5292">
            <a:extLst>
              <a:ext uri="{FF2B5EF4-FFF2-40B4-BE49-F238E27FC236}">
                <a16:creationId xmlns:a16="http://schemas.microsoft.com/office/drawing/2014/main" id="{B236BBB1-DCD9-46CE-92E3-B987E9583F38}"/>
              </a:ext>
            </a:extLst>
          </p:cNvPr>
          <p:cNvSpPr>
            <a:spLocks noGrp="1"/>
          </p:cNvSpPr>
          <p:nvPr/>
        </p:nvSpPr>
        <p:spPr>
          <a:xfrm>
            <a:off x="5584997" y="5466367"/>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994" name="text_5293">
            <a:extLst>
              <a:ext uri="{FF2B5EF4-FFF2-40B4-BE49-F238E27FC236}">
                <a16:creationId xmlns:a16="http://schemas.microsoft.com/office/drawing/2014/main" id="{C3A1B0B0-D5DD-45D0-AEAF-02CF789ABEC6}"/>
              </a:ext>
            </a:extLst>
          </p:cNvPr>
          <p:cNvSpPr>
            <a:spLocks noGrp="1"/>
          </p:cNvSpPr>
          <p:nvPr/>
        </p:nvSpPr>
        <p:spPr>
          <a:xfrm>
            <a:off x="3451159" y="464674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995" name="text_5294">
            <a:extLst>
              <a:ext uri="{FF2B5EF4-FFF2-40B4-BE49-F238E27FC236}">
                <a16:creationId xmlns:a16="http://schemas.microsoft.com/office/drawing/2014/main" id="{A43E71FC-979E-46CD-8A27-76E449774180}"/>
              </a:ext>
            </a:extLst>
          </p:cNvPr>
          <p:cNvSpPr>
            <a:spLocks noGrp="1"/>
          </p:cNvSpPr>
          <p:nvPr/>
        </p:nvSpPr>
        <p:spPr>
          <a:xfrm>
            <a:off x="3883531" y="4598399"/>
            <a:ext cx="768782"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CA2, Best of 50</a:t>
            </a:r>
          </a:p>
        </p:txBody>
      </p:sp>
      <p:sp>
        <p:nvSpPr>
          <p:cNvPr id="1996" name="02_predicted_pose_5295">
            <a:extLst>
              <a:ext uri="{FF2B5EF4-FFF2-40B4-BE49-F238E27FC236}">
                <a16:creationId xmlns:a16="http://schemas.microsoft.com/office/drawing/2014/main" id="{6FAB4C77-57EA-4A17-966F-8F21157E97A2}"/>
              </a:ext>
            </a:extLst>
          </p:cNvPr>
          <p:cNvSpPr>
            <a:spLocks noGrp="1"/>
          </p:cNvSpPr>
          <p:nvPr/>
        </p:nvSpPr>
        <p:spPr>
          <a:xfrm>
            <a:off x="4369664" y="5951860"/>
            <a:ext cx="285961" cy="191"/>
          </a:xfrm>
          <a:custGeom>
            <a:avLst/>
            <a:gdLst/>
            <a:ahLst/>
            <a:cxnLst/>
            <a:rect l="0" t="0" r="0" b="0"/>
            <a:pathLst>
              <a:path w="285961" h="191">
                <a:moveTo>
                  <a:pt x="0" y="0"/>
                </a:moveTo>
                <a:lnTo>
                  <a:pt x="285961" y="0"/>
                </a:lnTo>
              </a:path>
            </a:pathLst>
          </a:custGeom>
          <a:noFill/>
          <a:ln w="19050">
            <a:solidFill>
              <a:srgbClr val="5879BD"/>
            </a:solidFill>
            <a:prstDash val="solid"/>
          </a:ln>
        </p:spPr>
      </p:sp>
      <p:sp>
        <p:nvSpPr>
          <p:cNvPr id="1997" name="02_predicted_pose_5296">
            <a:extLst>
              <a:ext uri="{FF2B5EF4-FFF2-40B4-BE49-F238E27FC236}">
                <a16:creationId xmlns:a16="http://schemas.microsoft.com/office/drawing/2014/main" id="{B8017D2C-05AC-46EE-BEB1-E9642D972E7C}"/>
              </a:ext>
            </a:extLst>
          </p:cNvPr>
          <p:cNvSpPr>
            <a:spLocks noGrp="1"/>
          </p:cNvSpPr>
          <p:nvPr/>
        </p:nvSpPr>
        <p:spPr>
          <a:xfrm>
            <a:off x="5513506" y="5750974"/>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998" name="text_5297">
            <a:extLst>
              <a:ext uri="{FF2B5EF4-FFF2-40B4-BE49-F238E27FC236}">
                <a16:creationId xmlns:a16="http://schemas.microsoft.com/office/drawing/2014/main" id="{E6125190-5F3C-4FC9-A16F-60A5640BC303}"/>
              </a:ext>
            </a:extLst>
          </p:cNvPr>
          <p:cNvSpPr>
            <a:spLocks noGrp="1"/>
          </p:cNvSpPr>
          <p:nvPr/>
        </p:nvSpPr>
        <p:spPr>
          <a:xfrm>
            <a:off x="712800" y="1804503"/>
            <a:ext cx="2791447"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Docking guided by predicted ligand regions</a:t>
            </a:r>
          </a:p>
        </p:txBody>
      </p:sp>
    </p:spTree>
    <p:extLst>
      <p:ext uri="{BB962C8B-B14F-4D97-AF65-F5344CB8AC3E}">
        <p14:creationId xmlns:p14="http://schemas.microsoft.com/office/powerpoint/2010/main" val="1977371646"/>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0"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12800"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14554" y="1392203"/>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391747" y="1392203"/>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146133" y="1392203"/>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00519" y="1392203"/>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3543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1262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48981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4420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29985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12800"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674700"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58505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12800"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674700"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3350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12800"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674700"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481960"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67234" y="1625107"/>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150377"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38864"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081732"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160594"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28359"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33091"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063743"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32803"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14112"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095403"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080149"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065902"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082308"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167502"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22458"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32244"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069068"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159443"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32532"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050360"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057699"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068924"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158292"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071227"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150233"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151384"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155126"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072378"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050648"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34403"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43884"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38000"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045179"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165631"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43613"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091518"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067197"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169660"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17422"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150233"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049353"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41310"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20444"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29061"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088352"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070507"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02743"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084610"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146779"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044891"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051511"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11377"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10082"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156853"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35122"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067197"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38000"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26344"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32532"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145915"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054533"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43740"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26632"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163760"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169948"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081013"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33827"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144764"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162177"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146923"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25193"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36976"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050936"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12097"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056980"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083027"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32083"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27570"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16057"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458925"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37787"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05552"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10284"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40936"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09996"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491305"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472596"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457342"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43095"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459501"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544695"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499651"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09437"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446261"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36636"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09725"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27553"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34892"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446117"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35485"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448420"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27426"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28577"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32319"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449571"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27841"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11596"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21077"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15193"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22372"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42824"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20806"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468711"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44390"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546853"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494614"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27426"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26546"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18503"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497637"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06254"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465545"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447700"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479936"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461803"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23972"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22084"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28704"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488570"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487275"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34046"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12315"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44390"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15193"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03537"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09725"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23108"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31726"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20933"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03825"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40953"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547141"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458206"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11020"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21957"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39370"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24116"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02386"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14169"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28129"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489290"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34173"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460220"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09276"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281956"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270443"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13311"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292173"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259938"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164670"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195322"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164382"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245691"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26982"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11728"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197481"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13887"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299081"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254037"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263823"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00647"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291022"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264111"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181939"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189278"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00503"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289871"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02806"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281812"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282963"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286705"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03957"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182227"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265982"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175463"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269579"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176758"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297210"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275192"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23097"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198776"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01239"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249000"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281812"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180932"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272889"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252023"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160640"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19931"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02086"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34322"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16189"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278358"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176470"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183090"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42956"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41661"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288432"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266701"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198776"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269579"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257923"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264111"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277494"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186112"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175319"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258211"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295339"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01527"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12591"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265406"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276343"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293756"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278502"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256772"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168555"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182515"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43676"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188559"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14606"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163662"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36342"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24829"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2967697"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046559"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14324"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19056"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2949708"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18768"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00077"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2981368"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2966114"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2951867"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2968273"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053467"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08423"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18209"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2955033"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045408"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18497"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36325"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43664"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2954889"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44257"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2957192"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36198"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37349"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41091"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2958343"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36613"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20368"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29849"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23965"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31144"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051596"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29578"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2977483"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2953162"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055625"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03386"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36198"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35317"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27275"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06409"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15026"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2974317"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2956472"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2988708"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2970575"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32744"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30856"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37476"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2997342"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2996047"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42817"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21087"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2953162"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23965"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12309"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18497"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31880"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40498"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29705"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12597"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049725"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055913"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2966977"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19792"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30729"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048142"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32888"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11158"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22941"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36900"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2998062"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42945"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2968992"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18048"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12800"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12800"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370611"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12800"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35432"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35432" y="1977073"/>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091035"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468228"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22614"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2976999"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076704"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45389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08282"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2962668"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41389"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43144" y="1392203"/>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20337" y="1392203"/>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274723" y="1392203"/>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29109" y="1392203"/>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86402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4121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1840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37279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2717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41389"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03289"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1364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41389"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03289"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66209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41389"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03289"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10549"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278966"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267453"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10322"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289184"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256948"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161680"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192333"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161393"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42701"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23993"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08739"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194492"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10897"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296091"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251048"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260834"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197658"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288032"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261121"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178949"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186289"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197514"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286881"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199816"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278822"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279974"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283715"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00967"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179237"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262992"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172474"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266590"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173769"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294220"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272202"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20107"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195787"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298250"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246011"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278822"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177942"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269900"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249033"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157651"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16941"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199097"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31332"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13200"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275368"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173481"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180101"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39967"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38672"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285442"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263712"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195787"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266590"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254933"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261121"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274505"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183123"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172330"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255221"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292350"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298538"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09602"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262417"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273354"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290767"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275512"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253782"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165566"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179525"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40686"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185569"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11617"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160673"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656159"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644646"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587515"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666377"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34141"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38873"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569526"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38585"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19894"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01186"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585932"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571685"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588090"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673284"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28241"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38027"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574851"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665225"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38314"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556142"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563482"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574707"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664074"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577009"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656015"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657166"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660908"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578160"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556430"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40185"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549666"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43783"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550962"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671413"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649395"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597300"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572980"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675443"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23204"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656015"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555135"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647093"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26226"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34844"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594134"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576290"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08525"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590393"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652561"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550674"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557294"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17160"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15865"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662635"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40905"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572980"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43783"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32126"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38314"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651698"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560316"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549523"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32414"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669543"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675731"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586795"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39610"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650547"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667960"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652705"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30975"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42759"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556718"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17879"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562762"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588810"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37866"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10545"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399032"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41901"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20763"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388527"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293259"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23912"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292971"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374280"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355572"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40318"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26071"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42476"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27670"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382627"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392413"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29237"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19611"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392700"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10528"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17868"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29093"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18460"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31395"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10401"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11552"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15294"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32546"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10816"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394571"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04052"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398169"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05348"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25799"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03781"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351686"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27366"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29829"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377590"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10401"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09521"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01479"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380612"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289230"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348520"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30676"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362911"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344779"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06947"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05060"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11680"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371546"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370251"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17021"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395291"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27366"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398169"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386512"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392700"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06084"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14702"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03909"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386800"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23929"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30117"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41181"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393996"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04933"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22346"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07091"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385361"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297145"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11104"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372265"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17148"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43196"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292252"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164931"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153418"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096286"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175149"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42913"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047645"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078298"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047357"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28666"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09958"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094703"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080456"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096862"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182056"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37013"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146799"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083622"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173997"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147086"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064914"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072254"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083479"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172846"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085781"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164787"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165938"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169680"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086932"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065202"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148957"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058438"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152555"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059734"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180185"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158167"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06072"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081752"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184215"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31976"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164787"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063907"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155865"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34998"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43616"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02906"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085062"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17297"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099165"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161333"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059446"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066066"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25932"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24637"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171407"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149677"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081752"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152555"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40898"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147086"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160470"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069088"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058295"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41186"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178315"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184503"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095567"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148382"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159319"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176732"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161477"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39747"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051531"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065490"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26651"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071534"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097582"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046638"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41389"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41389"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499200"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41389"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864021"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864021"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19624"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596817"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351203"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05589"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05293"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58248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36872"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091258"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12800"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14554" y="2550244"/>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391747" y="2550244"/>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146133" y="2550244"/>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00519" y="2550244"/>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3543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1262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48981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4420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29985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12800"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674700"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58505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12800"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674700"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3350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12800"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674700"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481960"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67234" y="278314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150377"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38864"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081732"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160594"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28359"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33091"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063743"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32803"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14112"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095403"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080149"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065902"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082308"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167502"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22458"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32244"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069068"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159443"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32532"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050360"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057699"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068924"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158292"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071227"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150233"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151384"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155126"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072378"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050648"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34403"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43884"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38000"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045179"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165631"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43613"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091518"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067197"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169660"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17422"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150233"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049353"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41310"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20444"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29061"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088352"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070507"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02743"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084610"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146779"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044891"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051511"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11377"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10082"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156853"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35122"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067197"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38000"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26344"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32532"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145915"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054533"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43740"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26632"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163760"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169948"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081013"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33827"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144764"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162177"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146923"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25193"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36976"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050936"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12097"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056980"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083027"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32083"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27570"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16057"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458925"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37787"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05552"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10284"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40936"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09996"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491305"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472596"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457342"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43095"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459501"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544695"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499651"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09437"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446261"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36636"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09725"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27553"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34892"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446117"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35485"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448420"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27426"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28577"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32319"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449571"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27841"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11596"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21077"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15193"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22372"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42824"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20806"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468711"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44390"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546853"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494614"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27426"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26546"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18503"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497637"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06254"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465545"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447700"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479936"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461803"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23972"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22084"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28704"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488570"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487275"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34046"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12315"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44390"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15193"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03537"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09725"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23108"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31726"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20933"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03825"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40953"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547141"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458206"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11020"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21957"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39370"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24116"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02386"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14169"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28129"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489290"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34173"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460220"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09276"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281956"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270443"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13311"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292173"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259938"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164670"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195322"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164382"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245691"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26982"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11728"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197481"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13887"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299081"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254037"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263823"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00647"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291022"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264111"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181939"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189278"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00503"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289871"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02806"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281812"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282963"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286705"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03957"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182227"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265982"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175463"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269579"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176758"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297210"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275192"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23097"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198776"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01239"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249000"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281812"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180932"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272889"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252023"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160640"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19931"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02086"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34322"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16189"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278358"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176470"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183090"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42956"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41661"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288432"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266701"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198776"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269579"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257923"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264111"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277494"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186112"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175319"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258211"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295339"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01527"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12591"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265406"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276343"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293756"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278502"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256772"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168555"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182515"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43676"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188559"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14606"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163662"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36342"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24829"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2967697"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046559"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14324"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19056"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2949708"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18768"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00077"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2981368"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2966114"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2951867"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2968273"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053467"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08423"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18209"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2955033"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045408"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18497"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36325"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43664"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2954889"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44257"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2957192"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36198"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37349"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41091"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2958343"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36613"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20368"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29849"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23965"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31144"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051596"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29578"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2977483"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2953162"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055625"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03386"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36198"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35317"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27275"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06409"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15026"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2974317"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2956472"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2988708"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2970575"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32744"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30856"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37476"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2997342"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2996047"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42817"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21087"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2953162"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23965"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12309"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18497"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31880"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40498"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29705"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12597"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049725"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055913"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2966977"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19792"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30729"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048142"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32888"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11158"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22941"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36900"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2998062"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42945"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2968992"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18048"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12800"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12800"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370611"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12800"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35432" y="2898365"/>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35432" y="3005142"/>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091035"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468228"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22614"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2976999"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076704"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45389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08282"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2962668"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41389"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43144" y="2550244"/>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20337" y="2550244"/>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274723" y="2550244"/>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29109" y="2550244"/>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86402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4121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1840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37279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2717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41389"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03289"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1364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41389"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03289"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66209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41389"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03289"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10549"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278966"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267453"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10322"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289184"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256948"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161680"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192333"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161393"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42701"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23993"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08739"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194492"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10897"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296091"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251048"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260834"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197658"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288032"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261121"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178949"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186289"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197514"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286881"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199816"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278822"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279974"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283715"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00967"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179237"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262992"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172474"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266590"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173769"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294220"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272202"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20107"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195787"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298250"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246011"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278822"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177942"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269900"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249033"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157651"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16941"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199097"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31332"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13200"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275368"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173481"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180101"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39967"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38672"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285442"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263712"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195787"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266590"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254933"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261121"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274505"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183123"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172330"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255221"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292350"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298538"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09602"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262417"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273354"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290767"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275512"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253782"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165566"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179525"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40686"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185569"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11617"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160673"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656159"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644646"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587515"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666377"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34141"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38873"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569526"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38585"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19894"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01186"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585932"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571685"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588090"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673284"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28241"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38027"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574851"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665225"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38314"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556142"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563482"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574707"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664074"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577009"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656015"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657166"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660908"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578160"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556430"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40185"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549666"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43783"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550962"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671413"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649395"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597300"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572980"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675443"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23204"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656015"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555135"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647093"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26226"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34844"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594134"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576290"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08525"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590393"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652561"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550674"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557294"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17160"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15865"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662635"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40905"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572980"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43783"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32126"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38314"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651698"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560316"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549523"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32414"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669543"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675731"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586795"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39610"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650547"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667960"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652705"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30975"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42759"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556718"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17879"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562762"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588810"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37866"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10545"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399032"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41901"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20763"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388527"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293259"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23912"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292971"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374280"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355572"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40318"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26071"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42476"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27670"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382627"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392413"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29237"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19611"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392700"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10528"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17868"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29093"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18460"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31395"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10401"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11552"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15294"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32546"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10816"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394571"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04052"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398169"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05348"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25799"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03781"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351686"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27366"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29829"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377590"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10401"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09521"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01479"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380612"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289230"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348520"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30676"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362911"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344779"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06947"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05060"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11680"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371546"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370251"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17021"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395291"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27366"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398169"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386512"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392700"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06084"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14702"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03909"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386800"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23929"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30117"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41181"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393996"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04933"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22346"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07091"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385361"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297145"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11104"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372265"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17148"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43196"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292252"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164931"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153418"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096286"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175149"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42913"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047645"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078298"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047357"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28666"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09958"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094703"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080456"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096862"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182056"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37013"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146799"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083622"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173997"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147086"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064914"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072254"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083479"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172846"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085781"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164787"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165938"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169680"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086932"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065202"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148957"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058438"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152555"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059734"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180185"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158167"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06072"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081752"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184215"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31976"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164787"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063907"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155865"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34998"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43616"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02906"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085062"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17297"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099165"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161333"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059446"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066066"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25932"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24637"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171407"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149677"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081752"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152555"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40898"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147086"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160470"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069088"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058295"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41186"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178315"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184503"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095567"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148382"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159319"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176732"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161477"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39747"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051531"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065490"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26651"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071534"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097582"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046638"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41389"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41389"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499200"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41389"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864021" y="2842837"/>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864021" y="2842679"/>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19624"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596817"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351203"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05589"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05293"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582486"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36872"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091258"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12800"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14554" y="3708285"/>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391747" y="3708285"/>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146133" y="3708285"/>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00519" y="3708285"/>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3543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1262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48981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4420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29985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12800"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674700"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58505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12800"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674700"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3350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12800"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674700"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481960"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67234" y="394118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150377"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38864"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081732"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160594"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28359"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33091"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063743"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32803"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14112"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095403"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080149"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065902"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082308"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167502"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22458"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32244"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069068"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159443"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32532"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050360"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057699"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068924"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158292"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071227"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150233"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151384"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155126"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072378"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050648"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34403"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43884"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38000"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045179"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165631"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43613"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091518"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067197"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169660"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17422"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150233"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049353"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41310"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20444"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29061"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088352"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070507"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02743"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084610"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146779"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044891"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051511"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11377"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10082"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156853"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35122"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067197"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38000"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26344"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32532"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145915"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054533"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43740"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26632"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163760"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169948"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081013"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33827"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144764"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162177"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146923"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25193"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36976"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050936"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12097"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056980"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083027"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32083"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27570"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16057"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458925"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37787"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05552"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10284"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40936"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09996"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491305"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472596"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457342"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43095"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459501"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544695"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499651"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09437"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446261"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36636"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09725"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27553"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34892"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446117"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35485"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448420"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27426"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28577"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32319"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449571"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27841"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11596"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21077"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15193"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22372"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42824"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20806"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468711"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44390"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546853"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494614"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27426"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26546"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18503"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497637"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06254"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465545"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447700"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479936"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461803"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23972"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22084"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28704"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488570"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487275"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34046"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12315"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44390"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15193"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03537"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09725"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23108"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31726"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20933"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03825"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40953"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547141"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458206"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11020"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21957"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39370"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24116"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02386"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14169"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28129"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489290"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34173"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460220"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09276"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281956"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270443"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13311"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292173"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259938"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164670"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195322"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164382"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245691"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26982"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11728"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197481"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13887"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299081"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254037"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263823"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00647"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291022"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264111"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181939"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189278"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00503"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289871"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02806"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281812"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282963"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286705"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03957"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182227"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265982"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175463"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269579"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176758"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297210"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275192"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23097"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198776"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01239"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249000"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281812"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180932"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272889"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252023"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160640"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19931"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02086"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34322"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16189"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278358"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176470"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183090"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42956"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41661"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288432"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266701"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198776"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269579"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257923"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264111"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277494"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186112"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175319"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258211"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295339"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01527"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12591"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265406"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276343"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293756"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278502"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256772"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168555"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182515"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43676"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188559"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14606"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163662"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36342"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24829"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2967697"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046559"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14324"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19056"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2949708"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18768"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00077"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2981368"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2966114"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2951867"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2968273"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053467"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08423"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18209"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2955033"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045408"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18497"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36325"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43664"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2954889"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44257"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2957192"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36198"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37349"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41091"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2958343"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36613"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20368"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29849"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23965"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31144"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051596"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29578"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2977483"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2953162"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055625"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03386"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36198"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35317"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27275"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06409"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15026"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2974317"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2956472"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2988708"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2970575"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32744"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30856"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37476"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2997342"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2996047"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42817"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21087"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2953162"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23965"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12309"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18497"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31880"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40498"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29705"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12597"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049725"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055913"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2966977"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19792"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30729"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048142"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32888"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11158"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22941"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36900"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2998062"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42945"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2968992"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18048"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12800"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12800"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370611"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12800"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35432" y="4019341"/>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35432"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091035"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468228"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22614"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2976999"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076704"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453897"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08282"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2962668"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41389"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43144" y="3708285"/>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20337" y="3708285"/>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274723" y="3708285"/>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29109" y="3708285"/>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86402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4121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1840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37279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2717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41389"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03289"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1364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41389"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03289"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66209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41389"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03289"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10549"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278966"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267453"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10322"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289184"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256948"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161680"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192333"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161393"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42701"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23993"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08739"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194492"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10897"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296091"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251048"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260834"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197658"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288032"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261121"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178949"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186289"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197514"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286881"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199816"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278822"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279974"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283715"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00967"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179237"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262992"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172474"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266590"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173769"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294220"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272202"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20107"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195787"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298250"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246011"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278822"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177942"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269900"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249033"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157651"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16941"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199097"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31332"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13200"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275368"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173481"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180101"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39967"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38672"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285442"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263712"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195787"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266590"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254933"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261121"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274505"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183123"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172330"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255221"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292350"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298538"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09602"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262417"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273354"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290767"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275512"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253782"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165566"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179525"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40686"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185569"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11617"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160673"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656159"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644646"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587515"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666377"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34141"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38873"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569526"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38585"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19894"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01186"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585932"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571685"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588090"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673284"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28241"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38027"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574851"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665225"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38314"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556142"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563482"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574707"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664074"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577009"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656015"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657166"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660908"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578160"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556430"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40185"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549666"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43783"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550962"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671413"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649395"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597300"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572980"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675443"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23204"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656015"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555135"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647093"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26226"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34844"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594134"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576290"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08525"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590393"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652561"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550674"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557294"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17160"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15865"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662635"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40905"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572980"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43783"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32126"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38314"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651698"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560316"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549523"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32414"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669543"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675731"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586795"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39610"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650547"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667960"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652705"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30975"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42759"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556718"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17879"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562762"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588810"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37866"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10545"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399032"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41901"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20763"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388527"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293259"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23912"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292971"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374280"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355572"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40318"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26071"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42476"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27670"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382627"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392413"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29237"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19611"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392700"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10528"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17868"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29093"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18460"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31395"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10401"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11552"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15294"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32546"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10816"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394571"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04052"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398169"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05348"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25799"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03781"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351686"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27366"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29829"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377590"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10401"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09521"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01479"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380612"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289230"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348520"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30676"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362911"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344779"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06947"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05060"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11680"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371546"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370251"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17021"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395291"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27366"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398169"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386512"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392700"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06084"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14702"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03909"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386800"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23929"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30117"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41181"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393996"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04933"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22346"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07091"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385361"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297145"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11104"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372265"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17148"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43196"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292252"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164931"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153418"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096286"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175149"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42913"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047645"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078298"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047357"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28666"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09958"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094703"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080456"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096862"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182056"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37013"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146799"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083622"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173997"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147086"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064914"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072254"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083479"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172846"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085781"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164787"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165938"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169680"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086932"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065202"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148957"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058438"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152555"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059734"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180185"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158167"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06072"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081752"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184215"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31976"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164787"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063907"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155865"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34998"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43616"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02906"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085062"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17297"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099165"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161333"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059446"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066066"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25932"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24637"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171407"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149677"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081752"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152555"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40898"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147086"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160470"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069088"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058295"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41186"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178315"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184503"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095567"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148382"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159319"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176732"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161477"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39747"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051531"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065490"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26651"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071534"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097582"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046638"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41389"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41389"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499200"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41389"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864021" y="3971273"/>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864021" y="4000720"/>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19624"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596817"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351203"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05589"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05293"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582486"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36872"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091258"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12800"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14554" y="4866326"/>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391747" y="4866326"/>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146133" y="4866326"/>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00519" y="4866326"/>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3543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1262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48981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4420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29985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12800"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674700"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58505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12800"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674700"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3350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12800"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674700"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481960"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67234" y="509922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150377"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38864"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081732"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160594"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28359"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33091"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063743"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32803"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14112"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095403"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080149"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065902"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082308"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167502"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22458"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32244"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069068"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159443"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32532"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050360"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057699"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068924"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158292"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071227"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150233"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151384"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155126"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072378"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050648"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34403"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43884"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38000"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045179"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165631"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43613"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091518"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067197"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169660"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17422"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150233"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049353"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41310"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20444"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29061"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088352"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070507"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02743"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084610"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146779"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044891"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051511"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11377"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10082"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156853"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35122"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067197"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38000"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26344"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32532"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145915"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054533"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43740"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26632"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163760"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169948"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081013"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33827"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144764"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162177"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146923"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25193"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36976"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050936"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12097"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056980"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083027"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32083"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27570"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16057"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458925"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37787"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05552"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10284"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40936"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09996"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491305"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472596"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457342"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43095"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459501"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544695"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499651"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09437"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446261"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36636"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09725"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27553"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34892"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446117"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35485"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448420"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27426"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28577"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32319"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449571"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27841"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11596"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21077"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15193"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22372"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42824"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20806"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468711"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44390"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546853"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494614"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27426"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26546"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18503"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497637"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06254"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465545"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447700"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479936"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461803"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23972"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22084"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28704"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488570"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487275"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34046"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12315"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44390"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15193"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03537"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09725"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23108"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31726"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20933"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03825"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40953"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547141"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458206"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11020"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21957"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39370"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24116"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02386"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14169"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28129"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489290"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34173"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460220"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09276"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281956"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270443"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13311"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292173"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259938"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164670"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195322"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164382"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245691"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26982"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11728"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197481"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13887"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299081"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254037"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263823"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00647"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291022"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264111"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181939"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189278"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00503"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289871"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02806"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281812"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282963"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286705"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03957"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182227"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265982"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175463"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269579"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176758"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297210"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275192"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23097"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198776"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01239"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249000"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281812"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180932"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272889"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252023"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160640"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19931"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02086"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34322"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16189"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278358"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176470"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183090"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42956"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41661"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288432"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266701"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198776"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269579"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257923"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264111"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277494"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186112"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175319"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258211"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295339"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01527"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12591"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265406"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276343"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293756"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278502"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256772"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168555"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182515"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43676"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188559"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14606"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163662"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36342"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24829"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2967697"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046559"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14324"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19056"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2949708"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18768"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00077"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2981368"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2966114"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2951867"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2968273"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053467"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08423"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18209"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2955033"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045408"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18497"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36325"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43664"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2954889"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44257"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2957192"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36198"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37349"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41091"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2958343"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36613"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20368"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29849"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23965"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31144"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051596"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29578"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2977483"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2953162"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055625"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03386"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36198"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35317"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27275"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06409"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15026"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2974317"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2956472"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2988708"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2970575"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32744"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30856"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37476"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2997342"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2996047"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42817"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21087"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2953162"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23965"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12309"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18497"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31880"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40498"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29705"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12597"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049725"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055913"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2966977"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19792"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30729"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048142"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32888"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11158"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22941"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36900"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2998062"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42945"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2968992"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18048"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12800"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12800"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370611"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12800"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35432"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35432" y="4963804"/>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091035"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468228"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22614"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2976999"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076704"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453897"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08282"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2962668"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41389"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43144" y="4866326"/>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20337" y="4866326"/>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274723" y="4866326"/>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29109" y="4866326"/>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86402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4121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1840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37279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2717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41389"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03289"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1364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41389"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03289"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66209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41389"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03289"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10549"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278966"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267453"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10322"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289184"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256948"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161680"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192333"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161393"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42701"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23993"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08739"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194492"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10897"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296091"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251048"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260834"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197658"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288032"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261121"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178949"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186289"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197514"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286881"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199816"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278822"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279974"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283715"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00967"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179237"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262992"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172474"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266590"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173769"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294220"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272202"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20107"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195787"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298250"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246011"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278822"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177942"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269900"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249033"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157651"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16941"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199097"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31332"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13200"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275368"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173481"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180101"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39967"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38672"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285442"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263712"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195787"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266590"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254933"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261121"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274505"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183123"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172330"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255221"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292350"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298538"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09602"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262417"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273354"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290767"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275512"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253782"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165566"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179525"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40686"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185569"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11617"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160673"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656159"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644646"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587515"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666377"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34141"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38873"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569526"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38585"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19894"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01186"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585932"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571685"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588090"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673284"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28241"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38027"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574851"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665225"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38314"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556142"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563482"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574707"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664074"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577009"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656015"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657166"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660908"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578160"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556430"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40185"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549666"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43783"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550962"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671413"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649395"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597300"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572980"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675443"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23204"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656015"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555135"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647093"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26226"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34844"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594134"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576290"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08525"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590393"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652561"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550674"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557294"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17160"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15865"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662635"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40905"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572980"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43783"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32126"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38314"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651698"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560316"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549523"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32414"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669543"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675731"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586795"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39610"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650547"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667960"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652705"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30975"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42759"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556718"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17879"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562762"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588810"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37866"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10545"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399032"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41901"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20763"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388527"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293259"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23912"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292971"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374280"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355572"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40318"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26071"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42476"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27670"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382627"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392413"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29237"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19611"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392700"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10528"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17868"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29093"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18460"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31395"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10401"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11552"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15294"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32546"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10816"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394571"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04052"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398169"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05348"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25799"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03781"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351686"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27366"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29829"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377590"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10401"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09521"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01479"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380612"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289230"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348520"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30676"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362911"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344779"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06947"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05060"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11680"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371546"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370251"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17021"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395291"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27366"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398169"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386512"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392700"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06084"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14702"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03909"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386800"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23929"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30117"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41181"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393996"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04933"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22346"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07091"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385361"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297145"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11104"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372265"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17148"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43196"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292252"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164931"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153418"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096286"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175149"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42913"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047645"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078298"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047357"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28666"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09958"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094703"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080456"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096862"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182056"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37013"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146799"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083622"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173997"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147086"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064914"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072254"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083479"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172846"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085781"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164787"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165938"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169680"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086932"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065202"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148957"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058438"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152555"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059734"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180185"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158167"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06072"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081752"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184215"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31976"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164787"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063907"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155865"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34998"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43616"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02906"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085062"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17297"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099165"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161333"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059446"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066066"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25932"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24637"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171407"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149677"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081752"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152555"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40898"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147086"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160470"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069088"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058295"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41186"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178315"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184503"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095567"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148382"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159319"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176732"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161477"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39747"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051531"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065490"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26651"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071534"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097582"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046638"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41389"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41389"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499200"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41389"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864021"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864021" y="4866326"/>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19624"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596817"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351203"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05589"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05293"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582486"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36872"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091258"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12800"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14554" y="6024367"/>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391747"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146133"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00519"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3543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1262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48981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4420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29985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12800"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674700"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58505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12800"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674700"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3350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12800"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674700"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481960"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67234" y="625727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150377"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38864"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081732"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160594"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28359"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33091"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063743"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32803"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14112"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095403"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080149"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065902"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082308"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167502"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22458"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32244"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069068"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159443"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32532"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050360"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057699"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068924"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158292"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071227"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150233"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151384"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155126"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072378"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050648"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34403"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43884"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38000"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045179"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165631"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43613"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091518"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067197"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169660"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17422"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150233"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049353"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41310"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20444"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29061"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088352"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070507"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02743"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084610"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146779"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044891"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051511"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11377"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10082"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156853"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35122"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067197"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38000"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26344"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32532"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145915"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054533"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43740"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26632"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163760"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169948"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081013"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33827"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144764"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162177"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146923"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25193"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36976"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050936"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12097"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056980"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083027"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32083"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27570"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16057"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458925"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37787"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05552"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10284"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40936"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09996"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491305"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472596"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457342"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43095"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459501"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544695"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499651"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09437"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446261"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36636"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09725"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27553"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34892"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446117"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35485"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448420"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27426"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28577"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32319"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449571"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27841"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11596"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21077"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15193"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22372"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42824"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20806"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468711"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44390"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546853"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494614"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27426"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26546"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18503"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497637"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06254"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465545"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447700"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479936"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461803"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23972"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22084"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28704"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488570"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487275"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34046"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12315"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44390"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15193"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03537"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09725"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23108"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31726"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20933"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03825"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40953"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547141"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458206"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11020"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21957"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39370"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24116"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02386"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14169"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28129"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489290"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34173"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460220"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09276"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281956"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270443"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13311"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292173"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259938"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164670"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195322"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164382"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245691"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26982"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11728"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197481"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13887"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299081"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254037"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263823"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00647"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291022"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264111"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181939"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189278"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00503"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289871"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02806"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281812"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282963"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286705"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03957"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182227"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265982"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175463"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269579"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176758"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297210"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275192"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23097"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198776"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01239"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249000"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281812"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180932"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272889"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252023"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160640"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19931"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02086"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34322"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16189"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278358"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176470"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183090"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42956"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41661"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288432"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266701"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198776"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269579"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257923"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264111"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277494"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186112"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175319"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258211"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295339"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01527"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12591"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265406"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276343"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293756"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278502"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256772"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168555"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182515"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43676"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188559"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14606"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163662"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36342"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24829"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2967697"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046559"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14324"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19056"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2949708"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18768"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00077"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2981368"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2966114"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2951867"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2968273"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053467"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08423"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18209"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2955033"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045408"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18497"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36325"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43664"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2954889"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44257"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2957192"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36198"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37349"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41091"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2958343"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36613"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20368"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29849"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23965"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31144"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051596"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29578"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2977483"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2953162"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055625"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03386"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36198"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35317"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27275"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06409"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15026"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2974317"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2956472"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2988708"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2970575"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32744"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30856"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37476"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2997342"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2996047"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42817"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21087"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2953162"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23965"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12309"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18497"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31880"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40498"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29705"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12597"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049725"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055913"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2966977"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19792"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30729"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048142"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32888"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11158"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22941"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36900"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2998062"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42945"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2968992"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18048"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12800"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12800"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370611"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12800"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35432" y="6268765"/>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35432"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091035"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468228"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22614"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2976999"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076704"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453897"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08282"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2962668"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41389"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43144" y="6024367"/>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20337" y="6024367"/>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274723"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29109"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86402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4121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1840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37279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2717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41389"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03289"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1364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41389"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03289"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66209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41389"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03289"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10549"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278966"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267453"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10322"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289184"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256948"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161680"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192333"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161393"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42701"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23993"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08739"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194492"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10897"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296091"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251048"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260834"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197658"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288032"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261121"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178949"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186289"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197514"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286881"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199816"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278822"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279974"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283715"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00967"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179237"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262992"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172474"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266590"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173769"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294220"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272202"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20107"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195787"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298250"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246011"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278822"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177942"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269900"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249033"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157651"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16941"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199097"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31332"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13200"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275368"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173481"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180101"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39967"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38672"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285442"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263712"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195787"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266590"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254933"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261121"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274505"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183123"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172330"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255221"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292350"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298538"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09602"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262417"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273354"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290767"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275512"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253782"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165566"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179525"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40686"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185569"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11617"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160673"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656159"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644646"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587515"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666377"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34141"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38873"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569526"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38585"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19894"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01186"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585932"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571685"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588090"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673284"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28241"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38027"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574851"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665225"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38314"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556142"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563482"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574707"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664074"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577009"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656015"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657166"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660908"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578160"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556430"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40185"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549666"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43783"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550962"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671413"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649395"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597300"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572980"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675443"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23204"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656015"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555135"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647093"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26226"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34844"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594134"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576290"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08525"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590393"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652561"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550674"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557294"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17160"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15865"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662635"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40905"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572980"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43783"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32126"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38314"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651698"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560316"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549523"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32414"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669543"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675731"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586795"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39610"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650547"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667960"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652705"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30975"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42759"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556718"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17879"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562762"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588810"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37866"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10545"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399032"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41901"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20763"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388527"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293259"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23912"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292971"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374280"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355572"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40318"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26071"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42476"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27670"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382627"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392413"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29237"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19611"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392700"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10528"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17868"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29093"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18460"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31395"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10401"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11552"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15294"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32546"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10816"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394571"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04052"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398169"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05348"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25799"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03781"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351686"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27366"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29829"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377590"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10401"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09521"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01479"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380612"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289230"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348520"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30676"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362911"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344779"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06947"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05060"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11680"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371546"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370251"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17021"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395291"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27366"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398169"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386512"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392700"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06084"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14702"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03909"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386800"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23929"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30117"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41181"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393996"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04933"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22346"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07091"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385361"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297145"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11104"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372265"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17148"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43196"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292252"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164931"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153418"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096286"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175149"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42913"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047645"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078298"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047357"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28666"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09958"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094703"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080456"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096862"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182056"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37013"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146799"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083622"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173997"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147086"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064914"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072254"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083479"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172846"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085781"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164787"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165938"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169680"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086932"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065202"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148957"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058438"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152555"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059734"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180185"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158167"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06072"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081752"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184215"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31976"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164787"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063907"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155865"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34998"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43616"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02906"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085062"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17297"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099165"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161333"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059446"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066066"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25932"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24637"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171407"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149677"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081752"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152555"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40898"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147086"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160470"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069088"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058295"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41186"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178315"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184503"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095567"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148382"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159319"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176732"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161477"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39747"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051531"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065490"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26651"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071534"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097582"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046638"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41389"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41389"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499200"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41389"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864021" y="6233779"/>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864021" y="6024367"/>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19624"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596817"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351203"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05589"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05293"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582486"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36872"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091258"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12800"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14554" y="7182407"/>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391747" y="7182407"/>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146133"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00519"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3543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0965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1262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061078"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48981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1249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4420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16688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29985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2126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0529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12800"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674700"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58505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12800"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674700"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3350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12800"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674700"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481960"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67234" y="741531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150377"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38864"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081732"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160594"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28359"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33091"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063743"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32803"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14112"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095403"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080149"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065902"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082308"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167502"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22458"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32244"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069068"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159443"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32532"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050360"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057699"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068924"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158292"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071227"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150233"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151384"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155126"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072378"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050648"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34403"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43884"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38000"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045179"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165631"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43613"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091518"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067197"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169660"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17422"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150233"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049353"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41310"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20444"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29061"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088352"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070507"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02743"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084610"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146779"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044891"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051511"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11377"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10082"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156853"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35122"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067197"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38000"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26344"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32532"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145915"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054533"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43740"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26632"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163760"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169948"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081013"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33827"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144764"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162177"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146923"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25193"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36976"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050936"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12097"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056980"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083027"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32083"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27570"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16057"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458925"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37787"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05552"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10284"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40936"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09996"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491305"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472596"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457342"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43095"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459501"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544695"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499651"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09437"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446261"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36636"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09725"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27553"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34892"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446117"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35485"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448420"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27426"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28577"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32319"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449571"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27841"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11596"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21077"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15193"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22372"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42824"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20806"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468711"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44390"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546853"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494614"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27426"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26546"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18503"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497637"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06254"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465545"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447700"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479936"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461803"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23972"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22084"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28704"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488570"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487275"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34046"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12315"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44390"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15193"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03537"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09725"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23108"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31726"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20933"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03825"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40953"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547141"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458206"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11020"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21957"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39370"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24116"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02386"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14169"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28129"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489290"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34173"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460220"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09276"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281956"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270443"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13311"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292173"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259938"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164670"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195322"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164382"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245691"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26982"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11728"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197481"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13887"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299081"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254037"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263823"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00647"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291022"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264111"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181939"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189278"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00503"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289871"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02806"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281812"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282963"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286705"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03957"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182227"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265982"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175463"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269579"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176758"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297210"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275192"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23097"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198776"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01239"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249000"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281812"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180932"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272889"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252023"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160640"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19931"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02086"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34322"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16189"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278358"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176470"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183090"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42956"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41661"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288432"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266701"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198776"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269579"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257923"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264111"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277494"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186112"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175319"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258211"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295339"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01527"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12591"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265406"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276343"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293756"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278502"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256772"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168555"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182515"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43676"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188559"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14606"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163662"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36342"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24829"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2967697"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046559"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14324"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19056"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2949708"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18768"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00077"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2981368"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2966114"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2951867"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2968273"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053467"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08423"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18209"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2955033"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045408"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18497"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36325"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43664"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2954889"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44257"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2957192"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36198"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37349"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41091"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2958343"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36613"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20368"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29849"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23965"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31144"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051596"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29578"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2977483"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2953162"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055625"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03386"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36198"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35317"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27275"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06409"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15026"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2974317"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2956472"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2988708"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2970575"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32744"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30856"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37476"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2997342"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2996047"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42817"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21087"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2953162"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23965"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12309"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18497"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31880"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40498"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29705"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12597"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049725"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055913"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2966977"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19792"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30729"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048142"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32888"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11158"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22941"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36900"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2998062"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42945"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2968992"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18048"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12800"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12800"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370611"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12800"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35432"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35432" y="7182407"/>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091035"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468228"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22614"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2976999"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076704"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453897"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0828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296266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41389"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43144" y="7182407"/>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20337" y="7182407"/>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274723"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29109"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86402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3824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4121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189667"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1840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4108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37279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29547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2717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04985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3388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41389"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03289"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1364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41389"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03289"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66209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41389"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03289"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10549"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278966"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267453"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10322"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289184"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256948"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161680"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192333"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161393"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42701"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23993"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08739"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194492"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10897"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296091"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251048"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260834"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197658"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288032"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261121"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178949"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186289"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197514"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286881"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199816"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278822"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279974"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283715"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00967"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179237"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262992"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172474"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266590"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173769"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294220"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272202"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20107"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195787"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298250"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246011"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278822"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177942"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269900"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249033"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157651"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16941"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199097"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31332"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13200"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275368"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173481"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180101"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39967"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38672"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285442"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263712"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195787"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266590"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254933"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261121"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274505"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183123"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172330"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255221"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292350"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298538"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09602"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262417"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273354"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290767"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275512"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253782"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165566"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179525"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40686"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185569"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11617"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160673"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656159"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644646"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587515"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666377"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34141"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38873"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569526"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38585"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19894"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01186"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585932"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571685"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588090"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673284"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28241"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38027"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574851"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665225"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38314"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556142"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563482"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574707"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664074"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577009"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656015"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657166"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660908"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578160"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556430"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40185"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549666"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43783"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550962"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671413"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649395"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597300"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572980"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675443"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23204"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656015"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555135"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647093"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26226"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34844"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594134"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576290"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08525"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590393"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652561"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550674"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557294"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17160"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15865"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662635"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40905"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572980"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43783"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32126"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38314"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651698"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560316"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549523"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32414"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669543"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675731"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586795"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39610"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650547"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667960"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652705"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30975"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42759"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556718"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17879"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562762"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588810"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37866"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10545"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399032"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41901"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20763"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388527"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293259"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23912"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292971"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374280"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355572"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40318"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26071"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42476"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27670"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382627"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392413"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29237"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19611"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392700"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10528"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17868"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29093"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18460"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31395"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10401"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11552"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15294"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32546"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10816"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394571"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04052"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398169"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05348"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25799"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03781"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351686"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27366"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29829"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377590"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10401"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09521"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01479"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380612"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289230"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348520"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30676"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362911"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344779"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06947"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05060"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11680"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371546"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370251"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17021"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395291"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27366"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398169"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386512"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392700"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06084"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14702"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03909"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386800"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23929"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30117"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41181"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393996"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04933"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22346"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07091"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385361"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297145"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11104"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372265"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17148"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43196"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292252"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164931"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153418"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096286"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175149"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42913"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047645"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078298"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047357"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28666"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09958"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094703"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080456"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096862"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182056"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37013"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146799"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083622"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173997"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147086"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064914"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072254"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083479"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172846"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085781"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164787"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165938"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169680"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086932"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065202"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148957"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058438"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152555"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059734"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180185"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158167"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06072"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081752"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184215"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31976"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164787"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063907"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155865"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34998"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43616"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02906"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085062"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17297"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099165"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161333"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059446"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066066"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25932"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24637"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171407"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149677"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081752"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152555"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40898"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147086"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160470"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069088"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058295"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41186"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178315"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184503"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095567"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148382"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159319"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176732"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161477"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39747"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051531"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065490"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26651"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071534"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097582"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046638"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41389"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41389"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499200"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41389"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864021" y="7349302"/>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864021" y="7182407"/>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19624"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596817"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351203"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05589"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05293"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582486"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3687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09125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12800" y="904950"/>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12800" y="3221032"/>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12800" y="5537114"/>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5" name="text_9412">
            <a:extLst>
              <a:ext uri="{FF2B5EF4-FFF2-40B4-BE49-F238E27FC236}">
                <a16:creationId xmlns:a16="http://schemas.microsoft.com/office/drawing/2014/main" id="{1899C60E-51E3-43A2-9330-962FA92E4493}"/>
              </a:ext>
            </a:extLst>
          </p:cNvPr>
          <p:cNvSpPr>
            <a:spLocks noGrp="1"/>
          </p:cNvSpPr>
          <p:nvPr/>
        </p:nvSpPr>
        <p:spPr>
          <a:xfrm>
            <a:off x="712800" y="473943"/>
            <a:ext cx="3295244"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Find–Build completion with correct ligand identities</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33725" y="80420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08655"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00425" y="76229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29169" y="80420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492988"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695869" y="76229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274944"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465444" y="76229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Individual PDB</a:t>
            </a:r>
          </a:p>
        </p:txBody>
      </p:sp>
    </p:spTree>
    <p:extLst>
      <p:ext uri="{BB962C8B-B14F-4D97-AF65-F5344CB8AC3E}">
        <p14:creationId xmlns:p14="http://schemas.microsoft.com/office/powerpoint/2010/main" val="1922608371"/>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1739</Words>
  <Application>Microsoft Office PowerPoint</Application>
  <DocSecurity>0</DocSecurity>
  <PresentationFormat>自定义</PresentationFormat>
  <Paragraphs>195</Paragraphs>
  <Slides>3</Slides>
  <Notes>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3</vt:i4>
      </vt:variant>
    </vt:vector>
  </HeadingPairs>
  <TitlesOfParts>
    <vt:vector size="6" baseType="lpstr">
      <vt:lpstr>Aptos</vt:lpstr>
      <vt:lpstr>Arial</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2026-10-16T06:54:16Z</dcterms:created>
  <dcterms:modified xsi:type="dcterms:W3CDTF">2026-10-16T07:09:18Z</dcterms:modified>
</cp:coreProperties>
</file>