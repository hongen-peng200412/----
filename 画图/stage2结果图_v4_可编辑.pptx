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0740AD-AB3A-45B1-BC73-A758DF600AC3}" authorId="{D3F71A66-0C34-DF1A-5236-FECDBC820DCB}" created="2026-10-01T09:19:52.158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E3697B-322C-48D9-9432-3144B3E2D0DF}" authorId="{D3F71A66-0C34-DF1A-5236-FECDBC820DCB}" created="2026-10-01T09:19:52.170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60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4 | 真实受体（a）和 CryoAtom2（b）条件下的前景 F1 与 SMILES 匹配。六轴自顶端顺时针为总体 SMILES、小分子、糖、前景 F1、金属离子和肽类；前景阈值由验证集冻结。Find 已选候选数为 1,653/1,651；身份支持数依次为总体 1,238/1,160、小分子 389/348、糖 284/277、金属离子 564/534、肽类 1/1（斜杠前后对应 a/b）。菱形仅示 EMERALD-ID 在独立小分子真实位点中至少一个身份取得评分后的 Top-1（233/282、263/313）。径向坐标为 30–100%。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5 | PDB 内候选 SMILES 数目与 strongest 的分类准确率。a，真实受体；b，CryoAtom2 受体。横轴为该 PDB 提供给 Match 的精确 SMILES 去重数，五种及以上合并；纵轴为 Find 已选、真实前景且身份受支持候选的类别内准确率。真实受体条件下，小分子、糖、金属离子和肽类的总支持数分别为 389、284、564 和 1；CryoAtom2 条件下分别为 348、277、534 和 1。单身份 PDB 中四类均为 100%；肽类仅有一个候选，故只显示单个数据点。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766457" y="2267857"/>
            <a:ext cx="1052286" cy="1052286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66876" y="2133385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14171" y="1215571"/>
            <a:ext cx="3156857" cy="3156857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39227" y="1116955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8694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1200" y="48895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73371"/>
            <a:ext cx="1424941" cy="69793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221555" y="1971310"/>
            <a:ext cx="495986" cy="135902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30332"/>
            <a:ext cx="928955" cy="9376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55354" y="3623794"/>
            <a:ext cx="1437246" cy="64415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57540" cy="175054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73371"/>
            <a:ext cx="1594786" cy="59987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22892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73091" y="192686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77105" y="328588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2349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810904" y="357934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81744"/>
            <a:ext cx="1372230" cy="61999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045069" y="2001742"/>
            <a:ext cx="619761" cy="122669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28438"/>
            <a:ext cx="752469" cy="98873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36143" y="3577151"/>
            <a:ext cx="1356457" cy="64001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38329" cy="17039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81744"/>
            <a:ext cx="1594786" cy="49150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33729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20380" y="195729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00619" y="318398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17271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91693" y="35327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515617"/>
            <a:ext cx="1225812" cy="570660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037047" y="2086277"/>
            <a:ext cx="481365" cy="1137530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23807"/>
            <a:ext cx="744447" cy="100602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85604" y="3490859"/>
            <a:ext cx="1206996" cy="73897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87790" cy="1617609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515617"/>
            <a:ext cx="1594786" cy="357633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71167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73962" y="2041827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992597" y="3179357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18538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041154" y="344640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94368"/>
            <a:ext cx="1337090" cy="527663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4884628" y="2022031"/>
            <a:ext cx="745062" cy="1113777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135808"/>
            <a:ext cx="592028" cy="11211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45209" y="3514181"/>
            <a:ext cx="1247391" cy="74280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47395" cy="1640931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94368"/>
            <a:ext cx="1594786" cy="37888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449918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585240" y="19775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840178" y="3091358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12537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000759" y="346973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02617" y="2012905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766457" y="7538357"/>
            <a:ext cx="1052286" cy="1052286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466876" y="7403885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714171" y="6486071"/>
            <a:ext cx="3156857" cy="3156857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39227" y="6387455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8694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51200" y="101600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76786"/>
            <a:ext cx="1404930" cy="67657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155380" y="7253363"/>
            <a:ext cx="542150" cy="130926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562626"/>
            <a:ext cx="862780" cy="89228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59938" y="8891648"/>
            <a:ext cx="1432662" cy="56326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62124" cy="17478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76786"/>
            <a:ext cx="1594786" cy="56696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53233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53080" y="72089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110930" y="851817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10459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815488" y="88471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601732"/>
            <a:ext cx="1431117" cy="63651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155380" y="7238244"/>
            <a:ext cx="568337" cy="132438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562626"/>
            <a:ext cx="862780" cy="87494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923934" y="8854700"/>
            <a:ext cx="1368666" cy="58287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226120" cy="171095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601732"/>
            <a:ext cx="1594786" cy="54201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572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79267" y="719379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110930" y="8518176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39311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79484" y="881025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742339"/>
            <a:ext cx="1300182" cy="571500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064907" y="7313839"/>
            <a:ext cx="527875" cy="1196553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10392"/>
            <a:ext cx="772307" cy="933859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6193" y="8778340"/>
            <a:ext cx="1236407" cy="66591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58379" cy="1634590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742339"/>
            <a:ext cx="1594786" cy="40141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9788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48332" y="726938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020457" y="846594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399801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3011743" y="873389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726464"/>
            <a:ext cx="1398384" cy="5306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4957985" y="7257143"/>
            <a:ext cx="732998" cy="1191517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448660"/>
            <a:ext cx="665385" cy="1001011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3034861" y="8790656"/>
            <a:ext cx="1257739" cy="6590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337047" cy="164690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726464"/>
            <a:ext cx="1594786" cy="41728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8201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46534" y="721269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913535" y="840421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0522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90411" y="8746206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34546" y="7264971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Real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自定义</PresentationFormat>
  <Paragraphs>71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2</cp:revision>
  <dcterms:created xsi:type="dcterms:W3CDTF">2026-10-01T09:19:42Z</dcterms:created>
  <dcterms:modified xsi:type="dcterms:W3CDTF">2026-10-01T09:19:52Z</dcterms:modified>
</cp:coreProperties>
</file>