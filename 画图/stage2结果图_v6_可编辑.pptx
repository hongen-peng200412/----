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8C2FC2-D9AB-488B-B9ED-0C0227DDBAC8}" authorId="{D3F71A66-0C34-DF1A-5236-FECDBC820DCB}" created="2026-10-01T09:38:08.524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23AB8C-3E60-4560-A8B1-22D3EBE4A200}" authorId="{D3F71A66-0C34-DF1A-5236-FECDBC820DCB}" created="2026-10-01T09:38:08.529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2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4 | 真实受体（a）和 CryoAtom2（b）条件下的前景 F1 与 SMILES 匹配。六轴自顶端顺时针为总体 SMILES、小分子、糖、前景 F1、金属离子和肽类；径向坐标为 20–100%。前景阈值由验证集冻结。真实受体条件有 1,653 个 Find 已选候选，其中身份支持数为总体 1,238 个、小分子 389 个、糖 284 个、金属离子 564 个、肽类 1 个；CryoAtom2 条件有 1,651 个已选候选，其中相应支持数为 1,160、348、277、534 和 1 个。图中四条轮廓按这些支持数计算百分比。菱形表示 EMERALD-ID 在独立小分子真实位点中至少一个身份取得评分后的 Top-1 准确率：真实受体 82.6%（282 个位点），CryoAtom2 84.0%（313 个位点）。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5 | PDB 内候选 SMILES 数目与 strongest 的分类准确率。a，真实受体；b，CryoAtom2 受体。真实受体条件下小分子、糖、金属离子和肽类的支持数依次为 389、284、564 和 1 个；CryoAtom2 条件下依次为 348、277、534 和 1 个。横轴为该 PDB 提供给 Match 的精确 SMILES 去重数，五种及以上合并；纵轴为 Find 已选、真实前景且身份受支持候选的类别内准确率，以百分比表示。单身份 PDB 中四类均为 100%；肽类仅有一个候选，故只显示单个数据点。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02038" y="21034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9431" y="19745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81288" y="11826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47738" y="10851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7909" y="14033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1200" y="48895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33262"/>
            <a:ext cx="1446171" cy="72579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304784" y="1959053"/>
            <a:ext cx="433988" cy="141933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78384"/>
            <a:ext cx="1012184" cy="935506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5661" y="3635164"/>
            <a:ext cx="1456939" cy="678727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37847" cy="17619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33262"/>
            <a:ext cx="1594786" cy="6399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18881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4321" y="191460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60334" y="333393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6944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91211" y="359071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28089"/>
            <a:ext cx="1400050" cy="65759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150359" y="1985681"/>
            <a:ext cx="542291" cy="130354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89227"/>
            <a:ext cx="857759" cy="980233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6352" y="3594351"/>
            <a:ext cx="1386248" cy="67511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08538" cy="17211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28089"/>
            <a:ext cx="1594786" cy="54516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28363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8200" y="194123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05909" y="3244777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22501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61902" y="35499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445228"/>
            <a:ext cx="1271934" cy="6144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143340" y="2059649"/>
            <a:ext cx="421194" cy="122552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85175"/>
            <a:ext cx="850740" cy="99536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37130" y="3518846"/>
            <a:ext cx="1255470" cy="7616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39316" cy="16455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445228"/>
            <a:ext cx="1594786" cy="428022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0077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20084" y="20151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8890" y="3240725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23609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92680" y="3474396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26634"/>
            <a:ext cx="1369302" cy="57679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5009973" y="2003433"/>
            <a:ext cx="651929" cy="120474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208175"/>
            <a:ext cx="717373" cy="109612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01785" y="3539252"/>
            <a:ext cx="1290815" cy="76504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03971" cy="166600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26634"/>
            <a:ext cx="1594786" cy="4466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3821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17452" y="195898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965523" y="316372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5985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957335" y="349480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52101" y="198433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602038" y="73739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9431" y="72450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681288" y="64531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47738" y="63556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417909" y="66738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51200" y="101600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32563"/>
            <a:ext cx="1428662" cy="70709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246881" y="7239661"/>
            <a:ext cx="474382" cy="137579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615454"/>
            <a:ext cx="954281" cy="89584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39673" y="8903348"/>
            <a:ext cx="1452927" cy="60794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41858" cy="17595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32563"/>
            <a:ext cx="1594786" cy="6111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4881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76812" y="719521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6684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795223" y="88588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554391"/>
            <a:ext cx="1451576" cy="67204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246881" y="7226432"/>
            <a:ext cx="497295" cy="138902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615454"/>
            <a:ext cx="954281" cy="88066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895669" y="8871018"/>
            <a:ext cx="1396931" cy="625105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197855" cy="172726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554391"/>
            <a:ext cx="1594786" cy="58935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0994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99726" y="71819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451673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51219" y="882656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677422"/>
            <a:ext cx="1337008" cy="61515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167717" y="7292578"/>
            <a:ext cx="461891" cy="127717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69749"/>
            <a:ext cx="875117" cy="9322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11396" y="8804204"/>
            <a:ext cx="1281204" cy="69776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13581" cy="166045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677422"/>
            <a:ext cx="1594786" cy="4663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3297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85158" y="724812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123267" y="85252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45752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966946" y="875975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663531"/>
            <a:ext cx="1422934" cy="57943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5074160" y="7242969"/>
            <a:ext cx="641374" cy="127276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515734"/>
            <a:ext cx="781560" cy="9909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992730" y="8814980"/>
            <a:ext cx="1299870" cy="69173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294916" cy="1671230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663531"/>
            <a:ext cx="1594786" cy="48021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190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71084" y="7198519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029710" y="84712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6226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48280" y="877053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80038" y="723870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Real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SMILES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自定义</PresentationFormat>
  <Paragraphs>71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2</cp:revision>
  <dcterms:created xsi:type="dcterms:W3CDTF">2026-10-01T09:38:06Z</dcterms:created>
  <dcterms:modified xsi:type="dcterms:W3CDTF">2026-10-01T09:38:08Z</dcterms:modified>
</cp:coreProperties>
</file>